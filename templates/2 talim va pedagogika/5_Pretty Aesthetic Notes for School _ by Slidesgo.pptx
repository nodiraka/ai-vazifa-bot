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embeddedFontLst>
    <p:embeddedFont>
      <p:font typeface="Hind Siliguri" panose="020B0604020202020204" charset="0"/>
      <p:regular r:id="rId38"/>
      <p:bold r:id="rId39"/>
    </p:embeddedFont>
    <p:embeddedFont>
      <p:font typeface="Dancing Script" panose="020B0604020202020204" charset="0"/>
      <p:regular r:id="rId40"/>
      <p:bold r:id="rId41"/>
    </p:embeddedFont>
    <p:embeddedFont>
      <p:font typeface="Delius Swash Caps" panose="020B0604020202020204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F5CB78-5013-4C55-B3E4-6EDFE824B088}">
  <a:tblStyle styleId="{65F5CB78-5013-4C55-B3E4-6EDFE824B0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15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10a259dcb6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10a259dcb6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108c4d3baac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108c4d3baac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108c4d3baac_3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g108c4d3baac_3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10a259dcb6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10a259dcb6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gd1982dd69e_0_20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6" name="Google Shape;2266;gd1982dd69e_0_207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10a259dcb6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10a259dcb6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gd1982dd69e_0_208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0" name="Google Shape;2410;gd1982dd69e_0_208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gd1982dd69e_0_20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1" name="Google Shape;2481;gd1982dd69e_0_20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gd1982dd69e_0_2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9" name="Google Shape;2559;gd1982dd69e_0_210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gd1982dd69e_0_21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6" name="Google Shape;2596;gd1982dd69e_0_21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g10a259dcb6a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4" name="Google Shape;2704;g10a259dcb6a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g10a259dcb6a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1" name="Google Shape;2741;g10a259dcb6a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Google Shape;2814;gd1982dd69e_0_2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5" name="Google Shape;2815;gd1982dd69e_0_2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" name="Google Shape;2898;g10a259dcb6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9" name="Google Shape;2899;g10a259dcb6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gd1982dd69e_0_19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7" name="Google Shape;2927;gd1982dd69e_0_19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d1982dd69e_0_21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5" name="Google Shape;3005;gd1982dd69e_0_21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gd1982dd69e_0_21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6" name="Google Shape;3056;gd1982dd69e_0_21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gd1982dd69e_0_21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4" name="Google Shape;3144;gd1982dd69e_0_21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Google Shape;3217;gd1982dd69e_0_219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8" name="Google Shape;3218;gd1982dd69e_0_219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gd1982dd69e_0_23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3" name="Google Shape;3363;gd1982dd69e_0_23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gd1982dd69e_0_22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5" name="Google Shape;3395;gd1982dd69e_0_22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8" name="Google Shape;3468;gd1982dd69e_0_22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9" name="Google Shape;3469;gd1982dd69e_0_22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Google Shape;3522;gd1982dd69e_0_22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3" name="Google Shape;3523;gd1982dd69e_0_22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d1982dd69e_0_22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d1982dd69e_0_22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gd1982dd69e_0_22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0" name="Google Shape;3680;gd1982dd69e_0_22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" name="Google Shape;3747;gd1982dd69e_0_23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8" name="Google Shape;3748;gd1982dd69e_0_23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g13a9dff85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0" name="Google Shape;3810;g13a9dff85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gd1982dd69e_0_20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1" name="Google Shape;3871;gd1982dd69e_0_20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7" name="Google Shape;3947;gd1982dd69e_0_23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8" name="Google Shape;3948;gd1982dd69e_0_23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9" name="Google Shape;4039;gd1982dd69e_0_20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0" name="Google Shape;4040;gd1982dd69e_0_20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1" name="Google Shape;4161;g108c4d3baac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2" name="Google Shape;4162;g108c4d3baac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6" name="Google Shape;4216;gd1982dd69e_0_20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7" name="Google Shape;4217;gd1982dd69e_0_20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" name="Google Shape;4280;gd1982dd69e_0_23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1" name="Google Shape;4281;gd1982dd69e_0_23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8" name="Google Shape;4358;gd1982dd69e_0_238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9" name="Google Shape;4359;gd1982dd69e_0_238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0" name="Google Shape;10;p2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 txBox="1">
            <a:spLocks noGrp="1"/>
          </p:cNvSpPr>
          <p:nvPr>
            <p:ph type="ctrTitle"/>
          </p:nvPr>
        </p:nvSpPr>
        <p:spPr>
          <a:xfrm>
            <a:off x="3001400" y="1217528"/>
            <a:ext cx="5581800" cy="18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50">
                <a:solidFill>
                  <a:srgbClr val="212529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ubTitle" idx="1"/>
          </p:nvPr>
        </p:nvSpPr>
        <p:spPr>
          <a:xfrm>
            <a:off x="3666200" y="3517936"/>
            <a:ext cx="4252200" cy="486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elius Swash Caps"/>
                <a:ea typeface="Delius Swash Caps"/>
                <a:cs typeface="Delius Swash Caps"/>
                <a:sym typeface="Delius Swash Cap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675588" y="4708063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485413" y="105365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414550" y="61610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497325" y="453715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74625" y="105365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989588" y="3951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800675" y="4340788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4;p2"/>
          <p:cNvGrpSpPr/>
          <p:nvPr/>
        </p:nvGrpSpPr>
        <p:grpSpPr>
          <a:xfrm>
            <a:off x="5032475" y="4607963"/>
            <a:ext cx="311900" cy="314700"/>
            <a:chOff x="8571050" y="1873050"/>
            <a:chExt cx="311900" cy="314700"/>
          </a:xfrm>
        </p:grpSpPr>
        <p:sp>
          <p:nvSpPr>
            <p:cNvPr id="45" name="Google Shape;45;p2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1541184" y="829733"/>
            <a:ext cx="686239" cy="223927"/>
            <a:chOff x="3798300" y="2287225"/>
            <a:chExt cx="730975" cy="238525"/>
          </a:xfrm>
        </p:grpSpPr>
        <p:sp>
          <p:nvSpPr>
            <p:cNvPr id="50" name="Google Shape;50;p2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7553320" y="4416698"/>
            <a:ext cx="545748" cy="159103"/>
            <a:chOff x="5393300" y="2420750"/>
            <a:chExt cx="581325" cy="169475"/>
          </a:xfrm>
        </p:grpSpPr>
        <p:sp>
          <p:nvSpPr>
            <p:cNvPr id="53" name="Google Shape;53;p2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57" name="Google Shape;57;p3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1170425" y="2532250"/>
            <a:ext cx="3858900" cy="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550">
                <a:solidFill>
                  <a:srgbClr val="21252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title" idx="2" hasCustomPrompt="1"/>
          </p:nvPr>
        </p:nvSpPr>
        <p:spPr>
          <a:xfrm>
            <a:off x="1488725" y="1000931"/>
            <a:ext cx="12558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84" name="Google Shape;84;p3"/>
          <p:cNvSpPr txBox="1">
            <a:spLocks noGrp="1"/>
          </p:cNvSpPr>
          <p:nvPr>
            <p:ph type="subTitle" idx="1"/>
          </p:nvPr>
        </p:nvSpPr>
        <p:spPr>
          <a:xfrm>
            <a:off x="1170425" y="3545650"/>
            <a:ext cx="4266000" cy="53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"/>
          <p:cNvSpPr/>
          <p:nvPr/>
        </p:nvSpPr>
        <p:spPr>
          <a:xfrm flipH="1">
            <a:off x="360423" y="3498675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 flipH="1">
            <a:off x="5039723" y="45493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 flipH="1">
            <a:off x="8140473" y="45237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 flipH="1">
            <a:off x="677773" y="207608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 flipH="1">
            <a:off x="5370498" y="4344025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 flipH="1">
            <a:off x="8388248" y="46375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 flipH="1">
            <a:off x="630173" y="38006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3"/>
          <p:cNvGrpSpPr/>
          <p:nvPr/>
        </p:nvGrpSpPr>
        <p:grpSpPr>
          <a:xfrm>
            <a:off x="3569448" y="1303738"/>
            <a:ext cx="529900" cy="149350"/>
            <a:chOff x="3898800" y="2624300"/>
            <a:chExt cx="529900" cy="149350"/>
          </a:xfrm>
        </p:grpSpPr>
        <p:sp>
          <p:nvSpPr>
            <p:cNvPr id="93" name="Google Shape;93;p3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3"/>
          <p:cNvGrpSpPr/>
          <p:nvPr/>
        </p:nvGrpSpPr>
        <p:grpSpPr>
          <a:xfrm flipH="1">
            <a:off x="2809210" y="4718175"/>
            <a:ext cx="581325" cy="169475"/>
            <a:chOff x="5393300" y="2420750"/>
            <a:chExt cx="581325" cy="169475"/>
          </a:xfrm>
        </p:grpSpPr>
        <p:sp>
          <p:nvSpPr>
            <p:cNvPr id="96" name="Google Shape;96;p3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body" idx="1"/>
          </p:nvPr>
        </p:nvSpPr>
        <p:spPr>
          <a:xfrm>
            <a:off x="891300" y="1225850"/>
            <a:ext cx="73614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4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02" name="Google Shape;102;p4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4"/>
          <p:cNvSpPr/>
          <p:nvPr/>
        </p:nvSpPr>
        <p:spPr>
          <a:xfrm>
            <a:off x="8718050" y="37798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5349125" y="490155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350200" y="4565113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166000" y="48149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91300" y="59182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33038" y="22637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4"/>
          <p:cNvGrpSpPr/>
          <p:nvPr/>
        </p:nvGrpSpPr>
        <p:grpSpPr>
          <a:xfrm>
            <a:off x="8118813" y="911138"/>
            <a:ext cx="311900" cy="314700"/>
            <a:chOff x="8571050" y="1873050"/>
            <a:chExt cx="311900" cy="314700"/>
          </a:xfrm>
        </p:grpSpPr>
        <p:sp>
          <p:nvSpPr>
            <p:cNvPr id="134" name="Google Shape;134;p4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138;p4"/>
          <p:cNvGrpSpPr/>
          <p:nvPr/>
        </p:nvGrpSpPr>
        <p:grpSpPr>
          <a:xfrm>
            <a:off x="8165825" y="4533300"/>
            <a:ext cx="529900" cy="149350"/>
            <a:chOff x="3898800" y="2624300"/>
            <a:chExt cx="529900" cy="149350"/>
          </a:xfrm>
        </p:grpSpPr>
        <p:sp>
          <p:nvSpPr>
            <p:cNvPr id="139" name="Google Shape;139;p4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4"/>
          <p:cNvGrpSpPr/>
          <p:nvPr/>
        </p:nvGrpSpPr>
        <p:grpSpPr>
          <a:xfrm rot="3651682">
            <a:off x="153345" y="1192019"/>
            <a:ext cx="340408" cy="202565"/>
            <a:chOff x="3780075" y="2889150"/>
            <a:chExt cx="340425" cy="202575"/>
          </a:xfrm>
        </p:grpSpPr>
        <p:sp>
          <p:nvSpPr>
            <p:cNvPr id="142" name="Google Shape;142;p4"/>
            <p:cNvSpPr/>
            <p:nvPr/>
          </p:nvSpPr>
          <p:spPr>
            <a:xfrm>
              <a:off x="3826225" y="2907725"/>
              <a:ext cx="294275" cy="184000"/>
            </a:xfrm>
            <a:custGeom>
              <a:avLst/>
              <a:gdLst/>
              <a:ahLst/>
              <a:cxnLst/>
              <a:rect l="l" t="t" r="r" b="b"/>
              <a:pathLst>
                <a:path w="11771" h="7360" extrusionOk="0">
                  <a:moveTo>
                    <a:pt x="551" y="1"/>
                  </a:moveTo>
                  <a:cubicBezTo>
                    <a:pt x="326" y="1"/>
                    <a:pt x="101" y="143"/>
                    <a:pt x="68" y="426"/>
                  </a:cubicBezTo>
                  <a:cubicBezTo>
                    <a:pt x="1" y="2194"/>
                    <a:pt x="435" y="3962"/>
                    <a:pt x="1302" y="5530"/>
                  </a:cubicBezTo>
                  <a:cubicBezTo>
                    <a:pt x="2059" y="6773"/>
                    <a:pt x="3188" y="7360"/>
                    <a:pt x="4513" y="7360"/>
                  </a:cubicBezTo>
                  <a:cubicBezTo>
                    <a:pt x="4822" y="7360"/>
                    <a:pt x="5143" y="7328"/>
                    <a:pt x="5472" y="7264"/>
                  </a:cubicBezTo>
                  <a:cubicBezTo>
                    <a:pt x="8474" y="6631"/>
                    <a:pt x="10875" y="4362"/>
                    <a:pt x="11709" y="1393"/>
                  </a:cubicBezTo>
                  <a:cubicBezTo>
                    <a:pt x="11770" y="1048"/>
                    <a:pt x="11497" y="826"/>
                    <a:pt x="11229" y="826"/>
                  </a:cubicBezTo>
                  <a:cubicBezTo>
                    <a:pt x="11057" y="826"/>
                    <a:pt x="10887" y="918"/>
                    <a:pt x="10809" y="1127"/>
                  </a:cubicBezTo>
                  <a:cubicBezTo>
                    <a:pt x="10108" y="3595"/>
                    <a:pt x="8173" y="5563"/>
                    <a:pt x="5705" y="6264"/>
                  </a:cubicBezTo>
                  <a:cubicBezTo>
                    <a:pt x="5338" y="6380"/>
                    <a:pt x="4963" y="6439"/>
                    <a:pt x="4588" y="6439"/>
                  </a:cubicBezTo>
                  <a:cubicBezTo>
                    <a:pt x="4212" y="6439"/>
                    <a:pt x="3837" y="6380"/>
                    <a:pt x="3470" y="6264"/>
                  </a:cubicBezTo>
                  <a:cubicBezTo>
                    <a:pt x="2836" y="5997"/>
                    <a:pt x="2336" y="5530"/>
                    <a:pt x="2036" y="4929"/>
                  </a:cubicBezTo>
                  <a:cubicBezTo>
                    <a:pt x="1302" y="3528"/>
                    <a:pt x="968" y="1994"/>
                    <a:pt x="1035" y="426"/>
                  </a:cubicBezTo>
                  <a:cubicBezTo>
                    <a:pt x="1002" y="143"/>
                    <a:pt x="777" y="1"/>
                    <a:pt x="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3780075" y="2889150"/>
              <a:ext cx="132075" cy="76975"/>
            </a:xfrm>
            <a:custGeom>
              <a:avLst/>
              <a:gdLst/>
              <a:ahLst/>
              <a:cxnLst/>
              <a:rect l="l" t="t" r="r" b="b"/>
              <a:pathLst>
                <a:path w="5283" h="3079" extrusionOk="0">
                  <a:moveTo>
                    <a:pt x="2227" y="0"/>
                  </a:moveTo>
                  <a:cubicBezTo>
                    <a:pt x="1662" y="0"/>
                    <a:pt x="1372" y="515"/>
                    <a:pt x="1113" y="936"/>
                  </a:cubicBezTo>
                  <a:cubicBezTo>
                    <a:pt x="846" y="1369"/>
                    <a:pt x="513" y="1903"/>
                    <a:pt x="212" y="2403"/>
                  </a:cubicBezTo>
                  <a:cubicBezTo>
                    <a:pt x="1" y="2733"/>
                    <a:pt x="320" y="3078"/>
                    <a:pt x="643" y="3078"/>
                  </a:cubicBezTo>
                  <a:cubicBezTo>
                    <a:pt x="779" y="3078"/>
                    <a:pt x="915" y="3018"/>
                    <a:pt x="1013" y="2870"/>
                  </a:cubicBezTo>
                  <a:cubicBezTo>
                    <a:pt x="1280" y="2470"/>
                    <a:pt x="1513" y="2070"/>
                    <a:pt x="1747" y="1669"/>
                  </a:cubicBezTo>
                  <a:cubicBezTo>
                    <a:pt x="1880" y="1503"/>
                    <a:pt x="1980" y="1303"/>
                    <a:pt x="2114" y="1102"/>
                  </a:cubicBezTo>
                  <a:cubicBezTo>
                    <a:pt x="2147" y="1069"/>
                    <a:pt x="2214" y="936"/>
                    <a:pt x="2281" y="936"/>
                  </a:cubicBezTo>
                  <a:cubicBezTo>
                    <a:pt x="2414" y="936"/>
                    <a:pt x="2614" y="1136"/>
                    <a:pt x="2714" y="1236"/>
                  </a:cubicBezTo>
                  <a:lnTo>
                    <a:pt x="3281" y="1669"/>
                  </a:lnTo>
                  <a:lnTo>
                    <a:pt x="4449" y="2603"/>
                  </a:lnTo>
                  <a:cubicBezTo>
                    <a:pt x="4549" y="2687"/>
                    <a:pt x="4666" y="2729"/>
                    <a:pt x="4782" y="2729"/>
                  </a:cubicBezTo>
                  <a:cubicBezTo>
                    <a:pt x="4899" y="2729"/>
                    <a:pt x="5016" y="2687"/>
                    <a:pt x="5116" y="2603"/>
                  </a:cubicBezTo>
                  <a:cubicBezTo>
                    <a:pt x="5283" y="2403"/>
                    <a:pt x="5283" y="2103"/>
                    <a:pt x="5116" y="1936"/>
                  </a:cubicBezTo>
                  <a:lnTo>
                    <a:pt x="3748" y="836"/>
                  </a:lnTo>
                  <a:cubicBezTo>
                    <a:pt x="3348" y="502"/>
                    <a:pt x="2848" y="2"/>
                    <a:pt x="2281" y="2"/>
                  </a:cubicBezTo>
                  <a:cubicBezTo>
                    <a:pt x="2263" y="1"/>
                    <a:pt x="2245" y="0"/>
                    <a:pt x="2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5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46" name="Google Shape;146;p5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1307344" y="2604267"/>
            <a:ext cx="295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subTitle" idx="1"/>
          </p:nvPr>
        </p:nvSpPr>
        <p:spPr>
          <a:xfrm>
            <a:off x="1307350" y="3149929"/>
            <a:ext cx="2955300" cy="10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title" idx="2"/>
          </p:nvPr>
        </p:nvSpPr>
        <p:spPr>
          <a:xfrm>
            <a:off x="4881356" y="2604267"/>
            <a:ext cx="295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3"/>
          </p:nvPr>
        </p:nvSpPr>
        <p:spPr>
          <a:xfrm>
            <a:off x="4881351" y="3149929"/>
            <a:ext cx="2955300" cy="10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title" idx="4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5277925" y="483215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2030950" y="484910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922025" y="65037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2030950" y="650375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8604013" y="21666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8064500" y="4538200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5"/>
          <p:cNvGrpSpPr/>
          <p:nvPr/>
        </p:nvGrpSpPr>
        <p:grpSpPr>
          <a:xfrm>
            <a:off x="378088" y="2730938"/>
            <a:ext cx="730975" cy="238525"/>
            <a:chOff x="3798300" y="2287225"/>
            <a:chExt cx="730975" cy="238525"/>
          </a:xfrm>
        </p:grpSpPr>
        <p:sp>
          <p:nvSpPr>
            <p:cNvPr id="183" name="Google Shape;183;p5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5"/>
          <p:cNvGrpSpPr/>
          <p:nvPr/>
        </p:nvGrpSpPr>
        <p:grpSpPr>
          <a:xfrm>
            <a:off x="8064488" y="2661000"/>
            <a:ext cx="529900" cy="149350"/>
            <a:chOff x="3898800" y="2624300"/>
            <a:chExt cx="529900" cy="149350"/>
          </a:xfrm>
        </p:grpSpPr>
        <p:sp>
          <p:nvSpPr>
            <p:cNvPr id="186" name="Google Shape;186;p5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7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229" name="Google Shape;229;p7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" name="Google Shape;254;p7"/>
          <p:cNvSpPr txBox="1">
            <a:spLocks noGrp="1"/>
          </p:cNvSpPr>
          <p:nvPr>
            <p:ph type="body" idx="1"/>
          </p:nvPr>
        </p:nvSpPr>
        <p:spPr>
          <a:xfrm>
            <a:off x="1106875" y="1780450"/>
            <a:ext cx="4550700" cy="22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■"/>
              <a:defRPr sz="1200"/>
            </a:lvl9pPr>
          </a:lstStyle>
          <a:p>
            <a:endParaRPr/>
          </a:p>
        </p:txBody>
      </p:sp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26075" y="449345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443300" y="482097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8040500" y="6329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35350" y="163838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2924575" y="4607975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8493875" y="41072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7"/>
          <p:cNvGrpSpPr/>
          <p:nvPr/>
        </p:nvGrpSpPr>
        <p:grpSpPr>
          <a:xfrm>
            <a:off x="224750" y="2606563"/>
            <a:ext cx="311900" cy="314700"/>
            <a:chOff x="8571050" y="1873050"/>
            <a:chExt cx="311900" cy="314700"/>
          </a:xfrm>
        </p:grpSpPr>
        <p:sp>
          <p:nvSpPr>
            <p:cNvPr id="263" name="Google Shape;263;p7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" name="Google Shape;267;p7"/>
          <p:cNvGrpSpPr/>
          <p:nvPr/>
        </p:nvGrpSpPr>
        <p:grpSpPr>
          <a:xfrm rot="8927671" flipH="1">
            <a:off x="8064758" y="1508001"/>
            <a:ext cx="288970" cy="174347"/>
            <a:chOff x="4177750" y="2899175"/>
            <a:chExt cx="288975" cy="174350"/>
          </a:xfrm>
        </p:grpSpPr>
        <p:sp>
          <p:nvSpPr>
            <p:cNvPr id="268" name="Google Shape;268;p7"/>
            <p:cNvSpPr/>
            <p:nvPr/>
          </p:nvSpPr>
          <p:spPr>
            <a:xfrm>
              <a:off x="4177750" y="2920450"/>
              <a:ext cx="250650" cy="153075"/>
            </a:xfrm>
            <a:custGeom>
              <a:avLst/>
              <a:gdLst/>
              <a:ahLst/>
              <a:cxnLst/>
              <a:rect l="l" t="t" r="r" b="b"/>
              <a:pathLst>
                <a:path w="10026" h="6123" extrusionOk="0">
                  <a:moveTo>
                    <a:pt x="626" y="0"/>
                  </a:moveTo>
                  <a:cubicBezTo>
                    <a:pt x="321" y="0"/>
                    <a:pt x="0" y="351"/>
                    <a:pt x="183" y="718"/>
                  </a:cubicBezTo>
                  <a:cubicBezTo>
                    <a:pt x="1174" y="2864"/>
                    <a:pt x="2361" y="6123"/>
                    <a:pt x="5266" y="6123"/>
                  </a:cubicBezTo>
                  <a:cubicBezTo>
                    <a:pt x="5295" y="6123"/>
                    <a:pt x="5324" y="6122"/>
                    <a:pt x="5354" y="6122"/>
                  </a:cubicBezTo>
                  <a:cubicBezTo>
                    <a:pt x="8289" y="6055"/>
                    <a:pt x="9223" y="2853"/>
                    <a:pt x="9924" y="584"/>
                  </a:cubicBezTo>
                  <a:cubicBezTo>
                    <a:pt x="10026" y="237"/>
                    <a:pt x="9728" y="3"/>
                    <a:pt x="9444" y="3"/>
                  </a:cubicBezTo>
                  <a:cubicBezTo>
                    <a:pt x="9263" y="3"/>
                    <a:pt x="9088" y="97"/>
                    <a:pt x="9023" y="317"/>
                  </a:cubicBezTo>
                  <a:cubicBezTo>
                    <a:pt x="8656" y="1485"/>
                    <a:pt x="8356" y="2686"/>
                    <a:pt x="7689" y="3653"/>
                  </a:cubicBezTo>
                  <a:cubicBezTo>
                    <a:pt x="7122" y="4487"/>
                    <a:pt x="6221" y="5188"/>
                    <a:pt x="5187" y="5188"/>
                  </a:cubicBezTo>
                  <a:cubicBezTo>
                    <a:pt x="2785" y="5121"/>
                    <a:pt x="1785" y="2019"/>
                    <a:pt x="984" y="251"/>
                  </a:cubicBezTo>
                  <a:cubicBezTo>
                    <a:pt x="900" y="73"/>
                    <a:pt x="765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4342725" y="2899175"/>
              <a:ext cx="124000" cy="79875"/>
            </a:xfrm>
            <a:custGeom>
              <a:avLst/>
              <a:gdLst/>
              <a:ahLst/>
              <a:cxnLst/>
              <a:rect l="l" t="t" r="r" b="b"/>
              <a:pathLst>
                <a:path w="4960" h="3195" extrusionOk="0">
                  <a:moveTo>
                    <a:pt x="2291" y="902"/>
                  </a:moveTo>
                  <a:lnTo>
                    <a:pt x="2291" y="902"/>
                  </a:lnTo>
                  <a:cubicBezTo>
                    <a:pt x="2291" y="902"/>
                    <a:pt x="2302" y="913"/>
                    <a:pt x="2315" y="928"/>
                  </a:cubicBezTo>
                  <a:lnTo>
                    <a:pt x="2315" y="928"/>
                  </a:lnTo>
                  <a:cubicBezTo>
                    <a:pt x="2302" y="923"/>
                    <a:pt x="2291" y="915"/>
                    <a:pt x="2291" y="902"/>
                  </a:cubicBezTo>
                  <a:close/>
                  <a:moveTo>
                    <a:pt x="2391" y="1"/>
                  </a:moveTo>
                  <a:cubicBezTo>
                    <a:pt x="2157" y="1"/>
                    <a:pt x="1924" y="68"/>
                    <a:pt x="1724" y="201"/>
                  </a:cubicBezTo>
                  <a:lnTo>
                    <a:pt x="523" y="835"/>
                  </a:lnTo>
                  <a:cubicBezTo>
                    <a:pt x="1" y="1082"/>
                    <a:pt x="271" y="1736"/>
                    <a:pt x="699" y="1736"/>
                  </a:cubicBezTo>
                  <a:cubicBezTo>
                    <a:pt x="790" y="1736"/>
                    <a:pt x="890" y="1706"/>
                    <a:pt x="990" y="1635"/>
                  </a:cubicBezTo>
                  <a:lnTo>
                    <a:pt x="2024" y="1102"/>
                  </a:lnTo>
                  <a:lnTo>
                    <a:pt x="2257" y="1002"/>
                  </a:lnTo>
                  <a:cubicBezTo>
                    <a:pt x="2276" y="1002"/>
                    <a:pt x="2316" y="981"/>
                    <a:pt x="2341" y="962"/>
                  </a:cubicBezTo>
                  <a:lnTo>
                    <a:pt x="2341" y="962"/>
                  </a:lnTo>
                  <a:cubicBezTo>
                    <a:pt x="2350" y="977"/>
                    <a:pt x="2357" y="991"/>
                    <a:pt x="2357" y="1002"/>
                  </a:cubicBezTo>
                  <a:lnTo>
                    <a:pt x="2558" y="1235"/>
                  </a:lnTo>
                  <a:lnTo>
                    <a:pt x="4125" y="3070"/>
                  </a:lnTo>
                  <a:cubicBezTo>
                    <a:pt x="4209" y="3153"/>
                    <a:pt x="4325" y="3195"/>
                    <a:pt x="4446" y="3195"/>
                  </a:cubicBezTo>
                  <a:cubicBezTo>
                    <a:pt x="4567" y="3195"/>
                    <a:pt x="4692" y="3153"/>
                    <a:pt x="4792" y="3070"/>
                  </a:cubicBezTo>
                  <a:cubicBezTo>
                    <a:pt x="4959" y="2870"/>
                    <a:pt x="4959" y="2569"/>
                    <a:pt x="4792" y="2403"/>
                  </a:cubicBezTo>
                  <a:cubicBezTo>
                    <a:pt x="4192" y="1702"/>
                    <a:pt x="3592" y="1002"/>
                    <a:pt x="2991" y="301"/>
                  </a:cubicBezTo>
                  <a:cubicBezTo>
                    <a:pt x="2858" y="134"/>
                    <a:pt x="2624" y="1"/>
                    <a:pt x="2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5510725" y="4212900"/>
            <a:ext cx="581325" cy="169475"/>
            <a:chOff x="5393300" y="2420750"/>
            <a:chExt cx="581325" cy="169475"/>
          </a:xfrm>
        </p:grpSpPr>
        <p:sp>
          <p:nvSpPr>
            <p:cNvPr id="271" name="Google Shape;271;p7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 txBox="1">
            <a:spLocks noGrp="1"/>
          </p:cNvSpPr>
          <p:nvPr>
            <p:ph type="title"/>
          </p:nvPr>
        </p:nvSpPr>
        <p:spPr>
          <a:xfrm>
            <a:off x="974100" y="1928184"/>
            <a:ext cx="7195800" cy="10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750">
                <a:solidFill>
                  <a:srgbClr val="21252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75" name="Google Shape;275;p8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276" name="Google Shape;276;p8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8"/>
          <p:cNvSpPr/>
          <p:nvPr/>
        </p:nvSpPr>
        <p:spPr>
          <a:xfrm>
            <a:off x="2180325" y="500088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2983125" y="46098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478575" y="273772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6728588" y="5001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353075" y="66470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7653575" y="436547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6077863" y="4640150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8" name="Google Shape;308;p8"/>
          <p:cNvGrpSpPr/>
          <p:nvPr/>
        </p:nvGrpSpPr>
        <p:grpSpPr>
          <a:xfrm>
            <a:off x="8430775" y="3463238"/>
            <a:ext cx="311900" cy="314700"/>
            <a:chOff x="8571050" y="1873050"/>
            <a:chExt cx="311900" cy="314700"/>
          </a:xfrm>
        </p:grpSpPr>
        <p:sp>
          <p:nvSpPr>
            <p:cNvPr id="309" name="Google Shape;309;p8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" name="Google Shape;313;p8"/>
          <p:cNvGrpSpPr/>
          <p:nvPr/>
        </p:nvGrpSpPr>
        <p:grpSpPr>
          <a:xfrm>
            <a:off x="1716850" y="3935238"/>
            <a:ext cx="311900" cy="314700"/>
            <a:chOff x="8571050" y="1873050"/>
            <a:chExt cx="311900" cy="314700"/>
          </a:xfrm>
        </p:grpSpPr>
        <p:sp>
          <p:nvSpPr>
            <p:cNvPr id="314" name="Google Shape;314;p8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8"/>
          <p:cNvGrpSpPr/>
          <p:nvPr/>
        </p:nvGrpSpPr>
        <p:grpSpPr>
          <a:xfrm>
            <a:off x="1091475" y="1365275"/>
            <a:ext cx="730975" cy="238525"/>
            <a:chOff x="3798300" y="2287225"/>
            <a:chExt cx="730975" cy="238525"/>
          </a:xfrm>
        </p:grpSpPr>
        <p:sp>
          <p:nvSpPr>
            <p:cNvPr id="319" name="Google Shape;319;p8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8"/>
          <p:cNvGrpSpPr/>
          <p:nvPr/>
        </p:nvGrpSpPr>
        <p:grpSpPr>
          <a:xfrm>
            <a:off x="6546075" y="3722075"/>
            <a:ext cx="529900" cy="149350"/>
            <a:chOff x="3898800" y="2624300"/>
            <a:chExt cx="529900" cy="149350"/>
          </a:xfrm>
        </p:grpSpPr>
        <p:sp>
          <p:nvSpPr>
            <p:cNvPr id="322" name="Google Shape;322;p8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9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326" name="Google Shape;326;p9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9"/>
          <p:cNvSpPr txBox="1">
            <a:spLocks noGrp="1"/>
          </p:cNvSpPr>
          <p:nvPr>
            <p:ph type="body" idx="1"/>
          </p:nvPr>
        </p:nvSpPr>
        <p:spPr>
          <a:xfrm>
            <a:off x="4572000" y="951150"/>
            <a:ext cx="3858600" cy="3241200"/>
          </a:xfrm>
          <a:prstGeom prst="rect">
            <a:avLst/>
          </a:prstGeom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2" name="Google Shape;352;p9"/>
          <p:cNvSpPr txBox="1">
            <a:spLocks noGrp="1"/>
          </p:cNvSpPr>
          <p:nvPr>
            <p:ph type="title"/>
          </p:nvPr>
        </p:nvSpPr>
        <p:spPr>
          <a:xfrm flipH="1">
            <a:off x="799350" y="1520229"/>
            <a:ext cx="2949900" cy="5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9"/>
          <p:cNvSpPr txBox="1">
            <a:spLocks noGrp="1"/>
          </p:cNvSpPr>
          <p:nvPr>
            <p:ph type="subTitle" idx="2"/>
          </p:nvPr>
        </p:nvSpPr>
        <p:spPr>
          <a:xfrm flipH="1">
            <a:off x="799825" y="2333204"/>
            <a:ext cx="2949900" cy="13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2180325" y="500088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1689363" y="467472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231975" y="289040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8724913" y="186232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3535475" y="107170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8557800" y="467472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5936938" y="4533300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1" name="Google Shape;361;p9"/>
          <p:cNvGrpSpPr/>
          <p:nvPr/>
        </p:nvGrpSpPr>
        <p:grpSpPr>
          <a:xfrm>
            <a:off x="2118825" y="4151363"/>
            <a:ext cx="311900" cy="314700"/>
            <a:chOff x="8571050" y="1873050"/>
            <a:chExt cx="311900" cy="314700"/>
          </a:xfrm>
        </p:grpSpPr>
        <p:sp>
          <p:nvSpPr>
            <p:cNvPr id="362" name="Google Shape;362;p9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9"/>
          <p:cNvGrpSpPr/>
          <p:nvPr/>
        </p:nvGrpSpPr>
        <p:grpSpPr>
          <a:xfrm>
            <a:off x="347725" y="833175"/>
            <a:ext cx="730975" cy="238525"/>
            <a:chOff x="3798300" y="2287225"/>
            <a:chExt cx="730975" cy="238525"/>
          </a:xfrm>
        </p:grpSpPr>
        <p:sp>
          <p:nvSpPr>
            <p:cNvPr id="367" name="Google Shape;367;p9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9"/>
          <p:cNvGrpSpPr/>
          <p:nvPr/>
        </p:nvGrpSpPr>
        <p:grpSpPr>
          <a:xfrm>
            <a:off x="6077875" y="460850"/>
            <a:ext cx="529900" cy="149350"/>
            <a:chOff x="3898800" y="2624300"/>
            <a:chExt cx="529900" cy="149350"/>
          </a:xfrm>
        </p:grpSpPr>
        <p:sp>
          <p:nvSpPr>
            <p:cNvPr id="370" name="Google Shape;370;p9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"/>
          <p:cNvSpPr txBox="1">
            <a:spLocks noGrp="1"/>
          </p:cNvSpPr>
          <p:nvPr>
            <p:ph type="body" idx="1"/>
          </p:nvPr>
        </p:nvSpPr>
        <p:spPr>
          <a:xfrm>
            <a:off x="1043150" y="435550"/>
            <a:ext cx="2332800" cy="24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00">
                <a:latin typeface="Dancing Script"/>
                <a:ea typeface="Dancing Script"/>
                <a:cs typeface="Dancing Script"/>
                <a:sym typeface="Dancing Script"/>
              </a:defRPr>
            </a:lvl1pPr>
          </a:lstStyle>
          <a:p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7238275" y="1253575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8765600" y="36714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3877275" y="252887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376500" y="127542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5109563" y="4279138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5363100" y="28598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3760113" y="695800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1637488" y="4640213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2" name="Google Shape;382;p10"/>
          <p:cNvGrpSpPr/>
          <p:nvPr/>
        </p:nvGrpSpPr>
        <p:grpSpPr>
          <a:xfrm>
            <a:off x="256000" y="2742800"/>
            <a:ext cx="311900" cy="314700"/>
            <a:chOff x="8571050" y="1873050"/>
            <a:chExt cx="311900" cy="314700"/>
          </a:xfrm>
        </p:grpSpPr>
        <p:sp>
          <p:nvSpPr>
            <p:cNvPr id="383" name="Google Shape;383;p10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0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0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10"/>
          <p:cNvGrpSpPr/>
          <p:nvPr/>
        </p:nvGrpSpPr>
        <p:grpSpPr>
          <a:xfrm flipH="1">
            <a:off x="1503200" y="3929775"/>
            <a:ext cx="529900" cy="149350"/>
            <a:chOff x="3898800" y="2624300"/>
            <a:chExt cx="529900" cy="149350"/>
          </a:xfrm>
        </p:grpSpPr>
        <p:sp>
          <p:nvSpPr>
            <p:cNvPr id="388" name="Google Shape;388;p10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" name="Google Shape;390;p10"/>
          <p:cNvGrpSpPr/>
          <p:nvPr/>
        </p:nvGrpSpPr>
        <p:grpSpPr>
          <a:xfrm>
            <a:off x="7053975" y="357513"/>
            <a:ext cx="581325" cy="169475"/>
            <a:chOff x="5393300" y="2420750"/>
            <a:chExt cx="581325" cy="169475"/>
          </a:xfrm>
        </p:grpSpPr>
        <p:sp>
          <p:nvSpPr>
            <p:cNvPr id="391" name="Google Shape;391;p10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"/>
          <p:cNvSpPr txBox="1">
            <a:spLocks noGrp="1"/>
          </p:cNvSpPr>
          <p:nvPr>
            <p:ph type="title" hasCustomPrompt="1"/>
          </p:nvPr>
        </p:nvSpPr>
        <p:spPr>
          <a:xfrm>
            <a:off x="1353150" y="1330375"/>
            <a:ext cx="6437700" cy="17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5" name="Google Shape;395;p11"/>
          <p:cNvSpPr txBox="1">
            <a:spLocks noGrp="1"/>
          </p:cNvSpPr>
          <p:nvPr>
            <p:ph type="body" idx="1"/>
          </p:nvPr>
        </p:nvSpPr>
        <p:spPr>
          <a:xfrm>
            <a:off x="2032950" y="3202650"/>
            <a:ext cx="5078100" cy="435000"/>
          </a:xfrm>
          <a:prstGeom prst="rect">
            <a:avLst/>
          </a:prstGeom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96" name="Google Shape;396;p11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397" name="Google Shape;397;p11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11"/>
          <p:cNvSpPr/>
          <p:nvPr/>
        </p:nvSpPr>
        <p:spPr>
          <a:xfrm>
            <a:off x="2873850" y="632038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3311925" y="46079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478575" y="273772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7985113" y="244947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353075" y="66470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7653575" y="436547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5784288" y="44525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9" name="Google Shape;429;p11"/>
          <p:cNvGrpSpPr/>
          <p:nvPr/>
        </p:nvGrpSpPr>
        <p:grpSpPr>
          <a:xfrm>
            <a:off x="8430775" y="3463238"/>
            <a:ext cx="311900" cy="314700"/>
            <a:chOff x="8571050" y="1873050"/>
            <a:chExt cx="311900" cy="314700"/>
          </a:xfrm>
        </p:grpSpPr>
        <p:sp>
          <p:nvSpPr>
            <p:cNvPr id="430" name="Google Shape;430;p11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" name="Google Shape;434;p11"/>
          <p:cNvGrpSpPr/>
          <p:nvPr/>
        </p:nvGrpSpPr>
        <p:grpSpPr>
          <a:xfrm>
            <a:off x="1669875" y="4293263"/>
            <a:ext cx="311900" cy="314700"/>
            <a:chOff x="8571050" y="1873050"/>
            <a:chExt cx="311900" cy="314700"/>
          </a:xfrm>
        </p:grpSpPr>
        <p:sp>
          <p:nvSpPr>
            <p:cNvPr id="435" name="Google Shape;435;p11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11"/>
          <p:cNvGrpSpPr/>
          <p:nvPr/>
        </p:nvGrpSpPr>
        <p:grpSpPr>
          <a:xfrm>
            <a:off x="1091475" y="1365275"/>
            <a:ext cx="730975" cy="238525"/>
            <a:chOff x="3798300" y="2287225"/>
            <a:chExt cx="730975" cy="238525"/>
          </a:xfrm>
        </p:grpSpPr>
        <p:sp>
          <p:nvSpPr>
            <p:cNvPr id="440" name="Google Shape;440;p11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" name="Google Shape;442;p11"/>
          <p:cNvGrpSpPr/>
          <p:nvPr/>
        </p:nvGrpSpPr>
        <p:grpSpPr>
          <a:xfrm>
            <a:off x="6399800" y="482688"/>
            <a:ext cx="529900" cy="149350"/>
            <a:chOff x="3898800" y="2624300"/>
            <a:chExt cx="529900" cy="149350"/>
          </a:xfrm>
        </p:grpSpPr>
        <p:sp>
          <p:nvSpPr>
            <p:cNvPr id="443" name="Google Shape;443;p11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1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13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448" name="Google Shape;448;p13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3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3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3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3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3" name="Google Shape;473;p13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13"/>
          <p:cNvSpPr txBox="1">
            <a:spLocks noGrp="1"/>
          </p:cNvSpPr>
          <p:nvPr>
            <p:ph type="title" idx="2"/>
          </p:nvPr>
        </p:nvSpPr>
        <p:spPr>
          <a:xfrm>
            <a:off x="2172613" y="1747833"/>
            <a:ext cx="2148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13"/>
          <p:cNvSpPr txBox="1">
            <a:spLocks noGrp="1"/>
          </p:cNvSpPr>
          <p:nvPr>
            <p:ph type="subTitle" idx="1"/>
          </p:nvPr>
        </p:nvSpPr>
        <p:spPr>
          <a:xfrm>
            <a:off x="2172625" y="2207958"/>
            <a:ext cx="22233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13"/>
          <p:cNvSpPr txBox="1">
            <a:spLocks noGrp="1"/>
          </p:cNvSpPr>
          <p:nvPr>
            <p:ph type="title" idx="3" hasCustomPrompt="1"/>
          </p:nvPr>
        </p:nvSpPr>
        <p:spPr>
          <a:xfrm>
            <a:off x="1132240" y="1801332"/>
            <a:ext cx="839700" cy="8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77" name="Google Shape;477;p13"/>
          <p:cNvSpPr txBox="1">
            <a:spLocks noGrp="1"/>
          </p:cNvSpPr>
          <p:nvPr>
            <p:ph type="title" idx="4"/>
          </p:nvPr>
        </p:nvSpPr>
        <p:spPr>
          <a:xfrm>
            <a:off x="5870188" y="1747833"/>
            <a:ext cx="2148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13"/>
          <p:cNvSpPr txBox="1">
            <a:spLocks noGrp="1"/>
          </p:cNvSpPr>
          <p:nvPr>
            <p:ph type="subTitle" idx="5"/>
          </p:nvPr>
        </p:nvSpPr>
        <p:spPr>
          <a:xfrm>
            <a:off x="5870200" y="2207958"/>
            <a:ext cx="22233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13"/>
          <p:cNvSpPr txBox="1">
            <a:spLocks noGrp="1"/>
          </p:cNvSpPr>
          <p:nvPr>
            <p:ph type="title" idx="6" hasCustomPrompt="1"/>
          </p:nvPr>
        </p:nvSpPr>
        <p:spPr>
          <a:xfrm>
            <a:off x="4842281" y="1801332"/>
            <a:ext cx="839700" cy="8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80" name="Google Shape;480;p13"/>
          <p:cNvSpPr txBox="1">
            <a:spLocks noGrp="1"/>
          </p:cNvSpPr>
          <p:nvPr>
            <p:ph type="title" idx="7"/>
          </p:nvPr>
        </p:nvSpPr>
        <p:spPr>
          <a:xfrm>
            <a:off x="2172613" y="3178583"/>
            <a:ext cx="2148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13"/>
          <p:cNvSpPr txBox="1">
            <a:spLocks noGrp="1"/>
          </p:cNvSpPr>
          <p:nvPr>
            <p:ph type="subTitle" idx="8"/>
          </p:nvPr>
        </p:nvSpPr>
        <p:spPr>
          <a:xfrm>
            <a:off x="2172625" y="3638708"/>
            <a:ext cx="22233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13"/>
          <p:cNvSpPr txBox="1">
            <a:spLocks noGrp="1"/>
          </p:cNvSpPr>
          <p:nvPr>
            <p:ph type="title" idx="9" hasCustomPrompt="1"/>
          </p:nvPr>
        </p:nvSpPr>
        <p:spPr>
          <a:xfrm>
            <a:off x="1132240" y="3215319"/>
            <a:ext cx="839700" cy="8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83" name="Google Shape;483;p13"/>
          <p:cNvSpPr txBox="1">
            <a:spLocks noGrp="1"/>
          </p:cNvSpPr>
          <p:nvPr>
            <p:ph type="title" idx="13"/>
          </p:nvPr>
        </p:nvSpPr>
        <p:spPr>
          <a:xfrm>
            <a:off x="5870188" y="3178583"/>
            <a:ext cx="2148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13"/>
          <p:cNvSpPr txBox="1">
            <a:spLocks noGrp="1"/>
          </p:cNvSpPr>
          <p:nvPr>
            <p:ph type="subTitle" idx="14"/>
          </p:nvPr>
        </p:nvSpPr>
        <p:spPr>
          <a:xfrm>
            <a:off x="5870200" y="3638708"/>
            <a:ext cx="22233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13"/>
          <p:cNvSpPr txBox="1">
            <a:spLocks noGrp="1"/>
          </p:cNvSpPr>
          <p:nvPr>
            <p:ph type="title" idx="15" hasCustomPrompt="1"/>
          </p:nvPr>
        </p:nvSpPr>
        <p:spPr>
          <a:xfrm>
            <a:off x="4842281" y="3215319"/>
            <a:ext cx="839700" cy="8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86" name="Google Shape;486;p13"/>
          <p:cNvSpPr/>
          <p:nvPr/>
        </p:nvSpPr>
        <p:spPr>
          <a:xfrm>
            <a:off x="4857500" y="48014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3"/>
          <p:cNvSpPr/>
          <p:nvPr/>
        </p:nvSpPr>
        <p:spPr>
          <a:xfrm>
            <a:off x="1055050" y="47208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2248825" y="7839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3"/>
          <p:cNvSpPr/>
          <p:nvPr/>
        </p:nvSpPr>
        <p:spPr>
          <a:xfrm>
            <a:off x="368488" y="3321563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8261475" y="869663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7064300" y="5389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454125" y="15418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13"/>
          <p:cNvGrpSpPr/>
          <p:nvPr/>
        </p:nvGrpSpPr>
        <p:grpSpPr>
          <a:xfrm>
            <a:off x="8274825" y="4667863"/>
            <a:ext cx="311900" cy="314700"/>
            <a:chOff x="8571050" y="1873050"/>
            <a:chExt cx="311900" cy="314700"/>
          </a:xfrm>
        </p:grpSpPr>
        <p:sp>
          <p:nvSpPr>
            <p:cNvPr id="494" name="Google Shape;494;p13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13"/>
          <p:cNvGrpSpPr/>
          <p:nvPr/>
        </p:nvGrpSpPr>
        <p:grpSpPr>
          <a:xfrm flipH="1">
            <a:off x="7699750" y="1806963"/>
            <a:ext cx="730975" cy="238525"/>
            <a:chOff x="3798300" y="2287225"/>
            <a:chExt cx="730975" cy="238525"/>
          </a:xfrm>
        </p:grpSpPr>
        <p:sp>
          <p:nvSpPr>
            <p:cNvPr id="499" name="Google Shape;499;p13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" name="Google Shape;501;p13"/>
          <p:cNvGrpSpPr/>
          <p:nvPr/>
        </p:nvGrpSpPr>
        <p:grpSpPr>
          <a:xfrm flipH="1">
            <a:off x="1806525" y="4686438"/>
            <a:ext cx="529900" cy="149350"/>
            <a:chOff x="3898800" y="2624300"/>
            <a:chExt cx="529900" cy="149350"/>
          </a:xfrm>
        </p:grpSpPr>
        <p:sp>
          <p:nvSpPr>
            <p:cNvPr id="502" name="Google Shape;502;p13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505;p14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506" name="Google Shape;506;p14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4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4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4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4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4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4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4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4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4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4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4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4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4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4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4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4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4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4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4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1" name="Google Shape;531;p14"/>
          <p:cNvSpPr txBox="1">
            <a:spLocks noGrp="1"/>
          </p:cNvSpPr>
          <p:nvPr>
            <p:ph type="title"/>
          </p:nvPr>
        </p:nvSpPr>
        <p:spPr>
          <a:xfrm>
            <a:off x="850149" y="2680475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14"/>
          <p:cNvSpPr txBox="1">
            <a:spLocks noGrp="1"/>
          </p:cNvSpPr>
          <p:nvPr>
            <p:ph type="subTitle" idx="1"/>
          </p:nvPr>
        </p:nvSpPr>
        <p:spPr>
          <a:xfrm>
            <a:off x="850150" y="3226126"/>
            <a:ext cx="24153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14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14"/>
          <p:cNvSpPr txBox="1">
            <a:spLocks noGrp="1"/>
          </p:cNvSpPr>
          <p:nvPr>
            <p:ph type="title" idx="3"/>
          </p:nvPr>
        </p:nvSpPr>
        <p:spPr>
          <a:xfrm>
            <a:off x="3364436" y="2680475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14"/>
          <p:cNvSpPr txBox="1">
            <a:spLocks noGrp="1"/>
          </p:cNvSpPr>
          <p:nvPr>
            <p:ph type="subTitle" idx="4"/>
          </p:nvPr>
        </p:nvSpPr>
        <p:spPr>
          <a:xfrm>
            <a:off x="3364438" y="3226126"/>
            <a:ext cx="24153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14"/>
          <p:cNvSpPr txBox="1">
            <a:spLocks noGrp="1"/>
          </p:cNvSpPr>
          <p:nvPr>
            <p:ph type="title" idx="5"/>
          </p:nvPr>
        </p:nvSpPr>
        <p:spPr>
          <a:xfrm>
            <a:off x="5878749" y="2680475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537" name="Google Shape;537;p14"/>
          <p:cNvSpPr txBox="1">
            <a:spLocks noGrp="1"/>
          </p:cNvSpPr>
          <p:nvPr>
            <p:ph type="subTitle" idx="6"/>
          </p:nvPr>
        </p:nvSpPr>
        <p:spPr>
          <a:xfrm>
            <a:off x="5878750" y="3226126"/>
            <a:ext cx="24153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4857500" y="48014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4"/>
          <p:cNvSpPr/>
          <p:nvPr/>
        </p:nvSpPr>
        <p:spPr>
          <a:xfrm>
            <a:off x="850150" y="46678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4"/>
          <p:cNvSpPr/>
          <p:nvPr/>
        </p:nvSpPr>
        <p:spPr>
          <a:xfrm>
            <a:off x="2248825" y="7839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368488" y="3321563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8318688" y="680013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4"/>
          <p:cNvSpPr/>
          <p:nvPr/>
        </p:nvSpPr>
        <p:spPr>
          <a:xfrm>
            <a:off x="7064300" y="5389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4"/>
          <p:cNvSpPr/>
          <p:nvPr/>
        </p:nvSpPr>
        <p:spPr>
          <a:xfrm>
            <a:off x="454125" y="15418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14"/>
          <p:cNvGrpSpPr/>
          <p:nvPr/>
        </p:nvGrpSpPr>
        <p:grpSpPr>
          <a:xfrm>
            <a:off x="8216100" y="4488038"/>
            <a:ext cx="311900" cy="314700"/>
            <a:chOff x="8571050" y="1873050"/>
            <a:chExt cx="311900" cy="314700"/>
          </a:xfrm>
        </p:grpSpPr>
        <p:sp>
          <p:nvSpPr>
            <p:cNvPr id="546" name="Google Shape;546;p14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4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4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4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550;p14"/>
          <p:cNvGrpSpPr/>
          <p:nvPr/>
        </p:nvGrpSpPr>
        <p:grpSpPr>
          <a:xfrm flipH="1">
            <a:off x="8122500" y="1658400"/>
            <a:ext cx="730975" cy="238525"/>
            <a:chOff x="3798300" y="2287225"/>
            <a:chExt cx="730975" cy="238525"/>
          </a:xfrm>
        </p:grpSpPr>
        <p:sp>
          <p:nvSpPr>
            <p:cNvPr id="551" name="Google Shape;551;p14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4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14"/>
          <p:cNvGrpSpPr/>
          <p:nvPr/>
        </p:nvGrpSpPr>
        <p:grpSpPr>
          <a:xfrm flipH="1">
            <a:off x="2248825" y="4783975"/>
            <a:ext cx="529900" cy="149350"/>
            <a:chOff x="3898800" y="2624300"/>
            <a:chExt cx="529900" cy="149350"/>
          </a:xfrm>
        </p:grpSpPr>
        <p:sp>
          <p:nvSpPr>
            <p:cNvPr id="554" name="Google Shape;554;p14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4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_2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15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558" name="Google Shape;558;p15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5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5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5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5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5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5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5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3" name="Google Shape;583;p15"/>
          <p:cNvSpPr txBox="1">
            <a:spLocks noGrp="1"/>
          </p:cNvSpPr>
          <p:nvPr>
            <p:ph type="title"/>
          </p:nvPr>
        </p:nvSpPr>
        <p:spPr>
          <a:xfrm>
            <a:off x="850149" y="3161292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15"/>
          <p:cNvSpPr txBox="1">
            <a:spLocks noGrp="1"/>
          </p:cNvSpPr>
          <p:nvPr>
            <p:ph type="subTitle" idx="1"/>
          </p:nvPr>
        </p:nvSpPr>
        <p:spPr>
          <a:xfrm>
            <a:off x="850150" y="3618967"/>
            <a:ext cx="24153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15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15"/>
          <p:cNvSpPr txBox="1">
            <a:spLocks noGrp="1"/>
          </p:cNvSpPr>
          <p:nvPr>
            <p:ph type="title" idx="3"/>
          </p:nvPr>
        </p:nvSpPr>
        <p:spPr>
          <a:xfrm>
            <a:off x="3364436" y="3161292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15"/>
          <p:cNvSpPr txBox="1">
            <a:spLocks noGrp="1"/>
          </p:cNvSpPr>
          <p:nvPr>
            <p:ph type="subTitle" idx="4"/>
          </p:nvPr>
        </p:nvSpPr>
        <p:spPr>
          <a:xfrm>
            <a:off x="3364438" y="3618967"/>
            <a:ext cx="24153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15"/>
          <p:cNvSpPr txBox="1">
            <a:spLocks noGrp="1"/>
          </p:cNvSpPr>
          <p:nvPr>
            <p:ph type="title" idx="5"/>
          </p:nvPr>
        </p:nvSpPr>
        <p:spPr>
          <a:xfrm>
            <a:off x="5878749" y="3161292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15"/>
          <p:cNvSpPr txBox="1">
            <a:spLocks noGrp="1"/>
          </p:cNvSpPr>
          <p:nvPr>
            <p:ph type="subTitle" idx="6"/>
          </p:nvPr>
        </p:nvSpPr>
        <p:spPr>
          <a:xfrm>
            <a:off x="5878750" y="3618967"/>
            <a:ext cx="24153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326075" y="449345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7443300" y="482097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8040500" y="6329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5"/>
          <p:cNvSpPr/>
          <p:nvPr/>
        </p:nvSpPr>
        <p:spPr>
          <a:xfrm>
            <a:off x="435350" y="163838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5"/>
          <p:cNvSpPr/>
          <p:nvPr/>
        </p:nvSpPr>
        <p:spPr>
          <a:xfrm>
            <a:off x="2924575" y="4607975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5"/>
          <p:cNvSpPr/>
          <p:nvPr/>
        </p:nvSpPr>
        <p:spPr>
          <a:xfrm>
            <a:off x="8493875" y="41072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15"/>
          <p:cNvGrpSpPr/>
          <p:nvPr/>
        </p:nvGrpSpPr>
        <p:grpSpPr>
          <a:xfrm>
            <a:off x="224750" y="2606563"/>
            <a:ext cx="311900" cy="314700"/>
            <a:chOff x="8571050" y="1873050"/>
            <a:chExt cx="311900" cy="314700"/>
          </a:xfrm>
        </p:grpSpPr>
        <p:sp>
          <p:nvSpPr>
            <p:cNvPr id="597" name="Google Shape;597;p15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5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5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5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15"/>
          <p:cNvGrpSpPr/>
          <p:nvPr/>
        </p:nvGrpSpPr>
        <p:grpSpPr>
          <a:xfrm rot="8927671" flipH="1">
            <a:off x="8064758" y="1508001"/>
            <a:ext cx="288970" cy="174347"/>
            <a:chOff x="4177750" y="2899175"/>
            <a:chExt cx="288975" cy="174350"/>
          </a:xfrm>
        </p:grpSpPr>
        <p:sp>
          <p:nvSpPr>
            <p:cNvPr id="602" name="Google Shape;602;p15"/>
            <p:cNvSpPr/>
            <p:nvPr/>
          </p:nvSpPr>
          <p:spPr>
            <a:xfrm>
              <a:off x="4177750" y="2920450"/>
              <a:ext cx="250650" cy="153075"/>
            </a:xfrm>
            <a:custGeom>
              <a:avLst/>
              <a:gdLst/>
              <a:ahLst/>
              <a:cxnLst/>
              <a:rect l="l" t="t" r="r" b="b"/>
              <a:pathLst>
                <a:path w="10026" h="6123" extrusionOk="0">
                  <a:moveTo>
                    <a:pt x="626" y="0"/>
                  </a:moveTo>
                  <a:cubicBezTo>
                    <a:pt x="321" y="0"/>
                    <a:pt x="0" y="351"/>
                    <a:pt x="183" y="718"/>
                  </a:cubicBezTo>
                  <a:cubicBezTo>
                    <a:pt x="1174" y="2864"/>
                    <a:pt x="2361" y="6123"/>
                    <a:pt x="5266" y="6123"/>
                  </a:cubicBezTo>
                  <a:cubicBezTo>
                    <a:pt x="5295" y="6123"/>
                    <a:pt x="5324" y="6122"/>
                    <a:pt x="5354" y="6122"/>
                  </a:cubicBezTo>
                  <a:cubicBezTo>
                    <a:pt x="8289" y="6055"/>
                    <a:pt x="9223" y="2853"/>
                    <a:pt x="9924" y="584"/>
                  </a:cubicBezTo>
                  <a:cubicBezTo>
                    <a:pt x="10026" y="237"/>
                    <a:pt x="9728" y="3"/>
                    <a:pt x="9444" y="3"/>
                  </a:cubicBezTo>
                  <a:cubicBezTo>
                    <a:pt x="9263" y="3"/>
                    <a:pt x="9088" y="97"/>
                    <a:pt x="9023" y="317"/>
                  </a:cubicBezTo>
                  <a:cubicBezTo>
                    <a:pt x="8656" y="1485"/>
                    <a:pt x="8356" y="2686"/>
                    <a:pt x="7689" y="3653"/>
                  </a:cubicBezTo>
                  <a:cubicBezTo>
                    <a:pt x="7122" y="4487"/>
                    <a:pt x="6221" y="5188"/>
                    <a:pt x="5187" y="5188"/>
                  </a:cubicBezTo>
                  <a:cubicBezTo>
                    <a:pt x="2785" y="5121"/>
                    <a:pt x="1785" y="2019"/>
                    <a:pt x="984" y="251"/>
                  </a:cubicBezTo>
                  <a:cubicBezTo>
                    <a:pt x="900" y="73"/>
                    <a:pt x="765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5"/>
            <p:cNvSpPr/>
            <p:nvPr/>
          </p:nvSpPr>
          <p:spPr>
            <a:xfrm>
              <a:off x="4342725" y="2899175"/>
              <a:ext cx="124000" cy="79875"/>
            </a:xfrm>
            <a:custGeom>
              <a:avLst/>
              <a:gdLst/>
              <a:ahLst/>
              <a:cxnLst/>
              <a:rect l="l" t="t" r="r" b="b"/>
              <a:pathLst>
                <a:path w="4960" h="3195" extrusionOk="0">
                  <a:moveTo>
                    <a:pt x="2291" y="902"/>
                  </a:moveTo>
                  <a:lnTo>
                    <a:pt x="2291" y="902"/>
                  </a:lnTo>
                  <a:cubicBezTo>
                    <a:pt x="2291" y="902"/>
                    <a:pt x="2302" y="913"/>
                    <a:pt x="2315" y="928"/>
                  </a:cubicBezTo>
                  <a:lnTo>
                    <a:pt x="2315" y="928"/>
                  </a:lnTo>
                  <a:cubicBezTo>
                    <a:pt x="2302" y="923"/>
                    <a:pt x="2291" y="915"/>
                    <a:pt x="2291" y="902"/>
                  </a:cubicBezTo>
                  <a:close/>
                  <a:moveTo>
                    <a:pt x="2391" y="1"/>
                  </a:moveTo>
                  <a:cubicBezTo>
                    <a:pt x="2157" y="1"/>
                    <a:pt x="1924" y="68"/>
                    <a:pt x="1724" y="201"/>
                  </a:cubicBezTo>
                  <a:lnTo>
                    <a:pt x="523" y="835"/>
                  </a:lnTo>
                  <a:cubicBezTo>
                    <a:pt x="1" y="1082"/>
                    <a:pt x="271" y="1736"/>
                    <a:pt x="699" y="1736"/>
                  </a:cubicBezTo>
                  <a:cubicBezTo>
                    <a:pt x="790" y="1736"/>
                    <a:pt x="890" y="1706"/>
                    <a:pt x="990" y="1635"/>
                  </a:cubicBezTo>
                  <a:lnTo>
                    <a:pt x="2024" y="1102"/>
                  </a:lnTo>
                  <a:lnTo>
                    <a:pt x="2257" y="1002"/>
                  </a:lnTo>
                  <a:cubicBezTo>
                    <a:pt x="2276" y="1002"/>
                    <a:pt x="2316" y="981"/>
                    <a:pt x="2341" y="962"/>
                  </a:cubicBezTo>
                  <a:lnTo>
                    <a:pt x="2341" y="962"/>
                  </a:lnTo>
                  <a:cubicBezTo>
                    <a:pt x="2350" y="977"/>
                    <a:pt x="2357" y="991"/>
                    <a:pt x="2357" y="1002"/>
                  </a:cubicBezTo>
                  <a:lnTo>
                    <a:pt x="2558" y="1235"/>
                  </a:lnTo>
                  <a:lnTo>
                    <a:pt x="4125" y="3070"/>
                  </a:lnTo>
                  <a:cubicBezTo>
                    <a:pt x="4209" y="3153"/>
                    <a:pt x="4325" y="3195"/>
                    <a:pt x="4446" y="3195"/>
                  </a:cubicBezTo>
                  <a:cubicBezTo>
                    <a:pt x="4567" y="3195"/>
                    <a:pt x="4692" y="3153"/>
                    <a:pt x="4792" y="3070"/>
                  </a:cubicBezTo>
                  <a:cubicBezTo>
                    <a:pt x="4959" y="2870"/>
                    <a:pt x="4959" y="2569"/>
                    <a:pt x="4792" y="2403"/>
                  </a:cubicBezTo>
                  <a:cubicBezTo>
                    <a:pt x="4192" y="1702"/>
                    <a:pt x="3592" y="1002"/>
                    <a:pt x="2991" y="301"/>
                  </a:cubicBezTo>
                  <a:cubicBezTo>
                    <a:pt x="2858" y="134"/>
                    <a:pt x="2624" y="1"/>
                    <a:pt x="2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15"/>
          <p:cNvGrpSpPr/>
          <p:nvPr/>
        </p:nvGrpSpPr>
        <p:grpSpPr>
          <a:xfrm>
            <a:off x="5622300" y="4465975"/>
            <a:ext cx="581325" cy="169475"/>
            <a:chOff x="5393300" y="2420750"/>
            <a:chExt cx="581325" cy="169475"/>
          </a:xfrm>
        </p:grpSpPr>
        <p:sp>
          <p:nvSpPr>
            <p:cNvPr id="605" name="Google Shape;605;p15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5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8" name="Google Shape;608;p16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609" name="Google Shape;609;p16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4" name="Google Shape;634;p16"/>
          <p:cNvSpPr txBox="1">
            <a:spLocks noGrp="1"/>
          </p:cNvSpPr>
          <p:nvPr>
            <p:ph type="title"/>
          </p:nvPr>
        </p:nvSpPr>
        <p:spPr>
          <a:xfrm>
            <a:off x="2102221" y="16898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35" name="Google Shape;635;p16"/>
          <p:cNvSpPr txBox="1">
            <a:spLocks noGrp="1"/>
          </p:cNvSpPr>
          <p:nvPr>
            <p:ph type="subTitle" idx="1"/>
          </p:nvPr>
        </p:nvSpPr>
        <p:spPr>
          <a:xfrm>
            <a:off x="2102221" y="211252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6" name="Google Shape;636;p16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37" name="Google Shape;637;p16"/>
          <p:cNvSpPr txBox="1">
            <a:spLocks noGrp="1"/>
          </p:cNvSpPr>
          <p:nvPr>
            <p:ph type="title" idx="3"/>
          </p:nvPr>
        </p:nvSpPr>
        <p:spPr>
          <a:xfrm>
            <a:off x="5788724" y="16898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16"/>
          <p:cNvSpPr txBox="1">
            <a:spLocks noGrp="1"/>
          </p:cNvSpPr>
          <p:nvPr>
            <p:ph type="subTitle" idx="4"/>
          </p:nvPr>
        </p:nvSpPr>
        <p:spPr>
          <a:xfrm>
            <a:off x="5788732" y="211252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6"/>
          <p:cNvSpPr txBox="1">
            <a:spLocks noGrp="1"/>
          </p:cNvSpPr>
          <p:nvPr>
            <p:ph type="title" idx="5"/>
          </p:nvPr>
        </p:nvSpPr>
        <p:spPr>
          <a:xfrm>
            <a:off x="2102221" y="31460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16"/>
          <p:cNvSpPr txBox="1">
            <a:spLocks noGrp="1"/>
          </p:cNvSpPr>
          <p:nvPr>
            <p:ph type="subTitle" idx="6"/>
          </p:nvPr>
        </p:nvSpPr>
        <p:spPr>
          <a:xfrm>
            <a:off x="2102221" y="356867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16"/>
          <p:cNvSpPr txBox="1">
            <a:spLocks noGrp="1"/>
          </p:cNvSpPr>
          <p:nvPr>
            <p:ph type="title" idx="7"/>
          </p:nvPr>
        </p:nvSpPr>
        <p:spPr>
          <a:xfrm>
            <a:off x="5788724" y="31460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6"/>
          <p:cNvSpPr txBox="1">
            <a:spLocks noGrp="1"/>
          </p:cNvSpPr>
          <p:nvPr>
            <p:ph type="subTitle" idx="8"/>
          </p:nvPr>
        </p:nvSpPr>
        <p:spPr>
          <a:xfrm>
            <a:off x="5788732" y="356867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16"/>
          <p:cNvSpPr/>
          <p:nvPr/>
        </p:nvSpPr>
        <p:spPr>
          <a:xfrm>
            <a:off x="7988463" y="3532025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6"/>
          <p:cNvSpPr/>
          <p:nvPr/>
        </p:nvSpPr>
        <p:spPr>
          <a:xfrm>
            <a:off x="7776088" y="11555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6"/>
          <p:cNvSpPr/>
          <p:nvPr/>
        </p:nvSpPr>
        <p:spPr>
          <a:xfrm>
            <a:off x="292600" y="27533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6"/>
          <p:cNvSpPr/>
          <p:nvPr/>
        </p:nvSpPr>
        <p:spPr>
          <a:xfrm>
            <a:off x="2463950" y="47299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6"/>
          <p:cNvSpPr/>
          <p:nvPr/>
        </p:nvSpPr>
        <p:spPr>
          <a:xfrm>
            <a:off x="374625" y="105365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8" name="Google Shape;648;p16"/>
          <p:cNvGrpSpPr/>
          <p:nvPr/>
        </p:nvGrpSpPr>
        <p:grpSpPr>
          <a:xfrm>
            <a:off x="4797600" y="4685763"/>
            <a:ext cx="311900" cy="314700"/>
            <a:chOff x="8571050" y="1873050"/>
            <a:chExt cx="311900" cy="314700"/>
          </a:xfrm>
        </p:grpSpPr>
        <p:sp>
          <p:nvSpPr>
            <p:cNvPr id="649" name="Google Shape;649;p16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3" name="Google Shape;653;p16"/>
          <p:cNvGrpSpPr/>
          <p:nvPr/>
        </p:nvGrpSpPr>
        <p:grpSpPr>
          <a:xfrm>
            <a:off x="1519559" y="931658"/>
            <a:ext cx="686239" cy="223927"/>
            <a:chOff x="3798300" y="2287225"/>
            <a:chExt cx="730975" cy="238525"/>
          </a:xfrm>
        </p:grpSpPr>
        <p:sp>
          <p:nvSpPr>
            <p:cNvPr id="654" name="Google Shape;654;p16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6" name="Google Shape;656;p16"/>
          <p:cNvGrpSpPr/>
          <p:nvPr/>
        </p:nvGrpSpPr>
        <p:grpSpPr>
          <a:xfrm>
            <a:off x="8157895" y="4685773"/>
            <a:ext cx="545748" cy="159103"/>
            <a:chOff x="5393300" y="2420750"/>
            <a:chExt cx="581325" cy="169475"/>
          </a:xfrm>
        </p:grpSpPr>
        <p:sp>
          <p:nvSpPr>
            <p:cNvPr id="657" name="Google Shape;657;p16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_1_1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" name="Google Shape;660;p17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661" name="Google Shape;661;p17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7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7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7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7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7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7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7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7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7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7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6" name="Google Shape;686;p17"/>
          <p:cNvSpPr txBox="1">
            <a:spLocks noGrp="1"/>
          </p:cNvSpPr>
          <p:nvPr>
            <p:ph type="title"/>
          </p:nvPr>
        </p:nvSpPr>
        <p:spPr>
          <a:xfrm>
            <a:off x="3463263" y="16487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87" name="Google Shape;687;p17"/>
          <p:cNvSpPr txBox="1">
            <a:spLocks noGrp="1"/>
          </p:cNvSpPr>
          <p:nvPr>
            <p:ph type="subTitle" idx="1"/>
          </p:nvPr>
        </p:nvSpPr>
        <p:spPr>
          <a:xfrm>
            <a:off x="3463263" y="207142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8" name="Google Shape;688;p17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89" name="Google Shape;689;p17"/>
          <p:cNvSpPr txBox="1">
            <a:spLocks noGrp="1"/>
          </p:cNvSpPr>
          <p:nvPr>
            <p:ph type="title" idx="3"/>
          </p:nvPr>
        </p:nvSpPr>
        <p:spPr>
          <a:xfrm>
            <a:off x="6037947" y="16487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17"/>
          <p:cNvSpPr txBox="1">
            <a:spLocks noGrp="1"/>
          </p:cNvSpPr>
          <p:nvPr>
            <p:ph type="subTitle" idx="4"/>
          </p:nvPr>
        </p:nvSpPr>
        <p:spPr>
          <a:xfrm>
            <a:off x="6037954" y="207142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1" name="Google Shape;691;p17"/>
          <p:cNvSpPr txBox="1">
            <a:spLocks noGrp="1"/>
          </p:cNvSpPr>
          <p:nvPr>
            <p:ph type="title" idx="5"/>
          </p:nvPr>
        </p:nvSpPr>
        <p:spPr>
          <a:xfrm>
            <a:off x="3463263" y="31049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92" name="Google Shape;692;p17"/>
          <p:cNvSpPr txBox="1">
            <a:spLocks noGrp="1"/>
          </p:cNvSpPr>
          <p:nvPr>
            <p:ph type="subTitle" idx="6"/>
          </p:nvPr>
        </p:nvSpPr>
        <p:spPr>
          <a:xfrm>
            <a:off x="3463263" y="352757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3" name="Google Shape;693;p17"/>
          <p:cNvSpPr txBox="1">
            <a:spLocks noGrp="1"/>
          </p:cNvSpPr>
          <p:nvPr>
            <p:ph type="title" idx="7"/>
          </p:nvPr>
        </p:nvSpPr>
        <p:spPr>
          <a:xfrm>
            <a:off x="6037947" y="31049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17"/>
          <p:cNvSpPr txBox="1">
            <a:spLocks noGrp="1"/>
          </p:cNvSpPr>
          <p:nvPr>
            <p:ph type="subTitle" idx="8"/>
          </p:nvPr>
        </p:nvSpPr>
        <p:spPr>
          <a:xfrm>
            <a:off x="6037954" y="352757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5" name="Google Shape;695;p17"/>
          <p:cNvSpPr txBox="1">
            <a:spLocks noGrp="1"/>
          </p:cNvSpPr>
          <p:nvPr>
            <p:ph type="title" idx="9"/>
          </p:nvPr>
        </p:nvSpPr>
        <p:spPr>
          <a:xfrm>
            <a:off x="888572" y="16487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96" name="Google Shape;696;p17"/>
          <p:cNvSpPr txBox="1">
            <a:spLocks noGrp="1"/>
          </p:cNvSpPr>
          <p:nvPr>
            <p:ph type="subTitle" idx="13"/>
          </p:nvPr>
        </p:nvSpPr>
        <p:spPr>
          <a:xfrm>
            <a:off x="888579" y="207142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17"/>
          <p:cNvSpPr txBox="1">
            <a:spLocks noGrp="1"/>
          </p:cNvSpPr>
          <p:nvPr>
            <p:ph type="title" idx="14"/>
          </p:nvPr>
        </p:nvSpPr>
        <p:spPr>
          <a:xfrm>
            <a:off x="888572" y="31049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7"/>
          <p:cNvSpPr txBox="1">
            <a:spLocks noGrp="1"/>
          </p:cNvSpPr>
          <p:nvPr>
            <p:ph type="subTitle" idx="15"/>
          </p:nvPr>
        </p:nvSpPr>
        <p:spPr>
          <a:xfrm>
            <a:off x="888579" y="3527575"/>
            <a:ext cx="22230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17"/>
          <p:cNvSpPr/>
          <p:nvPr/>
        </p:nvSpPr>
        <p:spPr>
          <a:xfrm>
            <a:off x="326075" y="449345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7"/>
          <p:cNvSpPr/>
          <p:nvPr/>
        </p:nvSpPr>
        <p:spPr>
          <a:xfrm>
            <a:off x="7443300" y="482097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7"/>
          <p:cNvSpPr/>
          <p:nvPr/>
        </p:nvSpPr>
        <p:spPr>
          <a:xfrm>
            <a:off x="6936650" y="55150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7"/>
          <p:cNvSpPr/>
          <p:nvPr/>
        </p:nvSpPr>
        <p:spPr>
          <a:xfrm>
            <a:off x="435350" y="163838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7"/>
          <p:cNvSpPr/>
          <p:nvPr/>
        </p:nvSpPr>
        <p:spPr>
          <a:xfrm>
            <a:off x="2607525" y="4607975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7"/>
          <p:cNvSpPr/>
          <p:nvPr/>
        </p:nvSpPr>
        <p:spPr>
          <a:xfrm>
            <a:off x="8493875" y="4182550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5" name="Google Shape;705;p17"/>
          <p:cNvGrpSpPr/>
          <p:nvPr/>
        </p:nvGrpSpPr>
        <p:grpSpPr>
          <a:xfrm>
            <a:off x="224750" y="2606563"/>
            <a:ext cx="311900" cy="314700"/>
            <a:chOff x="8571050" y="1873050"/>
            <a:chExt cx="311900" cy="314700"/>
          </a:xfrm>
        </p:grpSpPr>
        <p:sp>
          <p:nvSpPr>
            <p:cNvPr id="706" name="Google Shape;706;p17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0" name="Google Shape;710;p17"/>
          <p:cNvGrpSpPr/>
          <p:nvPr/>
        </p:nvGrpSpPr>
        <p:grpSpPr>
          <a:xfrm rot="8927671" flipH="1">
            <a:off x="8286283" y="1017201"/>
            <a:ext cx="288970" cy="174347"/>
            <a:chOff x="4177750" y="2899175"/>
            <a:chExt cx="288975" cy="174350"/>
          </a:xfrm>
        </p:grpSpPr>
        <p:sp>
          <p:nvSpPr>
            <p:cNvPr id="711" name="Google Shape;711;p17"/>
            <p:cNvSpPr/>
            <p:nvPr/>
          </p:nvSpPr>
          <p:spPr>
            <a:xfrm>
              <a:off x="4177750" y="2920450"/>
              <a:ext cx="250650" cy="153075"/>
            </a:xfrm>
            <a:custGeom>
              <a:avLst/>
              <a:gdLst/>
              <a:ahLst/>
              <a:cxnLst/>
              <a:rect l="l" t="t" r="r" b="b"/>
              <a:pathLst>
                <a:path w="10026" h="6123" extrusionOk="0">
                  <a:moveTo>
                    <a:pt x="626" y="0"/>
                  </a:moveTo>
                  <a:cubicBezTo>
                    <a:pt x="321" y="0"/>
                    <a:pt x="0" y="351"/>
                    <a:pt x="183" y="718"/>
                  </a:cubicBezTo>
                  <a:cubicBezTo>
                    <a:pt x="1174" y="2864"/>
                    <a:pt x="2361" y="6123"/>
                    <a:pt x="5266" y="6123"/>
                  </a:cubicBezTo>
                  <a:cubicBezTo>
                    <a:pt x="5295" y="6123"/>
                    <a:pt x="5324" y="6122"/>
                    <a:pt x="5354" y="6122"/>
                  </a:cubicBezTo>
                  <a:cubicBezTo>
                    <a:pt x="8289" y="6055"/>
                    <a:pt x="9223" y="2853"/>
                    <a:pt x="9924" y="584"/>
                  </a:cubicBezTo>
                  <a:cubicBezTo>
                    <a:pt x="10026" y="237"/>
                    <a:pt x="9728" y="3"/>
                    <a:pt x="9444" y="3"/>
                  </a:cubicBezTo>
                  <a:cubicBezTo>
                    <a:pt x="9263" y="3"/>
                    <a:pt x="9088" y="97"/>
                    <a:pt x="9023" y="317"/>
                  </a:cubicBezTo>
                  <a:cubicBezTo>
                    <a:pt x="8656" y="1485"/>
                    <a:pt x="8356" y="2686"/>
                    <a:pt x="7689" y="3653"/>
                  </a:cubicBezTo>
                  <a:cubicBezTo>
                    <a:pt x="7122" y="4487"/>
                    <a:pt x="6221" y="5188"/>
                    <a:pt x="5187" y="5188"/>
                  </a:cubicBezTo>
                  <a:cubicBezTo>
                    <a:pt x="2785" y="5121"/>
                    <a:pt x="1785" y="2019"/>
                    <a:pt x="984" y="251"/>
                  </a:cubicBezTo>
                  <a:cubicBezTo>
                    <a:pt x="900" y="73"/>
                    <a:pt x="765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4342725" y="2899175"/>
              <a:ext cx="124000" cy="79875"/>
            </a:xfrm>
            <a:custGeom>
              <a:avLst/>
              <a:gdLst/>
              <a:ahLst/>
              <a:cxnLst/>
              <a:rect l="l" t="t" r="r" b="b"/>
              <a:pathLst>
                <a:path w="4960" h="3195" extrusionOk="0">
                  <a:moveTo>
                    <a:pt x="2291" y="902"/>
                  </a:moveTo>
                  <a:lnTo>
                    <a:pt x="2291" y="902"/>
                  </a:lnTo>
                  <a:cubicBezTo>
                    <a:pt x="2291" y="902"/>
                    <a:pt x="2302" y="913"/>
                    <a:pt x="2315" y="928"/>
                  </a:cubicBezTo>
                  <a:lnTo>
                    <a:pt x="2315" y="928"/>
                  </a:lnTo>
                  <a:cubicBezTo>
                    <a:pt x="2302" y="923"/>
                    <a:pt x="2291" y="915"/>
                    <a:pt x="2291" y="902"/>
                  </a:cubicBezTo>
                  <a:close/>
                  <a:moveTo>
                    <a:pt x="2391" y="1"/>
                  </a:moveTo>
                  <a:cubicBezTo>
                    <a:pt x="2157" y="1"/>
                    <a:pt x="1924" y="68"/>
                    <a:pt x="1724" y="201"/>
                  </a:cubicBezTo>
                  <a:lnTo>
                    <a:pt x="523" y="835"/>
                  </a:lnTo>
                  <a:cubicBezTo>
                    <a:pt x="1" y="1082"/>
                    <a:pt x="271" y="1736"/>
                    <a:pt x="699" y="1736"/>
                  </a:cubicBezTo>
                  <a:cubicBezTo>
                    <a:pt x="790" y="1736"/>
                    <a:pt x="890" y="1706"/>
                    <a:pt x="990" y="1635"/>
                  </a:cubicBezTo>
                  <a:lnTo>
                    <a:pt x="2024" y="1102"/>
                  </a:lnTo>
                  <a:lnTo>
                    <a:pt x="2257" y="1002"/>
                  </a:lnTo>
                  <a:cubicBezTo>
                    <a:pt x="2276" y="1002"/>
                    <a:pt x="2316" y="981"/>
                    <a:pt x="2341" y="962"/>
                  </a:cubicBezTo>
                  <a:lnTo>
                    <a:pt x="2341" y="962"/>
                  </a:lnTo>
                  <a:cubicBezTo>
                    <a:pt x="2350" y="977"/>
                    <a:pt x="2357" y="991"/>
                    <a:pt x="2357" y="1002"/>
                  </a:cubicBezTo>
                  <a:lnTo>
                    <a:pt x="2558" y="1235"/>
                  </a:lnTo>
                  <a:lnTo>
                    <a:pt x="4125" y="3070"/>
                  </a:lnTo>
                  <a:cubicBezTo>
                    <a:pt x="4209" y="3153"/>
                    <a:pt x="4325" y="3195"/>
                    <a:pt x="4446" y="3195"/>
                  </a:cubicBezTo>
                  <a:cubicBezTo>
                    <a:pt x="4567" y="3195"/>
                    <a:pt x="4692" y="3153"/>
                    <a:pt x="4792" y="3070"/>
                  </a:cubicBezTo>
                  <a:cubicBezTo>
                    <a:pt x="4959" y="2870"/>
                    <a:pt x="4959" y="2569"/>
                    <a:pt x="4792" y="2403"/>
                  </a:cubicBezTo>
                  <a:cubicBezTo>
                    <a:pt x="4192" y="1702"/>
                    <a:pt x="3592" y="1002"/>
                    <a:pt x="2991" y="301"/>
                  </a:cubicBezTo>
                  <a:cubicBezTo>
                    <a:pt x="2858" y="134"/>
                    <a:pt x="2624" y="1"/>
                    <a:pt x="2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3" name="Google Shape;713;p17"/>
          <p:cNvGrpSpPr/>
          <p:nvPr/>
        </p:nvGrpSpPr>
        <p:grpSpPr>
          <a:xfrm>
            <a:off x="1709413" y="738500"/>
            <a:ext cx="581325" cy="169475"/>
            <a:chOff x="5393300" y="2420750"/>
            <a:chExt cx="581325" cy="169475"/>
          </a:xfrm>
        </p:grpSpPr>
        <p:sp>
          <p:nvSpPr>
            <p:cNvPr id="714" name="Google Shape;714;p17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8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18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718" name="Google Shape;718;p18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8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3" name="Google Shape;743;p18"/>
          <p:cNvSpPr txBox="1">
            <a:spLocks noGrp="1"/>
          </p:cNvSpPr>
          <p:nvPr>
            <p:ph type="title"/>
          </p:nvPr>
        </p:nvSpPr>
        <p:spPr>
          <a:xfrm>
            <a:off x="1307350" y="1461276"/>
            <a:ext cx="2955300" cy="4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18"/>
          <p:cNvSpPr txBox="1">
            <a:spLocks noGrp="1"/>
          </p:cNvSpPr>
          <p:nvPr>
            <p:ph type="subTitle" idx="1"/>
          </p:nvPr>
        </p:nvSpPr>
        <p:spPr>
          <a:xfrm>
            <a:off x="1307356" y="2050887"/>
            <a:ext cx="2955300" cy="2157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5" name="Google Shape;745;p18"/>
          <p:cNvSpPr txBox="1">
            <a:spLocks noGrp="1"/>
          </p:cNvSpPr>
          <p:nvPr>
            <p:ph type="title" idx="2"/>
          </p:nvPr>
        </p:nvSpPr>
        <p:spPr>
          <a:xfrm>
            <a:off x="4881355" y="1461276"/>
            <a:ext cx="2955300" cy="4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8"/>
          <p:cNvSpPr txBox="1">
            <a:spLocks noGrp="1"/>
          </p:cNvSpPr>
          <p:nvPr>
            <p:ph type="subTitle" idx="3"/>
          </p:nvPr>
        </p:nvSpPr>
        <p:spPr>
          <a:xfrm>
            <a:off x="4881350" y="2050887"/>
            <a:ext cx="2955300" cy="2157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7" name="Google Shape;747;p18"/>
          <p:cNvSpPr txBox="1">
            <a:spLocks noGrp="1"/>
          </p:cNvSpPr>
          <p:nvPr>
            <p:ph type="title" idx="4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18"/>
          <p:cNvSpPr/>
          <p:nvPr/>
        </p:nvSpPr>
        <p:spPr>
          <a:xfrm>
            <a:off x="8703638" y="33476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7335888" y="85023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8"/>
          <p:cNvSpPr/>
          <p:nvPr/>
        </p:nvSpPr>
        <p:spPr>
          <a:xfrm>
            <a:off x="292600" y="27533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8"/>
          <p:cNvSpPr/>
          <p:nvPr/>
        </p:nvSpPr>
        <p:spPr>
          <a:xfrm>
            <a:off x="2749550" y="4844863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374625" y="105365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8"/>
          <p:cNvSpPr/>
          <p:nvPr/>
        </p:nvSpPr>
        <p:spPr>
          <a:xfrm>
            <a:off x="640900" y="460986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4" name="Google Shape;754;p18"/>
          <p:cNvGrpSpPr/>
          <p:nvPr/>
        </p:nvGrpSpPr>
        <p:grpSpPr>
          <a:xfrm>
            <a:off x="5032475" y="4607963"/>
            <a:ext cx="311900" cy="314700"/>
            <a:chOff x="8571050" y="1873050"/>
            <a:chExt cx="311900" cy="314700"/>
          </a:xfrm>
        </p:grpSpPr>
        <p:sp>
          <p:nvSpPr>
            <p:cNvPr id="755" name="Google Shape;755;p18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8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8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9" name="Google Shape;759;p18"/>
          <p:cNvGrpSpPr/>
          <p:nvPr/>
        </p:nvGrpSpPr>
        <p:grpSpPr>
          <a:xfrm>
            <a:off x="2024509" y="539008"/>
            <a:ext cx="686239" cy="223927"/>
            <a:chOff x="3798300" y="2287225"/>
            <a:chExt cx="730975" cy="238525"/>
          </a:xfrm>
        </p:grpSpPr>
        <p:sp>
          <p:nvSpPr>
            <p:cNvPr id="760" name="Google Shape;760;p18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" name="Google Shape;762;p18"/>
          <p:cNvGrpSpPr/>
          <p:nvPr/>
        </p:nvGrpSpPr>
        <p:grpSpPr>
          <a:xfrm>
            <a:off x="8157895" y="4685773"/>
            <a:ext cx="545748" cy="159103"/>
            <a:chOff x="5393300" y="2420750"/>
            <a:chExt cx="581325" cy="169475"/>
          </a:xfrm>
        </p:grpSpPr>
        <p:sp>
          <p:nvSpPr>
            <p:cNvPr id="763" name="Google Shape;763;p18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_1_1_1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19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767" name="Google Shape;767;p19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9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9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9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9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9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9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9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9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9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9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9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9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9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9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9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9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9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9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9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2" name="Google Shape;792;p19"/>
          <p:cNvSpPr txBox="1">
            <a:spLocks noGrp="1"/>
          </p:cNvSpPr>
          <p:nvPr>
            <p:ph type="title"/>
          </p:nvPr>
        </p:nvSpPr>
        <p:spPr>
          <a:xfrm flipH="1">
            <a:off x="3395700" y="537376"/>
            <a:ext cx="2352600" cy="5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19"/>
          <p:cNvSpPr txBox="1">
            <a:spLocks noGrp="1"/>
          </p:cNvSpPr>
          <p:nvPr>
            <p:ph type="subTitle" idx="1"/>
          </p:nvPr>
        </p:nvSpPr>
        <p:spPr>
          <a:xfrm flipH="1">
            <a:off x="1142975" y="1275519"/>
            <a:ext cx="6857700" cy="1159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4" name="Google Shape;794;p19"/>
          <p:cNvSpPr txBox="1">
            <a:spLocks noGrp="1"/>
          </p:cNvSpPr>
          <p:nvPr>
            <p:ph type="title" idx="2"/>
          </p:nvPr>
        </p:nvSpPr>
        <p:spPr>
          <a:xfrm flipH="1">
            <a:off x="3395700" y="2710586"/>
            <a:ext cx="2352600" cy="5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19"/>
          <p:cNvSpPr txBox="1">
            <a:spLocks noGrp="1"/>
          </p:cNvSpPr>
          <p:nvPr>
            <p:ph type="subTitle" idx="3"/>
          </p:nvPr>
        </p:nvSpPr>
        <p:spPr>
          <a:xfrm flipH="1">
            <a:off x="1142975" y="3448873"/>
            <a:ext cx="6857700" cy="1159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6" name="Google Shape;796;p19"/>
          <p:cNvSpPr/>
          <p:nvPr/>
        </p:nvSpPr>
        <p:spPr>
          <a:xfrm>
            <a:off x="6582525" y="2952988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9"/>
          <p:cNvSpPr/>
          <p:nvPr/>
        </p:nvSpPr>
        <p:spPr>
          <a:xfrm>
            <a:off x="2061788" y="30250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9"/>
          <p:cNvSpPr/>
          <p:nvPr/>
        </p:nvSpPr>
        <p:spPr>
          <a:xfrm>
            <a:off x="2869538" y="70735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9"/>
          <p:cNvSpPr/>
          <p:nvPr/>
        </p:nvSpPr>
        <p:spPr>
          <a:xfrm>
            <a:off x="8176850" y="481933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9"/>
          <p:cNvSpPr/>
          <p:nvPr/>
        </p:nvSpPr>
        <p:spPr>
          <a:xfrm>
            <a:off x="485250" y="58731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1" name="Google Shape;801;p19"/>
          <p:cNvGrpSpPr/>
          <p:nvPr/>
        </p:nvGrpSpPr>
        <p:grpSpPr>
          <a:xfrm>
            <a:off x="8617700" y="3448713"/>
            <a:ext cx="311900" cy="314700"/>
            <a:chOff x="8571050" y="1873050"/>
            <a:chExt cx="311900" cy="314700"/>
          </a:xfrm>
        </p:grpSpPr>
        <p:sp>
          <p:nvSpPr>
            <p:cNvPr id="802" name="Google Shape;802;p19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9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9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9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6" name="Google Shape;806;p19"/>
          <p:cNvSpPr/>
          <p:nvPr/>
        </p:nvSpPr>
        <p:spPr>
          <a:xfrm rot="989451">
            <a:off x="6924573" y="861363"/>
            <a:ext cx="121724" cy="113202"/>
          </a:xfrm>
          <a:custGeom>
            <a:avLst/>
            <a:gdLst/>
            <a:ahLst/>
            <a:cxnLst/>
            <a:rect l="l" t="t" r="r" b="b"/>
            <a:pathLst>
              <a:path w="4371" h="4065" extrusionOk="0">
                <a:moveTo>
                  <a:pt x="2803" y="1301"/>
                </a:moveTo>
                <a:cubicBezTo>
                  <a:pt x="2803" y="1312"/>
                  <a:pt x="2810" y="1323"/>
                  <a:pt x="2818" y="1331"/>
                </a:cubicBezTo>
                <a:lnTo>
                  <a:pt x="2818" y="1331"/>
                </a:lnTo>
                <a:lnTo>
                  <a:pt x="2803" y="1301"/>
                </a:lnTo>
                <a:close/>
                <a:moveTo>
                  <a:pt x="1902" y="934"/>
                </a:moveTo>
                <a:cubicBezTo>
                  <a:pt x="2039" y="973"/>
                  <a:pt x="2176" y="990"/>
                  <a:pt x="2313" y="990"/>
                </a:cubicBezTo>
                <a:cubicBezTo>
                  <a:pt x="2337" y="990"/>
                  <a:pt x="2361" y="989"/>
                  <a:pt x="2385" y="988"/>
                </a:cubicBezTo>
                <a:lnTo>
                  <a:pt x="2385" y="988"/>
                </a:lnTo>
                <a:cubicBezTo>
                  <a:pt x="2391" y="992"/>
                  <a:pt x="2397" y="997"/>
                  <a:pt x="2403" y="1001"/>
                </a:cubicBezTo>
                <a:cubicBezTo>
                  <a:pt x="2469" y="1034"/>
                  <a:pt x="2536" y="1068"/>
                  <a:pt x="2569" y="1101"/>
                </a:cubicBezTo>
                <a:cubicBezTo>
                  <a:pt x="2569" y="1101"/>
                  <a:pt x="2633" y="1144"/>
                  <a:pt x="2625" y="1144"/>
                </a:cubicBezTo>
                <a:cubicBezTo>
                  <a:pt x="2623" y="1144"/>
                  <a:pt x="2616" y="1141"/>
                  <a:pt x="2603" y="1134"/>
                </a:cubicBezTo>
                <a:lnTo>
                  <a:pt x="2603" y="1134"/>
                </a:lnTo>
                <a:lnTo>
                  <a:pt x="2669" y="1168"/>
                </a:lnTo>
                <a:lnTo>
                  <a:pt x="2803" y="1301"/>
                </a:lnTo>
                <a:lnTo>
                  <a:pt x="2803" y="1301"/>
                </a:lnTo>
                <a:lnTo>
                  <a:pt x="2803" y="1301"/>
                </a:lnTo>
                <a:cubicBezTo>
                  <a:pt x="2803" y="1301"/>
                  <a:pt x="2803" y="1301"/>
                  <a:pt x="2803" y="1301"/>
                </a:cubicBezTo>
                <a:lnTo>
                  <a:pt x="2803" y="1301"/>
                </a:lnTo>
                <a:cubicBezTo>
                  <a:pt x="2831" y="1329"/>
                  <a:pt x="2835" y="1340"/>
                  <a:pt x="2831" y="1340"/>
                </a:cubicBezTo>
                <a:cubicBezTo>
                  <a:pt x="2829" y="1340"/>
                  <a:pt x="2823" y="1336"/>
                  <a:pt x="2818" y="1331"/>
                </a:cubicBezTo>
                <a:lnTo>
                  <a:pt x="2818" y="1331"/>
                </a:lnTo>
                <a:lnTo>
                  <a:pt x="2870" y="1435"/>
                </a:lnTo>
                <a:cubicBezTo>
                  <a:pt x="2900" y="1465"/>
                  <a:pt x="2930" y="1522"/>
                  <a:pt x="2960" y="1583"/>
                </a:cubicBezTo>
                <a:lnTo>
                  <a:pt x="2960" y="1583"/>
                </a:lnTo>
                <a:cubicBezTo>
                  <a:pt x="2959" y="1587"/>
                  <a:pt x="2961" y="1601"/>
                  <a:pt x="2970" y="1635"/>
                </a:cubicBezTo>
                <a:lnTo>
                  <a:pt x="3003" y="1701"/>
                </a:lnTo>
                <a:cubicBezTo>
                  <a:pt x="3003" y="1768"/>
                  <a:pt x="3036" y="1835"/>
                  <a:pt x="3036" y="1902"/>
                </a:cubicBezTo>
                <a:cubicBezTo>
                  <a:pt x="3036" y="1935"/>
                  <a:pt x="3036" y="1968"/>
                  <a:pt x="3036" y="2035"/>
                </a:cubicBezTo>
                <a:lnTo>
                  <a:pt x="3036" y="2135"/>
                </a:lnTo>
                <a:cubicBezTo>
                  <a:pt x="3036" y="2202"/>
                  <a:pt x="3003" y="2269"/>
                  <a:pt x="3003" y="2335"/>
                </a:cubicBezTo>
                <a:cubicBezTo>
                  <a:pt x="2979" y="2360"/>
                  <a:pt x="2936" y="2439"/>
                  <a:pt x="2942" y="2439"/>
                </a:cubicBezTo>
                <a:cubicBezTo>
                  <a:pt x="2944" y="2439"/>
                  <a:pt x="2952" y="2428"/>
                  <a:pt x="2970" y="2402"/>
                </a:cubicBezTo>
                <a:lnTo>
                  <a:pt x="2970" y="2402"/>
                </a:lnTo>
                <a:cubicBezTo>
                  <a:pt x="2936" y="2469"/>
                  <a:pt x="2903" y="2535"/>
                  <a:pt x="2836" y="2602"/>
                </a:cubicBezTo>
                <a:cubicBezTo>
                  <a:pt x="2836" y="2602"/>
                  <a:pt x="2787" y="2676"/>
                  <a:pt x="2794" y="2676"/>
                </a:cubicBezTo>
                <a:cubicBezTo>
                  <a:pt x="2795" y="2676"/>
                  <a:pt x="2798" y="2674"/>
                  <a:pt x="2803" y="2669"/>
                </a:cubicBezTo>
                <a:cubicBezTo>
                  <a:pt x="2811" y="2652"/>
                  <a:pt x="2815" y="2646"/>
                  <a:pt x="2816" y="2646"/>
                </a:cubicBezTo>
                <a:lnTo>
                  <a:pt x="2816" y="2646"/>
                </a:lnTo>
                <a:cubicBezTo>
                  <a:pt x="2820" y="2646"/>
                  <a:pt x="2795" y="2702"/>
                  <a:pt x="2770" y="2702"/>
                </a:cubicBezTo>
                <a:cubicBezTo>
                  <a:pt x="2770" y="2702"/>
                  <a:pt x="2703" y="2802"/>
                  <a:pt x="2636" y="2836"/>
                </a:cubicBezTo>
                <a:lnTo>
                  <a:pt x="2569" y="2902"/>
                </a:lnTo>
                <a:lnTo>
                  <a:pt x="2403" y="3002"/>
                </a:lnTo>
                <a:cubicBezTo>
                  <a:pt x="2395" y="3006"/>
                  <a:pt x="2389" y="3009"/>
                  <a:pt x="2384" y="3012"/>
                </a:cubicBezTo>
                <a:lnTo>
                  <a:pt x="2384" y="3012"/>
                </a:lnTo>
                <a:cubicBezTo>
                  <a:pt x="2388" y="3007"/>
                  <a:pt x="2386" y="3002"/>
                  <a:pt x="2369" y="3002"/>
                </a:cubicBezTo>
                <a:lnTo>
                  <a:pt x="2269" y="3036"/>
                </a:lnTo>
                <a:cubicBezTo>
                  <a:pt x="2202" y="3036"/>
                  <a:pt x="2136" y="3069"/>
                  <a:pt x="2069" y="3069"/>
                </a:cubicBezTo>
                <a:lnTo>
                  <a:pt x="1769" y="3069"/>
                </a:lnTo>
                <a:cubicBezTo>
                  <a:pt x="1869" y="3069"/>
                  <a:pt x="1669" y="3069"/>
                  <a:pt x="1635" y="3036"/>
                </a:cubicBezTo>
                <a:cubicBezTo>
                  <a:pt x="1569" y="3036"/>
                  <a:pt x="1502" y="3002"/>
                  <a:pt x="1469" y="3002"/>
                </a:cubicBezTo>
                <a:cubicBezTo>
                  <a:pt x="1535" y="3002"/>
                  <a:pt x="1402" y="2936"/>
                  <a:pt x="1369" y="2936"/>
                </a:cubicBezTo>
                <a:lnTo>
                  <a:pt x="1302" y="2902"/>
                </a:lnTo>
                <a:cubicBezTo>
                  <a:pt x="1302" y="2902"/>
                  <a:pt x="1246" y="2846"/>
                  <a:pt x="1231" y="2846"/>
                </a:cubicBezTo>
                <a:cubicBezTo>
                  <a:pt x="1227" y="2846"/>
                  <a:pt x="1227" y="2852"/>
                  <a:pt x="1235" y="2869"/>
                </a:cubicBezTo>
                <a:cubicBezTo>
                  <a:pt x="1202" y="2802"/>
                  <a:pt x="1135" y="2769"/>
                  <a:pt x="1102" y="2702"/>
                </a:cubicBezTo>
                <a:cubicBezTo>
                  <a:pt x="1102" y="2702"/>
                  <a:pt x="1072" y="2673"/>
                  <a:pt x="1062" y="2673"/>
                </a:cubicBezTo>
                <a:cubicBezTo>
                  <a:pt x="1062" y="2673"/>
                  <a:pt x="1062" y="2673"/>
                  <a:pt x="1061" y="2673"/>
                </a:cubicBezTo>
                <a:lnTo>
                  <a:pt x="1061" y="2673"/>
                </a:lnTo>
                <a:cubicBezTo>
                  <a:pt x="1052" y="2649"/>
                  <a:pt x="1035" y="2626"/>
                  <a:pt x="1035" y="2602"/>
                </a:cubicBezTo>
                <a:cubicBezTo>
                  <a:pt x="1002" y="2569"/>
                  <a:pt x="1002" y="2535"/>
                  <a:pt x="1002" y="2502"/>
                </a:cubicBezTo>
                <a:cubicBezTo>
                  <a:pt x="987" y="2459"/>
                  <a:pt x="985" y="2447"/>
                  <a:pt x="988" y="2447"/>
                </a:cubicBezTo>
                <a:lnTo>
                  <a:pt x="988" y="2447"/>
                </a:lnTo>
                <a:cubicBezTo>
                  <a:pt x="991" y="2447"/>
                  <a:pt x="1002" y="2469"/>
                  <a:pt x="1002" y="2469"/>
                </a:cubicBezTo>
                <a:cubicBezTo>
                  <a:pt x="1002" y="2402"/>
                  <a:pt x="1002" y="2369"/>
                  <a:pt x="1002" y="2302"/>
                </a:cubicBezTo>
                <a:cubicBezTo>
                  <a:pt x="1002" y="2269"/>
                  <a:pt x="1002" y="2235"/>
                  <a:pt x="1002" y="2202"/>
                </a:cubicBezTo>
                <a:lnTo>
                  <a:pt x="1002" y="2168"/>
                </a:lnTo>
                <a:cubicBezTo>
                  <a:pt x="1002" y="2135"/>
                  <a:pt x="1035" y="2035"/>
                  <a:pt x="1035" y="1968"/>
                </a:cubicBezTo>
                <a:cubicBezTo>
                  <a:pt x="1068" y="1902"/>
                  <a:pt x="1068" y="1868"/>
                  <a:pt x="1102" y="1802"/>
                </a:cubicBezTo>
                <a:lnTo>
                  <a:pt x="1168" y="1668"/>
                </a:lnTo>
                <a:cubicBezTo>
                  <a:pt x="1202" y="1601"/>
                  <a:pt x="1235" y="1535"/>
                  <a:pt x="1268" y="1468"/>
                </a:cubicBezTo>
                <a:lnTo>
                  <a:pt x="1335" y="1368"/>
                </a:lnTo>
                <a:cubicBezTo>
                  <a:pt x="1336" y="1367"/>
                  <a:pt x="1337" y="1366"/>
                  <a:pt x="1337" y="1366"/>
                </a:cubicBezTo>
                <a:cubicBezTo>
                  <a:pt x="1337" y="1366"/>
                  <a:pt x="1344" y="1359"/>
                  <a:pt x="1369" y="1335"/>
                </a:cubicBezTo>
                <a:lnTo>
                  <a:pt x="1535" y="1168"/>
                </a:lnTo>
                <a:lnTo>
                  <a:pt x="1602" y="1101"/>
                </a:lnTo>
                <a:lnTo>
                  <a:pt x="1635" y="1068"/>
                </a:lnTo>
                <a:cubicBezTo>
                  <a:pt x="1702" y="1034"/>
                  <a:pt x="1769" y="968"/>
                  <a:pt x="1836" y="934"/>
                </a:cubicBezTo>
                <a:close/>
                <a:moveTo>
                  <a:pt x="1869" y="0"/>
                </a:moveTo>
                <a:cubicBezTo>
                  <a:pt x="1602" y="0"/>
                  <a:pt x="1369" y="100"/>
                  <a:pt x="1168" y="234"/>
                </a:cubicBezTo>
                <a:cubicBezTo>
                  <a:pt x="535" y="701"/>
                  <a:pt x="101" y="1435"/>
                  <a:pt x="34" y="2235"/>
                </a:cubicBezTo>
                <a:cubicBezTo>
                  <a:pt x="1" y="2669"/>
                  <a:pt x="134" y="3102"/>
                  <a:pt x="468" y="3436"/>
                </a:cubicBezTo>
                <a:cubicBezTo>
                  <a:pt x="872" y="3855"/>
                  <a:pt x="1413" y="4065"/>
                  <a:pt x="1953" y="4065"/>
                </a:cubicBezTo>
                <a:cubicBezTo>
                  <a:pt x="2574" y="4065"/>
                  <a:pt x="3193" y="3789"/>
                  <a:pt x="3603" y="3236"/>
                </a:cubicBezTo>
                <a:cubicBezTo>
                  <a:pt x="4371" y="2235"/>
                  <a:pt x="4004" y="767"/>
                  <a:pt x="2870" y="200"/>
                </a:cubicBezTo>
                <a:cubicBezTo>
                  <a:pt x="2828" y="178"/>
                  <a:pt x="2787" y="163"/>
                  <a:pt x="2747" y="154"/>
                </a:cubicBezTo>
                <a:lnTo>
                  <a:pt x="2747" y="154"/>
                </a:lnTo>
                <a:cubicBezTo>
                  <a:pt x="2663" y="90"/>
                  <a:pt x="2563" y="52"/>
                  <a:pt x="2454" y="52"/>
                </a:cubicBezTo>
                <a:cubicBezTo>
                  <a:pt x="2416" y="52"/>
                  <a:pt x="2376" y="57"/>
                  <a:pt x="2336" y="67"/>
                </a:cubicBezTo>
                <a:lnTo>
                  <a:pt x="2202" y="34"/>
                </a:lnTo>
                <a:cubicBezTo>
                  <a:pt x="2069" y="0"/>
                  <a:pt x="1969" y="0"/>
                  <a:pt x="1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6"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20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809" name="Google Shape;809;p20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0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0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0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0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0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0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0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0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0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0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0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0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0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0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0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0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0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0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0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0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0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0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4" name="Google Shape;834;p20"/>
          <p:cNvSpPr txBox="1">
            <a:spLocks noGrp="1"/>
          </p:cNvSpPr>
          <p:nvPr>
            <p:ph type="title"/>
          </p:nvPr>
        </p:nvSpPr>
        <p:spPr>
          <a:xfrm flipH="1">
            <a:off x="3102450" y="3160800"/>
            <a:ext cx="4499100" cy="4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20"/>
          <p:cNvSpPr txBox="1">
            <a:spLocks noGrp="1"/>
          </p:cNvSpPr>
          <p:nvPr>
            <p:ph type="subTitle" idx="1"/>
          </p:nvPr>
        </p:nvSpPr>
        <p:spPr>
          <a:xfrm flipH="1">
            <a:off x="1542200" y="1274700"/>
            <a:ext cx="5101200" cy="15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6" name="Google Shape;836;p20"/>
          <p:cNvSpPr/>
          <p:nvPr/>
        </p:nvSpPr>
        <p:spPr>
          <a:xfrm flipH="1">
            <a:off x="4251755" y="449345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0"/>
          <p:cNvSpPr/>
          <p:nvPr/>
        </p:nvSpPr>
        <p:spPr>
          <a:xfrm flipH="1">
            <a:off x="7966980" y="42932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20"/>
          <p:cNvSpPr/>
          <p:nvPr/>
        </p:nvSpPr>
        <p:spPr>
          <a:xfrm flipH="1">
            <a:off x="6376917" y="77342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0"/>
          <p:cNvSpPr/>
          <p:nvPr/>
        </p:nvSpPr>
        <p:spPr>
          <a:xfrm flipH="1">
            <a:off x="874980" y="356400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0"/>
          <p:cNvSpPr/>
          <p:nvPr/>
        </p:nvSpPr>
        <p:spPr>
          <a:xfrm flipH="1">
            <a:off x="4039105" y="38007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1" name="Google Shape;841;p20"/>
          <p:cNvGrpSpPr/>
          <p:nvPr/>
        </p:nvGrpSpPr>
        <p:grpSpPr>
          <a:xfrm flipH="1">
            <a:off x="6135930" y="4293263"/>
            <a:ext cx="311900" cy="314700"/>
            <a:chOff x="8571050" y="1873050"/>
            <a:chExt cx="311900" cy="314700"/>
          </a:xfrm>
        </p:grpSpPr>
        <p:sp>
          <p:nvSpPr>
            <p:cNvPr id="842" name="Google Shape;842;p20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0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0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6" name="Google Shape;846;p20"/>
          <p:cNvSpPr/>
          <p:nvPr/>
        </p:nvSpPr>
        <p:spPr>
          <a:xfrm rot="-989451" flipH="1">
            <a:off x="1290283" y="752238"/>
            <a:ext cx="121724" cy="113202"/>
          </a:xfrm>
          <a:custGeom>
            <a:avLst/>
            <a:gdLst/>
            <a:ahLst/>
            <a:cxnLst/>
            <a:rect l="l" t="t" r="r" b="b"/>
            <a:pathLst>
              <a:path w="4371" h="4065" extrusionOk="0">
                <a:moveTo>
                  <a:pt x="2803" y="1301"/>
                </a:moveTo>
                <a:cubicBezTo>
                  <a:pt x="2803" y="1312"/>
                  <a:pt x="2810" y="1323"/>
                  <a:pt x="2818" y="1331"/>
                </a:cubicBezTo>
                <a:lnTo>
                  <a:pt x="2818" y="1331"/>
                </a:lnTo>
                <a:lnTo>
                  <a:pt x="2803" y="1301"/>
                </a:lnTo>
                <a:close/>
                <a:moveTo>
                  <a:pt x="1902" y="934"/>
                </a:moveTo>
                <a:cubicBezTo>
                  <a:pt x="2039" y="973"/>
                  <a:pt x="2176" y="990"/>
                  <a:pt x="2313" y="990"/>
                </a:cubicBezTo>
                <a:cubicBezTo>
                  <a:pt x="2337" y="990"/>
                  <a:pt x="2361" y="989"/>
                  <a:pt x="2385" y="988"/>
                </a:cubicBezTo>
                <a:lnTo>
                  <a:pt x="2385" y="988"/>
                </a:lnTo>
                <a:cubicBezTo>
                  <a:pt x="2391" y="992"/>
                  <a:pt x="2397" y="997"/>
                  <a:pt x="2403" y="1001"/>
                </a:cubicBezTo>
                <a:cubicBezTo>
                  <a:pt x="2469" y="1034"/>
                  <a:pt x="2536" y="1068"/>
                  <a:pt x="2569" y="1101"/>
                </a:cubicBezTo>
                <a:cubicBezTo>
                  <a:pt x="2569" y="1101"/>
                  <a:pt x="2633" y="1144"/>
                  <a:pt x="2625" y="1144"/>
                </a:cubicBezTo>
                <a:cubicBezTo>
                  <a:pt x="2623" y="1144"/>
                  <a:pt x="2616" y="1141"/>
                  <a:pt x="2603" y="1134"/>
                </a:cubicBezTo>
                <a:lnTo>
                  <a:pt x="2603" y="1134"/>
                </a:lnTo>
                <a:lnTo>
                  <a:pt x="2669" y="1168"/>
                </a:lnTo>
                <a:lnTo>
                  <a:pt x="2803" y="1301"/>
                </a:lnTo>
                <a:lnTo>
                  <a:pt x="2803" y="1301"/>
                </a:lnTo>
                <a:lnTo>
                  <a:pt x="2803" y="1301"/>
                </a:lnTo>
                <a:cubicBezTo>
                  <a:pt x="2803" y="1301"/>
                  <a:pt x="2803" y="1301"/>
                  <a:pt x="2803" y="1301"/>
                </a:cubicBezTo>
                <a:lnTo>
                  <a:pt x="2803" y="1301"/>
                </a:lnTo>
                <a:cubicBezTo>
                  <a:pt x="2831" y="1329"/>
                  <a:pt x="2835" y="1340"/>
                  <a:pt x="2831" y="1340"/>
                </a:cubicBezTo>
                <a:cubicBezTo>
                  <a:pt x="2829" y="1340"/>
                  <a:pt x="2823" y="1336"/>
                  <a:pt x="2818" y="1331"/>
                </a:cubicBezTo>
                <a:lnTo>
                  <a:pt x="2818" y="1331"/>
                </a:lnTo>
                <a:lnTo>
                  <a:pt x="2870" y="1435"/>
                </a:lnTo>
                <a:cubicBezTo>
                  <a:pt x="2900" y="1465"/>
                  <a:pt x="2930" y="1522"/>
                  <a:pt x="2960" y="1583"/>
                </a:cubicBezTo>
                <a:lnTo>
                  <a:pt x="2960" y="1583"/>
                </a:lnTo>
                <a:cubicBezTo>
                  <a:pt x="2959" y="1587"/>
                  <a:pt x="2961" y="1601"/>
                  <a:pt x="2970" y="1635"/>
                </a:cubicBezTo>
                <a:lnTo>
                  <a:pt x="3003" y="1701"/>
                </a:lnTo>
                <a:cubicBezTo>
                  <a:pt x="3003" y="1768"/>
                  <a:pt x="3036" y="1835"/>
                  <a:pt x="3036" y="1902"/>
                </a:cubicBezTo>
                <a:cubicBezTo>
                  <a:pt x="3036" y="1935"/>
                  <a:pt x="3036" y="1968"/>
                  <a:pt x="3036" y="2035"/>
                </a:cubicBezTo>
                <a:lnTo>
                  <a:pt x="3036" y="2135"/>
                </a:lnTo>
                <a:cubicBezTo>
                  <a:pt x="3036" y="2202"/>
                  <a:pt x="3003" y="2269"/>
                  <a:pt x="3003" y="2335"/>
                </a:cubicBezTo>
                <a:cubicBezTo>
                  <a:pt x="2979" y="2360"/>
                  <a:pt x="2936" y="2439"/>
                  <a:pt x="2942" y="2439"/>
                </a:cubicBezTo>
                <a:cubicBezTo>
                  <a:pt x="2944" y="2439"/>
                  <a:pt x="2952" y="2428"/>
                  <a:pt x="2970" y="2402"/>
                </a:cubicBezTo>
                <a:lnTo>
                  <a:pt x="2970" y="2402"/>
                </a:lnTo>
                <a:cubicBezTo>
                  <a:pt x="2936" y="2469"/>
                  <a:pt x="2903" y="2535"/>
                  <a:pt x="2836" y="2602"/>
                </a:cubicBezTo>
                <a:cubicBezTo>
                  <a:pt x="2836" y="2602"/>
                  <a:pt x="2787" y="2676"/>
                  <a:pt x="2794" y="2676"/>
                </a:cubicBezTo>
                <a:cubicBezTo>
                  <a:pt x="2795" y="2676"/>
                  <a:pt x="2798" y="2674"/>
                  <a:pt x="2803" y="2669"/>
                </a:cubicBezTo>
                <a:cubicBezTo>
                  <a:pt x="2811" y="2652"/>
                  <a:pt x="2815" y="2646"/>
                  <a:pt x="2816" y="2646"/>
                </a:cubicBezTo>
                <a:lnTo>
                  <a:pt x="2816" y="2646"/>
                </a:lnTo>
                <a:cubicBezTo>
                  <a:pt x="2820" y="2646"/>
                  <a:pt x="2795" y="2702"/>
                  <a:pt x="2770" y="2702"/>
                </a:cubicBezTo>
                <a:cubicBezTo>
                  <a:pt x="2770" y="2702"/>
                  <a:pt x="2703" y="2802"/>
                  <a:pt x="2636" y="2836"/>
                </a:cubicBezTo>
                <a:lnTo>
                  <a:pt x="2569" y="2902"/>
                </a:lnTo>
                <a:lnTo>
                  <a:pt x="2403" y="3002"/>
                </a:lnTo>
                <a:cubicBezTo>
                  <a:pt x="2395" y="3006"/>
                  <a:pt x="2389" y="3009"/>
                  <a:pt x="2384" y="3012"/>
                </a:cubicBezTo>
                <a:lnTo>
                  <a:pt x="2384" y="3012"/>
                </a:lnTo>
                <a:cubicBezTo>
                  <a:pt x="2388" y="3007"/>
                  <a:pt x="2386" y="3002"/>
                  <a:pt x="2369" y="3002"/>
                </a:cubicBezTo>
                <a:lnTo>
                  <a:pt x="2269" y="3036"/>
                </a:lnTo>
                <a:cubicBezTo>
                  <a:pt x="2202" y="3036"/>
                  <a:pt x="2136" y="3069"/>
                  <a:pt x="2069" y="3069"/>
                </a:cubicBezTo>
                <a:lnTo>
                  <a:pt x="1769" y="3069"/>
                </a:lnTo>
                <a:cubicBezTo>
                  <a:pt x="1869" y="3069"/>
                  <a:pt x="1669" y="3069"/>
                  <a:pt x="1635" y="3036"/>
                </a:cubicBezTo>
                <a:cubicBezTo>
                  <a:pt x="1569" y="3036"/>
                  <a:pt x="1502" y="3002"/>
                  <a:pt x="1469" y="3002"/>
                </a:cubicBezTo>
                <a:cubicBezTo>
                  <a:pt x="1535" y="3002"/>
                  <a:pt x="1402" y="2936"/>
                  <a:pt x="1369" y="2936"/>
                </a:cubicBezTo>
                <a:lnTo>
                  <a:pt x="1302" y="2902"/>
                </a:lnTo>
                <a:cubicBezTo>
                  <a:pt x="1302" y="2902"/>
                  <a:pt x="1246" y="2846"/>
                  <a:pt x="1231" y="2846"/>
                </a:cubicBezTo>
                <a:cubicBezTo>
                  <a:pt x="1227" y="2846"/>
                  <a:pt x="1227" y="2852"/>
                  <a:pt x="1235" y="2869"/>
                </a:cubicBezTo>
                <a:cubicBezTo>
                  <a:pt x="1202" y="2802"/>
                  <a:pt x="1135" y="2769"/>
                  <a:pt x="1102" y="2702"/>
                </a:cubicBezTo>
                <a:cubicBezTo>
                  <a:pt x="1102" y="2702"/>
                  <a:pt x="1072" y="2673"/>
                  <a:pt x="1062" y="2673"/>
                </a:cubicBezTo>
                <a:cubicBezTo>
                  <a:pt x="1062" y="2673"/>
                  <a:pt x="1062" y="2673"/>
                  <a:pt x="1061" y="2673"/>
                </a:cubicBezTo>
                <a:lnTo>
                  <a:pt x="1061" y="2673"/>
                </a:lnTo>
                <a:cubicBezTo>
                  <a:pt x="1052" y="2649"/>
                  <a:pt x="1035" y="2626"/>
                  <a:pt x="1035" y="2602"/>
                </a:cubicBezTo>
                <a:cubicBezTo>
                  <a:pt x="1002" y="2569"/>
                  <a:pt x="1002" y="2535"/>
                  <a:pt x="1002" y="2502"/>
                </a:cubicBezTo>
                <a:cubicBezTo>
                  <a:pt x="987" y="2459"/>
                  <a:pt x="985" y="2447"/>
                  <a:pt x="988" y="2447"/>
                </a:cubicBezTo>
                <a:lnTo>
                  <a:pt x="988" y="2447"/>
                </a:lnTo>
                <a:cubicBezTo>
                  <a:pt x="991" y="2447"/>
                  <a:pt x="1002" y="2469"/>
                  <a:pt x="1002" y="2469"/>
                </a:cubicBezTo>
                <a:cubicBezTo>
                  <a:pt x="1002" y="2402"/>
                  <a:pt x="1002" y="2369"/>
                  <a:pt x="1002" y="2302"/>
                </a:cubicBezTo>
                <a:cubicBezTo>
                  <a:pt x="1002" y="2269"/>
                  <a:pt x="1002" y="2235"/>
                  <a:pt x="1002" y="2202"/>
                </a:cubicBezTo>
                <a:lnTo>
                  <a:pt x="1002" y="2168"/>
                </a:lnTo>
                <a:cubicBezTo>
                  <a:pt x="1002" y="2135"/>
                  <a:pt x="1035" y="2035"/>
                  <a:pt x="1035" y="1968"/>
                </a:cubicBezTo>
                <a:cubicBezTo>
                  <a:pt x="1068" y="1902"/>
                  <a:pt x="1068" y="1868"/>
                  <a:pt x="1102" y="1802"/>
                </a:cubicBezTo>
                <a:lnTo>
                  <a:pt x="1168" y="1668"/>
                </a:lnTo>
                <a:cubicBezTo>
                  <a:pt x="1202" y="1601"/>
                  <a:pt x="1235" y="1535"/>
                  <a:pt x="1268" y="1468"/>
                </a:cubicBezTo>
                <a:lnTo>
                  <a:pt x="1335" y="1368"/>
                </a:lnTo>
                <a:cubicBezTo>
                  <a:pt x="1336" y="1367"/>
                  <a:pt x="1337" y="1366"/>
                  <a:pt x="1337" y="1366"/>
                </a:cubicBezTo>
                <a:cubicBezTo>
                  <a:pt x="1337" y="1366"/>
                  <a:pt x="1344" y="1359"/>
                  <a:pt x="1369" y="1335"/>
                </a:cubicBezTo>
                <a:lnTo>
                  <a:pt x="1535" y="1168"/>
                </a:lnTo>
                <a:lnTo>
                  <a:pt x="1602" y="1101"/>
                </a:lnTo>
                <a:lnTo>
                  <a:pt x="1635" y="1068"/>
                </a:lnTo>
                <a:cubicBezTo>
                  <a:pt x="1702" y="1034"/>
                  <a:pt x="1769" y="968"/>
                  <a:pt x="1836" y="934"/>
                </a:cubicBezTo>
                <a:close/>
                <a:moveTo>
                  <a:pt x="1869" y="0"/>
                </a:moveTo>
                <a:cubicBezTo>
                  <a:pt x="1602" y="0"/>
                  <a:pt x="1369" y="100"/>
                  <a:pt x="1168" y="234"/>
                </a:cubicBezTo>
                <a:cubicBezTo>
                  <a:pt x="535" y="701"/>
                  <a:pt x="101" y="1435"/>
                  <a:pt x="34" y="2235"/>
                </a:cubicBezTo>
                <a:cubicBezTo>
                  <a:pt x="1" y="2669"/>
                  <a:pt x="134" y="3102"/>
                  <a:pt x="468" y="3436"/>
                </a:cubicBezTo>
                <a:cubicBezTo>
                  <a:pt x="872" y="3855"/>
                  <a:pt x="1413" y="4065"/>
                  <a:pt x="1953" y="4065"/>
                </a:cubicBezTo>
                <a:cubicBezTo>
                  <a:pt x="2574" y="4065"/>
                  <a:pt x="3193" y="3789"/>
                  <a:pt x="3603" y="3236"/>
                </a:cubicBezTo>
                <a:cubicBezTo>
                  <a:pt x="4371" y="2235"/>
                  <a:pt x="4004" y="767"/>
                  <a:pt x="2870" y="200"/>
                </a:cubicBezTo>
                <a:cubicBezTo>
                  <a:pt x="2828" y="178"/>
                  <a:pt x="2787" y="163"/>
                  <a:pt x="2747" y="154"/>
                </a:cubicBezTo>
                <a:lnTo>
                  <a:pt x="2747" y="154"/>
                </a:lnTo>
                <a:cubicBezTo>
                  <a:pt x="2663" y="90"/>
                  <a:pt x="2563" y="52"/>
                  <a:pt x="2454" y="52"/>
                </a:cubicBezTo>
                <a:cubicBezTo>
                  <a:pt x="2416" y="52"/>
                  <a:pt x="2376" y="57"/>
                  <a:pt x="2336" y="67"/>
                </a:cubicBezTo>
                <a:lnTo>
                  <a:pt x="2202" y="34"/>
                </a:lnTo>
                <a:cubicBezTo>
                  <a:pt x="2069" y="0"/>
                  <a:pt x="1969" y="0"/>
                  <a:pt x="1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8" name="Google Shape;848;p21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849" name="Google Shape;849;p21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4" name="Google Shape;874;p21"/>
          <p:cNvSpPr txBox="1">
            <a:spLocks noGrp="1"/>
          </p:cNvSpPr>
          <p:nvPr>
            <p:ph type="title"/>
          </p:nvPr>
        </p:nvSpPr>
        <p:spPr>
          <a:xfrm>
            <a:off x="2209938" y="808050"/>
            <a:ext cx="3969300" cy="119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8400">
                <a:solidFill>
                  <a:srgbClr val="21252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21"/>
          <p:cNvSpPr txBox="1">
            <a:spLocks noGrp="1"/>
          </p:cNvSpPr>
          <p:nvPr>
            <p:ph type="subTitle" idx="1"/>
          </p:nvPr>
        </p:nvSpPr>
        <p:spPr>
          <a:xfrm>
            <a:off x="1577775" y="2240950"/>
            <a:ext cx="5233800" cy="2096700"/>
          </a:xfrm>
          <a:prstGeom prst="rect">
            <a:avLst/>
          </a:prstGeom>
          <a:noFill/>
          <a:ln w="19050" cap="rnd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1"/>
          <p:cNvSpPr/>
          <p:nvPr/>
        </p:nvSpPr>
        <p:spPr>
          <a:xfrm>
            <a:off x="4140013" y="47386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1"/>
          <p:cNvSpPr/>
          <p:nvPr/>
        </p:nvSpPr>
        <p:spPr>
          <a:xfrm>
            <a:off x="7252938" y="48649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1"/>
          <p:cNvSpPr/>
          <p:nvPr/>
        </p:nvSpPr>
        <p:spPr>
          <a:xfrm>
            <a:off x="1577775" y="48623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1"/>
          <p:cNvSpPr/>
          <p:nvPr/>
        </p:nvSpPr>
        <p:spPr>
          <a:xfrm>
            <a:off x="2436525" y="44085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1"/>
          <p:cNvSpPr/>
          <p:nvPr/>
        </p:nvSpPr>
        <p:spPr>
          <a:xfrm>
            <a:off x="321600" y="329600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1"/>
          <p:cNvSpPr/>
          <p:nvPr/>
        </p:nvSpPr>
        <p:spPr>
          <a:xfrm>
            <a:off x="6286213" y="8713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1"/>
          <p:cNvSpPr/>
          <p:nvPr/>
        </p:nvSpPr>
        <p:spPr>
          <a:xfrm>
            <a:off x="7368825" y="32081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3" name="Google Shape;883;p21"/>
          <p:cNvGrpSpPr/>
          <p:nvPr/>
        </p:nvGrpSpPr>
        <p:grpSpPr>
          <a:xfrm>
            <a:off x="401325" y="603563"/>
            <a:ext cx="311900" cy="314700"/>
            <a:chOff x="8571050" y="1873050"/>
            <a:chExt cx="311900" cy="314700"/>
          </a:xfrm>
        </p:grpSpPr>
        <p:sp>
          <p:nvSpPr>
            <p:cNvPr id="884" name="Google Shape;884;p21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8" name="Google Shape;888;p21"/>
          <p:cNvGrpSpPr/>
          <p:nvPr/>
        </p:nvGrpSpPr>
        <p:grpSpPr>
          <a:xfrm rot="-4179191">
            <a:off x="8432201" y="3341516"/>
            <a:ext cx="340423" cy="202574"/>
            <a:chOff x="3780075" y="2889150"/>
            <a:chExt cx="340425" cy="202575"/>
          </a:xfrm>
        </p:grpSpPr>
        <p:sp>
          <p:nvSpPr>
            <p:cNvPr id="889" name="Google Shape;889;p21"/>
            <p:cNvSpPr/>
            <p:nvPr/>
          </p:nvSpPr>
          <p:spPr>
            <a:xfrm>
              <a:off x="3826225" y="2907725"/>
              <a:ext cx="294275" cy="184000"/>
            </a:xfrm>
            <a:custGeom>
              <a:avLst/>
              <a:gdLst/>
              <a:ahLst/>
              <a:cxnLst/>
              <a:rect l="l" t="t" r="r" b="b"/>
              <a:pathLst>
                <a:path w="11771" h="7360" extrusionOk="0">
                  <a:moveTo>
                    <a:pt x="551" y="1"/>
                  </a:moveTo>
                  <a:cubicBezTo>
                    <a:pt x="326" y="1"/>
                    <a:pt x="101" y="143"/>
                    <a:pt x="68" y="426"/>
                  </a:cubicBezTo>
                  <a:cubicBezTo>
                    <a:pt x="1" y="2194"/>
                    <a:pt x="435" y="3962"/>
                    <a:pt x="1302" y="5530"/>
                  </a:cubicBezTo>
                  <a:cubicBezTo>
                    <a:pt x="2059" y="6773"/>
                    <a:pt x="3188" y="7360"/>
                    <a:pt x="4513" y="7360"/>
                  </a:cubicBezTo>
                  <a:cubicBezTo>
                    <a:pt x="4822" y="7360"/>
                    <a:pt x="5143" y="7328"/>
                    <a:pt x="5472" y="7264"/>
                  </a:cubicBezTo>
                  <a:cubicBezTo>
                    <a:pt x="8474" y="6631"/>
                    <a:pt x="10875" y="4362"/>
                    <a:pt x="11709" y="1393"/>
                  </a:cubicBezTo>
                  <a:cubicBezTo>
                    <a:pt x="11770" y="1048"/>
                    <a:pt x="11497" y="826"/>
                    <a:pt x="11229" y="826"/>
                  </a:cubicBezTo>
                  <a:cubicBezTo>
                    <a:pt x="11057" y="826"/>
                    <a:pt x="10887" y="918"/>
                    <a:pt x="10809" y="1127"/>
                  </a:cubicBezTo>
                  <a:cubicBezTo>
                    <a:pt x="10108" y="3595"/>
                    <a:pt x="8173" y="5563"/>
                    <a:pt x="5705" y="6264"/>
                  </a:cubicBezTo>
                  <a:cubicBezTo>
                    <a:pt x="5338" y="6380"/>
                    <a:pt x="4963" y="6439"/>
                    <a:pt x="4588" y="6439"/>
                  </a:cubicBezTo>
                  <a:cubicBezTo>
                    <a:pt x="4212" y="6439"/>
                    <a:pt x="3837" y="6380"/>
                    <a:pt x="3470" y="6264"/>
                  </a:cubicBezTo>
                  <a:cubicBezTo>
                    <a:pt x="2836" y="5997"/>
                    <a:pt x="2336" y="5530"/>
                    <a:pt x="2036" y="4929"/>
                  </a:cubicBezTo>
                  <a:cubicBezTo>
                    <a:pt x="1302" y="3528"/>
                    <a:pt x="968" y="1994"/>
                    <a:pt x="1035" y="426"/>
                  </a:cubicBezTo>
                  <a:cubicBezTo>
                    <a:pt x="1002" y="143"/>
                    <a:pt x="777" y="1"/>
                    <a:pt x="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3780075" y="2889150"/>
              <a:ext cx="132075" cy="76975"/>
            </a:xfrm>
            <a:custGeom>
              <a:avLst/>
              <a:gdLst/>
              <a:ahLst/>
              <a:cxnLst/>
              <a:rect l="l" t="t" r="r" b="b"/>
              <a:pathLst>
                <a:path w="5283" h="3079" extrusionOk="0">
                  <a:moveTo>
                    <a:pt x="2227" y="0"/>
                  </a:moveTo>
                  <a:cubicBezTo>
                    <a:pt x="1662" y="0"/>
                    <a:pt x="1372" y="515"/>
                    <a:pt x="1113" y="936"/>
                  </a:cubicBezTo>
                  <a:cubicBezTo>
                    <a:pt x="846" y="1369"/>
                    <a:pt x="513" y="1903"/>
                    <a:pt x="212" y="2403"/>
                  </a:cubicBezTo>
                  <a:cubicBezTo>
                    <a:pt x="1" y="2733"/>
                    <a:pt x="320" y="3078"/>
                    <a:pt x="643" y="3078"/>
                  </a:cubicBezTo>
                  <a:cubicBezTo>
                    <a:pt x="779" y="3078"/>
                    <a:pt x="915" y="3018"/>
                    <a:pt x="1013" y="2870"/>
                  </a:cubicBezTo>
                  <a:cubicBezTo>
                    <a:pt x="1280" y="2470"/>
                    <a:pt x="1513" y="2070"/>
                    <a:pt x="1747" y="1669"/>
                  </a:cubicBezTo>
                  <a:cubicBezTo>
                    <a:pt x="1880" y="1503"/>
                    <a:pt x="1980" y="1303"/>
                    <a:pt x="2114" y="1102"/>
                  </a:cubicBezTo>
                  <a:cubicBezTo>
                    <a:pt x="2147" y="1069"/>
                    <a:pt x="2214" y="936"/>
                    <a:pt x="2281" y="936"/>
                  </a:cubicBezTo>
                  <a:cubicBezTo>
                    <a:pt x="2414" y="936"/>
                    <a:pt x="2614" y="1136"/>
                    <a:pt x="2714" y="1236"/>
                  </a:cubicBezTo>
                  <a:lnTo>
                    <a:pt x="3281" y="1669"/>
                  </a:lnTo>
                  <a:lnTo>
                    <a:pt x="4449" y="2603"/>
                  </a:lnTo>
                  <a:cubicBezTo>
                    <a:pt x="4549" y="2687"/>
                    <a:pt x="4666" y="2729"/>
                    <a:pt x="4782" y="2729"/>
                  </a:cubicBezTo>
                  <a:cubicBezTo>
                    <a:pt x="4899" y="2729"/>
                    <a:pt x="5016" y="2687"/>
                    <a:pt x="5116" y="2603"/>
                  </a:cubicBezTo>
                  <a:cubicBezTo>
                    <a:pt x="5283" y="2403"/>
                    <a:pt x="5283" y="2103"/>
                    <a:pt x="5116" y="1936"/>
                  </a:cubicBezTo>
                  <a:lnTo>
                    <a:pt x="3748" y="836"/>
                  </a:lnTo>
                  <a:cubicBezTo>
                    <a:pt x="3348" y="502"/>
                    <a:pt x="2848" y="2"/>
                    <a:pt x="2281" y="2"/>
                  </a:cubicBezTo>
                  <a:cubicBezTo>
                    <a:pt x="2263" y="1"/>
                    <a:pt x="2245" y="0"/>
                    <a:pt x="2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1" name="Google Shape;891;p21"/>
          <p:cNvGrpSpPr/>
          <p:nvPr/>
        </p:nvGrpSpPr>
        <p:grpSpPr>
          <a:xfrm rot="8795091" flipH="1">
            <a:off x="1224504" y="1491052"/>
            <a:ext cx="288974" cy="174350"/>
            <a:chOff x="4177750" y="2899175"/>
            <a:chExt cx="288975" cy="174350"/>
          </a:xfrm>
        </p:grpSpPr>
        <p:sp>
          <p:nvSpPr>
            <p:cNvPr id="892" name="Google Shape;892;p21"/>
            <p:cNvSpPr/>
            <p:nvPr/>
          </p:nvSpPr>
          <p:spPr>
            <a:xfrm>
              <a:off x="4177750" y="2920450"/>
              <a:ext cx="250650" cy="153075"/>
            </a:xfrm>
            <a:custGeom>
              <a:avLst/>
              <a:gdLst/>
              <a:ahLst/>
              <a:cxnLst/>
              <a:rect l="l" t="t" r="r" b="b"/>
              <a:pathLst>
                <a:path w="10026" h="6123" extrusionOk="0">
                  <a:moveTo>
                    <a:pt x="626" y="0"/>
                  </a:moveTo>
                  <a:cubicBezTo>
                    <a:pt x="321" y="0"/>
                    <a:pt x="0" y="351"/>
                    <a:pt x="183" y="718"/>
                  </a:cubicBezTo>
                  <a:cubicBezTo>
                    <a:pt x="1174" y="2864"/>
                    <a:pt x="2361" y="6123"/>
                    <a:pt x="5266" y="6123"/>
                  </a:cubicBezTo>
                  <a:cubicBezTo>
                    <a:pt x="5295" y="6123"/>
                    <a:pt x="5324" y="6122"/>
                    <a:pt x="5354" y="6122"/>
                  </a:cubicBezTo>
                  <a:cubicBezTo>
                    <a:pt x="8289" y="6055"/>
                    <a:pt x="9223" y="2853"/>
                    <a:pt x="9924" y="584"/>
                  </a:cubicBezTo>
                  <a:cubicBezTo>
                    <a:pt x="10026" y="237"/>
                    <a:pt x="9728" y="3"/>
                    <a:pt x="9444" y="3"/>
                  </a:cubicBezTo>
                  <a:cubicBezTo>
                    <a:pt x="9263" y="3"/>
                    <a:pt x="9088" y="97"/>
                    <a:pt x="9023" y="317"/>
                  </a:cubicBezTo>
                  <a:cubicBezTo>
                    <a:pt x="8656" y="1485"/>
                    <a:pt x="8356" y="2686"/>
                    <a:pt x="7689" y="3653"/>
                  </a:cubicBezTo>
                  <a:cubicBezTo>
                    <a:pt x="7122" y="4487"/>
                    <a:pt x="6221" y="5188"/>
                    <a:pt x="5187" y="5188"/>
                  </a:cubicBezTo>
                  <a:cubicBezTo>
                    <a:pt x="2785" y="5121"/>
                    <a:pt x="1785" y="2019"/>
                    <a:pt x="984" y="251"/>
                  </a:cubicBezTo>
                  <a:cubicBezTo>
                    <a:pt x="900" y="73"/>
                    <a:pt x="765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1"/>
            <p:cNvSpPr/>
            <p:nvPr/>
          </p:nvSpPr>
          <p:spPr>
            <a:xfrm>
              <a:off x="4342725" y="2899175"/>
              <a:ext cx="124000" cy="79875"/>
            </a:xfrm>
            <a:custGeom>
              <a:avLst/>
              <a:gdLst/>
              <a:ahLst/>
              <a:cxnLst/>
              <a:rect l="l" t="t" r="r" b="b"/>
              <a:pathLst>
                <a:path w="4960" h="3195" extrusionOk="0">
                  <a:moveTo>
                    <a:pt x="2291" y="902"/>
                  </a:moveTo>
                  <a:lnTo>
                    <a:pt x="2291" y="902"/>
                  </a:lnTo>
                  <a:cubicBezTo>
                    <a:pt x="2291" y="902"/>
                    <a:pt x="2302" y="913"/>
                    <a:pt x="2315" y="928"/>
                  </a:cubicBezTo>
                  <a:lnTo>
                    <a:pt x="2315" y="928"/>
                  </a:lnTo>
                  <a:cubicBezTo>
                    <a:pt x="2302" y="923"/>
                    <a:pt x="2291" y="915"/>
                    <a:pt x="2291" y="902"/>
                  </a:cubicBezTo>
                  <a:close/>
                  <a:moveTo>
                    <a:pt x="2391" y="1"/>
                  </a:moveTo>
                  <a:cubicBezTo>
                    <a:pt x="2157" y="1"/>
                    <a:pt x="1924" y="68"/>
                    <a:pt x="1724" y="201"/>
                  </a:cubicBezTo>
                  <a:lnTo>
                    <a:pt x="523" y="835"/>
                  </a:lnTo>
                  <a:cubicBezTo>
                    <a:pt x="1" y="1082"/>
                    <a:pt x="271" y="1736"/>
                    <a:pt x="699" y="1736"/>
                  </a:cubicBezTo>
                  <a:cubicBezTo>
                    <a:pt x="790" y="1736"/>
                    <a:pt x="890" y="1706"/>
                    <a:pt x="990" y="1635"/>
                  </a:cubicBezTo>
                  <a:lnTo>
                    <a:pt x="2024" y="1102"/>
                  </a:lnTo>
                  <a:lnTo>
                    <a:pt x="2257" y="1002"/>
                  </a:lnTo>
                  <a:cubicBezTo>
                    <a:pt x="2276" y="1002"/>
                    <a:pt x="2316" y="981"/>
                    <a:pt x="2341" y="962"/>
                  </a:cubicBezTo>
                  <a:lnTo>
                    <a:pt x="2341" y="962"/>
                  </a:lnTo>
                  <a:cubicBezTo>
                    <a:pt x="2350" y="977"/>
                    <a:pt x="2357" y="991"/>
                    <a:pt x="2357" y="1002"/>
                  </a:cubicBezTo>
                  <a:lnTo>
                    <a:pt x="2558" y="1235"/>
                  </a:lnTo>
                  <a:lnTo>
                    <a:pt x="4125" y="3070"/>
                  </a:lnTo>
                  <a:cubicBezTo>
                    <a:pt x="4209" y="3153"/>
                    <a:pt x="4325" y="3195"/>
                    <a:pt x="4446" y="3195"/>
                  </a:cubicBezTo>
                  <a:cubicBezTo>
                    <a:pt x="4567" y="3195"/>
                    <a:pt x="4692" y="3153"/>
                    <a:pt x="4792" y="3070"/>
                  </a:cubicBezTo>
                  <a:cubicBezTo>
                    <a:pt x="4959" y="2870"/>
                    <a:pt x="4959" y="2569"/>
                    <a:pt x="4792" y="2403"/>
                  </a:cubicBezTo>
                  <a:cubicBezTo>
                    <a:pt x="4192" y="1702"/>
                    <a:pt x="3592" y="1002"/>
                    <a:pt x="2991" y="301"/>
                  </a:cubicBezTo>
                  <a:cubicBezTo>
                    <a:pt x="2858" y="134"/>
                    <a:pt x="2624" y="1"/>
                    <a:pt x="2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7"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2"/>
          <p:cNvSpPr txBox="1">
            <a:spLocks noGrp="1"/>
          </p:cNvSpPr>
          <p:nvPr>
            <p:ph type="title" hasCustomPrompt="1"/>
          </p:nvPr>
        </p:nvSpPr>
        <p:spPr>
          <a:xfrm>
            <a:off x="713225" y="535525"/>
            <a:ext cx="1993800" cy="88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6" name="Google Shape;896;p22"/>
          <p:cNvSpPr txBox="1">
            <a:spLocks noGrp="1"/>
          </p:cNvSpPr>
          <p:nvPr>
            <p:ph type="subTitle" idx="1"/>
          </p:nvPr>
        </p:nvSpPr>
        <p:spPr>
          <a:xfrm>
            <a:off x="823216" y="1423783"/>
            <a:ext cx="1773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2"/>
          <p:cNvSpPr txBox="1">
            <a:spLocks noGrp="1"/>
          </p:cNvSpPr>
          <p:nvPr>
            <p:ph type="title" idx="2" hasCustomPrompt="1"/>
          </p:nvPr>
        </p:nvSpPr>
        <p:spPr>
          <a:xfrm>
            <a:off x="3575100" y="1720259"/>
            <a:ext cx="1993800" cy="88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8" name="Google Shape;898;p22"/>
          <p:cNvSpPr txBox="1">
            <a:spLocks noGrp="1"/>
          </p:cNvSpPr>
          <p:nvPr>
            <p:ph type="subTitle" idx="3"/>
          </p:nvPr>
        </p:nvSpPr>
        <p:spPr>
          <a:xfrm>
            <a:off x="3685091" y="2608566"/>
            <a:ext cx="1773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9" name="Google Shape;899;p22"/>
          <p:cNvSpPr txBox="1">
            <a:spLocks noGrp="1"/>
          </p:cNvSpPr>
          <p:nvPr>
            <p:ph type="title" idx="4" hasCustomPrompt="1"/>
          </p:nvPr>
        </p:nvSpPr>
        <p:spPr>
          <a:xfrm>
            <a:off x="6436975" y="2905042"/>
            <a:ext cx="1993800" cy="88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0" name="Google Shape;900;p22"/>
          <p:cNvSpPr txBox="1">
            <a:spLocks noGrp="1"/>
          </p:cNvSpPr>
          <p:nvPr>
            <p:ph type="subTitle" idx="5"/>
          </p:nvPr>
        </p:nvSpPr>
        <p:spPr>
          <a:xfrm>
            <a:off x="6546966" y="3793349"/>
            <a:ext cx="1773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01" name="Google Shape;901;p22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902" name="Google Shape;902;p22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2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2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2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2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2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2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2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2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2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2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2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2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2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2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2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2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2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2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2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2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2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2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2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2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7" name="Google Shape;927;p22"/>
          <p:cNvSpPr/>
          <p:nvPr/>
        </p:nvSpPr>
        <p:spPr>
          <a:xfrm>
            <a:off x="5955525" y="47791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2"/>
          <p:cNvSpPr/>
          <p:nvPr/>
        </p:nvSpPr>
        <p:spPr>
          <a:xfrm>
            <a:off x="3487500" y="477662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22"/>
          <p:cNvSpPr/>
          <p:nvPr/>
        </p:nvSpPr>
        <p:spPr>
          <a:xfrm>
            <a:off x="2525925" y="263188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2"/>
          <p:cNvSpPr/>
          <p:nvPr/>
        </p:nvSpPr>
        <p:spPr>
          <a:xfrm>
            <a:off x="4697350" y="384235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22"/>
          <p:cNvSpPr/>
          <p:nvPr/>
        </p:nvSpPr>
        <p:spPr>
          <a:xfrm>
            <a:off x="8671488" y="23039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22"/>
          <p:cNvSpPr/>
          <p:nvPr/>
        </p:nvSpPr>
        <p:spPr>
          <a:xfrm>
            <a:off x="5458700" y="309088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3" name="Google Shape;933;p22"/>
          <p:cNvGrpSpPr/>
          <p:nvPr/>
        </p:nvGrpSpPr>
        <p:grpSpPr>
          <a:xfrm>
            <a:off x="448300" y="2631900"/>
            <a:ext cx="311900" cy="314700"/>
            <a:chOff x="8571050" y="1873050"/>
            <a:chExt cx="311900" cy="314700"/>
          </a:xfrm>
        </p:grpSpPr>
        <p:sp>
          <p:nvSpPr>
            <p:cNvPr id="934" name="Google Shape;934;p22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2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2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2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8" name="Google Shape;938;p22"/>
          <p:cNvGrpSpPr/>
          <p:nvPr/>
        </p:nvGrpSpPr>
        <p:grpSpPr>
          <a:xfrm rot="-4179191">
            <a:off x="8432201" y="3341516"/>
            <a:ext cx="340423" cy="202574"/>
            <a:chOff x="3780075" y="2889150"/>
            <a:chExt cx="340425" cy="202575"/>
          </a:xfrm>
        </p:grpSpPr>
        <p:sp>
          <p:nvSpPr>
            <p:cNvPr id="939" name="Google Shape;939;p22"/>
            <p:cNvSpPr/>
            <p:nvPr/>
          </p:nvSpPr>
          <p:spPr>
            <a:xfrm>
              <a:off x="3826225" y="2907725"/>
              <a:ext cx="294275" cy="184000"/>
            </a:xfrm>
            <a:custGeom>
              <a:avLst/>
              <a:gdLst/>
              <a:ahLst/>
              <a:cxnLst/>
              <a:rect l="l" t="t" r="r" b="b"/>
              <a:pathLst>
                <a:path w="11771" h="7360" extrusionOk="0">
                  <a:moveTo>
                    <a:pt x="551" y="1"/>
                  </a:moveTo>
                  <a:cubicBezTo>
                    <a:pt x="326" y="1"/>
                    <a:pt x="101" y="143"/>
                    <a:pt x="68" y="426"/>
                  </a:cubicBezTo>
                  <a:cubicBezTo>
                    <a:pt x="1" y="2194"/>
                    <a:pt x="435" y="3962"/>
                    <a:pt x="1302" y="5530"/>
                  </a:cubicBezTo>
                  <a:cubicBezTo>
                    <a:pt x="2059" y="6773"/>
                    <a:pt x="3188" y="7360"/>
                    <a:pt x="4513" y="7360"/>
                  </a:cubicBezTo>
                  <a:cubicBezTo>
                    <a:pt x="4822" y="7360"/>
                    <a:pt x="5143" y="7328"/>
                    <a:pt x="5472" y="7264"/>
                  </a:cubicBezTo>
                  <a:cubicBezTo>
                    <a:pt x="8474" y="6631"/>
                    <a:pt x="10875" y="4362"/>
                    <a:pt x="11709" y="1393"/>
                  </a:cubicBezTo>
                  <a:cubicBezTo>
                    <a:pt x="11770" y="1048"/>
                    <a:pt x="11497" y="826"/>
                    <a:pt x="11229" y="826"/>
                  </a:cubicBezTo>
                  <a:cubicBezTo>
                    <a:pt x="11057" y="826"/>
                    <a:pt x="10887" y="918"/>
                    <a:pt x="10809" y="1127"/>
                  </a:cubicBezTo>
                  <a:cubicBezTo>
                    <a:pt x="10108" y="3595"/>
                    <a:pt x="8173" y="5563"/>
                    <a:pt x="5705" y="6264"/>
                  </a:cubicBezTo>
                  <a:cubicBezTo>
                    <a:pt x="5338" y="6380"/>
                    <a:pt x="4963" y="6439"/>
                    <a:pt x="4588" y="6439"/>
                  </a:cubicBezTo>
                  <a:cubicBezTo>
                    <a:pt x="4212" y="6439"/>
                    <a:pt x="3837" y="6380"/>
                    <a:pt x="3470" y="6264"/>
                  </a:cubicBezTo>
                  <a:cubicBezTo>
                    <a:pt x="2836" y="5997"/>
                    <a:pt x="2336" y="5530"/>
                    <a:pt x="2036" y="4929"/>
                  </a:cubicBezTo>
                  <a:cubicBezTo>
                    <a:pt x="1302" y="3528"/>
                    <a:pt x="968" y="1994"/>
                    <a:pt x="1035" y="426"/>
                  </a:cubicBezTo>
                  <a:cubicBezTo>
                    <a:pt x="1002" y="143"/>
                    <a:pt x="777" y="1"/>
                    <a:pt x="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2"/>
            <p:cNvSpPr/>
            <p:nvPr/>
          </p:nvSpPr>
          <p:spPr>
            <a:xfrm>
              <a:off x="3780075" y="2889150"/>
              <a:ext cx="132075" cy="76975"/>
            </a:xfrm>
            <a:custGeom>
              <a:avLst/>
              <a:gdLst/>
              <a:ahLst/>
              <a:cxnLst/>
              <a:rect l="l" t="t" r="r" b="b"/>
              <a:pathLst>
                <a:path w="5283" h="3079" extrusionOk="0">
                  <a:moveTo>
                    <a:pt x="2227" y="0"/>
                  </a:moveTo>
                  <a:cubicBezTo>
                    <a:pt x="1662" y="0"/>
                    <a:pt x="1372" y="515"/>
                    <a:pt x="1113" y="936"/>
                  </a:cubicBezTo>
                  <a:cubicBezTo>
                    <a:pt x="846" y="1369"/>
                    <a:pt x="513" y="1903"/>
                    <a:pt x="212" y="2403"/>
                  </a:cubicBezTo>
                  <a:cubicBezTo>
                    <a:pt x="1" y="2733"/>
                    <a:pt x="320" y="3078"/>
                    <a:pt x="643" y="3078"/>
                  </a:cubicBezTo>
                  <a:cubicBezTo>
                    <a:pt x="779" y="3078"/>
                    <a:pt x="915" y="3018"/>
                    <a:pt x="1013" y="2870"/>
                  </a:cubicBezTo>
                  <a:cubicBezTo>
                    <a:pt x="1280" y="2470"/>
                    <a:pt x="1513" y="2070"/>
                    <a:pt x="1747" y="1669"/>
                  </a:cubicBezTo>
                  <a:cubicBezTo>
                    <a:pt x="1880" y="1503"/>
                    <a:pt x="1980" y="1303"/>
                    <a:pt x="2114" y="1102"/>
                  </a:cubicBezTo>
                  <a:cubicBezTo>
                    <a:pt x="2147" y="1069"/>
                    <a:pt x="2214" y="936"/>
                    <a:pt x="2281" y="936"/>
                  </a:cubicBezTo>
                  <a:cubicBezTo>
                    <a:pt x="2414" y="936"/>
                    <a:pt x="2614" y="1136"/>
                    <a:pt x="2714" y="1236"/>
                  </a:cubicBezTo>
                  <a:lnTo>
                    <a:pt x="3281" y="1669"/>
                  </a:lnTo>
                  <a:lnTo>
                    <a:pt x="4449" y="2603"/>
                  </a:lnTo>
                  <a:cubicBezTo>
                    <a:pt x="4549" y="2687"/>
                    <a:pt x="4666" y="2729"/>
                    <a:pt x="4782" y="2729"/>
                  </a:cubicBezTo>
                  <a:cubicBezTo>
                    <a:pt x="4899" y="2729"/>
                    <a:pt x="5016" y="2687"/>
                    <a:pt x="5116" y="2603"/>
                  </a:cubicBezTo>
                  <a:cubicBezTo>
                    <a:pt x="5283" y="2403"/>
                    <a:pt x="5283" y="2103"/>
                    <a:pt x="5116" y="1936"/>
                  </a:cubicBezTo>
                  <a:lnTo>
                    <a:pt x="3748" y="836"/>
                  </a:lnTo>
                  <a:cubicBezTo>
                    <a:pt x="3348" y="502"/>
                    <a:pt x="2848" y="2"/>
                    <a:pt x="2281" y="2"/>
                  </a:cubicBezTo>
                  <a:cubicBezTo>
                    <a:pt x="2263" y="1"/>
                    <a:pt x="2245" y="0"/>
                    <a:pt x="2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1" name="Google Shape;941;p22"/>
          <p:cNvGrpSpPr/>
          <p:nvPr/>
        </p:nvGrpSpPr>
        <p:grpSpPr>
          <a:xfrm rot="8795091" flipH="1">
            <a:off x="3599229" y="824440"/>
            <a:ext cx="288974" cy="174350"/>
            <a:chOff x="4177750" y="2899175"/>
            <a:chExt cx="288975" cy="174350"/>
          </a:xfrm>
        </p:grpSpPr>
        <p:sp>
          <p:nvSpPr>
            <p:cNvPr id="942" name="Google Shape;942;p22"/>
            <p:cNvSpPr/>
            <p:nvPr/>
          </p:nvSpPr>
          <p:spPr>
            <a:xfrm>
              <a:off x="4177750" y="2920450"/>
              <a:ext cx="250650" cy="153075"/>
            </a:xfrm>
            <a:custGeom>
              <a:avLst/>
              <a:gdLst/>
              <a:ahLst/>
              <a:cxnLst/>
              <a:rect l="l" t="t" r="r" b="b"/>
              <a:pathLst>
                <a:path w="10026" h="6123" extrusionOk="0">
                  <a:moveTo>
                    <a:pt x="626" y="0"/>
                  </a:moveTo>
                  <a:cubicBezTo>
                    <a:pt x="321" y="0"/>
                    <a:pt x="0" y="351"/>
                    <a:pt x="183" y="718"/>
                  </a:cubicBezTo>
                  <a:cubicBezTo>
                    <a:pt x="1174" y="2864"/>
                    <a:pt x="2361" y="6123"/>
                    <a:pt x="5266" y="6123"/>
                  </a:cubicBezTo>
                  <a:cubicBezTo>
                    <a:pt x="5295" y="6123"/>
                    <a:pt x="5324" y="6122"/>
                    <a:pt x="5354" y="6122"/>
                  </a:cubicBezTo>
                  <a:cubicBezTo>
                    <a:pt x="8289" y="6055"/>
                    <a:pt x="9223" y="2853"/>
                    <a:pt x="9924" y="584"/>
                  </a:cubicBezTo>
                  <a:cubicBezTo>
                    <a:pt x="10026" y="237"/>
                    <a:pt x="9728" y="3"/>
                    <a:pt x="9444" y="3"/>
                  </a:cubicBezTo>
                  <a:cubicBezTo>
                    <a:pt x="9263" y="3"/>
                    <a:pt x="9088" y="97"/>
                    <a:pt x="9023" y="317"/>
                  </a:cubicBezTo>
                  <a:cubicBezTo>
                    <a:pt x="8656" y="1485"/>
                    <a:pt x="8356" y="2686"/>
                    <a:pt x="7689" y="3653"/>
                  </a:cubicBezTo>
                  <a:cubicBezTo>
                    <a:pt x="7122" y="4487"/>
                    <a:pt x="6221" y="5188"/>
                    <a:pt x="5187" y="5188"/>
                  </a:cubicBezTo>
                  <a:cubicBezTo>
                    <a:pt x="2785" y="5121"/>
                    <a:pt x="1785" y="2019"/>
                    <a:pt x="984" y="251"/>
                  </a:cubicBezTo>
                  <a:cubicBezTo>
                    <a:pt x="900" y="73"/>
                    <a:pt x="765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2"/>
            <p:cNvSpPr/>
            <p:nvPr/>
          </p:nvSpPr>
          <p:spPr>
            <a:xfrm>
              <a:off x="4342725" y="2899175"/>
              <a:ext cx="124000" cy="79875"/>
            </a:xfrm>
            <a:custGeom>
              <a:avLst/>
              <a:gdLst/>
              <a:ahLst/>
              <a:cxnLst/>
              <a:rect l="l" t="t" r="r" b="b"/>
              <a:pathLst>
                <a:path w="4960" h="3195" extrusionOk="0">
                  <a:moveTo>
                    <a:pt x="2291" y="902"/>
                  </a:moveTo>
                  <a:lnTo>
                    <a:pt x="2291" y="902"/>
                  </a:lnTo>
                  <a:cubicBezTo>
                    <a:pt x="2291" y="902"/>
                    <a:pt x="2302" y="913"/>
                    <a:pt x="2315" y="928"/>
                  </a:cubicBezTo>
                  <a:lnTo>
                    <a:pt x="2315" y="928"/>
                  </a:lnTo>
                  <a:cubicBezTo>
                    <a:pt x="2302" y="923"/>
                    <a:pt x="2291" y="915"/>
                    <a:pt x="2291" y="902"/>
                  </a:cubicBezTo>
                  <a:close/>
                  <a:moveTo>
                    <a:pt x="2391" y="1"/>
                  </a:moveTo>
                  <a:cubicBezTo>
                    <a:pt x="2157" y="1"/>
                    <a:pt x="1924" y="68"/>
                    <a:pt x="1724" y="201"/>
                  </a:cubicBezTo>
                  <a:lnTo>
                    <a:pt x="523" y="835"/>
                  </a:lnTo>
                  <a:cubicBezTo>
                    <a:pt x="1" y="1082"/>
                    <a:pt x="271" y="1736"/>
                    <a:pt x="699" y="1736"/>
                  </a:cubicBezTo>
                  <a:cubicBezTo>
                    <a:pt x="790" y="1736"/>
                    <a:pt x="890" y="1706"/>
                    <a:pt x="990" y="1635"/>
                  </a:cubicBezTo>
                  <a:lnTo>
                    <a:pt x="2024" y="1102"/>
                  </a:lnTo>
                  <a:lnTo>
                    <a:pt x="2257" y="1002"/>
                  </a:lnTo>
                  <a:cubicBezTo>
                    <a:pt x="2276" y="1002"/>
                    <a:pt x="2316" y="981"/>
                    <a:pt x="2341" y="962"/>
                  </a:cubicBezTo>
                  <a:lnTo>
                    <a:pt x="2341" y="962"/>
                  </a:lnTo>
                  <a:cubicBezTo>
                    <a:pt x="2350" y="977"/>
                    <a:pt x="2357" y="991"/>
                    <a:pt x="2357" y="1002"/>
                  </a:cubicBezTo>
                  <a:lnTo>
                    <a:pt x="2558" y="1235"/>
                  </a:lnTo>
                  <a:lnTo>
                    <a:pt x="4125" y="3070"/>
                  </a:lnTo>
                  <a:cubicBezTo>
                    <a:pt x="4209" y="3153"/>
                    <a:pt x="4325" y="3195"/>
                    <a:pt x="4446" y="3195"/>
                  </a:cubicBezTo>
                  <a:cubicBezTo>
                    <a:pt x="4567" y="3195"/>
                    <a:pt x="4692" y="3153"/>
                    <a:pt x="4792" y="3070"/>
                  </a:cubicBezTo>
                  <a:cubicBezTo>
                    <a:pt x="4959" y="2870"/>
                    <a:pt x="4959" y="2569"/>
                    <a:pt x="4792" y="2403"/>
                  </a:cubicBezTo>
                  <a:cubicBezTo>
                    <a:pt x="4192" y="1702"/>
                    <a:pt x="3592" y="1002"/>
                    <a:pt x="2991" y="301"/>
                  </a:cubicBezTo>
                  <a:cubicBezTo>
                    <a:pt x="2858" y="134"/>
                    <a:pt x="2624" y="1"/>
                    <a:pt x="2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7_1"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5" name="Google Shape;945;p23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946" name="Google Shape;946;p23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3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3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3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3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3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3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3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3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3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3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3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3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3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3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3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3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3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3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3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3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3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3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3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3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1" name="Google Shape;971;p23"/>
          <p:cNvSpPr txBox="1">
            <a:spLocks noGrp="1"/>
          </p:cNvSpPr>
          <p:nvPr>
            <p:ph type="title" hasCustomPrompt="1"/>
          </p:nvPr>
        </p:nvSpPr>
        <p:spPr>
          <a:xfrm>
            <a:off x="713225" y="1402251"/>
            <a:ext cx="19293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2" name="Google Shape;972;p23"/>
          <p:cNvSpPr txBox="1">
            <a:spLocks noGrp="1"/>
          </p:cNvSpPr>
          <p:nvPr>
            <p:ph type="subTitle" idx="1"/>
          </p:nvPr>
        </p:nvSpPr>
        <p:spPr>
          <a:xfrm>
            <a:off x="934775" y="3430346"/>
            <a:ext cx="14862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23"/>
          <p:cNvSpPr txBox="1">
            <a:spLocks noGrp="1"/>
          </p:cNvSpPr>
          <p:nvPr>
            <p:ph type="title" idx="2" hasCustomPrompt="1"/>
          </p:nvPr>
        </p:nvSpPr>
        <p:spPr>
          <a:xfrm>
            <a:off x="2642600" y="1402251"/>
            <a:ext cx="19293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4" name="Google Shape;974;p23"/>
          <p:cNvSpPr txBox="1">
            <a:spLocks noGrp="1"/>
          </p:cNvSpPr>
          <p:nvPr>
            <p:ph type="subTitle" idx="3"/>
          </p:nvPr>
        </p:nvSpPr>
        <p:spPr>
          <a:xfrm>
            <a:off x="2864150" y="3430348"/>
            <a:ext cx="14862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23"/>
          <p:cNvSpPr txBox="1">
            <a:spLocks noGrp="1"/>
          </p:cNvSpPr>
          <p:nvPr>
            <p:ph type="title" idx="4" hasCustomPrompt="1"/>
          </p:nvPr>
        </p:nvSpPr>
        <p:spPr>
          <a:xfrm>
            <a:off x="4571975" y="1402251"/>
            <a:ext cx="19293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6" name="Google Shape;976;p23"/>
          <p:cNvSpPr txBox="1">
            <a:spLocks noGrp="1"/>
          </p:cNvSpPr>
          <p:nvPr>
            <p:ph type="subTitle" idx="5"/>
          </p:nvPr>
        </p:nvSpPr>
        <p:spPr>
          <a:xfrm>
            <a:off x="4793525" y="3430346"/>
            <a:ext cx="14862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7" name="Google Shape;977;p23"/>
          <p:cNvSpPr txBox="1">
            <a:spLocks noGrp="1"/>
          </p:cNvSpPr>
          <p:nvPr>
            <p:ph type="title" idx="6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978" name="Google Shape;978;p23"/>
          <p:cNvSpPr txBox="1">
            <a:spLocks noGrp="1"/>
          </p:cNvSpPr>
          <p:nvPr>
            <p:ph type="title" idx="7"/>
          </p:nvPr>
        </p:nvSpPr>
        <p:spPr>
          <a:xfrm>
            <a:off x="934775" y="3027526"/>
            <a:ext cx="1486200" cy="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979" name="Google Shape;979;p23"/>
          <p:cNvSpPr txBox="1">
            <a:spLocks noGrp="1"/>
          </p:cNvSpPr>
          <p:nvPr>
            <p:ph type="title" idx="8"/>
          </p:nvPr>
        </p:nvSpPr>
        <p:spPr>
          <a:xfrm>
            <a:off x="2864150" y="3027526"/>
            <a:ext cx="1486200" cy="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980" name="Google Shape;980;p23"/>
          <p:cNvSpPr txBox="1">
            <a:spLocks noGrp="1"/>
          </p:cNvSpPr>
          <p:nvPr>
            <p:ph type="title" idx="9"/>
          </p:nvPr>
        </p:nvSpPr>
        <p:spPr>
          <a:xfrm>
            <a:off x="4793525" y="3027526"/>
            <a:ext cx="1486200" cy="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981" name="Google Shape;981;p23"/>
          <p:cNvSpPr txBox="1">
            <a:spLocks noGrp="1"/>
          </p:cNvSpPr>
          <p:nvPr>
            <p:ph type="title" idx="13" hasCustomPrompt="1"/>
          </p:nvPr>
        </p:nvSpPr>
        <p:spPr>
          <a:xfrm>
            <a:off x="6501275" y="1402251"/>
            <a:ext cx="19293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2" name="Google Shape;982;p23"/>
          <p:cNvSpPr txBox="1">
            <a:spLocks noGrp="1"/>
          </p:cNvSpPr>
          <p:nvPr>
            <p:ph type="subTitle" idx="14"/>
          </p:nvPr>
        </p:nvSpPr>
        <p:spPr>
          <a:xfrm>
            <a:off x="6722825" y="3430346"/>
            <a:ext cx="14862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23"/>
          <p:cNvSpPr txBox="1">
            <a:spLocks noGrp="1"/>
          </p:cNvSpPr>
          <p:nvPr>
            <p:ph type="title" idx="15"/>
          </p:nvPr>
        </p:nvSpPr>
        <p:spPr>
          <a:xfrm>
            <a:off x="6722825" y="3027526"/>
            <a:ext cx="1486200" cy="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984" name="Google Shape;984;p23"/>
          <p:cNvSpPr/>
          <p:nvPr/>
        </p:nvSpPr>
        <p:spPr>
          <a:xfrm>
            <a:off x="184975" y="283402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23"/>
          <p:cNvSpPr/>
          <p:nvPr/>
        </p:nvSpPr>
        <p:spPr>
          <a:xfrm>
            <a:off x="7163088" y="95827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23"/>
          <p:cNvSpPr/>
          <p:nvPr/>
        </p:nvSpPr>
        <p:spPr>
          <a:xfrm>
            <a:off x="218675" y="116965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3"/>
          <p:cNvSpPr/>
          <p:nvPr/>
        </p:nvSpPr>
        <p:spPr>
          <a:xfrm>
            <a:off x="6581900" y="476343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23"/>
          <p:cNvSpPr/>
          <p:nvPr/>
        </p:nvSpPr>
        <p:spPr>
          <a:xfrm>
            <a:off x="4411025" y="4452538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9" name="Google Shape;989;p23"/>
          <p:cNvGrpSpPr/>
          <p:nvPr/>
        </p:nvGrpSpPr>
        <p:grpSpPr>
          <a:xfrm>
            <a:off x="8552600" y="1513888"/>
            <a:ext cx="311900" cy="314700"/>
            <a:chOff x="8571050" y="1873050"/>
            <a:chExt cx="311900" cy="314700"/>
          </a:xfrm>
        </p:grpSpPr>
        <p:sp>
          <p:nvSpPr>
            <p:cNvPr id="990" name="Google Shape;990;p23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3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3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3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23"/>
          <p:cNvGrpSpPr/>
          <p:nvPr/>
        </p:nvGrpSpPr>
        <p:grpSpPr>
          <a:xfrm>
            <a:off x="498550" y="4406025"/>
            <a:ext cx="311900" cy="314700"/>
            <a:chOff x="8571050" y="1873050"/>
            <a:chExt cx="311900" cy="314700"/>
          </a:xfrm>
        </p:grpSpPr>
        <p:sp>
          <p:nvSpPr>
            <p:cNvPr id="995" name="Google Shape;995;p23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3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3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3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9" name="Google Shape;999;p23"/>
          <p:cNvGrpSpPr/>
          <p:nvPr/>
        </p:nvGrpSpPr>
        <p:grpSpPr>
          <a:xfrm>
            <a:off x="1036400" y="590575"/>
            <a:ext cx="730975" cy="238525"/>
            <a:chOff x="3798300" y="2287225"/>
            <a:chExt cx="730975" cy="238525"/>
          </a:xfrm>
        </p:grpSpPr>
        <p:sp>
          <p:nvSpPr>
            <p:cNvPr id="1000" name="Google Shape;1000;p23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3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23"/>
          <p:cNvGrpSpPr/>
          <p:nvPr/>
        </p:nvGrpSpPr>
        <p:grpSpPr>
          <a:xfrm>
            <a:off x="8165825" y="4488700"/>
            <a:ext cx="529900" cy="149350"/>
            <a:chOff x="3898800" y="2624300"/>
            <a:chExt cx="529900" cy="149350"/>
          </a:xfrm>
        </p:grpSpPr>
        <p:sp>
          <p:nvSpPr>
            <p:cNvPr id="1003" name="Google Shape;1003;p23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3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5"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6" name="Google Shape;1006;p24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007" name="Google Shape;1007;p24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4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4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4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4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4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4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4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4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4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4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4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4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2" name="Google Shape;1032;p24"/>
          <p:cNvSpPr txBox="1">
            <a:spLocks noGrp="1"/>
          </p:cNvSpPr>
          <p:nvPr>
            <p:ph type="title"/>
          </p:nvPr>
        </p:nvSpPr>
        <p:spPr>
          <a:xfrm>
            <a:off x="3650175" y="2532250"/>
            <a:ext cx="4320600" cy="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50">
                <a:solidFill>
                  <a:srgbClr val="212529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3" name="Google Shape;1033;p24"/>
          <p:cNvSpPr txBox="1">
            <a:spLocks noGrp="1"/>
          </p:cNvSpPr>
          <p:nvPr>
            <p:ph type="title" idx="2" hasCustomPrompt="1"/>
          </p:nvPr>
        </p:nvSpPr>
        <p:spPr>
          <a:xfrm>
            <a:off x="6349924" y="1000925"/>
            <a:ext cx="16209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034" name="Google Shape;1034;p24"/>
          <p:cNvSpPr txBox="1">
            <a:spLocks noGrp="1"/>
          </p:cNvSpPr>
          <p:nvPr>
            <p:ph type="subTitle" idx="1"/>
          </p:nvPr>
        </p:nvSpPr>
        <p:spPr>
          <a:xfrm>
            <a:off x="3650175" y="3545650"/>
            <a:ext cx="4270200" cy="53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5" name="Google Shape;1035;p24"/>
          <p:cNvSpPr/>
          <p:nvPr/>
        </p:nvSpPr>
        <p:spPr>
          <a:xfrm flipH="1">
            <a:off x="4235673" y="30172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24"/>
          <p:cNvSpPr/>
          <p:nvPr/>
        </p:nvSpPr>
        <p:spPr>
          <a:xfrm flipH="1">
            <a:off x="5039723" y="45493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24"/>
          <p:cNvSpPr/>
          <p:nvPr/>
        </p:nvSpPr>
        <p:spPr>
          <a:xfrm flipH="1">
            <a:off x="8140473" y="45237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24"/>
          <p:cNvSpPr/>
          <p:nvPr/>
        </p:nvSpPr>
        <p:spPr>
          <a:xfrm flipH="1">
            <a:off x="677773" y="207608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24"/>
          <p:cNvSpPr/>
          <p:nvPr/>
        </p:nvSpPr>
        <p:spPr>
          <a:xfrm flipH="1">
            <a:off x="4701123" y="453110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24"/>
          <p:cNvSpPr/>
          <p:nvPr/>
        </p:nvSpPr>
        <p:spPr>
          <a:xfrm flipH="1">
            <a:off x="8601460" y="41684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24"/>
          <p:cNvSpPr/>
          <p:nvPr/>
        </p:nvSpPr>
        <p:spPr>
          <a:xfrm flipH="1">
            <a:off x="935498" y="53551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2" name="Google Shape;1042;p24"/>
          <p:cNvGrpSpPr/>
          <p:nvPr/>
        </p:nvGrpSpPr>
        <p:grpSpPr>
          <a:xfrm>
            <a:off x="1984148" y="1499250"/>
            <a:ext cx="529900" cy="149350"/>
            <a:chOff x="3898800" y="2624300"/>
            <a:chExt cx="529900" cy="149350"/>
          </a:xfrm>
        </p:grpSpPr>
        <p:sp>
          <p:nvSpPr>
            <p:cNvPr id="1043" name="Google Shape;1043;p24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4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5" name="Google Shape;1045;p24"/>
          <p:cNvGrpSpPr/>
          <p:nvPr/>
        </p:nvGrpSpPr>
        <p:grpSpPr>
          <a:xfrm flipH="1">
            <a:off x="1714823" y="4593150"/>
            <a:ext cx="581325" cy="169475"/>
            <a:chOff x="5393300" y="2420750"/>
            <a:chExt cx="581325" cy="169475"/>
          </a:xfrm>
        </p:grpSpPr>
        <p:sp>
          <p:nvSpPr>
            <p:cNvPr id="1046" name="Google Shape;1046;p24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5_1"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oogle Shape;1049;p25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050" name="Google Shape;1050;p25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5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5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5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5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5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5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5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5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5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5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5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5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5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5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5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5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5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5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5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5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5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5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5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5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5" name="Google Shape;1075;p25"/>
          <p:cNvSpPr txBox="1">
            <a:spLocks noGrp="1"/>
          </p:cNvSpPr>
          <p:nvPr>
            <p:ph type="title"/>
          </p:nvPr>
        </p:nvSpPr>
        <p:spPr>
          <a:xfrm>
            <a:off x="2436900" y="2532250"/>
            <a:ext cx="4270200" cy="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50">
                <a:solidFill>
                  <a:srgbClr val="21252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6" name="Google Shape;1076;p25"/>
          <p:cNvSpPr txBox="1">
            <a:spLocks noGrp="1"/>
          </p:cNvSpPr>
          <p:nvPr>
            <p:ph type="title" idx="2" hasCustomPrompt="1"/>
          </p:nvPr>
        </p:nvSpPr>
        <p:spPr>
          <a:xfrm>
            <a:off x="3944100" y="1000931"/>
            <a:ext cx="12558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077" name="Google Shape;1077;p25"/>
          <p:cNvSpPr txBox="1">
            <a:spLocks noGrp="1"/>
          </p:cNvSpPr>
          <p:nvPr>
            <p:ph type="subTitle" idx="1"/>
          </p:nvPr>
        </p:nvSpPr>
        <p:spPr>
          <a:xfrm>
            <a:off x="2436900" y="3545662"/>
            <a:ext cx="4270200" cy="53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25"/>
          <p:cNvSpPr/>
          <p:nvPr/>
        </p:nvSpPr>
        <p:spPr>
          <a:xfrm>
            <a:off x="5149850" y="4704825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25"/>
          <p:cNvSpPr/>
          <p:nvPr/>
        </p:nvSpPr>
        <p:spPr>
          <a:xfrm>
            <a:off x="1188725" y="42932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25"/>
          <p:cNvSpPr/>
          <p:nvPr/>
        </p:nvSpPr>
        <p:spPr>
          <a:xfrm>
            <a:off x="2869538" y="70735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25"/>
          <p:cNvSpPr/>
          <p:nvPr/>
        </p:nvSpPr>
        <p:spPr>
          <a:xfrm>
            <a:off x="8388225" y="47217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25"/>
          <p:cNvSpPr/>
          <p:nvPr/>
        </p:nvSpPr>
        <p:spPr>
          <a:xfrm>
            <a:off x="552263" y="7625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25"/>
          <p:cNvGrpSpPr/>
          <p:nvPr/>
        </p:nvGrpSpPr>
        <p:grpSpPr>
          <a:xfrm>
            <a:off x="2170700" y="4450613"/>
            <a:ext cx="311900" cy="314700"/>
            <a:chOff x="8571050" y="1873050"/>
            <a:chExt cx="311900" cy="314700"/>
          </a:xfrm>
        </p:grpSpPr>
        <p:sp>
          <p:nvSpPr>
            <p:cNvPr id="1084" name="Google Shape;1084;p25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5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5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5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8" name="Google Shape;1088;p25"/>
          <p:cNvSpPr/>
          <p:nvPr/>
        </p:nvSpPr>
        <p:spPr>
          <a:xfrm rot="989451">
            <a:off x="6924573" y="861363"/>
            <a:ext cx="121724" cy="113202"/>
          </a:xfrm>
          <a:custGeom>
            <a:avLst/>
            <a:gdLst/>
            <a:ahLst/>
            <a:cxnLst/>
            <a:rect l="l" t="t" r="r" b="b"/>
            <a:pathLst>
              <a:path w="4371" h="4065" extrusionOk="0">
                <a:moveTo>
                  <a:pt x="2803" y="1301"/>
                </a:moveTo>
                <a:cubicBezTo>
                  <a:pt x="2803" y="1312"/>
                  <a:pt x="2810" y="1323"/>
                  <a:pt x="2818" y="1331"/>
                </a:cubicBezTo>
                <a:lnTo>
                  <a:pt x="2818" y="1331"/>
                </a:lnTo>
                <a:lnTo>
                  <a:pt x="2803" y="1301"/>
                </a:lnTo>
                <a:close/>
                <a:moveTo>
                  <a:pt x="1902" y="934"/>
                </a:moveTo>
                <a:cubicBezTo>
                  <a:pt x="2039" y="973"/>
                  <a:pt x="2176" y="990"/>
                  <a:pt x="2313" y="990"/>
                </a:cubicBezTo>
                <a:cubicBezTo>
                  <a:pt x="2337" y="990"/>
                  <a:pt x="2361" y="989"/>
                  <a:pt x="2385" y="988"/>
                </a:cubicBezTo>
                <a:lnTo>
                  <a:pt x="2385" y="988"/>
                </a:lnTo>
                <a:cubicBezTo>
                  <a:pt x="2391" y="992"/>
                  <a:pt x="2397" y="997"/>
                  <a:pt x="2403" y="1001"/>
                </a:cubicBezTo>
                <a:cubicBezTo>
                  <a:pt x="2469" y="1034"/>
                  <a:pt x="2536" y="1068"/>
                  <a:pt x="2569" y="1101"/>
                </a:cubicBezTo>
                <a:cubicBezTo>
                  <a:pt x="2569" y="1101"/>
                  <a:pt x="2633" y="1144"/>
                  <a:pt x="2625" y="1144"/>
                </a:cubicBezTo>
                <a:cubicBezTo>
                  <a:pt x="2623" y="1144"/>
                  <a:pt x="2616" y="1141"/>
                  <a:pt x="2603" y="1134"/>
                </a:cubicBezTo>
                <a:lnTo>
                  <a:pt x="2603" y="1134"/>
                </a:lnTo>
                <a:lnTo>
                  <a:pt x="2669" y="1168"/>
                </a:lnTo>
                <a:lnTo>
                  <a:pt x="2803" y="1301"/>
                </a:lnTo>
                <a:lnTo>
                  <a:pt x="2803" y="1301"/>
                </a:lnTo>
                <a:lnTo>
                  <a:pt x="2803" y="1301"/>
                </a:lnTo>
                <a:cubicBezTo>
                  <a:pt x="2803" y="1301"/>
                  <a:pt x="2803" y="1301"/>
                  <a:pt x="2803" y="1301"/>
                </a:cubicBezTo>
                <a:lnTo>
                  <a:pt x="2803" y="1301"/>
                </a:lnTo>
                <a:cubicBezTo>
                  <a:pt x="2831" y="1329"/>
                  <a:pt x="2835" y="1340"/>
                  <a:pt x="2831" y="1340"/>
                </a:cubicBezTo>
                <a:cubicBezTo>
                  <a:pt x="2829" y="1340"/>
                  <a:pt x="2823" y="1336"/>
                  <a:pt x="2818" y="1331"/>
                </a:cubicBezTo>
                <a:lnTo>
                  <a:pt x="2818" y="1331"/>
                </a:lnTo>
                <a:lnTo>
                  <a:pt x="2870" y="1435"/>
                </a:lnTo>
                <a:cubicBezTo>
                  <a:pt x="2900" y="1465"/>
                  <a:pt x="2930" y="1522"/>
                  <a:pt x="2960" y="1583"/>
                </a:cubicBezTo>
                <a:lnTo>
                  <a:pt x="2960" y="1583"/>
                </a:lnTo>
                <a:cubicBezTo>
                  <a:pt x="2959" y="1587"/>
                  <a:pt x="2961" y="1601"/>
                  <a:pt x="2970" y="1635"/>
                </a:cubicBezTo>
                <a:lnTo>
                  <a:pt x="3003" y="1701"/>
                </a:lnTo>
                <a:cubicBezTo>
                  <a:pt x="3003" y="1768"/>
                  <a:pt x="3036" y="1835"/>
                  <a:pt x="3036" y="1902"/>
                </a:cubicBezTo>
                <a:cubicBezTo>
                  <a:pt x="3036" y="1935"/>
                  <a:pt x="3036" y="1968"/>
                  <a:pt x="3036" y="2035"/>
                </a:cubicBezTo>
                <a:lnTo>
                  <a:pt x="3036" y="2135"/>
                </a:lnTo>
                <a:cubicBezTo>
                  <a:pt x="3036" y="2202"/>
                  <a:pt x="3003" y="2269"/>
                  <a:pt x="3003" y="2335"/>
                </a:cubicBezTo>
                <a:cubicBezTo>
                  <a:pt x="2979" y="2360"/>
                  <a:pt x="2936" y="2439"/>
                  <a:pt x="2942" y="2439"/>
                </a:cubicBezTo>
                <a:cubicBezTo>
                  <a:pt x="2944" y="2439"/>
                  <a:pt x="2952" y="2428"/>
                  <a:pt x="2970" y="2402"/>
                </a:cubicBezTo>
                <a:lnTo>
                  <a:pt x="2970" y="2402"/>
                </a:lnTo>
                <a:cubicBezTo>
                  <a:pt x="2936" y="2469"/>
                  <a:pt x="2903" y="2535"/>
                  <a:pt x="2836" y="2602"/>
                </a:cubicBezTo>
                <a:cubicBezTo>
                  <a:pt x="2836" y="2602"/>
                  <a:pt x="2787" y="2676"/>
                  <a:pt x="2794" y="2676"/>
                </a:cubicBezTo>
                <a:cubicBezTo>
                  <a:pt x="2795" y="2676"/>
                  <a:pt x="2798" y="2674"/>
                  <a:pt x="2803" y="2669"/>
                </a:cubicBezTo>
                <a:cubicBezTo>
                  <a:pt x="2811" y="2652"/>
                  <a:pt x="2815" y="2646"/>
                  <a:pt x="2816" y="2646"/>
                </a:cubicBezTo>
                <a:lnTo>
                  <a:pt x="2816" y="2646"/>
                </a:lnTo>
                <a:cubicBezTo>
                  <a:pt x="2820" y="2646"/>
                  <a:pt x="2795" y="2702"/>
                  <a:pt x="2770" y="2702"/>
                </a:cubicBezTo>
                <a:cubicBezTo>
                  <a:pt x="2770" y="2702"/>
                  <a:pt x="2703" y="2802"/>
                  <a:pt x="2636" y="2836"/>
                </a:cubicBezTo>
                <a:lnTo>
                  <a:pt x="2569" y="2902"/>
                </a:lnTo>
                <a:lnTo>
                  <a:pt x="2403" y="3002"/>
                </a:lnTo>
                <a:cubicBezTo>
                  <a:pt x="2395" y="3006"/>
                  <a:pt x="2389" y="3009"/>
                  <a:pt x="2384" y="3012"/>
                </a:cubicBezTo>
                <a:lnTo>
                  <a:pt x="2384" y="3012"/>
                </a:lnTo>
                <a:cubicBezTo>
                  <a:pt x="2388" y="3007"/>
                  <a:pt x="2386" y="3002"/>
                  <a:pt x="2369" y="3002"/>
                </a:cubicBezTo>
                <a:lnTo>
                  <a:pt x="2269" y="3036"/>
                </a:lnTo>
                <a:cubicBezTo>
                  <a:pt x="2202" y="3036"/>
                  <a:pt x="2136" y="3069"/>
                  <a:pt x="2069" y="3069"/>
                </a:cubicBezTo>
                <a:lnTo>
                  <a:pt x="1769" y="3069"/>
                </a:lnTo>
                <a:cubicBezTo>
                  <a:pt x="1869" y="3069"/>
                  <a:pt x="1669" y="3069"/>
                  <a:pt x="1635" y="3036"/>
                </a:cubicBezTo>
                <a:cubicBezTo>
                  <a:pt x="1569" y="3036"/>
                  <a:pt x="1502" y="3002"/>
                  <a:pt x="1469" y="3002"/>
                </a:cubicBezTo>
                <a:cubicBezTo>
                  <a:pt x="1535" y="3002"/>
                  <a:pt x="1402" y="2936"/>
                  <a:pt x="1369" y="2936"/>
                </a:cubicBezTo>
                <a:lnTo>
                  <a:pt x="1302" y="2902"/>
                </a:lnTo>
                <a:cubicBezTo>
                  <a:pt x="1302" y="2902"/>
                  <a:pt x="1246" y="2846"/>
                  <a:pt x="1231" y="2846"/>
                </a:cubicBezTo>
                <a:cubicBezTo>
                  <a:pt x="1227" y="2846"/>
                  <a:pt x="1227" y="2852"/>
                  <a:pt x="1235" y="2869"/>
                </a:cubicBezTo>
                <a:cubicBezTo>
                  <a:pt x="1202" y="2802"/>
                  <a:pt x="1135" y="2769"/>
                  <a:pt x="1102" y="2702"/>
                </a:cubicBezTo>
                <a:cubicBezTo>
                  <a:pt x="1102" y="2702"/>
                  <a:pt x="1072" y="2673"/>
                  <a:pt x="1062" y="2673"/>
                </a:cubicBezTo>
                <a:cubicBezTo>
                  <a:pt x="1062" y="2673"/>
                  <a:pt x="1062" y="2673"/>
                  <a:pt x="1061" y="2673"/>
                </a:cubicBezTo>
                <a:lnTo>
                  <a:pt x="1061" y="2673"/>
                </a:lnTo>
                <a:cubicBezTo>
                  <a:pt x="1052" y="2649"/>
                  <a:pt x="1035" y="2626"/>
                  <a:pt x="1035" y="2602"/>
                </a:cubicBezTo>
                <a:cubicBezTo>
                  <a:pt x="1002" y="2569"/>
                  <a:pt x="1002" y="2535"/>
                  <a:pt x="1002" y="2502"/>
                </a:cubicBezTo>
                <a:cubicBezTo>
                  <a:pt x="987" y="2459"/>
                  <a:pt x="985" y="2447"/>
                  <a:pt x="988" y="2447"/>
                </a:cubicBezTo>
                <a:lnTo>
                  <a:pt x="988" y="2447"/>
                </a:lnTo>
                <a:cubicBezTo>
                  <a:pt x="991" y="2447"/>
                  <a:pt x="1002" y="2469"/>
                  <a:pt x="1002" y="2469"/>
                </a:cubicBezTo>
                <a:cubicBezTo>
                  <a:pt x="1002" y="2402"/>
                  <a:pt x="1002" y="2369"/>
                  <a:pt x="1002" y="2302"/>
                </a:cubicBezTo>
                <a:cubicBezTo>
                  <a:pt x="1002" y="2269"/>
                  <a:pt x="1002" y="2235"/>
                  <a:pt x="1002" y="2202"/>
                </a:cubicBezTo>
                <a:lnTo>
                  <a:pt x="1002" y="2168"/>
                </a:lnTo>
                <a:cubicBezTo>
                  <a:pt x="1002" y="2135"/>
                  <a:pt x="1035" y="2035"/>
                  <a:pt x="1035" y="1968"/>
                </a:cubicBezTo>
                <a:cubicBezTo>
                  <a:pt x="1068" y="1902"/>
                  <a:pt x="1068" y="1868"/>
                  <a:pt x="1102" y="1802"/>
                </a:cubicBezTo>
                <a:lnTo>
                  <a:pt x="1168" y="1668"/>
                </a:lnTo>
                <a:cubicBezTo>
                  <a:pt x="1202" y="1601"/>
                  <a:pt x="1235" y="1535"/>
                  <a:pt x="1268" y="1468"/>
                </a:cubicBezTo>
                <a:lnTo>
                  <a:pt x="1335" y="1368"/>
                </a:lnTo>
                <a:cubicBezTo>
                  <a:pt x="1336" y="1367"/>
                  <a:pt x="1337" y="1366"/>
                  <a:pt x="1337" y="1366"/>
                </a:cubicBezTo>
                <a:cubicBezTo>
                  <a:pt x="1337" y="1366"/>
                  <a:pt x="1344" y="1359"/>
                  <a:pt x="1369" y="1335"/>
                </a:cubicBezTo>
                <a:lnTo>
                  <a:pt x="1535" y="1168"/>
                </a:lnTo>
                <a:lnTo>
                  <a:pt x="1602" y="1101"/>
                </a:lnTo>
                <a:lnTo>
                  <a:pt x="1635" y="1068"/>
                </a:lnTo>
                <a:cubicBezTo>
                  <a:pt x="1702" y="1034"/>
                  <a:pt x="1769" y="968"/>
                  <a:pt x="1836" y="934"/>
                </a:cubicBezTo>
                <a:close/>
                <a:moveTo>
                  <a:pt x="1869" y="0"/>
                </a:moveTo>
                <a:cubicBezTo>
                  <a:pt x="1602" y="0"/>
                  <a:pt x="1369" y="100"/>
                  <a:pt x="1168" y="234"/>
                </a:cubicBezTo>
                <a:cubicBezTo>
                  <a:pt x="535" y="701"/>
                  <a:pt x="101" y="1435"/>
                  <a:pt x="34" y="2235"/>
                </a:cubicBezTo>
                <a:cubicBezTo>
                  <a:pt x="1" y="2669"/>
                  <a:pt x="134" y="3102"/>
                  <a:pt x="468" y="3436"/>
                </a:cubicBezTo>
                <a:cubicBezTo>
                  <a:pt x="872" y="3855"/>
                  <a:pt x="1413" y="4065"/>
                  <a:pt x="1953" y="4065"/>
                </a:cubicBezTo>
                <a:cubicBezTo>
                  <a:pt x="2574" y="4065"/>
                  <a:pt x="3193" y="3789"/>
                  <a:pt x="3603" y="3236"/>
                </a:cubicBezTo>
                <a:cubicBezTo>
                  <a:pt x="4371" y="2235"/>
                  <a:pt x="4004" y="767"/>
                  <a:pt x="2870" y="200"/>
                </a:cubicBezTo>
                <a:cubicBezTo>
                  <a:pt x="2828" y="178"/>
                  <a:pt x="2787" y="163"/>
                  <a:pt x="2747" y="154"/>
                </a:cubicBezTo>
                <a:lnTo>
                  <a:pt x="2747" y="154"/>
                </a:lnTo>
                <a:cubicBezTo>
                  <a:pt x="2663" y="90"/>
                  <a:pt x="2563" y="52"/>
                  <a:pt x="2454" y="52"/>
                </a:cubicBezTo>
                <a:cubicBezTo>
                  <a:pt x="2416" y="52"/>
                  <a:pt x="2376" y="57"/>
                  <a:pt x="2336" y="67"/>
                </a:cubicBezTo>
                <a:lnTo>
                  <a:pt x="2202" y="34"/>
                </a:lnTo>
                <a:cubicBezTo>
                  <a:pt x="2069" y="0"/>
                  <a:pt x="1969" y="0"/>
                  <a:pt x="1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5_1_1"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p26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091" name="Google Shape;1091;p26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6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6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6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6" name="Google Shape;1116;p26"/>
          <p:cNvSpPr txBox="1">
            <a:spLocks noGrp="1"/>
          </p:cNvSpPr>
          <p:nvPr>
            <p:ph type="title"/>
          </p:nvPr>
        </p:nvSpPr>
        <p:spPr>
          <a:xfrm>
            <a:off x="3677026" y="1861775"/>
            <a:ext cx="4270200" cy="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550">
                <a:solidFill>
                  <a:srgbClr val="21252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17" name="Google Shape;1117;p26"/>
          <p:cNvSpPr txBox="1">
            <a:spLocks noGrp="1"/>
          </p:cNvSpPr>
          <p:nvPr>
            <p:ph type="title" idx="2" hasCustomPrompt="1"/>
          </p:nvPr>
        </p:nvSpPr>
        <p:spPr>
          <a:xfrm>
            <a:off x="1935363" y="1967119"/>
            <a:ext cx="12558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118" name="Google Shape;1118;p26"/>
          <p:cNvSpPr txBox="1">
            <a:spLocks noGrp="1"/>
          </p:cNvSpPr>
          <p:nvPr>
            <p:ph type="subTitle" idx="1"/>
          </p:nvPr>
        </p:nvSpPr>
        <p:spPr>
          <a:xfrm>
            <a:off x="3677013" y="2828211"/>
            <a:ext cx="4270200" cy="53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9" name="Google Shape;1119;p26"/>
          <p:cNvSpPr/>
          <p:nvPr/>
        </p:nvSpPr>
        <p:spPr>
          <a:xfrm>
            <a:off x="7580575" y="3941288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26"/>
          <p:cNvSpPr/>
          <p:nvPr/>
        </p:nvSpPr>
        <p:spPr>
          <a:xfrm>
            <a:off x="2087775" y="47795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26"/>
          <p:cNvSpPr/>
          <p:nvPr/>
        </p:nvSpPr>
        <p:spPr>
          <a:xfrm>
            <a:off x="2399575" y="89882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6"/>
          <p:cNvSpPr/>
          <p:nvPr/>
        </p:nvSpPr>
        <p:spPr>
          <a:xfrm>
            <a:off x="442663" y="305977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26"/>
          <p:cNvSpPr/>
          <p:nvPr/>
        </p:nvSpPr>
        <p:spPr>
          <a:xfrm>
            <a:off x="4092475" y="605238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26"/>
          <p:cNvSpPr/>
          <p:nvPr/>
        </p:nvSpPr>
        <p:spPr>
          <a:xfrm>
            <a:off x="5716338" y="108847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26"/>
          <p:cNvSpPr/>
          <p:nvPr/>
        </p:nvSpPr>
        <p:spPr>
          <a:xfrm>
            <a:off x="915925" y="165621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6" name="Google Shape;1126;p26"/>
          <p:cNvGrpSpPr/>
          <p:nvPr/>
        </p:nvGrpSpPr>
        <p:grpSpPr>
          <a:xfrm>
            <a:off x="5450525" y="4284600"/>
            <a:ext cx="311900" cy="314700"/>
            <a:chOff x="8571050" y="1873050"/>
            <a:chExt cx="311900" cy="314700"/>
          </a:xfrm>
        </p:grpSpPr>
        <p:sp>
          <p:nvSpPr>
            <p:cNvPr id="1127" name="Google Shape;1127;p26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1" name="Google Shape;1131;p26"/>
          <p:cNvGrpSpPr/>
          <p:nvPr/>
        </p:nvGrpSpPr>
        <p:grpSpPr>
          <a:xfrm flipH="1">
            <a:off x="7917350" y="2521938"/>
            <a:ext cx="730975" cy="238525"/>
            <a:chOff x="3798300" y="2287225"/>
            <a:chExt cx="730975" cy="238525"/>
          </a:xfrm>
        </p:grpSpPr>
        <p:sp>
          <p:nvSpPr>
            <p:cNvPr id="1132" name="Google Shape;1132;p26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26"/>
          <p:cNvGrpSpPr/>
          <p:nvPr/>
        </p:nvGrpSpPr>
        <p:grpSpPr>
          <a:xfrm flipH="1">
            <a:off x="3129650" y="4135250"/>
            <a:ext cx="529900" cy="149350"/>
            <a:chOff x="3898800" y="2624300"/>
            <a:chExt cx="529900" cy="149350"/>
          </a:xfrm>
        </p:grpSpPr>
        <p:sp>
          <p:nvSpPr>
            <p:cNvPr id="1135" name="Google Shape;1135;p26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27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139" name="Google Shape;1139;p27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7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7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7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7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7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7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7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7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7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7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7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7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7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7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7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7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7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7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7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7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7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7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7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4" name="Google Shape;1164;p27"/>
          <p:cNvSpPr txBox="1">
            <a:spLocks noGrp="1"/>
          </p:cNvSpPr>
          <p:nvPr>
            <p:ph type="title"/>
          </p:nvPr>
        </p:nvSpPr>
        <p:spPr>
          <a:xfrm flipH="1">
            <a:off x="5574175" y="968750"/>
            <a:ext cx="2856600" cy="21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165" name="Google Shape;1165;p27"/>
          <p:cNvSpPr txBox="1">
            <a:spLocks noGrp="1"/>
          </p:cNvSpPr>
          <p:nvPr>
            <p:ph type="subTitle" idx="1"/>
          </p:nvPr>
        </p:nvSpPr>
        <p:spPr>
          <a:xfrm flipH="1">
            <a:off x="4790550" y="3235162"/>
            <a:ext cx="36402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7"/>
          <p:cNvSpPr/>
          <p:nvPr/>
        </p:nvSpPr>
        <p:spPr>
          <a:xfrm>
            <a:off x="6334238" y="5928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27"/>
          <p:cNvSpPr/>
          <p:nvPr/>
        </p:nvSpPr>
        <p:spPr>
          <a:xfrm>
            <a:off x="4363363" y="399427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8" name="Google Shape;1168;p27"/>
          <p:cNvGrpSpPr/>
          <p:nvPr/>
        </p:nvGrpSpPr>
        <p:grpSpPr>
          <a:xfrm>
            <a:off x="8430750" y="4407838"/>
            <a:ext cx="311900" cy="314700"/>
            <a:chOff x="8571050" y="1873050"/>
            <a:chExt cx="311900" cy="314700"/>
          </a:xfrm>
        </p:grpSpPr>
        <p:sp>
          <p:nvSpPr>
            <p:cNvPr id="1169" name="Google Shape;1169;p27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7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7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7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3" name="Google Shape;1173;p27"/>
          <p:cNvGrpSpPr/>
          <p:nvPr/>
        </p:nvGrpSpPr>
        <p:grpSpPr>
          <a:xfrm>
            <a:off x="6405150" y="4490525"/>
            <a:ext cx="529900" cy="149350"/>
            <a:chOff x="3898800" y="2624300"/>
            <a:chExt cx="529900" cy="149350"/>
          </a:xfrm>
        </p:grpSpPr>
        <p:sp>
          <p:nvSpPr>
            <p:cNvPr id="1174" name="Google Shape;1174;p27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7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_1_1"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Google Shape;1177;p28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178" name="Google Shape;1178;p28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8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8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8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8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8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8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8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8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8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8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8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8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8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8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8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8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8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8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8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3" name="Google Shape;1203;p28"/>
          <p:cNvSpPr txBox="1">
            <a:spLocks noGrp="1"/>
          </p:cNvSpPr>
          <p:nvPr>
            <p:ph type="title"/>
          </p:nvPr>
        </p:nvSpPr>
        <p:spPr>
          <a:xfrm flipH="1">
            <a:off x="1143030" y="1301575"/>
            <a:ext cx="3714300" cy="10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204" name="Google Shape;1204;p28"/>
          <p:cNvSpPr txBox="1">
            <a:spLocks noGrp="1"/>
          </p:cNvSpPr>
          <p:nvPr>
            <p:ph type="subTitle" idx="1"/>
          </p:nvPr>
        </p:nvSpPr>
        <p:spPr>
          <a:xfrm flipH="1">
            <a:off x="1143425" y="2335075"/>
            <a:ext cx="6438600" cy="136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5" name="Google Shape;1205;p28"/>
          <p:cNvSpPr/>
          <p:nvPr/>
        </p:nvSpPr>
        <p:spPr>
          <a:xfrm>
            <a:off x="3965250" y="958263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28"/>
          <p:cNvSpPr/>
          <p:nvPr/>
        </p:nvSpPr>
        <p:spPr>
          <a:xfrm>
            <a:off x="208500" y="28786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28"/>
          <p:cNvSpPr/>
          <p:nvPr/>
        </p:nvSpPr>
        <p:spPr>
          <a:xfrm>
            <a:off x="4673538" y="444605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28"/>
          <p:cNvSpPr/>
          <p:nvPr/>
        </p:nvSpPr>
        <p:spPr>
          <a:xfrm>
            <a:off x="353075" y="66470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28"/>
          <p:cNvSpPr/>
          <p:nvPr/>
        </p:nvSpPr>
        <p:spPr>
          <a:xfrm>
            <a:off x="8579100" y="15605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28"/>
          <p:cNvSpPr/>
          <p:nvPr/>
        </p:nvSpPr>
        <p:spPr>
          <a:xfrm>
            <a:off x="6394938" y="44525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1" name="Google Shape;1211;p28"/>
          <p:cNvGrpSpPr/>
          <p:nvPr/>
        </p:nvGrpSpPr>
        <p:grpSpPr>
          <a:xfrm>
            <a:off x="5220250" y="1443438"/>
            <a:ext cx="311900" cy="314700"/>
            <a:chOff x="8571050" y="1873050"/>
            <a:chExt cx="311900" cy="314700"/>
          </a:xfrm>
        </p:grpSpPr>
        <p:sp>
          <p:nvSpPr>
            <p:cNvPr id="1212" name="Google Shape;1212;p28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6" name="Google Shape;1216;p28"/>
          <p:cNvGrpSpPr/>
          <p:nvPr/>
        </p:nvGrpSpPr>
        <p:grpSpPr>
          <a:xfrm>
            <a:off x="836125" y="4365463"/>
            <a:ext cx="311900" cy="314700"/>
            <a:chOff x="8571050" y="1873050"/>
            <a:chExt cx="311900" cy="314700"/>
          </a:xfrm>
        </p:grpSpPr>
        <p:sp>
          <p:nvSpPr>
            <p:cNvPr id="1217" name="Google Shape;1217;p28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28"/>
          <p:cNvGrpSpPr/>
          <p:nvPr/>
        </p:nvGrpSpPr>
        <p:grpSpPr>
          <a:xfrm>
            <a:off x="2029863" y="535513"/>
            <a:ext cx="730975" cy="238525"/>
            <a:chOff x="3798300" y="2287225"/>
            <a:chExt cx="730975" cy="238525"/>
          </a:xfrm>
        </p:grpSpPr>
        <p:sp>
          <p:nvSpPr>
            <p:cNvPr id="1222" name="Google Shape;1222;p28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4" name="Google Shape;1224;p28"/>
          <p:cNvGrpSpPr/>
          <p:nvPr/>
        </p:nvGrpSpPr>
        <p:grpSpPr>
          <a:xfrm>
            <a:off x="8049200" y="4100600"/>
            <a:ext cx="529900" cy="149350"/>
            <a:chOff x="3898800" y="2624300"/>
            <a:chExt cx="529900" cy="149350"/>
          </a:xfrm>
        </p:grpSpPr>
        <p:sp>
          <p:nvSpPr>
            <p:cNvPr id="1225" name="Google Shape;1225;p28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3_1_2"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" name="Google Shape;1228;p29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229" name="Google Shape;1229;p29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4" name="Google Shape;1254;p29"/>
          <p:cNvSpPr txBox="1">
            <a:spLocks noGrp="1"/>
          </p:cNvSpPr>
          <p:nvPr>
            <p:ph type="title"/>
          </p:nvPr>
        </p:nvSpPr>
        <p:spPr>
          <a:xfrm flipH="1">
            <a:off x="865700" y="1771400"/>
            <a:ext cx="39600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rgbClr val="21252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255" name="Google Shape;1255;p29"/>
          <p:cNvSpPr txBox="1">
            <a:spLocks noGrp="1"/>
          </p:cNvSpPr>
          <p:nvPr>
            <p:ph type="subTitle" idx="1"/>
          </p:nvPr>
        </p:nvSpPr>
        <p:spPr>
          <a:xfrm flipH="1">
            <a:off x="865800" y="2566100"/>
            <a:ext cx="3960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6" name="Google Shape;1256;p29"/>
          <p:cNvSpPr/>
          <p:nvPr/>
        </p:nvSpPr>
        <p:spPr>
          <a:xfrm>
            <a:off x="2180325" y="500088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29"/>
          <p:cNvSpPr/>
          <p:nvPr/>
        </p:nvSpPr>
        <p:spPr>
          <a:xfrm>
            <a:off x="2983125" y="46098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29"/>
          <p:cNvSpPr/>
          <p:nvPr/>
        </p:nvSpPr>
        <p:spPr>
          <a:xfrm>
            <a:off x="265775" y="311350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29"/>
          <p:cNvSpPr/>
          <p:nvPr/>
        </p:nvSpPr>
        <p:spPr>
          <a:xfrm>
            <a:off x="6728588" y="5001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29"/>
          <p:cNvSpPr/>
          <p:nvPr/>
        </p:nvSpPr>
        <p:spPr>
          <a:xfrm>
            <a:off x="3359325" y="1019713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29"/>
          <p:cNvSpPr/>
          <p:nvPr/>
        </p:nvSpPr>
        <p:spPr>
          <a:xfrm>
            <a:off x="7653575" y="436547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29"/>
          <p:cNvSpPr/>
          <p:nvPr/>
        </p:nvSpPr>
        <p:spPr>
          <a:xfrm>
            <a:off x="6077863" y="4640150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3" name="Google Shape;1263;p29"/>
          <p:cNvGrpSpPr/>
          <p:nvPr/>
        </p:nvGrpSpPr>
        <p:grpSpPr>
          <a:xfrm>
            <a:off x="3791875" y="3813588"/>
            <a:ext cx="311900" cy="314700"/>
            <a:chOff x="8571050" y="1873050"/>
            <a:chExt cx="311900" cy="314700"/>
          </a:xfrm>
        </p:grpSpPr>
        <p:sp>
          <p:nvSpPr>
            <p:cNvPr id="1264" name="Google Shape;1264;p29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8" name="Google Shape;1268;p29"/>
          <p:cNvGrpSpPr/>
          <p:nvPr/>
        </p:nvGrpSpPr>
        <p:grpSpPr>
          <a:xfrm>
            <a:off x="877850" y="4192275"/>
            <a:ext cx="730975" cy="238525"/>
            <a:chOff x="3798300" y="2287225"/>
            <a:chExt cx="730975" cy="238525"/>
          </a:xfrm>
        </p:grpSpPr>
        <p:sp>
          <p:nvSpPr>
            <p:cNvPr id="1269" name="Google Shape;1269;p29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1" name="Google Shape;1271;p29"/>
          <p:cNvGrpSpPr/>
          <p:nvPr/>
        </p:nvGrpSpPr>
        <p:grpSpPr>
          <a:xfrm>
            <a:off x="8165825" y="3896275"/>
            <a:ext cx="529900" cy="149350"/>
            <a:chOff x="3898800" y="2624300"/>
            <a:chExt cx="529900" cy="149350"/>
          </a:xfrm>
        </p:grpSpPr>
        <p:sp>
          <p:nvSpPr>
            <p:cNvPr id="1272" name="Google Shape;1272;p29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_1_2_1"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5" name="Google Shape;1275;p30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276" name="Google Shape;1276;p30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0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0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0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0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0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0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0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0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0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0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0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0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0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0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0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0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0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0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0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0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0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0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0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1" name="Google Shape;1301;p30"/>
          <p:cNvSpPr txBox="1">
            <a:spLocks noGrp="1"/>
          </p:cNvSpPr>
          <p:nvPr>
            <p:ph type="title"/>
          </p:nvPr>
        </p:nvSpPr>
        <p:spPr>
          <a:xfrm flipH="1">
            <a:off x="4318800" y="1732050"/>
            <a:ext cx="39594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rgbClr val="21252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302" name="Google Shape;1302;p30"/>
          <p:cNvSpPr txBox="1">
            <a:spLocks noGrp="1"/>
          </p:cNvSpPr>
          <p:nvPr>
            <p:ph type="subTitle" idx="1"/>
          </p:nvPr>
        </p:nvSpPr>
        <p:spPr>
          <a:xfrm flipH="1">
            <a:off x="4318975" y="2526750"/>
            <a:ext cx="3959400" cy="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3" name="Google Shape;1303;p30"/>
          <p:cNvSpPr/>
          <p:nvPr/>
        </p:nvSpPr>
        <p:spPr>
          <a:xfrm flipH="1">
            <a:off x="7071213" y="576288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30"/>
          <p:cNvSpPr/>
          <p:nvPr/>
        </p:nvSpPr>
        <p:spPr>
          <a:xfrm>
            <a:off x="3335425" y="48799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30"/>
          <p:cNvSpPr/>
          <p:nvPr/>
        </p:nvSpPr>
        <p:spPr>
          <a:xfrm>
            <a:off x="478575" y="273772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30"/>
          <p:cNvSpPr/>
          <p:nvPr/>
        </p:nvSpPr>
        <p:spPr>
          <a:xfrm flipH="1">
            <a:off x="2561325" y="5763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30"/>
          <p:cNvSpPr/>
          <p:nvPr/>
        </p:nvSpPr>
        <p:spPr>
          <a:xfrm>
            <a:off x="353075" y="66470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0"/>
          <p:cNvSpPr/>
          <p:nvPr/>
        </p:nvSpPr>
        <p:spPr>
          <a:xfrm>
            <a:off x="7254300" y="452740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0"/>
          <p:cNvSpPr/>
          <p:nvPr/>
        </p:nvSpPr>
        <p:spPr>
          <a:xfrm>
            <a:off x="4842088" y="44525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0" name="Google Shape;1310;p30"/>
          <p:cNvGrpSpPr/>
          <p:nvPr/>
        </p:nvGrpSpPr>
        <p:grpSpPr>
          <a:xfrm>
            <a:off x="8336825" y="4085613"/>
            <a:ext cx="311900" cy="314700"/>
            <a:chOff x="8571050" y="1873050"/>
            <a:chExt cx="311900" cy="314700"/>
          </a:xfrm>
        </p:grpSpPr>
        <p:sp>
          <p:nvSpPr>
            <p:cNvPr id="1311" name="Google Shape;1311;p30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5" name="Google Shape;1315;p30"/>
          <p:cNvGrpSpPr/>
          <p:nvPr/>
        </p:nvGrpSpPr>
        <p:grpSpPr>
          <a:xfrm>
            <a:off x="4572000" y="1036450"/>
            <a:ext cx="730975" cy="238525"/>
            <a:chOff x="3798300" y="2287225"/>
            <a:chExt cx="730975" cy="238525"/>
          </a:xfrm>
        </p:grpSpPr>
        <p:sp>
          <p:nvSpPr>
            <p:cNvPr id="1316" name="Google Shape;1316;p30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8" name="Google Shape;1318;p30"/>
          <p:cNvGrpSpPr/>
          <p:nvPr/>
        </p:nvGrpSpPr>
        <p:grpSpPr>
          <a:xfrm>
            <a:off x="5594875" y="3812425"/>
            <a:ext cx="529900" cy="149350"/>
            <a:chOff x="3898800" y="2624300"/>
            <a:chExt cx="529900" cy="149350"/>
          </a:xfrm>
        </p:grpSpPr>
        <p:sp>
          <p:nvSpPr>
            <p:cNvPr id="1319" name="Google Shape;1319;p30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1_2_2"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2" name="Google Shape;1322;p31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323" name="Google Shape;1323;p31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1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1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1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1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1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1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1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1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1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1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1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1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1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1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1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1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1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1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1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1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1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1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1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1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8" name="Google Shape;1348;p31"/>
          <p:cNvSpPr txBox="1">
            <a:spLocks noGrp="1"/>
          </p:cNvSpPr>
          <p:nvPr>
            <p:ph type="title"/>
          </p:nvPr>
        </p:nvSpPr>
        <p:spPr>
          <a:xfrm flipH="1">
            <a:off x="865691" y="1771400"/>
            <a:ext cx="39591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>
                <a:solidFill>
                  <a:srgbClr val="21252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349" name="Google Shape;1349;p31"/>
          <p:cNvSpPr txBox="1">
            <a:spLocks noGrp="1"/>
          </p:cNvSpPr>
          <p:nvPr>
            <p:ph type="subTitle" idx="1"/>
          </p:nvPr>
        </p:nvSpPr>
        <p:spPr>
          <a:xfrm flipH="1">
            <a:off x="865871" y="2566100"/>
            <a:ext cx="3959100" cy="8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0" name="Google Shape;1350;p31"/>
          <p:cNvSpPr/>
          <p:nvPr/>
        </p:nvSpPr>
        <p:spPr>
          <a:xfrm>
            <a:off x="8157838" y="275235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31"/>
          <p:cNvSpPr/>
          <p:nvPr/>
        </p:nvSpPr>
        <p:spPr>
          <a:xfrm>
            <a:off x="6830913" y="3570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31"/>
          <p:cNvSpPr/>
          <p:nvPr/>
        </p:nvSpPr>
        <p:spPr>
          <a:xfrm>
            <a:off x="178600" y="2965588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31"/>
          <p:cNvSpPr/>
          <p:nvPr/>
        </p:nvSpPr>
        <p:spPr>
          <a:xfrm>
            <a:off x="2503575" y="418273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31"/>
          <p:cNvSpPr/>
          <p:nvPr/>
        </p:nvSpPr>
        <p:spPr>
          <a:xfrm>
            <a:off x="653250" y="760575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31"/>
          <p:cNvSpPr/>
          <p:nvPr/>
        </p:nvSpPr>
        <p:spPr>
          <a:xfrm>
            <a:off x="653250" y="414161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31"/>
          <p:cNvGrpSpPr/>
          <p:nvPr/>
        </p:nvGrpSpPr>
        <p:grpSpPr>
          <a:xfrm>
            <a:off x="5032475" y="4607963"/>
            <a:ext cx="311900" cy="314700"/>
            <a:chOff x="8571050" y="1873050"/>
            <a:chExt cx="311900" cy="314700"/>
          </a:xfrm>
        </p:grpSpPr>
        <p:sp>
          <p:nvSpPr>
            <p:cNvPr id="1357" name="Google Shape;1357;p31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1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1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1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" name="Google Shape;1361;p31"/>
          <p:cNvGrpSpPr/>
          <p:nvPr/>
        </p:nvGrpSpPr>
        <p:grpSpPr>
          <a:xfrm>
            <a:off x="3214984" y="795408"/>
            <a:ext cx="686239" cy="223927"/>
            <a:chOff x="3798300" y="2287225"/>
            <a:chExt cx="730975" cy="238525"/>
          </a:xfrm>
        </p:grpSpPr>
        <p:sp>
          <p:nvSpPr>
            <p:cNvPr id="1362" name="Google Shape;1362;p31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1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4" name="Google Shape;1364;p31"/>
          <p:cNvGrpSpPr/>
          <p:nvPr/>
        </p:nvGrpSpPr>
        <p:grpSpPr>
          <a:xfrm>
            <a:off x="8157895" y="4685773"/>
            <a:ext cx="545748" cy="159103"/>
            <a:chOff x="5393300" y="2420750"/>
            <a:chExt cx="581325" cy="169475"/>
          </a:xfrm>
        </p:grpSpPr>
        <p:sp>
          <p:nvSpPr>
            <p:cNvPr id="1365" name="Google Shape;1365;p31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1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_1_2_2_1"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8" name="Google Shape;1368;p32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369" name="Google Shape;1369;p32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2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2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2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2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2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2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2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2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2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2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2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2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2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2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2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2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2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2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2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2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2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2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2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2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4" name="Google Shape;1394;p32"/>
          <p:cNvSpPr txBox="1">
            <a:spLocks noGrp="1"/>
          </p:cNvSpPr>
          <p:nvPr>
            <p:ph type="title"/>
          </p:nvPr>
        </p:nvSpPr>
        <p:spPr>
          <a:xfrm>
            <a:off x="2781150" y="1430400"/>
            <a:ext cx="3581700" cy="60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 sz="3100" b="1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395" name="Google Shape;1395;p32"/>
          <p:cNvSpPr txBox="1">
            <a:spLocks noGrp="1"/>
          </p:cNvSpPr>
          <p:nvPr>
            <p:ph type="subTitle" idx="1"/>
          </p:nvPr>
        </p:nvSpPr>
        <p:spPr>
          <a:xfrm>
            <a:off x="2781150" y="2286625"/>
            <a:ext cx="3581700" cy="21711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6" name="Google Shape;1396;p32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397" name="Google Shape;1397;p32"/>
          <p:cNvSpPr/>
          <p:nvPr/>
        </p:nvSpPr>
        <p:spPr>
          <a:xfrm>
            <a:off x="8744475" y="3154725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32"/>
          <p:cNvSpPr/>
          <p:nvPr/>
        </p:nvSpPr>
        <p:spPr>
          <a:xfrm>
            <a:off x="1771375" y="48183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32"/>
          <p:cNvSpPr/>
          <p:nvPr/>
        </p:nvSpPr>
        <p:spPr>
          <a:xfrm>
            <a:off x="1770113" y="492663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32"/>
          <p:cNvSpPr/>
          <p:nvPr/>
        </p:nvSpPr>
        <p:spPr>
          <a:xfrm>
            <a:off x="250238" y="3763063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32"/>
          <p:cNvSpPr/>
          <p:nvPr/>
        </p:nvSpPr>
        <p:spPr>
          <a:xfrm>
            <a:off x="8261475" y="869663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32"/>
          <p:cNvSpPr/>
          <p:nvPr/>
        </p:nvSpPr>
        <p:spPr>
          <a:xfrm>
            <a:off x="7064300" y="5389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32"/>
          <p:cNvSpPr/>
          <p:nvPr/>
        </p:nvSpPr>
        <p:spPr>
          <a:xfrm>
            <a:off x="1926900" y="171356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4" name="Google Shape;1404;p32"/>
          <p:cNvGrpSpPr/>
          <p:nvPr/>
        </p:nvGrpSpPr>
        <p:grpSpPr>
          <a:xfrm>
            <a:off x="6950888" y="4607963"/>
            <a:ext cx="311900" cy="314700"/>
            <a:chOff x="8571050" y="1873050"/>
            <a:chExt cx="311900" cy="314700"/>
          </a:xfrm>
        </p:grpSpPr>
        <p:sp>
          <p:nvSpPr>
            <p:cNvPr id="1405" name="Google Shape;1405;p32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2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2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2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9" name="Google Shape;1409;p32"/>
          <p:cNvGrpSpPr/>
          <p:nvPr/>
        </p:nvGrpSpPr>
        <p:grpSpPr>
          <a:xfrm flipH="1">
            <a:off x="6950900" y="3533575"/>
            <a:ext cx="730975" cy="238525"/>
            <a:chOff x="3798300" y="2287225"/>
            <a:chExt cx="730975" cy="238525"/>
          </a:xfrm>
        </p:grpSpPr>
        <p:sp>
          <p:nvSpPr>
            <p:cNvPr id="1410" name="Google Shape;1410;p32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2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2" name="Google Shape;1412;p32"/>
          <p:cNvGrpSpPr/>
          <p:nvPr/>
        </p:nvGrpSpPr>
        <p:grpSpPr>
          <a:xfrm flipH="1">
            <a:off x="4206325" y="4818375"/>
            <a:ext cx="529900" cy="149350"/>
            <a:chOff x="3898800" y="2624300"/>
            <a:chExt cx="529900" cy="149350"/>
          </a:xfrm>
        </p:grpSpPr>
        <p:sp>
          <p:nvSpPr>
            <p:cNvPr id="1413" name="Google Shape;1413;p32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2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6" name="Google Shape;1416;p33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417" name="Google Shape;1417;p33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3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3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3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3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3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3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3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3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3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3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3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3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3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3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3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3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3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3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3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3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3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3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3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3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2" name="Google Shape;1442;p33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443" name="Google Shape;1443;p33"/>
          <p:cNvSpPr/>
          <p:nvPr/>
        </p:nvSpPr>
        <p:spPr>
          <a:xfrm>
            <a:off x="4781300" y="48014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33"/>
          <p:cNvSpPr/>
          <p:nvPr/>
        </p:nvSpPr>
        <p:spPr>
          <a:xfrm>
            <a:off x="1055050" y="47208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33"/>
          <p:cNvSpPr/>
          <p:nvPr/>
        </p:nvSpPr>
        <p:spPr>
          <a:xfrm>
            <a:off x="1397450" y="449788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33"/>
          <p:cNvSpPr/>
          <p:nvPr/>
        </p:nvSpPr>
        <p:spPr>
          <a:xfrm>
            <a:off x="274538" y="363143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33"/>
          <p:cNvSpPr/>
          <p:nvPr/>
        </p:nvSpPr>
        <p:spPr>
          <a:xfrm>
            <a:off x="8687225" y="349490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33"/>
          <p:cNvSpPr/>
          <p:nvPr/>
        </p:nvSpPr>
        <p:spPr>
          <a:xfrm>
            <a:off x="274550" y="737300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9" name="Google Shape;1449;p33"/>
          <p:cNvGrpSpPr/>
          <p:nvPr/>
        </p:nvGrpSpPr>
        <p:grpSpPr>
          <a:xfrm>
            <a:off x="8460400" y="4656113"/>
            <a:ext cx="311900" cy="314700"/>
            <a:chOff x="8571050" y="1873050"/>
            <a:chExt cx="311900" cy="314700"/>
          </a:xfrm>
        </p:grpSpPr>
        <p:sp>
          <p:nvSpPr>
            <p:cNvPr id="1450" name="Google Shape;1450;p33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4" name="Google Shape;1454;p33"/>
          <p:cNvGrpSpPr/>
          <p:nvPr/>
        </p:nvGrpSpPr>
        <p:grpSpPr>
          <a:xfrm>
            <a:off x="2972900" y="1716325"/>
            <a:ext cx="730975" cy="238525"/>
            <a:chOff x="3798300" y="2287225"/>
            <a:chExt cx="730975" cy="238525"/>
          </a:xfrm>
        </p:grpSpPr>
        <p:sp>
          <p:nvSpPr>
            <p:cNvPr id="1455" name="Google Shape;1455;p33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7" name="Google Shape;1457;p33"/>
          <p:cNvGrpSpPr/>
          <p:nvPr/>
        </p:nvGrpSpPr>
        <p:grpSpPr>
          <a:xfrm>
            <a:off x="7609842" y="706550"/>
            <a:ext cx="962713" cy="1213777"/>
            <a:chOff x="7609842" y="706550"/>
            <a:chExt cx="962713" cy="1213777"/>
          </a:xfrm>
        </p:grpSpPr>
        <p:sp>
          <p:nvSpPr>
            <p:cNvPr id="1458" name="Google Shape;1458;p33"/>
            <p:cNvSpPr/>
            <p:nvPr/>
          </p:nvSpPr>
          <p:spPr>
            <a:xfrm rot="989648">
              <a:off x="7706865" y="799316"/>
              <a:ext cx="768667" cy="794946"/>
            </a:xfrm>
            <a:custGeom>
              <a:avLst/>
              <a:gdLst/>
              <a:ahLst/>
              <a:cxnLst/>
              <a:rect l="l" t="t" r="r" b="b"/>
              <a:pathLst>
                <a:path w="30890" h="31943" extrusionOk="0">
                  <a:moveTo>
                    <a:pt x="14271" y="905"/>
                  </a:moveTo>
                  <a:cubicBezTo>
                    <a:pt x="15661" y="905"/>
                    <a:pt x="17062" y="1085"/>
                    <a:pt x="18414" y="1421"/>
                  </a:cubicBezTo>
                  <a:cubicBezTo>
                    <a:pt x="20882" y="2021"/>
                    <a:pt x="23184" y="3122"/>
                    <a:pt x="25218" y="4623"/>
                  </a:cubicBezTo>
                  <a:cubicBezTo>
                    <a:pt x="26953" y="5958"/>
                    <a:pt x="28487" y="7692"/>
                    <a:pt x="29188" y="9760"/>
                  </a:cubicBezTo>
                  <a:cubicBezTo>
                    <a:pt x="29688" y="11295"/>
                    <a:pt x="29722" y="13029"/>
                    <a:pt x="29688" y="14630"/>
                  </a:cubicBezTo>
                  <a:cubicBezTo>
                    <a:pt x="29655" y="16432"/>
                    <a:pt x="29321" y="18200"/>
                    <a:pt x="28688" y="19868"/>
                  </a:cubicBezTo>
                  <a:cubicBezTo>
                    <a:pt x="27654" y="22536"/>
                    <a:pt x="25552" y="24671"/>
                    <a:pt x="22917" y="25772"/>
                  </a:cubicBezTo>
                  <a:cubicBezTo>
                    <a:pt x="22283" y="26039"/>
                    <a:pt x="21649" y="26239"/>
                    <a:pt x="20982" y="26372"/>
                  </a:cubicBezTo>
                  <a:cubicBezTo>
                    <a:pt x="20782" y="26439"/>
                    <a:pt x="20649" y="26639"/>
                    <a:pt x="20649" y="26839"/>
                  </a:cubicBezTo>
                  <a:lnTo>
                    <a:pt x="20649" y="31009"/>
                  </a:lnTo>
                  <a:lnTo>
                    <a:pt x="9919" y="31009"/>
                  </a:lnTo>
                  <a:cubicBezTo>
                    <a:pt x="9954" y="29624"/>
                    <a:pt x="10011" y="28218"/>
                    <a:pt x="10041" y="26839"/>
                  </a:cubicBezTo>
                  <a:cubicBezTo>
                    <a:pt x="10027" y="26717"/>
                    <a:pt x="9977" y="26622"/>
                    <a:pt x="9907" y="26552"/>
                  </a:cubicBezTo>
                  <a:lnTo>
                    <a:pt x="9907" y="26552"/>
                  </a:lnTo>
                  <a:cubicBezTo>
                    <a:pt x="9721" y="26289"/>
                    <a:pt x="9324" y="26164"/>
                    <a:pt x="9074" y="26039"/>
                  </a:cubicBezTo>
                  <a:cubicBezTo>
                    <a:pt x="8507" y="25772"/>
                    <a:pt x="7973" y="25505"/>
                    <a:pt x="7439" y="25205"/>
                  </a:cubicBezTo>
                  <a:cubicBezTo>
                    <a:pt x="5805" y="24337"/>
                    <a:pt x="4370" y="23170"/>
                    <a:pt x="3269" y="21736"/>
                  </a:cubicBezTo>
                  <a:cubicBezTo>
                    <a:pt x="1768" y="19667"/>
                    <a:pt x="1068" y="17166"/>
                    <a:pt x="1268" y="14630"/>
                  </a:cubicBezTo>
                  <a:cubicBezTo>
                    <a:pt x="1368" y="12796"/>
                    <a:pt x="1768" y="10961"/>
                    <a:pt x="2402" y="9227"/>
                  </a:cubicBezTo>
                  <a:cubicBezTo>
                    <a:pt x="2869" y="7826"/>
                    <a:pt x="3570" y="6458"/>
                    <a:pt x="4504" y="5257"/>
                  </a:cubicBezTo>
                  <a:cubicBezTo>
                    <a:pt x="6908" y="2197"/>
                    <a:pt x="10550" y="905"/>
                    <a:pt x="14271" y="905"/>
                  </a:cubicBezTo>
                  <a:close/>
                  <a:moveTo>
                    <a:pt x="14198" y="1"/>
                  </a:moveTo>
                  <a:cubicBezTo>
                    <a:pt x="11110" y="1"/>
                    <a:pt x="8063" y="840"/>
                    <a:pt x="5604" y="2822"/>
                  </a:cubicBezTo>
                  <a:cubicBezTo>
                    <a:pt x="3069" y="4923"/>
                    <a:pt x="1668" y="7959"/>
                    <a:pt x="868" y="11128"/>
                  </a:cubicBezTo>
                  <a:cubicBezTo>
                    <a:pt x="101" y="14097"/>
                    <a:pt x="0" y="17332"/>
                    <a:pt x="1301" y="20201"/>
                  </a:cubicBezTo>
                  <a:cubicBezTo>
                    <a:pt x="2202" y="22169"/>
                    <a:pt x="3636" y="23870"/>
                    <a:pt x="5471" y="25105"/>
                  </a:cubicBezTo>
                  <a:cubicBezTo>
                    <a:pt x="6605" y="25805"/>
                    <a:pt x="7773" y="26472"/>
                    <a:pt x="9007" y="27039"/>
                  </a:cubicBezTo>
                  <a:cubicBezTo>
                    <a:pt x="9037" y="27054"/>
                    <a:pt x="9067" y="27069"/>
                    <a:pt x="9097" y="27084"/>
                  </a:cubicBezTo>
                  <a:lnTo>
                    <a:pt x="9097" y="27084"/>
                  </a:lnTo>
                  <a:cubicBezTo>
                    <a:pt x="9037" y="28540"/>
                    <a:pt x="9005" y="30023"/>
                    <a:pt x="8974" y="31476"/>
                  </a:cubicBezTo>
                  <a:cubicBezTo>
                    <a:pt x="8974" y="31743"/>
                    <a:pt x="9174" y="31943"/>
                    <a:pt x="9441" y="31943"/>
                  </a:cubicBezTo>
                  <a:lnTo>
                    <a:pt x="21116" y="31943"/>
                  </a:lnTo>
                  <a:cubicBezTo>
                    <a:pt x="21349" y="31943"/>
                    <a:pt x="21583" y="31743"/>
                    <a:pt x="21583" y="31476"/>
                  </a:cubicBezTo>
                  <a:lnTo>
                    <a:pt x="21583" y="27194"/>
                  </a:lnTo>
                  <a:lnTo>
                    <a:pt x="21583" y="27194"/>
                  </a:lnTo>
                  <a:cubicBezTo>
                    <a:pt x="24314" y="26505"/>
                    <a:pt x="26719" y="24844"/>
                    <a:pt x="28354" y="22536"/>
                  </a:cubicBezTo>
                  <a:cubicBezTo>
                    <a:pt x="30489" y="19434"/>
                    <a:pt x="30889" y="15464"/>
                    <a:pt x="30522" y="11762"/>
                  </a:cubicBezTo>
                  <a:cubicBezTo>
                    <a:pt x="30422" y="10527"/>
                    <a:pt x="30089" y="9327"/>
                    <a:pt x="29555" y="8226"/>
                  </a:cubicBezTo>
                  <a:cubicBezTo>
                    <a:pt x="29021" y="7225"/>
                    <a:pt x="28354" y="6258"/>
                    <a:pt x="27520" y="5457"/>
                  </a:cubicBezTo>
                  <a:cubicBezTo>
                    <a:pt x="25685" y="3589"/>
                    <a:pt x="23451" y="2188"/>
                    <a:pt x="20982" y="1288"/>
                  </a:cubicBezTo>
                  <a:cubicBezTo>
                    <a:pt x="18852" y="473"/>
                    <a:pt x="16514" y="1"/>
                    <a:pt x="14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 rot="989648">
              <a:off x="7740797" y="1550275"/>
              <a:ext cx="432484" cy="144217"/>
            </a:xfrm>
            <a:custGeom>
              <a:avLst/>
              <a:gdLst/>
              <a:ahLst/>
              <a:cxnLst/>
              <a:rect l="l" t="t" r="r" b="b"/>
              <a:pathLst>
                <a:path w="17380" h="5795" extrusionOk="0">
                  <a:moveTo>
                    <a:pt x="2825" y="0"/>
                  </a:moveTo>
                  <a:cubicBezTo>
                    <a:pt x="2210" y="0"/>
                    <a:pt x="1627" y="195"/>
                    <a:pt x="1101" y="504"/>
                  </a:cubicBezTo>
                  <a:cubicBezTo>
                    <a:pt x="401" y="1005"/>
                    <a:pt x="0" y="1838"/>
                    <a:pt x="67" y="2706"/>
                  </a:cubicBezTo>
                  <a:cubicBezTo>
                    <a:pt x="67" y="4340"/>
                    <a:pt x="1501" y="5141"/>
                    <a:pt x="2902" y="5474"/>
                  </a:cubicBezTo>
                  <a:cubicBezTo>
                    <a:pt x="4103" y="5688"/>
                    <a:pt x="5326" y="5795"/>
                    <a:pt x="6535" y="5795"/>
                  </a:cubicBezTo>
                  <a:cubicBezTo>
                    <a:pt x="6837" y="5795"/>
                    <a:pt x="7139" y="5788"/>
                    <a:pt x="7439" y="5775"/>
                  </a:cubicBezTo>
                  <a:cubicBezTo>
                    <a:pt x="9107" y="5775"/>
                    <a:pt x="10741" y="5775"/>
                    <a:pt x="12409" y="5708"/>
                  </a:cubicBezTo>
                  <a:cubicBezTo>
                    <a:pt x="13510" y="5708"/>
                    <a:pt x="14644" y="5574"/>
                    <a:pt x="15745" y="5374"/>
                  </a:cubicBezTo>
                  <a:cubicBezTo>
                    <a:pt x="16345" y="5274"/>
                    <a:pt x="16846" y="4874"/>
                    <a:pt x="17046" y="4274"/>
                  </a:cubicBezTo>
                  <a:cubicBezTo>
                    <a:pt x="17346" y="3440"/>
                    <a:pt x="17379" y="2506"/>
                    <a:pt x="17146" y="1638"/>
                  </a:cubicBezTo>
                  <a:cubicBezTo>
                    <a:pt x="16779" y="538"/>
                    <a:pt x="15778" y="4"/>
                    <a:pt x="14644" y="4"/>
                  </a:cubicBezTo>
                  <a:cubicBezTo>
                    <a:pt x="14077" y="37"/>
                    <a:pt x="14077" y="871"/>
                    <a:pt x="14644" y="938"/>
                  </a:cubicBezTo>
                  <a:cubicBezTo>
                    <a:pt x="15445" y="938"/>
                    <a:pt x="16079" y="1271"/>
                    <a:pt x="16279" y="2072"/>
                  </a:cubicBezTo>
                  <a:cubicBezTo>
                    <a:pt x="16412" y="2672"/>
                    <a:pt x="16379" y="3306"/>
                    <a:pt x="16179" y="3907"/>
                  </a:cubicBezTo>
                  <a:cubicBezTo>
                    <a:pt x="16145" y="4007"/>
                    <a:pt x="16112" y="4140"/>
                    <a:pt x="16045" y="4240"/>
                  </a:cubicBezTo>
                  <a:cubicBezTo>
                    <a:pt x="15845" y="4340"/>
                    <a:pt x="15612" y="4440"/>
                    <a:pt x="15378" y="4474"/>
                  </a:cubicBezTo>
                  <a:cubicBezTo>
                    <a:pt x="14477" y="4640"/>
                    <a:pt x="13543" y="4741"/>
                    <a:pt x="12609" y="4774"/>
                  </a:cubicBezTo>
                  <a:cubicBezTo>
                    <a:pt x="11275" y="4841"/>
                    <a:pt x="9941" y="4841"/>
                    <a:pt x="8607" y="4841"/>
                  </a:cubicBezTo>
                  <a:cubicBezTo>
                    <a:pt x="7939" y="4841"/>
                    <a:pt x="7247" y="4857"/>
                    <a:pt x="6547" y="4857"/>
                  </a:cubicBezTo>
                  <a:cubicBezTo>
                    <a:pt x="5846" y="4857"/>
                    <a:pt x="5137" y="4841"/>
                    <a:pt x="4437" y="4774"/>
                  </a:cubicBezTo>
                  <a:cubicBezTo>
                    <a:pt x="3336" y="4674"/>
                    <a:pt x="1335" y="4440"/>
                    <a:pt x="1001" y="3106"/>
                  </a:cubicBezTo>
                  <a:cubicBezTo>
                    <a:pt x="868" y="2539"/>
                    <a:pt x="1001" y="1939"/>
                    <a:pt x="1368" y="1472"/>
                  </a:cubicBezTo>
                  <a:cubicBezTo>
                    <a:pt x="1770" y="1131"/>
                    <a:pt x="2288" y="934"/>
                    <a:pt x="2813" y="934"/>
                  </a:cubicBezTo>
                  <a:cubicBezTo>
                    <a:pt x="2854" y="934"/>
                    <a:pt x="2895" y="935"/>
                    <a:pt x="2936" y="938"/>
                  </a:cubicBezTo>
                  <a:cubicBezTo>
                    <a:pt x="3503" y="871"/>
                    <a:pt x="3503" y="37"/>
                    <a:pt x="2936" y="4"/>
                  </a:cubicBezTo>
                  <a:lnTo>
                    <a:pt x="2969" y="4"/>
                  </a:lnTo>
                  <a:cubicBezTo>
                    <a:pt x="2921" y="1"/>
                    <a:pt x="2873" y="0"/>
                    <a:pt x="28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989648">
              <a:off x="7711062" y="1658177"/>
              <a:ext cx="445772" cy="137049"/>
            </a:xfrm>
            <a:custGeom>
              <a:avLst/>
              <a:gdLst/>
              <a:ahLst/>
              <a:cxnLst/>
              <a:rect l="l" t="t" r="r" b="b"/>
              <a:pathLst>
                <a:path w="17914" h="5507" extrusionOk="0">
                  <a:moveTo>
                    <a:pt x="15484" y="1"/>
                  </a:moveTo>
                  <a:cubicBezTo>
                    <a:pt x="15116" y="1"/>
                    <a:pt x="14856" y="608"/>
                    <a:pt x="15245" y="914"/>
                  </a:cubicBezTo>
                  <a:cubicBezTo>
                    <a:pt x="15879" y="1314"/>
                    <a:pt x="17046" y="2182"/>
                    <a:pt x="16613" y="3082"/>
                  </a:cubicBezTo>
                  <a:cubicBezTo>
                    <a:pt x="16346" y="3683"/>
                    <a:pt x="15579" y="4016"/>
                    <a:pt x="14945" y="4183"/>
                  </a:cubicBezTo>
                  <a:cubicBezTo>
                    <a:pt x="13844" y="4416"/>
                    <a:pt x="12743" y="4517"/>
                    <a:pt x="11642" y="4517"/>
                  </a:cubicBezTo>
                  <a:cubicBezTo>
                    <a:pt x="10792" y="4550"/>
                    <a:pt x="9950" y="4567"/>
                    <a:pt x="9107" y="4567"/>
                  </a:cubicBezTo>
                  <a:cubicBezTo>
                    <a:pt x="8265" y="4567"/>
                    <a:pt x="7423" y="4550"/>
                    <a:pt x="6572" y="4517"/>
                  </a:cubicBezTo>
                  <a:cubicBezTo>
                    <a:pt x="5104" y="4517"/>
                    <a:pt x="3637" y="4283"/>
                    <a:pt x="2236" y="3883"/>
                  </a:cubicBezTo>
                  <a:cubicBezTo>
                    <a:pt x="1602" y="3683"/>
                    <a:pt x="1202" y="3382"/>
                    <a:pt x="1102" y="2682"/>
                  </a:cubicBezTo>
                  <a:cubicBezTo>
                    <a:pt x="1001" y="1781"/>
                    <a:pt x="2202" y="1281"/>
                    <a:pt x="2836" y="914"/>
                  </a:cubicBezTo>
                  <a:cubicBezTo>
                    <a:pt x="3241" y="625"/>
                    <a:pt x="2969" y="35"/>
                    <a:pt x="2564" y="35"/>
                  </a:cubicBezTo>
                  <a:cubicBezTo>
                    <a:pt x="2501" y="35"/>
                    <a:pt x="2436" y="49"/>
                    <a:pt x="2369" y="80"/>
                  </a:cubicBezTo>
                  <a:cubicBezTo>
                    <a:pt x="1602" y="547"/>
                    <a:pt x="701" y="1014"/>
                    <a:pt x="334" y="1881"/>
                  </a:cubicBezTo>
                  <a:cubicBezTo>
                    <a:pt x="1" y="2782"/>
                    <a:pt x="301" y="3783"/>
                    <a:pt x="1068" y="4350"/>
                  </a:cubicBezTo>
                  <a:cubicBezTo>
                    <a:pt x="2202" y="5184"/>
                    <a:pt x="4037" y="5250"/>
                    <a:pt x="5405" y="5350"/>
                  </a:cubicBezTo>
                  <a:cubicBezTo>
                    <a:pt x="6656" y="5455"/>
                    <a:pt x="7906" y="5507"/>
                    <a:pt x="9157" y="5507"/>
                  </a:cubicBezTo>
                  <a:cubicBezTo>
                    <a:pt x="9908" y="5507"/>
                    <a:pt x="10658" y="5488"/>
                    <a:pt x="11409" y="5451"/>
                  </a:cubicBezTo>
                  <a:cubicBezTo>
                    <a:pt x="12743" y="5384"/>
                    <a:pt x="14278" y="5451"/>
                    <a:pt x="15545" y="4984"/>
                  </a:cubicBezTo>
                  <a:cubicBezTo>
                    <a:pt x="16412" y="4683"/>
                    <a:pt x="17346" y="4083"/>
                    <a:pt x="17580" y="3149"/>
                  </a:cubicBezTo>
                  <a:cubicBezTo>
                    <a:pt x="17914" y="1815"/>
                    <a:pt x="16679" y="747"/>
                    <a:pt x="15712" y="80"/>
                  </a:cubicBezTo>
                  <a:cubicBezTo>
                    <a:pt x="15634" y="25"/>
                    <a:pt x="15557" y="1"/>
                    <a:pt x="15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 rot="989648">
              <a:off x="7738185" y="1755061"/>
              <a:ext cx="345514" cy="118658"/>
            </a:xfrm>
            <a:custGeom>
              <a:avLst/>
              <a:gdLst/>
              <a:ahLst/>
              <a:cxnLst/>
              <a:rect l="l" t="t" r="r" b="b"/>
              <a:pathLst>
                <a:path w="13885" h="4768" extrusionOk="0">
                  <a:moveTo>
                    <a:pt x="585" y="0"/>
                  </a:moveTo>
                  <a:cubicBezTo>
                    <a:pt x="315" y="0"/>
                    <a:pt x="1" y="242"/>
                    <a:pt x="41" y="606"/>
                  </a:cubicBezTo>
                  <a:cubicBezTo>
                    <a:pt x="308" y="2474"/>
                    <a:pt x="2376" y="3741"/>
                    <a:pt x="4010" y="4242"/>
                  </a:cubicBezTo>
                  <a:cubicBezTo>
                    <a:pt x="5090" y="4591"/>
                    <a:pt x="6218" y="4768"/>
                    <a:pt x="7347" y="4768"/>
                  </a:cubicBezTo>
                  <a:cubicBezTo>
                    <a:pt x="8695" y="4768"/>
                    <a:pt x="10045" y="4516"/>
                    <a:pt x="11316" y="4008"/>
                  </a:cubicBezTo>
                  <a:cubicBezTo>
                    <a:pt x="12817" y="3374"/>
                    <a:pt x="13884" y="2173"/>
                    <a:pt x="13884" y="472"/>
                  </a:cubicBezTo>
                  <a:cubicBezTo>
                    <a:pt x="13851" y="189"/>
                    <a:pt x="13626" y="47"/>
                    <a:pt x="13405" y="47"/>
                  </a:cubicBezTo>
                  <a:cubicBezTo>
                    <a:pt x="13184" y="47"/>
                    <a:pt x="12967" y="189"/>
                    <a:pt x="12950" y="472"/>
                  </a:cubicBezTo>
                  <a:cubicBezTo>
                    <a:pt x="12950" y="3007"/>
                    <a:pt x="9948" y="3674"/>
                    <a:pt x="7947" y="3808"/>
                  </a:cubicBezTo>
                  <a:cubicBezTo>
                    <a:pt x="7729" y="3821"/>
                    <a:pt x="7507" y="3828"/>
                    <a:pt x="7280" y="3828"/>
                  </a:cubicBezTo>
                  <a:cubicBezTo>
                    <a:pt x="5249" y="3828"/>
                    <a:pt x="2929" y="3264"/>
                    <a:pt x="1609" y="1673"/>
                  </a:cubicBezTo>
                  <a:cubicBezTo>
                    <a:pt x="1275" y="1306"/>
                    <a:pt x="1042" y="839"/>
                    <a:pt x="942" y="339"/>
                  </a:cubicBezTo>
                  <a:cubicBezTo>
                    <a:pt x="915" y="102"/>
                    <a:pt x="760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3"/>
            <p:cNvSpPr/>
            <p:nvPr/>
          </p:nvSpPr>
          <p:spPr>
            <a:xfrm rot="989648">
              <a:off x="7929688" y="1020825"/>
              <a:ext cx="254837" cy="567758"/>
            </a:xfrm>
            <a:custGeom>
              <a:avLst/>
              <a:gdLst/>
              <a:ahLst/>
              <a:cxnLst/>
              <a:rect l="l" t="t" r="r" b="b"/>
              <a:pathLst>
                <a:path w="10241" h="22814" extrusionOk="0">
                  <a:moveTo>
                    <a:pt x="8506" y="1114"/>
                  </a:moveTo>
                  <a:cubicBezTo>
                    <a:pt x="8573" y="1148"/>
                    <a:pt x="8640" y="1214"/>
                    <a:pt x="8706" y="1281"/>
                  </a:cubicBezTo>
                  <a:cubicBezTo>
                    <a:pt x="8973" y="1681"/>
                    <a:pt x="9040" y="2148"/>
                    <a:pt x="8906" y="2615"/>
                  </a:cubicBezTo>
                  <a:cubicBezTo>
                    <a:pt x="8697" y="3525"/>
                    <a:pt x="8167" y="4299"/>
                    <a:pt x="7466" y="4853"/>
                  </a:cubicBezTo>
                  <a:lnTo>
                    <a:pt x="7466" y="4853"/>
                  </a:lnTo>
                  <a:cubicBezTo>
                    <a:pt x="7482" y="4174"/>
                    <a:pt x="7526" y="3495"/>
                    <a:pt x="7606" y="2816"/>
                  </a:cubicBezTo>
                  <a:cubicBezTo>
                    <a:pt x="7639" y="2382"/>
                    <a:pt x="7739" y="1982"/>
                    <a:pt x="7939" y="1581"/>
                  </a:cubicBezTo>
                  <a:cubicBezTo>
                    <a:pt x="7953" y="1562"/>
                    <a:pt x="7963" y="1549"/>
                    <a:pt x="7969" y="1541"/>
                  </a:cubicBezTo>
                  <a:lnTo>
                    <a:pt x="7969" y="1541"/>
                  </a:lnTo>
                  <a:cubicBezTo>
                    <a:pt x="7967" y="1545"/>
                    <a:pt x="7965" y="1548"/>
                    <a:pt x="7967" y="1548"/>
                  </a:cubicBezTo>
                  <a:cubicBezTo>
                    <a:pt x="7970" y="1548"/>
                    <a:pt x="7980" y="1540"/>
                    <a:pt x="8006" y="1515"/>
                  </a:cubicBezTo>
                  <a:lnTo>
                    <a:pt x="8139" y="1381"/>
                  </a:lnTo>
                  <a:cubicBezTo>
                    <a:pt x="8206" y="1314"/>
                    <a:pt x="8306" y="1248"/>
                    <a:pt x="8406" y="1181"/>
                  </a:cubicBezTo>
                  <a:cubicBezTo>
                    <a:pt x="8473" y="1114"/>
                    <a:pt x="8439" y="1114"/>
                    <a:pt x="8506" y="1114"/>
                  </a:cubicBezTo>
                  <a:close/>
                  <a:moveTo>
                    <a:pt x="1735" y="981"/>
                  </a:moveTo>
                  <a:cubicBezTo>
                    <a:pt x="1840" y="981"/>
                    <a:pt x="1953" y="1076"/>
                    <a:pt x="2068" y="1314"/>
                  </a:cubicBezTo>
                  <a:cubicBezTo>
                    <a:pt x="2302" y="1948"/>
                    <a:pt x="2402" y="2615"/>
                    <a:pt x="2368" y="3316"/>
                  </a:cubicBezTo>
                  <a:cubicBezTo>
                    <a:pt x="2390" y="3832"/>
                    <a:pt x="2412" y="4348"/>
                    <a:pt x="2424" y="4864"/>
                  </a:cubicBezTo>
                  <a:lnTo>
                    <a:pt x="2424" y="4864"/>
                  </a:lnTo>
                  <a:cubicBezTo>
                    <a:pt x="1650" y="4192"/>
                    <a:pt x="1194" y="3234"/>
                    <a:pt x="1168" y="2215"/>
                  </a:cubicBezTo>
                  <a:cubicBezTo>
                    <a:pt x="1168" y="1863"/>
                    <a:pt x="1414" y="981"/>
                    <a:pt x="1735" y="981"/>
                  </a:cubicBezTo>
                  <a:close/>
                  <a:moveTo>
                    <a:pt x="1749" y="0"/>
                  </a:moveTo>
                  <a:cubicBezTo>
                    <a:pt x="1041" y="0"/>
                    <a:pt x="469" y="806"/>
                    <a:pt x="334" y="1481"/>
                  </a:cubicBezTo>
                  <a:cubicBezTo>
                    <a:pt x="0" y="2849"/>
                    <a:pt x="601" y="4383"/>
                    <a:pt x="1568" y="5384"/>
                  </a:cubicBezTo>
                  <a:cubicBezTo>
                    <a:pt x="1833" y="5654"/>
                    <a:pt x="2127" y="5881"/>
                    <a:pt x="2440" y="6066"/>
                  </a:cubicBezTo>
                  <a:lnTo>
                    <a:pt x="2440" y="6066"/>
                  </a:lnTo>
                  <a:cubicBezTo>
                    <a:pt x="2468" y="8082"/>
                    <a:pt x="2467" y="10068"/>
                    <a:pt x="2435" y="12055"/>
                  </a:cubicBezTo>
                  <a:cubicBezTo>
                    <a:pt x="2402" y="15391"/>
                    <a:pt x="2335" y="18727"/>
                    <a:pt x="2268" y="22096"/>
                  </a:cubicBezTo>
                  <a:lnTo>
                    <a:pt x="2268" y="22363"/>
                  </a:lnTo>
                  <a:cubicBezTo>
                    <a:pt x="2285" y="22646"/>
                    <a:pt x="2502" y="22788"/>
                    <a:pt x="2723" y="22788"/>
                  </a:cubicBezTo>
                  <a:cubicBezTo>
                    <a:pt x="2944" y="22788"/>
                    <a:pt x="3169" y="22646"/>
                    <a:pt x="3202" y="22363"/>
                  </a:cubicBezTo>
                  <a:lnTo>
                    <a:pt x="3169" y="22363"/>
                  </a:lnTo>
                  <a:cubicBezTo>
                    <a:pt x="3169" y="18960"/>
                    <a:pt x="3336" y="15558"/>
                    <a:pt x="3369" y="12122"/>
                  </a:cubicBezTo>
                  <a:cubicBezTo>
                    <a:pt x="3396" y="10249"/>
                    <a:pt x="3401" y="8375"/>
                    <a:pt x="3385" y="6484"/>
                  </a:cubicBezTo>
                  <a:lnTo>
                    <a:pt x="3385" y="6484"/>
                  </a:lnTo>
                  <a:cubicBezTo>
                    <a:pt x="3855" y="6631"/>
                    <a:pt x="4348" y="6702"/>
                    <a:pt x="4843" y="6702"/>
                  </a:cubicBezTo>
                  <a:cubicBezTo>
                    <a:pt x="5404" y="6702"/>
                    <a:pt x="5967" y="6610"/>
                    <a:pt x="6502" y="6432"/>
                  </a:cubicBezTo>
                  <a:lnTo>
                    <a:pt x="6502" y="6432"/>
                  </a:lnTo>
                  <a:cubicBezTo>
                    <a:pt x="6503" y="6472"/>
                    <a:pt x="6504" y="6512"/>
                    <a:pt x="6505" y="6552"/>
                  </a:cubicBezTo>
                  <a:cubicBezTo>
                    <a:pt x="6538" y="8720"/>
                    <a:pt x="6605" y="10888"/>
                    <a:pt x="6605" y="13056"/>
                  </a:cubicBezTo>
                  <a:cubicBezTo>
                    <a:pt x="6638" y="15992"/>
                    <a:pt x="6571" y="18960"/>
                    <a:pt x="6505" y="21896"/>
                  </a:cubicBezTo>
                  <a:lnTo>
                    <a:pt x="6505" y="22363"/>
                  </a:lnTo>
                  <a:cubicBezTo>
                    <a:pt x="6488" y="22663"/>
                    <a:pt x="6713" y="22813"/>
                    <a:pt x="6947" y="22813"/>
                  </a:cubicBezTo>
                  <a:cubicBezTo>
                    <a:pt x="7180" y="22813"/>
                    <a:pt x="7422" y="22663"/>
                    <a:pt x="7439" y="22363"/>
                  </a:cubicBezTo>
                  <a:cubicBezTo>
                    <a:pt x="7505" y="20628"/>
                    <a:pt x="7539" y="18894"/>
                    <a:pt x="7572" y="17159"/>
                  </a:cubicBezTo>
                  <a:cubicBezTo>
                    <a:pt x="7606" y="13490"/>
                    <a:pt x="7472" y="9854"/>
                    <a:pt x="7472" y="6218"/>
                  </a:cubicBezTo>
                  <a:cubicBezTo>
                    <a:pt x="7470" y="6144"/>
                    <a:pt x="7468" y="6071"/>
                    <a:pt x="7466" y="5997"/>
                  </a:cubicBezTo>
                  <a:lnTo>
                    <a:pt x="7466" y="5997"/>
                  </a:lnTo>
                  <a:cubicBezTo>
                    <a:pt x="7846" y="5776"/>
                    <a:pt x="8198" y="5504"/>
                    <a:pt x="8506" y="5184"/>
                  </a:cubicBezTo>
                  <a:cubicBezTo>
                    <a:pt x="9440" y="4217"/>
                    <a:pt x="10241" y="2582"/>
                    <a:pt x="9740" y="1248"/>
                  </a:cubicBezTo>
                  <a:cubicBezTo>
                    <a:pt x="9530" y="664"/>
                    <a:pt x="9026" y="194"/>
                    <a:pt x="8479" y="194"/>
                  </a:cubicBezTo>
                  <a:cubicBezTo>
                    <a:pt x="8244" y="194"/>
                    <a:pt x="8002" y="280"/>
                    <a:pt x="7772" y="480"/>
                  </a:cubicBezTo>
                  <a:cubicBezTo>
                    <a:pt x="7539" y="647"/>
                    <a:pt x="7305" y="847"/>
                    <a:pt x="7139" y="1081"/>
                  </a:cubicBezTo>
                  <a:cubicBezTo>
                    <a:pt x="6872" y="1581"/>
                    <a:pt x="6705" y="2148"/>
                    <a:pt x="6672" y="2749"/>
                  </a:cubicBezTo>
                  <a:cubicBezTo>
                    <a:pt x="6577" y="3626"/>
                    <a:pt x="6516" y="4521"/>
                    <a:pt x="6500" y="5432"/>
                  </a:cubicBezTo>
                  <a:lnTo>
                    <a:pt x="6500" y="5432"/>
                  </a:lnTo>
                  <a:cubicBezTo>
                    <a:pt x="5985" y="5655"/>
                    <a:pt x="5428" y="5777"/>
                    <a:pt x="4868" y="5777"/>
                  </a:cubicBezTo>
                  <a:cubicBezTo>
                    <a:pt x="4364" y="5777"/>
                    <a:pt x="3857" y="5679"/>
                    <a:pt x="3374" y="5466"/>
                  </a:cubicBezTo>
                  <a:lnTo>
                    <a:pt x="3374" y="5466"/>
                  </a:lnTo>
                  <a:cubicBezTo>
                    <a:pt x="3373" y="5339"/>
                    <a:pt x="3371" y="5211"/>
                    <a:pt x="3369" y="5084"/>
                  </a:cubicBezTo>
                  <a:cubicBezTo>
                    <a:pt x="3369" y="4283"/>
                    <a:pt x="3336" y="3483"/>
                    <a:pt x="3269" y="2649"/>
                  </a:cubicBezTo>
                  <a:cubicBezTo>
                    <a:pt x="3202" y="1848"/>
                    <a:pt x="3102" y="647"/>
                    <a:pt x="2268" y="147"/>
                  </a:cubicBezTo>
                  <a:cubicBezTo>
                    <a:pt x="2090" y="45"/>
                    <a:pt x="1916" y="0"/>
                    <a:pt x="1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3"/>
            <p:cNvSpPr/>
            <p:nvPr/>
          </p:nvSpPr>
          <p:spPr>
            <a:xfrm rot="989648">
              <a:off x="7866627" y="837711"/>
              <a:ext cx="187327" cy="223380"/>
            </a:xfrm>
            <a:custGeom>
              <a:avLst/>
              <a:gdLst/>
              <a:ahLst/>
              <a:cxnLst/>
              <a:rect l="l" t="t" r="r" b="b"/>
              <a:pathLst>
                <a:path w="7528" h="8976" extrusionOk="0">
                  <a:moveTo>
                    <a:pt x="289" y="8182"/>
                  </a:moveTo>
                  <a:cubicBezTo>
                    <a:pt x="289" y="8192"/>
                    <a:pt x="286" y="8203"/>
                    <a:pt x="282" y="8212"/>
                  </a:cubicBezTo>
                  <a:lnTo>
                    <a:pt x="282" y="8212"/>
                  </a:lnTo>
                  <a:cubicBezTo>
                    <a:pt x="284" y="8205"/>
                    <a:pt x="286" y="8195"/>
                    <a:pt x="289" y="8182"/>
                  </a:cubicBezTo>
                  <a:close/>
                  <a:moveTo>
                    <a:pt x="281" y="8191"/>
                  </a:moveTo>
                  <a:cubicBezTo>
                    <a:pt x="253" y="8219"/>
                    <a:pt x="239" y="8238"/>
                    <a:pt x="233" y="8248"/>
                  </a:cubicBezTo>
                  <a:lnTo>
                    <a:pt x="233" y="8248"/>
                  </a:lnTo>
                  <a:cubicBezTo>
                    <a:pt x="247" y="8229"/>
                    <a:pt x="263" y="8210"/>
                    <a:pt x="281" y="8191"/>
                  </a:cubicBezTo>
                  <a:lnTo>
                    <a:pt x="281" y="8191"/>
                  </a:lnTo>
                  <a:cubicBezTo>
                    <a:pt x="281" y="8191"/>
                    <a:pt x="281" y="8191"/>
                    <a:pt x="281" y="8191"/>
                  </a:cubicBezTo>
                  <a:close/>
                  <a:moveTo>
                    <a:pt x="6767" y="1"/>
                  </a:moveTo>
                  <a:cubicBezTo>
                    <a:pt x="6701" y="1"/>
                    <a:pt x="6631" y="14"/>
                    <a:pt x="6561" y="43"/>
                  </a:cubicBezTo>
                  <a:cubicBezTo>
                    <a:pt x="3525" y="1377"/>
                    <a:pt x="1757" y="4446"/>
                    <a:pt x="590" y="7382"/>
                  </a:cubicBezTo>
                  <a:cubicBezTo>
                    <a:pt x="490" y="7615"/>
                    <a:pt x="423" y="7849"/>
                    <a:pt x="323" y="8049"/>
                  </a:cubicBezTo>
                  <a:cubicBezTo>
                    <a:pt x="306" y="8082"/>
                    <a:pt x="289" y="8149"/>
                    <a:pt x="281" y="8191"/>
                  </a:cubicBezTo>
                  <a:lnTo>
                    <a:pt x="281" y="8191"/>
                  </a:lnTo>
                  <a:cubicBezTo>
                    <a:pt x="284" y="8188"/>
                    <a:pt x="286" y="8185"/>
                    <a:pt x="289" y="8182"/>
                  </a:cubicBezTo>
                  <a:lnTo>
                    <a:pt x="289" y="8182"/>
                  </a:lnTo>
                  <a:cubicBezTo>
                    <a:pt x="286" y="8185"/>
                    <a:pt x="284" y="8188"/>
                    <a:pt x="281" y="8191"/>
                  </a:cubicBezTo>
                  <a:lnTo>
                    <a:pt x="281" y="8191"/>
                  </a:lnTo>
                  <a:cubicBezTo>
                    <a:pt x="278" y="8205"/>
                    <a:pt x="276" y="8216"/>
                    <a:pt x="276" y="8222"/>
                  </a:cubicBezTo>
                  <a:lnTo>
                    <a:pt x="276" y="8222"/>
                  </a:lnTo>
                  <a:cubicBezTo>
                    <a:pt x="262" y="8243"/>
                    <a:pt x="241" y="8259"/>
                    <a:pt x="233" y="8259"/>
                  </a:cubicBezTo>
                  <a:cubicBezTo>
                    <a:pt x="229" y="8259"/>
                    <a:pt x="229" y="8256"/>
                    <a:pt x="233" y="8248"/>
                  </a:cubicBezTo>
                  <a:lnTo>
                    <a:pt x="233" y="8248"/>
                  </a:lnTo>
                  <a:cubicBezTo>
                    <a:pt x="0" y="8570"/>
                    <a:pt x="289" y="8975"/>
                    <a:pt x="621" y="8975"/>
                  </a:cubicBezTo>
                  <a:cubicBezTo>
                    <a:pt x="734" y="8975"/>
                    <a:pt x="852" y="8929"/>
                    <a:pt x="957" y="8816"/>
                  </a:cubicBezTo>
                  <a:lnTo>
                    <a:pt x="957" y="8849"/>
                  </a:lnTo>
                  <a:cubicBezTo>
                    <a:pt x="1157" y="8616"/>
                    <a:pt x="1257" y="8316"/>
                    <a:pt x="1357" y="8049"/>
                  </a:cubicBezTo>
                  <a:cubicBezTo>
                    <a:pt x="1524" y="7549"/>
                    <a:pt x="1724" y="7048"/>
                    <a:pt x="1957" y="6548"/>
                  </a:cubicBezTo>
                  <a:cubicBezTo>
                    <a:pt x="2591" y="5113"/>
                    <a:pt x="3458" y="3746"/>
                    <a:pt x="4559" y="2612"/>
                  </a:cubicBezTo>
                  <a:cubicBezTo>
                    <a:pt x="5260" y="1878"/>
                    <a:pt x="6094" y="1277"/>
                    <a:pt x="7061" y="844"/>
                  </a:cubicBezTo>
                  <a:cubicBezTo>
                    <a:pt x="7528" y="639"/>
                    <a:pt x="7229" y="1"/>
                    <a:pt x="6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 rot="989648">
              <a:off x="7802301" y="1072407"/>
              <a:ext cx="28243" cy="23269"/>
            </a:xfrm>
            <a:custGeom>
              <a:avLst/>
              <a:gdLst/>
              <a:ahLst/>
              <a:cxnLst/>
              <a:rect l="l" t="t" r="r" b="b"/>
              <a:pathLst>
                <a:path w="1135" h="935" extrusionOk="0">
                  <a:moveTo>
                    <a:pt x="568" y="1"/>
                  </a:moveTo>
                  <a:cubicBezTo>
                    <a:pt x="1" y="68"/>
                    <a:pt x="1" y="902"/>
                    <a:pt x="568" y="935"/>
                  </a:cubicBezTo>
                  <a:cubicBezTo>
                    <a:pt x="1135" y="902"/>
                    <a:pt x="1135" y="68"/>
                    <a:pt x="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5" name="Google Shape;1465;p33"/>
          <p:cNvSpPr/>
          <p:nvPr/>
        </p:nvSpPr>
        <p:spPr>
          <a:xfrm rot="989451">
            <a:off x="6964986" y="1347226"/>
            <a:ext cx="121724" cy="113202"/>
          </a:xfrm>
          <a:custGeom>
            <a:avLst/>
            <a:gdLst/>
            <a:ahLst/>
            <a:cxnLst/>
            <a:rect l="l" t="t" r="r" b="b"/>
            <a:pathLst>
              <a:path w="4371" h="4065" extrusionOk="0">
                <a:moveTo>
                  <a:pt x="2803" y="1301"/>
                </a:moveTo>
                <a:cubicBezTo>
                  <a:pt x="2803" y="1312"/>
                  <a:pt x="2810" y="1323"/>
                  <a:pt x="2818" y="1331"/>
                </a:cubicBezTo>
                <a:lnTo>
                  <a:pt x="2818" y="1331"/>
                </a:lnTo>
                <a:lnTo>
                  <a:pt x="2803" y="1301"/>
                </a:lnTo>
                <a:close/>
                <a:moveTo>
                  <a:pt x="1902" y="934"/>
                </a:moveTo>
                <a:cubicBezTo>
                  <a:pt x="2039" y="973"/>
                  <a:pt x="2176" y="990"/>
                  <a:pt x="2313" y="990"/>
                </a:cubicBezTo>
                <a:cubicBezTo>
                  <a:pt x="2337" y="990"/>
                  <a:pt x="2361" y="989"/>
                  <a:pt x="2385" y="988"/>
                </a:cubicBezTo>
                <a:lnTo>
                  <a:pt x="2385" y="988"/>
                </a:lnTo>
                <a:cubicBezTo>
                  <a:pt x="2391" y="992"/>
                  <a:pt x="2397" y="997"/>
                  <a:pt x="2403" y="1001"/>
                </a:cubicBezTo>
                <a:cubicBezTo>
                  <a:pt x="2469" y="1034"/>
                  <a:pt x="2536" y="1068"/>
                  <a:pt x="2569" y="1101"/>
                </a:cubicBezTo>
                <a:cubicBezTo>
                  <a:pt x="2569" y="1101"/>
                  <a:pt x="2633" y="1144"/>
                  <a:pt x="2625" y="1144"/>
                </a:cubicBezTo>
                <a:cubicBezTo>
                  <a:pt x="2623" y="1144"/>
                  <a:pt x="2616" y="1141"/>
                  <a:pt x="2603" y="1134"/>
                </a:cubicBezTo>
                <a:lnTo>
                  <a:pt x="2603" y="1134"/>
                </a:lnTo>
                <a:lnTo>
                  <a:pt x="2669" y="1168"/>
                </a:lnTo>
                <a:lnTo>
                  <a:pt x="2803" y="1301"/>
                </a:lnTo>
                <a:lnTo>
                  <a:pt x="2803" y="1301"/>
                </a:lnTo>
                <a:lnTo>
                  <a:pt x="2803" y="1301"/>
                </a:lnTo>
                <a:cubicBezTo>
                  <a:pt x="2803" y="1301"/>
                  <a:pt x="2803" y="1301"/>
                  <a:pt x="2803" y="1301"/>
                </a:cubicBezTo>
                <a:lnTo>
                  <a:pt x="2803" y="1301"/>
                </a:lnTo>
                <a:cubicBezTo>
                  <a:pt x="2831" y="1329"/>
                  <a:pt x="2835" y="1340"/>
                  <a:pt x="2831" y="1340"/>
                </a:cubicBezTo>
                <a:cubicBezTo>
                  <a:pt x="2829" y="1340"/>
                  <a:pt x="2823" y="1336"/>
                  <a:pt x="2818" y="1331"/>
                </a:cubicBezTo>
                <a:lnTo>
                  <a:pt x="2818" y="1331"/>
                </a:lnTo>
                <a:lnTo>
                  <a:pt x="2870" y="1435"/>
                </a:lnTo>
                <a:cubicBezTo>
                  <a:pt x="2900" y="1465"/>
                  <a:pt x="2930" y="1522"/>
                  <a:pt x="2960" y="1583"/>
                </a:cubicBezTo>
                <a:lnTo>
                  <a:pt x="2960" y="1583"/>
                </a:lnTo>
                <a:cubicBezTo>
                  <a:pt x="2959" y="1587"/>
                  <a:pt x="2961" y="1601"/>
                  <a:pt x="2970" y="1635"/>
                </a:cubicBezTo>
                <a:lnTo>
                  <a:pt x="3003" y="1701"/>
                </a:lnTo>
                <a:cubicBezTo>
                  <a:pt x="3003" y="1768"/>
                  <a:pt x="3036" y="1835"/>
                  <a:pt x="3036" y="1902"/>
                </a:cubicBezTo>
                <a:cubicBezTo>
                  <a:pt x="3036" y="1935"/>
                  <a:pt x="3036" y="1968"/>
                  <a:pt x="3036" y="2035"/>
                </a:cubicBezTo>
                <a:lnTo>
                  <a:pt x="3036" y="2135"/>
                </a:lnTo>
                <a:cubicBezTo>
                  <a:pt x="3036" y="2202"/>
                  <a:pt x="3003" y="2269"/>
                  <a:pt x="3003" y="2335"/>
                </a:cubicBezTo>
                <a:cubicBezTo>
                  <a:pt x="2979" y="2360"/>
                  <a:pt x="2936" y="2439"/>
                  <a:pt x="2942" y="2439"/>
                </a:cubicBezTo>
                <a:cubicBezTo>
                  <a:pt x="2944" y="2439"/>
                  <a:pt x="2952" y="2428"/>
                  <a:pt x="2970" y="2402"/>
                </a:cubicBezTo>
                <a:lnTo>
                  <a:pt x="2970" y="2402"/>
                </a:lnTo>
                <a:cubicBezTo>
                  <a:pt x="2936" y="2469"/>
                  <a:pt x="2903" y="2535"/>
                  <a:pt x="2836" y="2602"/>
                </a:cubicBezTo>
                <a:cubicBezTo>
                  <a:pt x="2836" y="2602"/>
                  <a:pt x="2787" y="2676"/>
                  <a:pt x="2794" y="2676"/>
                </a:cubicBezTo>
                <a:cubicBezTo>
                  <a:pt x="2795" y="2676"/>
                  <a:pt x="2798" y="2674"/>
                  <a:pt x="2803" y="2669"/>
                </a:cubicBezTo>
                <a:cubicBezTo>
                  <a:pt x="2811" y="2652"/>
                  <a:pt x="2815" y="2646"/>
                  <a:pt x="2816" y="2646"/>
                </a:cubicBezTo>
                <a:lnTo>
                  <a:pt x="2816" y="2646"/>
                </a:lnTo>
                <a:cubicBezTo>
                  <a:pt x="2820" y="2646"/>
                  <a:pt x="2795" y="2702"/>
                  <a:pt x="2770" y="2702"/>
                </a:cubicBezTo>
                <a:cubicBezTo>
                  <a:pt x="2770" y="2702"/>
                  <a:pt x="2703" y="2802"/>
                  <a:pt x="2636" y="2836"/>
                </a:cubicBezTo>
                <a:lnTo>
                  <a:pt x="2569" y="2902"/>
                </a:lnTo>
                <a:lnTo>
                  <a:pt x="2403" y="3002"/>
                </a:lnTo>
                <a:cubicBezTo>
                  <a:pt x="2395" y="3006"/>
                  <a:pt x="2389" y="3009"/>
                  <a:pt x="2384" y="3012"/>
                </a:cubicBezTo>
                <a:lnTo>
                  <a:pt x="2384" y="3012"/>
                </a:lnTo>
                <a:cubicBezTo>
                  <a:pt x="2388" y="3007"/>
                  <a:pt x="2386" y="3002"/>
                  <a:pt x="2369" y="3002"/>
                </a:cubicBezTo>
                <a:lnTo>
                  <a:pt x="2269" y="3036"/>
                </a:lnTo>
                <a:cubicBezTo>
                  <a:pt x="2202" y="3036"/>
                  <a:pt x="2136" y="3069"/>
                  <a:pt x="2069" y="3069"/>
                </a:cubicBezTo>
                <a:lnTo>
                  <a:pt x="1769" y="3069"/>
                </a:lnTo>
                <a:cubicBezTo>
                  <a:pt x="1869" y="3069"/>
                  <a:pt x="1669" y="3069"/>
                  <a:pt x="1635" y="3036"/>
                </a:cubicBezTo>
                <a:cubicBezTo>
                  <a:pt x="1569" y="3036"/>
                  <a:pt x="1502" y="3002"/>
                  <a:pt x="1469" y="3002"/>
                </a:cubicBezTo>
                <a:cubicBezTo>
                  <a:pt x="1535" y="3002"/>
                  <a:pt x="1402" y="2936"/>
                  <a:pt x="1369" y="2936"/>
                </a:cubicBezTo>
                <a:lnTo>
                  <a:pt x="1302" y="2902"/>
                </a:lnTo>
                <a:cubicBezTo>
                  <a:pt x="1302" y="2902"/>
                  <a:pt x="1246" y="2846"/>
                  <a:pt x="1231" y="2846"/>
                </a:cubicBezTo>
                <a:cubicBezTo>
                  <a:pt x="1227" y="2846"/>
                  <a:pt x="1227" y="2852"/>
                  <a:pt x="1235" y="2869"/>
                </a:cubicBezTo>
                <a:cubicBezTo>
                  <a:pt x="1202" y="2802"/>
                  <a:pt x="1135" y="2769"/>
                  <a:pt x="1102" y="2702"/>
                </a:cubicBezTo>
                <a:cubicBezTo>
                  <a:pt x="1102" y="2702"/>
                  <a:pt x="1072" y="2673"/>
                  <a:pt x="1062" y="2673"/>
                </a:cubicBezTo>
                <a:cubicBezTo>
                  <a:pt x="1062" y="2673"/>
                  <a:pt x="1062" y="2673"/>
                  <a:pt x="1061" y="2673"/>
                </a:cubicBezTo>
                <a:lnTo>
                  <a:pt x="1061" y="2673"/>
                </a:lnTo>
                <a:cubicBezTo>
                  <a:pt x="1052" y="2649"/>
                  <a:pt x="1035" y="2626"/>
                  <a:pt x="1035" y="2602"/>
                </a:cubicBezTo>
                <a:cubicBezTo>
                  <a:pt x="1002" y="2569"/>
                  <a:pt x="1002" y="2535"/>
                  <a:pt x="1002" y="2502"/>
                </a:cubicBezTo>
                <a:cubicBezTo>
                  <a:pt x="987" y="2459"/>
                  <a:pt x="985" y="2447"/>
                  <a:pt x="988" y="2447"/>
                </a:cubicBezTo>
                <a:lnTo>
                  <a:pt x="988" y="2447"/>
                </a:lnTo>
                <a:cubicBezTo>
                  <a:pt x="991" y="2447"/>
                  <a:pt x="1002" y="2469"/>
                  <a:pt x="1002" y="2469"/>
                </a:cubicBezTo>
                <a:cubicBezTo>
                  <a:pt x="1002" y="2402"/>
                  <a:pt x="1002" y="2369"/>
                  <a:pt x="1002" y="2302"/>
                </a:cubicBezTo>
                <a:cubicBezTo>
                  <a:pt x="1002" y="2269"/>
                  <a:pt x="1002" y="2235"/>
                  <a:pt x="1002" y="2202"/>
                </a:cubicBezTo>
                <a:lnTo>
                  <a:pt x="1002" y="2168"/>
                </a:lnTo>
                <a:cubicBezTo>
                  <a:pt x="1002" y="2135"/>
                  <a:pt x="1035" y="2035"/>
                  <a:pt x="1035" y="1968"/>
                </a:cubicBezTo>
                <a:cubicBezTo>
                  <a:pt x="1068" y="1902"/>
                  <a:pt x="1068" y="1868"/>
                  <a:pt x="1102" y="1802"/>
                </a:cubicBezTo>
                <a:lnTo>
                  <a:pt x="1168" y="1668"/>
                </a:lnTo>
                <a:cubicBezTo>
                  <a:pt x="1202" y="1601"/>
                  <a:pt x="1235" y="1535"/>
                  <a:pt x="1268" y="1468"/>
                </a:cubicBezTo>
                <a:lnTo>
                  <a:pt x="1335" y="1368"/>
                </a:lnTo>
                <a:cubicBezTo>
                  <a:pt x="1336" y="1367"/>
                  <a:pt x="1337" y="1366"/>
                  <a:pt x="1337" y="1366"/>
                </a:cubicBezTo>
                <a:cubicBezTo>
                  <a:pt x="1337" y="1366"/>
                  <a:pt x="1344" y="1359"/>
                  <a:pt x="1369" y="1335"/>
                </a:cubicBezTo>
                <a:lnTo>
                  <a:pt x="1535" y="1168"/>
                </a:lnTo>
                <a:lnTo>
                  <a:pt x="1602" y="1101"/>
                </a:lnTo>
                <a:lnTo>
                  <a:pt x="1635" y="1068"/>
                </a:lnTo>
                <a:cubicBezTo>
                  <a:pt x="1702" y="1034"/>
                  <a:pt x="1769" y="968"/>
                  <a:pt x="1836" y="934"/>
                </a:cubicBezTo>
                <a:close/>
                <a:moveTo>
                  <a:pt x="1869" y="0"/>
                </a:moveTo>
                <a:cubicBezTo>
                  <a:pt x="1602" y="0"/>
                  <a:pt x="1369" y="100"/>
                  <a:pt x="1168" y="234"/>
                </a:cubicBezTo>
                <a:cubicBezTo>
                  <a:pt x="535" y="701"/>
                  <a:pt x="101" y="1435"/>
                  <a:pt x="34" y="2235"/>
                </a:cubicBezTo>
                <a:cubicBezTo>
                  <a:pt x="1" y="2669"/>
                  <a:pt x="134" y="3102"/>
                  <a:pt x="468" y="3436"/>
                </a:cubicBezTo>
                <a:cubicBezTo>
                  <a:pt x="872" y="3855"/>
                  <a:pt x="1413" y="4065"/>
                  <a:pt x="1953" y="4065"/>
                </a:cubicBezTo>
                <a:cubicBezTo>
                  <a:pt x="2574" y="4065"/>
                  <a:pt x="3193" y="3789"/>
                  <a:pt x="3603" y="3236"/>
                </a:cubicBezTo>
                <a:cubicBezTo>
                  <a:pt x="4371" y="2235"/>
                  <a:pt x="4004" y="767"/>
                  <a:pt x="2870" y="200"/>
                </a:cubicBezTo>
                <a:cubicBezTo>
                  <a:pt x="2828" y="178"/>
                  <a:pt x="2787" y="163"/>
                  <a:pt x="2747" y="154"/>
                </a:cubicBezTo>
                <a:lnTo>
                  <a:pt x="2747" y="154"/>
                </a:lnTo>
                <a:cubicBezTo>
                  <a:pt x="2663" y="90"/>
                  <a:pt x="2563" y="52"/>
                  <a:pt x="2454" y="52"/>
                </a:cubicBezTo>
                <a:cubicBezTo>
                  <a:pt x="2416" y="52"/>
                  <a:pt x="2376" y="57"/>
                  <a:pt x="2336" y="67"/>
                </a:cubicBezTo>
                <a:lnTo>
                  <a:pt x="2202" y="34"/>
                </a:lnTo>
                <a:cubicBezTo>
                  <a:pt x="2069" y="0"/>
                  <a:pt x="1969" y="0"/>
                  <a:pt x="1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"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7" name="Google Shape;1467;p34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468" name="Google Shape;1468;p34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4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4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4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4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4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4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4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4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4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4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4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4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4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4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4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4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4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4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4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4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4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4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3" name="Google Shape;1493;p34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494" name="Google Shape;1494;p34"/>
          <p:cNvSpPr/>
          <p:nvPr/>
        </p:nvSpPr>
        <p:spPr>
          <a:xfrm>
            <a:off x="4857500" y="47252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34"/>
          <p:cNvSpPr/>
          <p:nvPr/>
        </p:nvSpPr>
        <p:spPr>
          <a:xfrm>
            <a:off x="1055050" y="46446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34"/>
          <p:cNvSpPr/>
          <p:nvPr/>
        </p:nvSpPr>
        <p:spPr>
          <a:xfrm>
            <a:off x="2683325" y="25562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34"/>
          <p:cNvSpPr/>
          <p:nvPr/>
        </p:nvSpPr>
        <p:spPr>
          <a:xfrm>
            <a:off x="368488" y="3245363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34"/>
          <p:cNvSpPr/>
          <p:nvPr/>
        </p:nvSpPr>
        <p:spPr>
          <a:xfrm>
            <a:off x="8261475" y="793463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9" name="Google Shape;1499;p34"/>
          <p:cNvSpPr/>
          <p:nvPr/>
        </p:nvSpPr>
        <p:spPr>
          <a:xfrm>
            <a:off x="7064300" y="4627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34"/>
          <p:cNvSpPr/>
          <p:nvPr/>
        </p:nvSpPr>
        <p:spPr>
          <a:xfrm>
            <a:off x="284575" y="15526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01" name="Google Shape;1501;p34"/>
          <p:cNvGrpSpPr/>
          <p:nvPr/>
        </p:nvGrpSpPr>
        <p:grpSpPr>
          <a:xfrm>
            <a:off x="7523250" y="4530438"/>
            <a:ext cx="311900" cy="314700"/>
            <a:chOff x="8571050" y="1873050"/>
            <a:chExt cx="311900" cy="314700"/>
          </a:xfrm>
        </p:grpSpPr>
        <p:sp>
          <p:nvSpPr>
            <p:cNvPr id="1502" name="Google Shape;1502;p34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4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4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4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6" name="Google Shape;1506;p34"/>
          <p:cNvGrpSpPr/>
          <p:nvPr/>
        </p:nvGrpSpPr>
        <p:grpSpPr>
          <a:xfrm flipH="1">
            <a:off x="7965700" y="1697200"/>
            <a:ext cx="730975" cy="238525"/>
            <a:chOff x="3798300" y="2287225"/>
            <a:chExt cx="730975" cy="238525"/>
          </a:xfrm>
        </p:grpSpPr>
        <p:sp>
          <p:nvSpPr>
            <p:cNvPr id="1507" name="Google Shape;1507;p34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4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9" name="Google Shape;1509;p34"/>
          <p:cNvGrpSpPr/>
          <p:nvPr/>
        </p:nvGrpSpPr>
        <p:grpSpPr>
          <a:xfrm flipH="1">
            <a:off x="3372550" y="4509938"/>
            <a:ext cx="529900" cy="149350"/>
            <a:chOff x="3898800" y="2624300"/>
            <a:chExt cx="529900" cy="149350"/>
          </a:xfrm>
        </p:grpSpPr>
        <p:sp>
          <p:nvSpPr>
            <p:cNvPr id="1510" name="Google Shape;1510;p34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4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_1_1"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3" name="Google Shape;1513;p35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514" name="Google Shape;1514;p35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5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5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5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5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5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5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5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5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5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5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5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5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5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5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5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5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5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5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5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5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5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5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5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5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9" name="Google Shape;1539;p35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540" name="Google Shape;1540;p35"/>
          <p:cNvSpPr/>
          <p:nvPr/>
        </p:nvSpPr>
        <p:spPr>
          <a:xfrm>
            <a:off x="5277925" y="483215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35"/>
          <p:cNvSpPr/>
          <p:nvPr/>
        </p:nvSpPr>
        <p:spPr>
          <a:xfrm>
            <a:off x="2030950" y="484910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35"/>
          <p:cNvSpPr/>
          <p:nvPr/>
        </p:nvSpPr>
        <p:spPr>
          <a:xfrm>
            <a:off x="6922025" y="65037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35"/>
          <p:cNvSpPr/>
          <p:nvPr/>
        </p:nvSpPr>
        <p:spPr>
          <a:xfrm>
            <a:off x="5896400" y="1231063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35"/>
          <p:cNvSpPr/>
          <p:nvPr/>
        </p:nvSpPr>
        <p:spPr>
          <a:xfrm>
            <a:off x="8604013" y="33762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35"/>
          <p:cNvSpPr/>
          <p:nvPr/>
        </p:nvSpPr>
        <p:spPr>
          <a:xfrm>
            <a:off x="8485600" y="455357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6" name="Google Shape;1546;p35"/>
          <p:cNvGrpSpPr/>
          <p:nvPr/>
        </p:nvGrpSpPr>
        <p:grpSpPr>
          <a:xfrm>
            <a:off x="204363" y="1403963"/>
            <a:ext cx="730975" cy="238525"/>
            <a:chOff x="3798300" y="2287225"/>
            <a:chExt cx="730975" cy="238525"/>
          </a:xfrm>
        </p:grpSpPr>
        <p:sp>
          <p:nvSpPr>
            <p:cNvPr id="1547" name="Google Shape;1547;p35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5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9" name="Google Shape;1549;p35"/>
          <p:cNvGrpSpPr/>
          <p:nvPr/>
        </p:nvGrpSpPr>
        <p:grpSpPr>
          <a:xfrm>
            <a:off x="8165813" y="1335263"/>
            <a:ext cx="529900" cy="149350"/>
            <a:chOff x="3898800" y="2624300"/>
            <a:chExt cx="529900" cy="149350"/>
          </a:xfrm>
        </p:grpSpPr>
        <p:sp>
          <p:nvSpPr>
            <p:cNvPr id="1550" name="Google Shape;1550;p35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5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2_1_1_1_1"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3" name="Google Shape;1553;p36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554" name="Google Shape;1554;p36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6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6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6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6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6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6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6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6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6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6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6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6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6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6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6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6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6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6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6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9" name="Google Shape;1579;p36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580" name="Google Shape;1580;p36"/>
          <p:cNvSpPr/>
          <p:nvPr/>
        </p:nvSpPr>
        <p:spPr>
          <a:xfrm>
            <a:off x="5737025" y="48319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1" name="Google Shape;1581;p36"/>
          <p:cNvSpPr/>
          <p:nvPr/>
        </p:nvSpPr>
        <p:spPr>
          <a:xfrm>
            <a:off x="670688" y="481933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36"/>
          <p:cNvSpPr/>
          <p:nvPr/>
        </p:nvSpPr>
        <p:spPr>
          <a:xfrm>
            <a:off x="409338" y="35956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36"/>
          <p:cNvSpPr/>
          <p:nvPr/>
        </p:nvSpPr>
        <p:spPr>
          <a:xfrm>
            <a:off x="8593750" y="42285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4" name="Google Shape;1584;p36"/>
          <p:cNvSpPr/>
          <p:nvPr/>
        </p:nvSpPr>
        <p:spPr>
          <a:xfrm>
            <a:off x="1406050" y="58731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5" name="Google Shape;1585;p36"/>
          <p:cNvGrpSpPr/>
          <p:nvPr/>
        </p:nvGrpSpPr>
        <p:grpSpPr>
          <a:xfrm>
            <a:off x="3051425" y="4604725"/>
            <a:ext cx="311900" cy="314700"/>
            <a:chOff x="8571050" y="1873050"/>
            <a:chExt cx="311900" cy="314700"/>
          </a:xfrm>
        </p:grpSpPr>
        <p:sp>
          <p:nvSpPr>
            <p:cNvPr id="1586" name="Google Shape;1586;p36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6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6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6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0" name="Google Shape;1590;p36"/>
          <p:cNvSpPr/>
          <p:nvPr/>
        </p:nvSpPr>
        <p:spPr>
          <a:xfrm rot="989451">
            <a:off x="7130073" y="686163"/>
            <a:ext cx="121724" cy="113202"/>
          </a:xfrm>
          <a:custGeom>
            <a:avLst/>
            <a:gdLst/>
            <a:ahLst/>
            <a:cxnLst/>
            <a:rect l="l" t="t" r="r" b="b"/>
            <a:pathLst>
              <a:path w="4371" h="4065" extrusionOk="0">
                <a:moveTo>
                  <a:pt x="2803" y="1301"/>
                </a:moveTo>
                <a:cubicBezTo>
                  <a:pt x="2803" y="1312"/>
                  <a:pt x="2810" y="1323"/>
                  <a:pt x="2818" y="1331"/>
                </a:cubicBezTo>
                <a:lnTo>
                  <a:pt x="2818" y="1331"/>
                </a:lnTo>
                <a:lnTo>
                  <a:pt x="2803" y="1301"/>
                </a:lnTo>
                <a:close/>
                <a:moveTo>
                  <a:pt x="1902" y="934"/>
                </a:moveTo>
                <a:cubicBezTo>
                  <a:pt x="2039" y="973"/>
                  <a:pt x="2176" y="990"/>
                  <a:pt x="2313" y="990"/>
                </a:cubicBezTo>
                <a:cubicBezTo>
                  <a:pt x="2337" y="990"/>
                  <a:pt x="2361" y="989"/>
                  <a:pt x="2385" y="988"/>
                </a:cubicBezTo>
                <a:lnTo>
                  <a:pt x="2385" y="988"/>
                </a:lnTo>
                <a:cubicBezTo>
                  <a:pt x="2391" y="992"/>
                  <a:pt x="2397" y="997"/>
                  <a:pt x="2403" y="1001"/>
                </a:cubicBezTo>
                <a:cubicBezTo>
                  <a:pt x="2469" y="1034"/>
                  <a:pt x="2536" y="1068"/>
                  <a:pt x="2569" y="1101"/>
                </a:cubicBezTo>
                <a:cubicBezTo>
                  <a:pt x="2569" y="1101"/>
                  <a:pt x="2633" y="1144"/>
                  <a:pt x="2625" y="1144"/>
                </a:cubicBezTo>
                <a:cubicBezTo>
                  <a:pt x="2623" y="1144"/>
                  <a:pt x="2616" y="1141"/>
                  <a:pt x="2603" y="1134"/>
                </a:cubicBezTo>
                <a:lnTo>
                  <a:pt x="2603" y="1134"/>
                </a:lnTo>
                <a:lnTo>
                  <a:pt x="2669" y="1168"/>
                </a:lnTo>
                <a:lnTo>
                  <a:pt x="2803" y="1301"/>
                </a:lnTo>
                <a:lnTo>
                  <a:pt x="2803" y="1301"/>
                </a:lnTo>
                <a:lnTo>
                  <a:pt x="2803" y="1301"/>
                </a:lnTo>
                <a:cubicBezTo>
                  <a:pt x="2803" y="1301"/>
                  <a:pt x="2803" y="1301"/>
                  <a:pt x="2803" y="1301"/>
                </a:cubicBezTo>
                <a:lnTo>
                  <a:pt x="2803" y="1301"/>
                </a:lnTo>
                <a:cubicBezTo>
                  <a:pt x="2831" y="1329"/>
                  <a:pt x="2835" y="1340"/>
                  <a:pt x="2831" y="1340"/>
                </a:cubicBezTo>
                <a:cubicBezTo>
                  <a:pt x="2829" y="1340"/>
                  <a:pt x="2823" y="1336"/>
                  <a:pt x="2818" y="1331"/>
                </a:cubicBezTo>
                <a:lnTo>
                  <a:pt x="2818" y="1331"/>
                </a:lnTo>
                <a:lnTo>
                  <a:pt x="2870" y="1435"/>
                </a:lnTo>
                <a:cubicBezTo>
                  <a:pt x="2900" y="1465"/>
                  <a:pt x="2930" y="1522"/>
                  <a:pt x="2960" y="1583"/>
                </a:cubicBezTo>
                <a:lnTo>
                  <a:pt x="2960" y="1583"/>
                </a:lnTo>
                <a:cubicBezTo>
                  <a:pt x="2959" y="1587"/>
                  <a:pt x="2961" y="1601"/>
                  <a:pt x="2970" y="1635"/>
                </a:cubicBezTo>
                <a:lnTo>
                  <a:pt x="3003" y="1701"/>
                </a:lnTo>
                <a:cubicBezTo>
                  <a:pt x="3003" y="1768"/>
                  <a:pt x="3036" y="1835"/>
                  <a:pt x="3036" y="1902"/>
                </a:cubicBezTo>
                <a:cubicBezTo>
                  <a:pt x="3036" y="1935"/>
                  <a:pt x="3036" y="1968"/>
                  <a:pt x="3036" y="2035"/>
                </a:cubicBezTo>
                <a:lnTo>
                  <a:pt x="3036" y="2135"/>
                </a:lnTo>
                <a:cubicBezTo>
                  <a:pt x="3036" y="2202"/>
                  <a:pt x="3003" y="2269"/>
                  <a:pt x="3003" y="2335"/>
                </a:cubicBezTo>
                <a:cubicBezTo>
                  <a:pt x="2979" y="2360"/>
                  <a:pt x="2936" y="2439"/>
                  <a:pt x="2942" y="2439"/>
                </a:cubicBezTo>
                <a:cubicBezTo>
                  <a:pt x="2944" y="2439"/>
                  <a:pt x="2952" y="2428"/>
                  <a:pt x="2970" y="2402"/>
                </a:cubicBezTo>
                <a:lnTo>
                  <a:pt x="2970" y="2402"/>
                </a:lnTo>
                <a:cubicBezTo>
                  <a:pt x="2936" y="2469"/>
                  <a:pt x="2903" y="2535"/>
                  <a:pt x="2836" y="2602"/>
                </a:cubicBezTo>
                <a:cubicBezTo>
                  <a:pt x="2836" y="2602"/>
                  <a:pt x="2787" y="2676"/>
                  <a:pt x="2794" y="2676"/>
                </a:cubicBezTo>
                <a:cubicBezTo>
                  <a:pt x="2795" y="2676"/>
                  <a:pt x="2798" y="2674"/>
                  <a:pt x="2803" y="2669"/>
                </a:cubicBezTo>
                <a:cubicBezTo>
                  <a:pt x="2811" y="2652"/>
                  <a:pt x="2815" y="2646"/>
                  <a:pt x="2816" y="2646"/>
                </a:cubicBezTo>
                <a:lnTo>
                  <a:pt x="2816" y="2646"/>
                </a:lnTo>
                <a:cubicBezTo>
                  <a:pt x="2820" y="2646"/>
                  <a:pt x="2795" y="2702"/>
                  <a:pt x="2770" y="2702"/>
                </a:cubicBezTo>
                <a:cubicBezTo>
                  <a:pt x="2770" y="2702"/>
                  <a:pt x="2703" y="2802"/>
                  <a:pt x="2636" y="2836"/>
                </a:cubicBezTo>
                <a:lnTo>
                  <a:pt x="2569" y="2902"/>
                </a:lnTo>
                <a:lnTo>
                  <a:pt x="2403" y="3002"/>
                </a:lnTo>
                <a:cubicBezTo>
                  <a:pt x="2395" y="3006"/>
                  <a:pt x="2389" y="3009"/>
                  <a:pt x="2384" y="3012"/>
                </a:cubicBezTo>
                <a:lnTo>
                  <a:pt x="2384" y="3012"/>
                </a:lnTo>
                <a:cubicBezTo>
                  <a:pt x="2388" y="3007"/>
                  <a:pt x="2386" y="3002"/>
                  <a:pt x="2369" y="3002"/>
                </a:cubicBezTo>
                <a:lnTo>
                  <a:pt x="2269" y="3036"/>
                </a:lnTo>
                <a:cubicBezTo>
                  <a:pt x="2202" y="3036"/>
                  <a:pt x="2136" y="3069"/>
                  <a:pt x="2069" y="3069"/>
                </a:cubicBezTo>
                <a:lnTo>
                  <a:pt x="1769" y="3069"/>
                </a:lnTo>
                <a:cubicBezTo>
                  <a:pt x="1869" y="3069"/>
                  <a:pt x="1669" y="3069"/>
                  <a:pt x="1635" y="3036"/>
                </a:cubicBezTo>
                <a:cubicBezTo>
                  <a:pt x="1569" y="3036"/>
                  <a:pt x="1502" y="3002"/>
                  <a:pt x="1469" y="3002"/>
                </a:cubicBezTo>
                <a:cubicBezTo>
                  <a:pt x="1535" y="3002"/>
                  <a:pt x="1402" y="2936"/>
                  <a:pt x="1369" y="2936"/>
                </a:cubicBezTo>
                <a:lnTo>
                  <a:pt x="1302" y="2902"/>
                </a:lnTo>
                <a:cubicBezTo>
                  <a:pt x="1302" y="2902"/>
                  <a:pt x="1246" y="2846"/>
                  <a:pt x="1231" y="2846"/>
                </a:cubicBezTo>
                <a:cubicBezTo>
                  <a:pt x="1227" y="2846"/>
                  <a:pt x="1227" y="2852"/>
                  <a:pt x="1235" y="2869"/>
                </a:cubicBezTo>
                <a:cubicBezTo>
                  <a:pt x="1202" y="2802"/>
                  <a:pt x="1135" y="2769"/>
                  <a:pt x="1102" y="2702"/>
                </a:cubicBezTo>
                <a:cubicBezTo>
                  <a:pt x="1102" y="2702"/>
                  <a:pt x="1072" y="2673"/>
                  <a:pt x="1062" y="2673"/>
                </a:cubicBezTo>
                <a:cubicBezTo>
                  <a:pt x="1062" y="2673"/>
                  <a:pt x="1062" y="2673"/>
                  <a:pt x="1061" y="2673"/>
                </a:cubicBezTo>
                <a:lnTo>
                  <a:pt x="1061" y="2673"/>
                </a:lnTo>
                <a:cubicBezTo>
                  <a:pt x="1052" y="2649"/>
                  <a:pt x="1035" y="2626"/>
                  <a:pt x="1035" y="2602"/>
                </a:cubicBezTo>
                <a:cubicBezTo>
                  <a:pt x="1002" y="2569"/>
                  <a:pt x="1002" y="2535"/>
                  <a:pt x="1002" y="2502"/>
                </a:cubicBezTo>
                <a:cubicBezTo>
                  <a:pt x="987" y="2459"/>
                  <a:pt x="985" y="2447"/>
                  <a:pt x="988" y="2447"/>
                </a:cubicBezTo>
                <a:lnTo>
                  <a:pt x="988" y="2447"/>
                </a:lnTo>
                <a:cubicBezTo>
                  <a:pt x="991" y="2447"/>
                  <a:pt x="1002" y="2469"/>
                  <a:pt x="1002" y="2469"/>
                </a:cubicBezTo>
                <a:cubicBezTo>
                  <a:pt x="1002" y="2402"/>
                  <a:pt x="1002" y="2369"/>
                  <a:pt x="1002" y="2302"/>
                </a:cubicBezTo>
                <a:cubicBezTo>
                  <a:pt x="1002" y="2269"/>
                  <a:pt x="1002" y="2235"/>
                  <a:pt x="1002" y="2202"/>
                </a:cubicBezTo>
                <a:lnTo>
                  <a:pt x="1002" y="2168"/>
                </a:lnTo>
                <a:cubicBezTo>
                  <a:pt x="1002" y="2135"/>
                  <a:pt x="1035" y="2035"/>
                  <a:pt x="1035" y="1968"/>
                </a:cubicBezTo>
                <a:cubicBezTo>
                  <a:pt x="1068" y="1902"/>
                  <a:pt x="1068" y="1868"/>
                  <a:pt x="1102" y="1802"/>
                </a:cubicBezTo>
                <a:lnTo>
                  <a:pt x="1168" y="1668"/>
                </a:lnTo>
                <a:cubicBezTo>
                  <a:pt x="1202" y="1601"/>
                  <a:pt x="1235" y="1535"/>
                  <a:pt x="1268" y="1468"/>
                </a:cubicBezTo>
                <a:lnTo>
                  <a:pt x="1335" y="1368"/>
                </a:lnTo>
                <a:cubicBezTo>
                  <a:pt x="1336" y="1367"/>
                  <a:pt x="1337" y="1366"/>
                  <a:pt x="1337" y="1366"/>
                </a:cubicBezTo>
                <a:cubicBezTo>
                  <a:pt x="1337" y="1366"/>
                  <a:pt x="1344" y="1359"/>
                  <a:pt x="1369" y="1335"/>
                </a:cubicBezTo>
                <a:lnTo>
                  <a:pt x="1535" y="1168"/>
                </a:lnTo>
                <a:lnTo>
                  <a:pt x="1602" y="1101"/>
                </a:lnTo>
                <a:lnTo>
                  <a:pt x="1635" y="1068"/>
                </a:lnTo>
                <a:cubicBezTo>
                  <a:pt x="1702" y="1034"/>
                  <a:pt x="1769" y="968"/>
                  <a:pt x="1836" y="934"/>
                </a:cubicBezTo>
                <a:close/>
                <a:moveTo>
                  <a:pt x="1869" y="0"/>
                </a:moveTo>
                <a:cubicBezTo>
                  <a:pt x="1602" y="0"/>
                  <a:pt x="1369" y="100"/>
                  <a:pt x="1168" y="234"/>
                </a:cubicBezTo>
                <a:cubicBezTo>
                  <a:pt x="535" y="701"/>
                  <a:pt x="101" y="1435"/>
                  <a:pt x="34" y="2235"/>
                </a:cubicBezTo>
                <a:cubicBezTo>
                  <a:pt x="1" y="2669"/>
                  <a:pt x="134" y="3102"/>
                  <a:pt x="468" y="3436"/>
                </a:cubicBezTo>
                <a:cubicBezTo>
                  <a:pt x="872" y="3855"/>
                  <a:pt x="1413" y="4065"/>
                  <a:pt x="1953" y="4065"/>
                </a:cubicBezTo>
                <a:cubicBezTo>
                  <a:pt x="2574" y="4065"/>
                  <a:pt x="3193" y="3789"/>
                  <a:pt x="3603" y="3236"/>
                </a:cubicBezTo>
                <a:cubicBezTo>
                  <a:pt x="4371" y="2235"/>
                  <a:pt x="4004" y="767"/>
                  <a:pt x="2870" y="200"/>
                </a:cubicBezTo>
                <a:cubicBezTo>
                  <a:pt x="2828" y="178"/>
                  <a:pt x="2787" y="163"/>
                  <a:pt x="2747" y="154"/>
                </a:cubicBezTo>
                <a:lnTo>
                  <a:pt x="2747" y="154"/>
                </a:lnTo>
                <a:cubicBezTo>
                  <a:pt x="2663" y="90"/>
                  <a:pt x="2563" y="52"/>
                  <a:pt x="2454" y="52"/>
                </a:cubicBezTo>
                <a:cubicBezTo>
                  <a:pt x="2416" y="52"/>
                  <a:pt x="2376" y="57"/>
                  <a:pt x="2336" y="67"/>
                </a:cubicBezTo>
                <a:lnTo>
                  <a:pt x="2202" y="34"/>
                </a:lnTo>
                <a:cubicBezTo>
                  <a:pt x="2069" y="0"/>
                  <a:pt x="1969" y="0"/>
                  <a:pt x="1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_1_1_1_1_1"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37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593" name="Google Shape;1593;p37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7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7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7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7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7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7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7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7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7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7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7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7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7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7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7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7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7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8" name="Google Shape;1618;p37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37"/>
          <p:cNvSpPr/>
          <p:nvPr/>
        </p:nvSpPr>
        <p:spPr>
          <a:xfrm>
            <a:off x="428925" y="1603788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37"/>
          <p:cNvSpPr/>
          <p:nvPr/>
        </p:nvSpPr>
        <p:spPr>
          <a:xfrm>
            <a:off x="3943163" y="489023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1" name="Google Shape;1621;p37"/>
          <p:cNvSpPr/>
          <p:nvPr/>
        </p:nvSpPr>
        <p:spPr>
          <a:xfrm>
            <a:off x="341325" y="4362888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37"/>
          <p:cNvSpPr/>
          <p:nvPr/>
        </p:nvSpPr>
        <p:spPr>
          <a:xfrm>
            <a:off x="6728588" y="5001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37"/>
          <p:cNvSpPr/>
          <p:nvPr/>
        </p:nvSpPr>
        <p:spPr>
          <a:xfrm>
            <a:off x="6193788" y="1221663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37"/>
          <p:cNvSpPr/>
          <p:nvPr/>
        </p:nvSpPr>
        <p:spPr>
          <a:xfrm>
            <a:off x="8756950" y="218125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5" name="Google Shape;1625;p37"/>
          <p:cNvGrpSpPr/>
          <p:nvPr/>
        </p:nvGrpSpPr>
        <p:grpSpPr>
          <a:xfrm>
            <a:off x="4307138" y="834238"/>
            <a:ext cx="529900" cy="149350"/>
            <a:chOff x="3898800" y="2624300"/>
            <a:chExt cx="529900" cy="149350"/>
          </a:xfrm>
        </p:grpSpPr>
        <p:sp>
          <p:nvSpPr>
            <p:cNvPr id="1626" name="Google Shape;1626;p37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7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8" name="Google Shape;1628;p37"/>
          <p:cNvGrpSpPr/>
          <p:nvPr/>
        </p:nvGrpSpPr>
        <p:grpSpPr>
          <a:xfrm>
            <a:off x="8530125" y="4248400"/>
            <a:ext cx="311900" cy="314700"/>
            <a:chOff x="8571050" y="1873050"/>
            <a:chExt cx="311900" cy="314700"/>
          </a:xfrm>
        </p:grpSpPr>
        <p:sp>
          <p:nvSpPr>
            <p:cNvPr id="1629" name="Google Shape;1629;p37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_2_2_2"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4" name="Google Shape;1634;p38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635" name="Google Shape;1635;p38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8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8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8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8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8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8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8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8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8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8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8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8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8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8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8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8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8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8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8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8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8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8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8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8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0" name="Google Shape;1660;p38"/>
          <p:cNvSpPr txBox="1">
            <a:spLocks noGrp="1"/>
          </p:cNvSpPr>
          <p:nvPr>
            <p:ph type="title"/>
          </p:nvPr>
        </p:nvSpPr>
        <p:spPr>
          <a:xfrm flipH="1">
            <a:off x="1322826" y="557941"/>
            <a:ext cx="31581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7200">
                <a:solidFill>
                  <a:srgbClr val="21252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661" name="Google Shape;1661;p38"/>
          <p:cNvSpPr txBox="1">
            <a:spLocks noGrp="1"/>
          </p:cNvSpPr>
          <p:nvPr>
            <p:ph type="subTitle" idx="1"/>
          </p:nvPr>
        </p:nvSpPr>
        <p:spPr>
          <a:xfrm flipH="1">
            <a:off x="1323200" y="1452325"/>
            <a:ext cx="3099000" cy="12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2" name="Google Shape;1662;p38"/>
          <p:cNvSpPr/>
          <p:nvPr/>
        </p:nvSpPr>
        <p:spPr>
          <a:xfrm>
            <a:off x="6481200" y="335475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38"/>
          <p:cNvSpPr/>
          <p:nvPr/>
        </p:nvSpPr>
        <p:spPr>
          <a:xfrm>
            <a:off x="4244525" y="247602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38"/>
          <p:cNvSpPr/>
          <p:nvPr/>
        </p:nvSpPr>
        <p:spPr>
          <a:xfrm>
            <a:off x="407850" y="3098363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38"/>
          <p:cNvSpPr/>
          <p:nvPr/>
        </p:nvSpPr>
        <p:spPr>
          <a:xfrm>
            <a:off x="7192638" y="1452313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38"/>
          <p:cNvSpPr/>
          <p:nvPr/>
        </p:nvSpPr>
        <p:spPr>
          <a:xfrm>
            <a:off x="506050" y="930513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38"/>
          <p:cNvSpPr/>
          <p:nvPr/>
        </p:nvSpPr>
        <p:spPr>
          <a:xfrm>
            <a:off x="8430775" y="472030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38"/>
          <p:cNvSpPr/>
          <p:nvPr/>
        </p:nvSpPr>
        <p:spPr>
          <a:xfrm>
            <a:off x="4512113" y="44525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9" name="Google Shape;1669;p38"/>
          <p:cNvGrpSpPr/>
          <p:nvPr/>
        </p:nvGrpSpPr>
        <p:grpSpPr>
          <a:xfrm>
            <a:off x="8374375" y="2556588"/>
            <a:ext cx="311900" cy="314700"/>
            <a:chOff x="8571050" y="1873050"/>
            <a:chExt cx="311900" cy="314700"/>
          </a:xfrm>
        </p:grpSpPr>
        <p:sp>
          <p:nvSpPr>
            <p:cNvPr id="1670" name="Google Shape;1670;p38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8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8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8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4" name="Google Shape;1674;p38"/>
          <p:cNvGrpSpPr/>
          <p:nvPr/>
        </p:nvGrpSpPr>
        <p:grpSpPr>
          <a:xfrm>
            <a:off x="4480925" y="692000"/>
            <a:ext cx="730975" cy="238525"/>
            <a:chOff x="3798300" y="2287225"/>
            <a:chExt cx="730975" cy="238525"/>
          </a:xfrm>
        </p:grpSpPr>
        <p:sp>
          <p:nvSpPr>
            <p:cNvPr id="1675" name="Google Shape;1675;p38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8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7" name="Google Shape;1677;p38"/>
          <p:cNvGrpSpPr/>
          <p:nvPr/>
        </p:nvGrpSpPr>
        <p:grpSpPr>
          <a:xfrm>
            <a:off x="6785850" y="4533288"/>
            <a:ext cx="529900" cy="149350"/>
            <a:chOff x="3898800" y="2624300"/>
            <a:chExt cx="529900" cy="149350"/>
          </a:xfrm>
        </p:grpSpPr>
        <p:sp>
          <p:nvSpPr>
            <p:cNvPr id="1678" name="Google Shape;1678;p38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8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0" name="Google Shape;1680;p38"/>
          <p:cNvSpPr txBox="1"/>
          <p:nvPr/>
        </p:nvSpPr>
        <p:spPr>
          <a:xfrm>
            <a:off x="1329600" y="3602508"/>
            <a:ext cx="377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CREDITS</a:t>
            </a:r>
            <a:r>
              <a:rPr lang="en" sz="12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elius Swash Caps"/>
                <a:ea typeface="Delius Swash Caps"/>
                <a:cs typeface="Delius Swash Caps"/>
                <a:sym typeface="Delius Swash Caps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elius Swash Caps"/>
                <a:ea typeface="Delius Swash Caps"/>
                <a:cs typeface="Delius Swash Caps"/>
                <a:sym typeface="Delius Swash Cap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 </a:t>
            </a:r>
            <a:r>
              <a:rPr lang="en" sz="12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and infographics &amp; images by</a:t>
            </a:r>
            <a:r>
              <a:rPr lang="en" sz="12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elius Swash Caps"/>
                <a:ea typeface="Delius Swash Caps"/>
                <a:cs typeface="Delius Swash Caps"/>
                <a:sym typeface="Delius Swash Cap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2" name="Google Shape;1682;p39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683" name="Google Shape;1683;p39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9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9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9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9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9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9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9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9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9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9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9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9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9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9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9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9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9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9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9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9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9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9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9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9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8" name="Google Shape;1708;p39"/>
          <p:cNvSpPr/>
          <p:nvPr/>
        </p:nvSpPr>
        <p:spPr>
          <a:xfrm flipH="1">
            <a:off x="360423" y="3498675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39"/>
          <p:cNvSpPr/>
          <p:nvPr/>
        </p:nvSpPr>
        <p:spPr>
          <a:xfrm flipH="1">
            <a:off x="5039723" y="45493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39"/>
          <p:cNvSpPr/>
          <p:nvPr/>
        </p:nvSpPr>
        <p:spPr>
          <a:xfrm flipH="1">
            <a:off x="8140473" y="452375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39"/>
          <p:cNvSpPr/>
          <p:nvPr/>
        </p:nvSpPr>
        <p:spPr>
          <a:xfrm flipH="1">
            <a:off x="677773" y="2076088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2" name="Google Shape;1712;p39"/>
          <p:cNvSpPr/>
          <p:nvPr/>
        </p:nvSpPr>
        <p:spPr>
          <a:xfrm flipH="1">
            <a:off x="5370498" y="4344025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3" name="Google Shape;1713;p39"/>
          <p:cNvSpPr/>
          <p:nvPr/>
        </p:nvSpPr>
        <p:spPr>
          <a:xfrm flipH="1">
            <a:off x="8388248" y="46375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p39"/>
          <p:cNvSpPr/>
          <p:nvPr/>
        </p:nvSpPr>
        <p:spPr>
          <a:xfrm flipH="1">
            <a:off x="630173" y="380063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5" name="Google Shape;1715;p39"/>
          <p:cNvGrpSpPr/>
          <p:nvPr/>
        </p:nvGrpSpPr>
        <p:grpSpPr>
          <a:xfrm>
            <a:off x="3569448" y="1303738"/>
            <a:ext cx="529900" cy="149350"/>
            <a:chOff x="3898800" y="2624300"/>
            <a:chExt cx="529900" cy="149350"/>
          </a:xfrm>
        </p:grpSpPr>
        <p:sp>
          <p:nvSpPr>
            <p:cNvPr id="1716" name="Google Shape;1716;p39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9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8" name="Google Shape;1718;p39"/>
          <p:cNvGrpSpPr/>
          <p:nvPr/>
        </p:nvGrpSpPr>
        <p:grpSpPr>
          <a:xfrm flipH="1">
            <a:off x="2809210" y="4718175"/>
            <a:ext cx="581325" cy="169475"/>
            <a:chOff x="5393300" y="2420750"/>
            <a:chExt cx="581325" cy="169475"/>
          </a:xfrm>
        </p:grpSpPr>
        <p:sp>
          <p:nvSpPr>
            <p:cNvPr id="1719" name="Google Shape;1719;p39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9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2" name="Google Shape;1722;p40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723" name="Google Shape;1723;p40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0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0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0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0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0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0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0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0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0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0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0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0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0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0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0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0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0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0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0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0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0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0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0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0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8" name="Google Shape;1748;p40"/>
          <p:cNvSpPr/>
          <p:nvPr/>
        </p:nvSpPr>
        <p:spPr>
          <a:xfrm>
            <a:off x="5277925" y="483215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p40"/>
          <p:cNvSpPr/>
          <p:nvPr/>
        </p:nvSpPr>
        <p:spPr>
          <a:xfrm>
            <a:off x="2030950" y="484910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40"/>
          <p:cNvSpPr/>
          <p:nvPr/>
        </p:nvSpPr>
        <p:spPr>
          <a:xfrm>
            <a:off x="6922025" y="650375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1" name="Google Shape;1751;p40"/>
          <p:cNvSpPr/>
          <p:nvPr/>
        </p:nvSpPr>
        <p:spPr>
          <a:xfrm>
            <a:off x="2030950" y="650375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40"/>
          <p:cNvSpPr/>
          <p:nvPr/>
        </p:nvSpPr>
        <p:spPr>
          <a:xfrm>
            <a:off x="8604013" y="21666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40"/>
          <p:cNvSpPr/>
          <p:nvPr/>
        </p:nvSpPr>
        <p:spPr>
          <a:xfrm>
            <a:off x="8064500" y="4538200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4" name="Google Shape;1754;p40"/>
          <p:cNvGrpSpPr/>
          <p:nvPr/>
        </p:nvGrpSpPr>
        <p:grpSpPr>
          <a:xfrm>
            <a:off x="378088" y="2730938"/>
            <a:ext cx="730975" cy="238525"/>
            <a:chOff x="3798300" y="2287225"/>
            <a:chExt cx="730975" cy="238525"/>
          </a:xfrm>
        </p:grpSpPr>
        <p:sp>
          <p:nvSpPr>
            <p:cNvPr id="1755" name="Google Shape;1755;p40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0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7" name="Google Shape;1757;p40"/>
          <p:cNvGrpSpPr/>
          <p:nvPr/>
        </p:nvGrpSpPr>
        <p:grpSpPr>
          <a:xfrm>
            <a:off x="8064488" y="2661000"/>
            <a:ext cx="529900" cy="149350"/>
            <a:chOff x="3898800" y="2624300"/>
            <a:chExt cx="529900" cy="149350"/>
          </a:xfrm>
        </p:grpSpPr>
        <p:sp>
          <p:nvSpPr>
            <p:cNvPr id="1758" name="Google Shape;1758;p40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0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1" name="Google Shape;1761;p41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762" name="Google Shape;1762;p41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1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1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1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1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1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1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1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1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1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1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1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1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1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1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1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1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1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1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1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1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1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1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1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1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7" name="Google Shape;1787;p41"/>
          <p:cNvSpPr/>
          <p:nvPr/>
        </p:nvSpPr>
        <p:spPr>
          <a:xfrm>
            <a:off x="8718050" y="3779800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8" name="Google Shape;1788;p41"/>
          <p:cNvSpPr/>
          <p:nvPr/>
        </p:nvSpPr>
        <p:spPr>
          <a:xfrm>
            <a:off x="5349125" y="4901550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9" name="Google Shape;1789;p41"/>
          <p:cNvSpPr/>
          <p:nvPr/>
        </p:nvSpPr>
        <p:spPr>
          <a:xfrm>
            <a:off x="350200" y="4565113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41"/>
          <p:cNvSpPr/>
          <p:nvPr/>
        </p:nvSpPr>
        <p:spPr>
          <a:xfrm>
            <a:off x="7166000" y="481490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41"/>
          <p:cNvSpPr/>
          <p:nvPr/>
        </p:nvSpPr>
        <p:spPr>
          <a:xfrm>
            <a:off x="891300" y="59182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41"/>
          <p:cNvSpPr/>
          <p:nvPr/>
        </p:nvSpPr>
        <p:spPr>
          <a:xfrm>
            <a:off x="233038" y="22637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3" name="Google Shape;1793;p41"/>
          <p:cNvGrpSpPr/>
          <p:nvPr/>
        </p:nvGrpSpPr>
        <p:grpSpPr>
          <a:xfrm>
            <a:off x="8118813" y="911138"/>
            <a:ext cx="311900" cy="314700"/>
            <a:chOff x="8571050" y="1873050"/>
            <a:chExt cx="311900" cy="314700"/>
          </a:xfrm>
        </p:grpSpPr>
        <p:sp>
          <p:nvSpPr>
            <p:cNvPr id="1794" name="Google Shape;1794;p41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1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1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1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8" name="Google Shape;1798;p41"/>
          <p:cNvGrpSpPr/>
          <p:nvPr/>
        </p:nvGrpSpPr>
        <p:grpSpPr>
          <a:xfrm>
            <a:off x="8165825" y="4533300"/>
            <a:ext cx="529900" cy="149350"/>
            <a:chOff x="3898800" y="2624300"/>
            <a:chExt cx="529900" cy="149350"/>
          </a:xfrm>
        </p:grpSpPr>
        <p:sp>
          <p:nvSpPr>
            <p:cNvPr id="1799" name="Google Shape;1799;p41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1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41"/>
          <p:cNvGrpSpPr/>
          <p:nvPr/>
        </p:nvGrpSpPr>
        <p:grpSpPr>
          <a:xfrm rot="3651682">
            <a:off x="153345" y="1192019"/>
            <a:ext cx="340408" cy="202565"/>
            <a:chOff x="3780075" y="2889150"/>
            <a:chExt cx="340425" cy="202575"/>
          </a:xfrm>
        </p:grpSpPr>
        <p:sp>
          <p:nvSpPr>
            <p:cNvPr id="1802" name="Google Shape;1802;p41"/>
            <p:cNvSpPr/>
            <p:nvPr/>
          </p:nvSpPr>
          <p:spPr>
            <a:xfrm>
              <a:off x="3826225" y="2907725"/>
              <a:ext cx="294275" cy="184000"/>
            </a:xfrm>
            <a:custGeom>
              <a:avLst/>
              <a:gdLst/>
              <a:ahLst/>
              <a:cxnLst/>
              <a:rect l="l" t="t" r="r" b="b"/>
              <a:pathLst>
                <a:path w="11771" h="7360" extrusionOk="0">
                  <a:moveTo>
                    <a:pt x="551" y="1"/>
                  </a:moveTo>
                  <a:cubicBezTo>
                    <a:pt x="326" y="1"/>
                    <a:pt x="101" y="143"/>
                    <a:pt x="68" y="426"/>
                  </a:cubicBezTo>
                  <a:cubicBezTo>
                    <a:pt x="1" y="2194"/>
                    <a:pt x="435" y="3962"/>
                    <a:pt x="1302" y="5530"/>
                  </a:cubicBezTo>
                  <a:cubicBezTo>
                    <a:pt x="2059" y="6773"/>
                    <a:pt x="3188" y="7360"/>
                    <a:pt x="4513" y="7360"/>
                  </a:cubicBezTo>
                  <a:cubicBezTo>
                    <a:pt x="4822" y="7360"/>
                    <a:pt x="5143" y="7328"/>
                    <a:pt x="5472" y="7264"/>
                  </a:cubicBezTo>
                  <a:cubicBezTo>
                    <a:pt x="8474" y="6631"/>
                    <a:pt x="10875" y="4362"/>
                    <a:pt x="11709" y="1393"/>
                  </a:cubicBezTo>
                  <a:cubicBezTo>
                    <a:pt x="11770" y="1048"/>
                    <a:pt x="11497" y="826"/>
                    <a:pt x="11229" y="826"/>
                  </a:cubicBezTo>
                  <a:cubicBezTo>
                    <a:pt x="11057" y="826"/>
                    <a:pt x="10887" y="918"/>
                    <a:pt x="10809" y="1127"/>
                  </a:cubicBezTo>
                  <a:cubicBezTo>
                    <a:pt x="10108" y="3595"/>
                    <a:pt x="8173" y="5563"/>
                    <a:pt x="5705" y="6264"/>
                  </a:cubicBezTo>
                  <a:cubicBezTo>
                    <a:pt x="5338" y="6380"/>
                    <a:pt x="4963" y="6439"/>
                    <a:pt x="4588" y="6439"/>
                  </a:cubicBezTo>
                  <a:cubicBezTo>
                    <a:pt x="4212" y="6439"/>
                    <a:pt x="3837" y="6380"/>
                    <a:pt x="3470" y="6264"/>
                  </a:cubicBezTo>
                  <a:cubicBezTo>
                    <a:pt x="2836" y="5997"/>
                    <a:pt x="2336" y="5530"/>
                    <a:pt x="2036" y="4929"/>
                  </a:cubicBezTo>
                  <a:cubicBezTo>
                    <a:pt x="1302" y="3528"/>
                    <a:pt x="968" y="1994"/>
                    <a:pt x="1035" y="426"/>
                  </a:cubicBezTo>
                  <a:cubicBezTo>
                    <a:pt x="1002" y="143"/>
                    <a:pt x="777" y="1"/>
                    <a:pt x="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1"/>
            <p:cNvSpPr/>
            <p:nvPr/>
          </p:nvSpPr>
          <p:spPr>
            <a:xfrm>
              <a:off x="3780075" y="2889150"/>
              <a:ext cx="132075" cy="76975"/>
            </a:xfrm>
            <a:custGeom>
              <a:avLst/>
              <a:gdLst/>
              <a:ahLst/>
              <a:cxnLst/>
              <a:rect l="l" t="t" r="r" b="b"/>
              <a:pathLst>
                <a:path w="5283" h="3079" extrusionOk="0">
                  <a:moveTo>
                    <a:pt x="2227" y="0"/>
                  </a:moveTo>
                  <a:cubicBezTo>
                    <a:pt x="1662" y="0"/>
                    <a:pt x="1372" y="515"/>
                    <a:pt x="1113" y="936"/>
                  </a:cubicBezTo>
                  <a:cubicBezTo>
                    <a:pt x="846" y="1369"/>
                    <a:pt x="513" y="1903"/>
                    <a:pt x="212" y="2403"/>
                  </a:cubicBezTo>
                  <a:cubicBezTo>
                    <a:pt x="1" y="2733"/>
                    <a:pt x="320" y="3078"/>
                    <a:pt x="643" y="3078"/>
                  </a:cubicBezTo>
                  <a:cubicBezTo>
                    <a:pt x="779" y="3078"/>
                    <a:pt x="915" y="3018"/>
                    <a:pt x="1013" y="2870"/>
                  </a:cubicBezTo>
                  <a:cubicBezTo>
                    <a:pt x="1280" y="2470"/>
                    <a:pt x="1513" y="2070"/>
                    <a:pt x="1747" y="1669"/>
                  </a:cubicBezTo>
                  <a:cubicBezTo>
                    <a:pt x="1880" y="1503"/>
                    <a:pt x="1980" y="1303"/>
                    <a:pt x="2114" y="1102"/>
                  </a:cubicBezTo>
                  <a:cubicBezTo>
                    <a:pt x="2147" y="1069"/>
                    <a:pt x="2214" y="936"/>
                    <a:pt x="2281" y="936"/>
                  </a:cubicBezTo>
                  <a:cubicBezTo>
                    <a:pt x="2414" y="936"/>
                    <a:pt x="2614" y="1136"/>
                    <a:pt x="2714" y="1236"/>
                  </a:cubicBezTo>
                  <a:lnTo>
                    <a:pt x="3281" y="1669"/>
                  </a:lnTo>
                  <a:lnTo>
                    <a:pt x="4449" y="2603"/>
                  </a:lnTo>
                  <a:cubicBezTo>
                    <a:pt x="4549" y="2687"/>
                    <a:pt x="4666" y="2729"/>
                    <a:pt x="4782" y="2729"/>
                  </a:cubicBezTo>
                  <a:cubicBezTo>
                    <a:pt x="4899" y="2729"/>
                    <a:pt x="5016" y="2687"/>
                    <a:pt x="5116" y="2603"/>
                  </a:cubicBezTo>
                  <a:cubicBezTo>
                    <a:pt x="5283" y="2403"/>
                    <a:pt x="5283" y="2103"/>
                    <a:pt x="5116" y="1936"/>
                  </a:cubicBezTo>
                  <a:lnTo>
                    <a:pt x="3748" y="836"/>
                  </a:lnTo>
                  <a:cubicBezTo>
                    <a:pt x="3348" y="502"/>
                    <a:pt x="2848" y="2"/>
                    <a:pt x="2281" y="2"/>
                  </a:cubicBezTo>
                  <a:cubicBezTo>
                    <a:pt x="2263" y="1"/>
                    <a:pt x="2245" y="0"/>
                    <a:pt x="2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5" name="Google Shape;1805;p42"/>
          <p:cNvGrpSpPr/>
          <p:nvPr/>
        </p:nvGrpSpPr>
        <p:grpSpPr>
          <a:xfrm>
            <a:off x="95" y="25"/>
            <a:ext cx="9143969" cy="5143446"/>
            <a:chOff x="95" y="25"/>
            <a:chExt cx="9143969" cy="5143446"/>
          </a:xfrm>
        </p:grpSpPr>
        <p:sp>
          <p:nvSpPr>
            <p:cNvPr id="1806" name="Google Shape;1806;p42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2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2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2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2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2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2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2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2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2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2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2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2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2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2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2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2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2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2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2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2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2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2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2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chemeClr val="lt2">
                <a:alpha val="48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2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1" name="Google Shape;1831;p42"/>
          <p:cNvSpPr/>
          <p:nvPr/>
        </p:nvSpPr>
        <p:spPr>
          <a:xfrm>
            <a:off x="3965250" y="958263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42"/>
          <p:cNvSpPr/>
          <p:nvPr/>
        </p:nvSpPr>
        <p:spPr>
          <a:xfrm>
            <a:off x="208500" y="2878650"/>
            <a:ext cx="87600" cy="85725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3" name="Google Shape;1833;p42"/>
          <p:cNvSpPr/>
          <p:nvPr/>
        </p:nvSpPr>
        <p:spPr>
          <a:xfrm>
            <a:off x="4673538" y="4446050"/>
            <a:ext cx="70900" cy="70825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p42"/>
          <p:cNvSpPr/>
          <p:nvPr/>
        </p:nvSpPr>
        <p:spPr>
          <a:xfrm>
            <a:off x="353075" y="664700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5" name="Google Shape;1835;p42"/>
          <p:cNvSpPr/>
          <p:nvPr/>
        </p:nvSpPr>
        <p:spPr>
          <a:xfrm>
            <a:off x="8579100" y="156051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6" name="Google Shape;1836;p42"/>
          <p:cNvSpPr/>
          <p:nvPr/>
        </p:nvSpPr>
        <p:spPr>
          <a:xfrm>
            <a:off x="6394938" y="4452525"/>
            <a:ext cx="321925" cy="310900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7" name="Google Shape;1837;p42"/>
          <p:cNvGrpSpPr/>
          <p:nvPr/>
        </p:nvGrpSpPr>
        <p:grpSpPr>
          <a:xfrm>
            <a:off x="5220250" y="1443438"/>
            <a:ext cx="311900" cy="314700"/>
            <a:chOff x="8571050" y="1873050"/>
            <a:chExt cx="311900" cy="314700"/>
          </a:xfrm>
        </p:grpSpPr>
        <p:sp>
          <p:nvSpPr>
            <p:cNvPr id="1838" name="Google Shape;1838;p42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2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2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2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2" name="Google Shape;1842;p42"/>
          <p:cNvGrpSpPr/>
          <p:nvPr/>
        </p:nvGrpSpPr>
        <p:grpSpPr>
          <a:xfrm>
            <a:off x="836125" y="4365463"/>
            <a:ext cx="311900" cy="314700"/>
            <a:chOff x="8571050" y="1873050"/>
            <a:chExt cx="311900" cy="314700"/>
          </a:xfrm>
        </p:grpSpPr>
        <p:sp>
          <p:nvSpPr>
            <p:cNvPr id="1843" name="Google Shape;1843;p42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2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2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2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7" name="Google Shape;1847;p42"/>
          <p:cNvGrpSpPr/>
          <p:nvPr/>
        </p:nvGrpSpPr>
        <p:grpSpPr>
          <a:xfrm>
            <a:off x="2029863" y="535513"/>
            <a:ext cx="730975" cy="238525"/>
            <a:chOff x="3798300" y="2287225"/>
            <a:chExt cx="730975" cy="238525"/>
          </a:xfrm>
        </p:grpSpPr>
        <p:sp>
          <p:nvSpPr>
            <p:cNvPr id="1848" name="Google Shape;1848;p42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2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0" name="Google Shape;1850;p42"/>
          <p:cNvGrpSpPr/>
          <p:nvPr/>
        </p:nvGrpSpPr>
        <p:grpSpPr>
          <a:xfrm>
            <a:off x="8049200" y="4100600"/>
            <a:ext cx="529900" cy="149350"/>
            <a:chOff x="3898800" y="2624300"/>
            <a:chExt cx="529900" cy="149350"/>
          </a:xfrm>
        </p:grpSpPr>
        <p:sp>
          <p:nvSpPr>
            <p:cNvPr id="1851" name="Google Shape;1851;p42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2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400" y="535525"/>
            <a:ext cx="77175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Dancing Script"/>
              <a:buNone/>
              <a:defRPr sz="4300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●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○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■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●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○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■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●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○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elius Swash Caps"/>
              <a:buChar char="■"/>
              <a:defRPr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3" Type="http://schemas.openxmlformats.org/officeDocument/2006/relationships/hyperlink" Target="http://bit.ly/2Tynxth" TargetMode="External"/><Relationship Id="rId7" Type="http://schemas.openxmlformats.org/officeDocument/2006/relationships/slide" Target="slide3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lidesgo.com/slidesgo-school/powerpoint-tutorials/how-to-download-the-fonts-for-our-powerpoint-templates?utm_source=slidesgo_template&amp;utm_medium=referral-link&amp;utm_campaign=sg_credits&amp;utm_content=slidesgo-school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9.png"/><Relationship Id="rId4" Type="http://schemas.openxmlformats.org/officeDocument/2006/relationships/hyperlink" Target="https://docs.google.com/spreadsheets/d/1brHSfHVlIkkoJ6hJYaKYMJi6h5cQknRuF2mDgPmqGW8/copy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49"/>
          <p:cNvSpPr txBox="1">
            <a:spLocks noGrp="1"/>
          </p:cNvSpPr>
          <p:nvPr>
            <p:ph type="ctrTitle"/>
          </p:nvPr>
        </p:nvSpPr>
        <p:spPr>
          <a:xfrm>
            <a:off x="3001400" y="1217528"/>
            <a:ext cx="5581800" cy="18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</a:rPr>
              <a:t>Pretty Aesthetic </a:t>
            </a:r>
            <a:r>
              <a:rPr lang="en">
                <a:solidFill>
                  <a:schemeClr val="dk1"/>
                </a:solidFill>
                <a:highlight>
                  <a:schemeClr val="dk2"/>
                </a:highlight>
              </a:rPr>
              <a:t>Notes for School</a:t>
            </a:r>
            <a:endParaRPr>
              <a:solidFill>
                <a:schemeClr val="dk1"/>
              </a:solidFill>
              <a:highlight>
                <a:schemeClr val="dk2"/>
              </a:highlight>
            </a:endParaRPr>
          </a:p>
        </p:txBody>
      </p:sp>
      <p:sp>
        <p:nvSpPr>
          <p:cNvPr id="1870" name="Google Shape;1870;p49"/>
          <p:cNvSpPr txBox="1">
            <a:spLocks noGrp="1"/>
          </p:cNvSpPr>
          <p:nvPr>
            <p:ph type="subTitle" idx="1"/>
          </p:nvPr>
        </p:nvSpPr>
        <p:spPr>
          <a:xfrm>
            <a:off x="3666200" y="3517936"/>
            <a:ext cx="4252200" cy="48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1871" name="Google Shape;1871;p49"/>
          <p:cNvGrpSpPr/>
          <p:nvPr/>
        </p:nvGrpSpPr>
        <p:grpSpPr>
          <a:xfrm>
            <a:off x="907246" y="1419546"/>
            <a:ext cx="1894791" cy="2110469"/>
            <a:chOff x="820950" y="1441799"/>
            <a:chExt cx="1953192" cy="2175517"/>
          </a:xfrm>
        </p:grpSpPr>
        <p:sp>
          <p:nvSpPr>
            <p:cNvPr id="1872" name="Google Shape;1872;p49"/>
            <p:cNvSpPr/>
            <p:nvPr/>
          </p:nvSpPr>
          <p:spPr>
            <a:xfrm>
              <a:off x="820950" y="1441799"/>
              <a:ext cx="1953192" cy="2175517"/>
            </a:xfrm>
            <a:custGeom>
              <a:avLst/>
              <a:gdLst/>
              <a:ahLst/>
              <a:cxnLst/>
              <a:rect l="l" t="t" r="r" b="b"/>
              <a:pathLst>
                <a:path w="47133" h="52498" extrusionOk="0">
                  <a:moveTo>
                    <a:pt x="33954" y="0"/>
                  </a:moveTo>
                  <a:cubicBezTo>
                    <a:pt x="33630" y="0"/>
                    <a:pt x="33306" y="36"/>
                    <a:pt x="32982" y="108"/>
                  </a:cubicBezTo>
                  <a:lnTo>
                    <a:pt x="5581" y="6157"/>
                  </a:lnTo>
                  <a:cubicBezTo>
                    <a:pt x="3205" y="6661"/>
                    <a:pt x="1656" y="8966"/>
                    <a:pt x="2124" y="11342"/>
                  </a:cubicBezTo>
                  <a:cubicBezTo>
                    <a:pt x="1044" y="12314"/>
                    <a:pt x="0" y="13719"/>
                    <a:pt x="432" y="15699"/>
                  </a:cubicBezTo>
                  <a:cubicBezTo>
                    <a:pt x="720" y="17067"/>
                    <a:pt x="1692" y="18148"/>
                    <a:pt x="2989" y="18652"/>
                  </a:cubicBezTo>
                  <a:cubicBezTo>
                    <a:pt x="900" y="20776"/>
                    <a:pt x="1692" y="24305"/>
                    <a:pt x="4465" y="25349"/>
                  </a:cubicBezTo>
                  <a:cubicBezTo>
                    <a:pt x="2376" y="27473"/>
                    <a:pt x="3169" y="31002"/>
                    <a:pt x="5905" y="32082"/>
                  </a:cubicBezTo>
                  <a:cubicBezTo>
                    <a:pt x="3853" y="34171"/>
                    <a:pt x="4609" y="37735"/>
                    <a:pt x="7381" y="38779"/>
                  </a:cubicBezTo>
                  <a:cubicBezTo>
                    <a:pt x="5329" y="40904"/>
                    <a:pt x="6085" y="44432"/>
                    <a:pt x="8858" y="45477"/>
                  </a:cubicBezTo>
                  <a:cubicBezTo>
                    <a:pt x="7886" y="46485"/>
                    <a:pt x="7489" y="47889"/>
                    <a:pt x="7777" y="49257"/>
                  </a:cubicBezTo>
                  <a:cubicBezTo>
                    <a:pt x="8102" y="50662"/>
                    <a:pt x="9362" y="51634"/>
                    <a:pt x="10802" y="51634"/>
                  </a:cubicBezTo>
                  <a:cubicBezTo>
                    <a:pt x="11018" y="51634"/>
                    <a:pt x="11234" y="51634"/>
                    <a:pt x="11450" y="51598"/>
                  </a:cubicBezTo>
                  <a:cubicBezTo>
                    <a:pt x="11594" y="51562"/>
                    <a:pt x="11738" y="51490"/>
                    <a:pt x="11882" y="51454"/>
                  </a:cubicBezTo>
                  <a:cubicBezTo>
                    <a:pt x="12710" y="52138"/>
                    <a:pt x="13719" y="52498"/>
                    <a:pt x="14799" y="52498"/>
                  </a:cubicBezTo>
                  <a:cubicBezTo>
                    <a:pt x="15123" y="52498"/>
                    <a:pt x="15447" y="52462"/>
                    <a:pt x="15771" y="52390"/>
                  </a:cubicBezTo>
                  <a:lnTo>
                    <a:pt x="43172" y="46377"/>
                  </a:lnTo>
                  <a:cubicBezTo>
                    <a:pt x="45585" y="45837"/>
                    <a:pt x="47133" y="43424"/>
                    <a:pt x="46593" y="41012"/>
                  </a:cubicBezTo>
                  <a:lnTo>
                    <a:pt x="38347" y="3565"/>
                  </a:lnTo>
                  <a:cubicBezTo>
                    <a:pt x="37879" y="1476"/>
                    <a:pt x="36079" y="0"/>
                    <a:pt x="339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2820000" algn="bl" rotWithShape="0">
                <a:srgbClr val="000000">
                  <a:alpha val="8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9"/>
            <p:cNvSpPr/>
            <p:nvPr/>
          </p:nvSpPr>
          <p:spPr>
            <a:xfrm>
              <a:off x="1005936" y="1538560"/>
              <a:ext cx="1648856" cy="1958662"/>
            </a:xfrm>
            <a:custGeom>
              <a:avLst/>
              <a:gdLst/>
              <a:ahLst/>
              <a:cxnLst/>
              <a:rect l="l" t="t" r="r" b="b"/>
              <a:pathLst>
                <a:path w="39789" h="47265" extrusionOk="0">
                  <a:moveTo>
                    <a:pt x="29462" y="0"/>
                  </a:moveTo>
                  <a:cubicBezTo>
                    <a:pt x="29329" y="0"/>
                    <a:pt x="29194" y="14"/>
                    <a:pt x="29058" y="42"/>
                  </a:cubicBezTo>
                  <a:lnTo>
                    <a:pt x="1657" y="6091"/>
                  </a:lnTo>
                  <a:cubicBezTo>
                    <a:pt x="649" y="6307"/>
                    <a:pt x="1" y="7315"/>
                    <a:pt x="217" y="8323"/>
                  </a:cubicBezTo>
                  <a:lnTo>
                    <a:pt x="8462" y="45770"/>
                  </a:lnTo>
                  <a:cubicBezTo>
                    <a:pt x="8647" y="46662"/>
                    <a:pt x="9409" y="47265"/>
                    <a:pt x="10278" y="47265"/>
                  </a:cubicBezTo>
                  <a:cubicBezTo>
                    <a:pt x="10427" y="47265"/>
                    <a:pt x="10578" y="47247"/>
                    <a:pt x="10731" y="47210"/>
                  </a:cubicBezTo>
                  <a:lnTo>
                    <a:pt x="38132" y="41197"/>
                  </a:lnTo>
                  <a:cubicBezTo>
                    <a:pt x="39140" y="40981"/>
                    <a:pt x="39788" y="39973"/>
                    <a:pt x="39572" y="38929"/>
                  </a:cubicBezTo>
                  <a:lnTo>
                    <a:pt x="31327" y="1482"/>
                  </a:lnTo>
                  <a:cubicBezTo>
                    <a:pt x="31139" y="605"/>
                    <a:pt x="30351" y="0"/>
                    <a:pt x="29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9"/>
            <p:cNvSpPr/>
            <p:nvPr/>
          </p:nvSpPr>
          <p:spPr>
            <a:xfrm>
              <a:off x="2013121" y="2827940"/>
              <a:ext cx="540170" cy="423724"/>
            </a:xfrm>
            <a:custGeom>
              <a:avLst/>
              <a:gdLst/>
              <a:ahLst/>
              <a:cxnLst/>
              <a:rect l="l" t="t" r="r" b="b"/>
              <a:pathLst>
                <a:path w="13035" h="10225" extrusionOk="0">
                  <a:moveTo>
                    <a:pt x="10202" y="0"/>
                  </a:moveTo>
                  <a:cubicBezTo>
                    <a:pt x="10092" y="0"/>
                    <a:pt x="9979" y="12"/>
                    <a:pt x="9866" y="36"/>
                  </a:cubicBezTo>
                  <a:lnTo>
                    <a:pt x="1369" y="1909"/>
                  </a:lnTo>
                  <a:cubicBezTo>
                    <a:pt x="541" y="2089"/>
                    <a:pt x="0" y="2917"/>
                    <a:pt x="181" y="3745"/>
                  </a:cubicBezTo>
                  <a:lnTo>
                    <a:pt x="1333" y="9002"/>
                  </a:lnTo>
                  <a:cubicBezTo>
                    <a:pt x="1521" y="9722"/>
                    <a:pt x="2145" y="10225"/>
                    <a:pt x="2873" y="10225"/>
                  </a:cubicBezTo>
                  <a:cubicBezTo>
                    <a:pt x="2981" y="10225"/>
                    <a:pt x="3093" y="10214"/>
                    <a:pt x="3205" y="10190"/>
                  </a:cubicBezTo>
                  <a:lnTo>
                    <a:pt x="11667" y="8318"/>
                  </a:lnTo>
                  <a:cubicBezTo>
                    <a:pt x="12531" y="8138"/>
                    <a:pt x="13035" y="7310"/>
                    <a:pt x="12855" y="6482"/>
                  </a:cubicBezTo>
                  <a:lnTo>
                    <a:pt x="11703" y="1225"/>
                  </a:lnTo>
                  <a:cubicBezTo>
                    <a:pt x="11547" y="478"/>
                    <a:pt x="10908" y="0"/>
                    <a:pt x="10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9"/>
            <p:cNvSpPr/>
            <p:nvPr/>
          </p:nvSpPr>
          <p:spPr>
            <a:xfrm>
              <a:off x="2080253" y="2926400"/>
              <a:ext cx="376068" cy="82134"/>
            </a:xfrm>
            <a:custGeom>
              <a:avLst/>
              <a:gdLst/>
              <a:ahLst/>
              <a:cxnLst/>
              <a:rect l="l" t="t" r="r" b="b"/>
              <a:pathLst>
                <a:path w="9075" h="1982" fill="none" extrusionOk="0">
                  <a:moveTo>
                    <a:pt x="1" y="1981"/>
                  </a:moveTo>
                  <a:lnTo>
                    <a:pt x="9074" y="1"/>
                  </a:lnTo>
                </a:path>
              </a:pathLst>
            </a:custGeom>
            <a:noFill/>
            <a:ln w="19050" cap="rnd" cmpd="sng">
              <a:solidFill>
                <a:schemeClr val="accent4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9"/>
            <p:cNvSpPr/>
            <p:nvPr/>
          </p:nvSpPr>
          <p:spPr>
            <a:xfrm>
              <a:off x="2096663" y="2998048"/>
              <a:ext cx="374576" cy="83584"/>
            </a:xfrm>
            <a:custGeom>
              <a:avLst/>
              <a:gdLst/>
              <a:ahLst/>
              <a:cxnLst/>
              <a:rect l="l" t="t" r="r" b="b"/>
              <a:pathLst>
                <a:path w="9039" h="2017" fill="none" extrusionOk="0">
                  <a:moveTo>
                    <a:pt x="1" y="2017"/>
                  </a:moveTo>
                  <a:lnTo>
                    <a:pt x="9039" y="0"/>
                  </a:lnTo>
                </a:path>
              </a:pathLst>
            </a:custGeom>
            <a:noFill/>
            <a:ln w="19050" cap="rnd" cmpd="sng">
              <a:solidFill>
                <a:schemeClr val="accent4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9"/>
            <p:cNvSpPr/>
            <p:nvPr/>
          </p:nvSpPr>
          <p:spPr>
            <a:xfrm>
              <a:off x="2111581" y="3071147"/>
              <a:ext cx="376068" cy="82093"/>
            </a:xfrm>
            <a:custGeom>
              <a:avLst/>
              <a:gdLst/>
              <a:ahLst/>
              <a:cxnLst/>
              <a:rect l="l" t="t" r="r" b="b"/>
              <a:pathLst>
                <a:path w="9075" h="1981" fill="none" extrusionOk="0">
                  <a:moveTo>
                    <a:pt x="1" y="1981"/>
                  </a:moveTo>
                  <a:lnTo>
                    <a:pt x="9075" y="0"/>
                  </a:lnTo>
                </a:path>
              </a:pathLst>
            </a:custGeom>
            <a:noFill/>
            <a:ln w="19050" cap="rnd" cmpd="sng">
              <a:solidFill>
                <a:schemeClr val="accent4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9"/>
            <p:cNvSpPr/>
            <p:nvPr/>
          </p:nvSpPr>
          <p:spPr>
            <a:xfrm>
              <a:off x="947755" y="1875999"/>
              <a:ext cx="477513" cy="1566764"/>
            </a:xfrm>
            <a:custGeom>
              <a:avLst/>
              <a:gdLst/>
              <a:ahLst/>
              <a:cxnLst/>
              <a:rect l="l" t="t" r="r" b="b"/>
              <a:pathLst>
                <a:path w="11523" h="37808" fill="none" extrusionOk="0">
                  <a:moveTo>
                    <a:pt x="3745" y="0"/>
                  </a:moveTo>
                  <a:cubicBezTo>
                    <a:pt x="4141" y="1692"/>
                    <a:pt x="1" y="2593"/>
                    <a:pt x="361" y="4285"/>
                  </a:cubicBezTo>
                  <a:cubicBezTo>
                    <a:pt x="721" y="5941"/>
                    <a:pt x="4862" y="5041"/>
                    <a:pt x="5222" y="6733"/>
                  </a:cubicBezTo>
                  <a:cubicBezTo>
                    <a:pt x="5618" y="8390"/>
                    <a:pt x="1477" y="9326"/>
                    <a:pt x="1837" y="10982"/>
                  </a:cubicBezTo>
                  <a:cubicBezTo>
                    <a:pt x="2197" y="12674"/>
                    <a:pt x="6338" y="11738"/>
                    <a:pt x="6698" y="13431"/>
                  </a:cubicBezTo>
                  <a:cubicBezTo>
                    <a:pt x="7094" y="15123"/>
                    <a:pt x="2953" y="15987"/>
                    <a:pt x="3313" y="17679"/>
                  </a:cubicBezTo>
                  <a:cubicBezTo>
                    <a:pt x="3673" y="19372"/>
                    <a:pt x="7814" y="18472"/>
                    <a:pt x="8210" y="20128"/>
                  </a:cubicBezTo>
                  <a:cubicBezTo>
                    <a:pt x="8570" y="21820"/>
                    <a:pt x="4429" y="22720"/>
                    <a:pt x="4790" y="24413"/>
                  </a:cubicBezTo>
                  <a:cubicBezTo>
                    <a:pt x="5150" y="26069"/>
                    <a:pt x="9290" y="25169"/>
                    <a:pt x="9686" y="26861"/>
                  </a:cubicBezTo>
                  <a:cubicBezTo>
                    <a:pt x="10047" y="28517"/>
                    <a:pt x="5906" y="29418"/>
                    <a:pt x="6266" y="31110"/>
                  </a:cubicBezTo>
                  <a:cubicBezTo>
                    <a:pt x="6626" y="32802"/>
                    <a:pt x="10767" y="31866"/>
                    <a:pt x="11163" y="33558"/>
                  </a:cubicBezTo>
                  <a:cubicBezTo>
                    <a:pt x="11523" y="35251"/>
                    <a:pt x="7382" y="36151"/>
                    <a:pt x="7742" y="37807"/>
                  </a:cubicBezTo>
                </a:path>
              </a:pathLst>
            </a:custGeom>
            <a:noFill/>
            <a:ln w="22500" cap="rnd" cmpd="sng">
              <a:solidFill>
                <a:schemeClr val="dk1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9" name="Google Shape;1879;p49"/>
          <p:cNvGrpSpPr/>
          <p:nvPr/>
        </p:nvGrpSpPr>
        <p:grpSpPr>
          <a:xfrm>
            <a:off x="7583913" y="-156039"/>
            <a:ext cx="1693701" cy="857873"/>
            <a:chOff x="0" y="6078527"/>
            <a:chExt cx="2501774" cy="1267169"/>
          </a:xfrm>
        </p:grpSpPr>
        <p:sp>
          <p:nvSpPr>
            <p:cNvPr id="1880" name="Google Shape;1880;p49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9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9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9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9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9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6" name="Google Shape;1886;p49"/>
          <p:cNvGrpSpPr/>
          <p:nvPr/>
        </p:nvGrpSpPr>
        <p:grpSpPr>
          <a:xfrm rot="2065613">
            <a:off x="6114419" y="4713624"/>
            <a:ext cx="1653875" cy="539976"/>
            <a:chOff x="2564525" y="5223525"/>
            <a:chExt cx="2556110" cy="834547"/>
          </a:xfrm>
        </p:grpSpPr>
        <p:sp>
          <p:nvSpPr>
            <p:cNvPr id="1887" name="Google Shape;1887;p49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9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9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9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9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9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7" name="Google Shape;1897;p49"/>
          <p:cNvGrpSpPr/>
          <p:nvPr/>
        </p:nvGrpSpPr>
        <p:grpSpPr>
          <a:xfrm rot="1445359">
            <a:off x="-523289" y="3759473"/>
            <a:ext cx="1719380" cy="916216"/>
            <a:chOff x="7463504" y="3075665"/>
            <a:chExt cx="2603050" cy="1387103"/>
          </a:xfrm>
        </p:grpSpPr>
        <p:sp>
          <p:nvSpPr>
            <p:cNvPr id="1898" name="Google Shape;1898;p49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9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9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9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9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9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9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9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9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9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9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9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9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9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9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9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9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9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9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9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9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9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9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9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9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9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9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9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9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9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9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9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9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50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936" name="Google Shape;1936;p50"/>
          <p:cNvSpPr txBox="1">
            <a:spLocks noGrp="1"/>
          </p:cNvSpPr>
          <p:nvPr>
            <p:ph type="body" idx="1"/>
          </p:nvPr>
        </p:nvSpPr>
        <p:spPr>
          <a:xfrm>
            <a:off x="891300" y="1225850"/>
            <a:ext cx="7361400" cy="3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Here’s what you’ll find in this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rId3"/>
              </a:rPr>
              <a:t>Slidesgo</a:t>
            </a:r>
            <a:r>
              <a:rPr lang="en">
                <a:highlight>
                  <a:schemeClr val="dk2"/>
                </a:highlight>
              </a:rPr>
              <a:t> </a:t>
            </a:r>
            <a:r>
              <a:rPr lang="en"/>
              <a:t>template: </a:t>
            </a:r>
            <a:endParaRPr/>
          </a:p>
          <a:p>
            <a:pPr marL="457200" lvl="0" indent="-298450" algn="l" rt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AutoNum type="arabicPeriod"/>
            </a:pPr>
            <a:r>
              <a:rPr lang="en"/>
              <a:t>A slide structure based on a multi-purpose presentation for education, which you can easily adapt to your needs. For more info on how to edit the template, please visit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AutoNum type="arabicPeriod"/>
            </a:pPr>
            <a:r>
              <a:rPr lang="en"/>
              <a:t>To view this template in PowerPoint with the correct fonts, download and install on your computer the </a:t>
            </a:r>
            <a:r>
              <a:rPr lang="en" b="1">
                <a:uFill>
                  <a:noFill/>
                </a:uFill>
                <a:hlinkClick r:id="" action="ppaction://noaction"/>
              </a:rPr>
              <a:t>fonts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" action="ppaction://noaction"/>
              </a:rPr>
              <a:t>that we have used</a:t>
            </a:r>
            <a:r>
              <a:rPr lang="en"/>
              <a:t>. You can learn how to download and install fonts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rId6"/>
              </a:rPr>
              <a:t>here</a:t>
            </a:r>
            <a:r>
              <a:rPr lang="en"/>
              <a:t>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AutoNum type="arabicPeriod"/>
            </a:pPr>
            <a:r>
              <a:rPr lang="en"/>
              <a:t>An assortment of graphic resources that are suitable for use in the presentation can be found in the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" action="ppaction://noaction"/>
              </a:rPr>
              <a:t>alternative resources slide</a:t>
            </a:r>
            <a:r>
              <a:rPr lang="en"/>
              <a:t>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AutoNum type="arabicPeriod"/>
            </a:pPr>
            <a:r>
              <a:rPr lang="en"/>
              <a:t>A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rId7" action="ppaction://hlinksldjump"/>
              </a:rPr>
              <a:t>thanks slide</a:t>
            </a:r>
            <a:r>
              <a:rPr lang="en"/>
              <a:t>, which you must keep so that proper credits for our design are given.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AutoNum type="arabicPeriod"/>
            </a:pPr>
            <a:r>
              <a:rPr lang="en"/>
              <a:t>A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" action="ppaction://noaction"/>
              </a:rPr>
              <a:t>resources slide</a:t>
            </a:r>
            <a:r>
              <a:rPr lang="en"/>
              <a:t>, where you’ll find links to all the elements used in the template.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AutoNum type="arabicPeriod"/>
            </a:pP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" action="ppaction://noaction"/>
              </a:rPr>
              <a:t>Instructions for use</a:t>
            </a:r>
            <a:r>
              <a:rPr lang="en"/>
              <a:t>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AutoNum type="arabicPeriod"/>
            </a:pPr>
            <a:r>
              <a:rPr lang="en"/>
              <a:t>Final slides with:</a:t>
            </a:r>
            <a:endParaRPr/>
          </a:p>
          <a:p>
            <a:pPr marL="9144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en"/>
              <a:t>The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" action="ppaction://noaction"/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9144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en"/>
              <a:t>A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" action="ppaction://noaction"/>
              </a:rPr>
              <a:t>selection of illustrations</a:t>
            </a:r>
            <a:r>
              <a:rPr lang="en" b="1"/>
              <a:t>.</a:t>
            </a:r>
            <a:r>
              <a:rPr lang="en"/>
              <a:t> You can also customize and animate them as you wish with the online editor. Visit</a:t>
            </a:r>
            <a:r>
              <a:rPr lang="en" b="1"/>
              <a:t>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rId8"/>
              </a:rPr>
              <a:t>Storyset</a:t>
            </a:r>
            <a:r>
              <a:rPr lang="en">
                <a:highlight>
                  <a:schemeClr val="dk2"/>
                </a:highlight>
              </a:rPr>
              <a:t> </a:t>
            </a:r>
            <a:r>
              <a:rPr lang="en"/>
              <a:t>to find more. </a:t>
            </a:r>
            <a:endParaRPr/>
          </a:p>
          <a:p>
            <a:pPr marL="9144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en"/>
              <a:t>More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" action="ppaction://noaction"/>
              </a:rPr>
              <a:t>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lang="en"/>
              <a:t>Sets of </a:t>
            </a:r>
            <a:r>
              <a:rPr lang="en" b="1">
                <a:highlight>
                  <a:schemeClr val="dk2"/>
                </a:highlight>
                <a:uFill>
                  <a:noFill/>
                </a:uFill>
                <a:hlinkClick r:id="" action="ppaction://noaction"/>
              </a:rPr>
              <a:t>customizable icons</a:t>
            </a:r>
            <a:r>
              <a:rPr lang="en"/>
              <a:t> 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delete this slide when you’re done editing the presentation</a:t>
            </a:r>
            <a:endParaRPr/>
          </a:p>
        </p:txBody>
      </p:sp>
      <p:grpSp>
        <p:nvGrpSpPr>
          <p:cNvPr id="1937" name="Google Shape;1937;p50"/>
          <p:cNvGrpSpPr/>
          <p:nvPr/>
        </p:nvGrpSpPr>
        <p:grpSpPr>
          <a:xfrm>
            <a:off x="7811863" y="2231236"/>
            <a:ext cx="1693701" cy="857873"/>
            <a:chOff x="0" y="6078527"/>
            <a:chExt cx="2501774" cy="1267169"/>
          </a:xfrm>
        </p:grpSpPr>
        <p:sp>
          <p:nvSpPr>
            <p:cNvPr id="1938" name="Google Shape;1938;p50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50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50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50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50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50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4" name="Google Shape;1944;p50"/>
          <p:cNvGrpSpPr/>
          <p:nvPr/>
        </p:nvGrpSpPr>
        <p:grpSpPr>
          <a:xfrm rot="549047">
            <a:off x="-602981" y="3411759"/>
            <a:ext cx="1653892" cy="539981"/>
            <a:chOff x="2564525" y="5223525"/>
            <a:chExt cx="2556110" cy="834547"/>
          </a:xfrm>
        </p:grpSpPr>
        <p:sp>
          <p:nvSpPr>
            <p:cNvPr id="1945" name="Google Shape;1945;p50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50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50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50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50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50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50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50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50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50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51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960" name="Google Shape;1960;p51"/>
          <p:cNvSpPr txBox="1">
            <a:spLocks noGrp="1"/>
          </p:cNvSpPr>
          <p:nvPr>
            <p:ph type="subTitle" idx="1"/>
          </p:nvPr>
        </p:nvSpPr>
        <p:spPr>
          <a:xfrm>
            <a:off x="2172625" y="2207958"/>
            <a:ext cx="22233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961" name="Google Shape;1961;p51"/>
          <p:cNvSpPr txBox="1">
            <a:spLocks noGrp="1"/>
          </p:cNvSpPr>
          <p:nvPr>
            <p:ph type="title" idx="2"/>
          </p:nvPr>
        </p:nvSpPr>
        <p:spPr>
          <a:xfrm>
            <a:off x="2172613" y="1747833"/>
            <a:ext cx="2148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962" name="Google Shape;1962;p51"/>
          <p:cNvSpPr txBox="1">
            <a:spLocks noGrp="1"/>
          </p:cNvSpPr>
          <p:nvPr>
            <p:ph type="title" idx="3"/>
          </p:nvPr>
        </p:nvSpPr>
        <p:spPr>
          <a:xfrm>
            <a:off x="1132240" y="1801332"/>
            <a:ext cx="839700" cy="8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63" name="Google Shape;1963;p51"/>
          <p:cNvSpPr txBox="1">
            <a:spLocks noGrp="1"/>
          </p:cNvSpPr>
          <p:nvPr>
            <p:ph type="title" idx="4"/>
          </p:nvPr>
        </p:nvSpPr>
        <p:spPr>
          <a:xfrm>
            <a:off x="5870188" y="1747833"/>
            <a:ext cx="2148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964" name="Google Shape;1964;p51"/>
          <p:cNvSpPr txBox="1">
            <a:spLocks noGrp="1"/>
          </p:cNvSpPr>
          <p:nvPr>
            <p:ph type="subTitle" idx="5"/>
          </p:nvPr>
        </p:nvSpPr>
        <p:spPr>
          <a:xfrm>
            <a:off x="5870200" y="2207958"/>
            <a:ext cx="22233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965" name="Google Shape;1965;p51"/>
          <p:cNvSpPr txBox="1">
            <a:spLocks noGrp="1"/>
          </p:cNvSpPr>
          <p:nvPr>
            <p:ph type="title" idx="6"/>
          </p:nvPr>
        </p:nvSpPr>
        <p:spPr>
          <a:xfrm>
            <a:off x="4842281" y="1801332"/>
            <a:ext cx="839700" cy="8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66" name="Google Shape;1966;p51"/>
          <p:cNvSpPr txBox="1">
            <a:spLocks noGrp="1"/>
          </p:cNvSpPr>
          <p:nvPr>
            <p:ph type="title" idx="7"/>
          </p:nvPr>
        </p:nvSpPr>
        <p:spPr>
          <a:xfrm>
            <a:off x="2172613" y="3178583"/>
            <a:ext cx="2148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1967" name="Google Shape;1967;p51"/>
          <p:cNvSpPr txBox="1">
            <a:spLocks noGrp="1"/>
          </p:cNvSpPr>
          <p:nvPr>
            <p:ph type="subTitle" idx="8"/>
          </p:nvPr>
        </p:nvSpPr>
        <p:spPr>
          <a:xfrm>
            <a:off x="2172625" y="3638708"/>
            <a:ext cx="22233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968" name="Google Shape;1968;p51"/>
          <p:cNvSpPr txBox="1">
            <a:spLocks noGrp="1"/>
          </p:cNvSpPr>
          <p:nvPr>
            <p:ph type="title" idx="9"/>
          </p:nvPr>
        </p:nvSpPr>
        <p:spPr>
          <a:xfrm>
            <a:off x="1132240" y="3215319"/>
            <a:ext cx="839700" cy="8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69" name="Google Shape;1969;p51"/>
          <p:cNvSpPr txBox="1">
            <a:spLocks noGrp="1"/>
          </p:cNvSpPr>
          <p:nvPr>
            <p:ph type="title" idx="13"/>
          </p:nvPr>
        </p:nvSpPr>
        <p:spPr>
          <a:xfrm>
            <a:off x="5870188" y="3178583"/>
            <a:ext cx="21486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970" name="Google Shape;1970;p51"/>
          <p:cNvSpPr txBox="1">
            <a:spLocks noGrp="1"/>
          </p:cNvSpPr>
          <p:nvPr>
            <p:ph type="subTitle" idx="14"/>
          </p:nvPr>
        </p:nvSpPr>
        <p:spPr>
          <a:xfrm>
            <a:off x="5870200" y="3638708"/>
            <a:ext cx="2223300" cy="58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971" name="Google Shape;1971;p51"/>
          <p:cNvSpPr txBox="1">
            <a:spLocks noGrp="1"/>
          </p:cNvSpPr>
          <p:nvPr>
            <p:ph type="title" idx="15"/>
          </p:nvPr>
        </p:nvSpPr>
        <p:spPr>
          <a:xfrm>
            <a:off x="4842281" y="3215319"/>
            <a:ext cx="839700" cy="8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972" name="Google Shape;1972;p51"/>
          <p:cNvGrpSpPr/>
          <p:nvPr/>
        </p:nvGrpSpPr>
        <p:grpSpPr>
          <a:xfrm>
            <a:off x="1101758" y="1852727"/>
            <a:ext cx="900900" cy="824524"/>
            <a:chOff x="-164200" y="1462250"/>
            <a:chExt cx="1037425" cy="949475"/>
          </a:xfrm>
        </p:grpSpPr>
        <p:sp>
          <p:nvSpPr>
            <p:cNvPr id="1973" name="Google Shape;1973;p51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51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51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51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51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51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51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51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51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51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51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51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51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51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51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51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51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51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51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51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51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51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51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51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51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51"/>
          <p:cNvGrpSpPr/>
          <p:nvPr/>
        </p:nvGrpSpPr>
        <p:grpSpPr>
          <a:xfrm>
            <a:off x="1090688" y="3259594"/>
            <a:ext cx="900900" cy="824524"/>
            <a:chOff x="-164200" y="1462250"/>
            <a:chExt cx="1037425" cy="949475"/>
          </a:xfrm>
        </p:grpSpPr>
        <p:sp>
          <p:nvSpPr>
            <p:cNvPr id="1999" name="Google Shape;1999;p51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51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51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51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51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51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51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51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1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1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1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1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1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1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1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51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51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51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51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1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1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1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1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1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1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51"/>
          <p:cNvGrpSpPr/>
          <p:nvPr/>
        </p:nvGrpSpPr>
        <p:grpSpPr>
          <a:xfrm>
            <a:off x="4781311" y="1852727"/>
            <a:ext cx="900900" cy="824524"/>
            <a:chOff x="-164200" y="1462250"/>
            <a:chExt cx="1037425" cy="949475"/>
          </a:xfrm>
        </p:grpSpPr>
        <p:sp>
          <p:nvSpPr>
            <p:cNvPr id="2025" name="Google Shape;2025;p51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1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1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1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1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1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51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51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51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51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51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51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51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51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51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51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51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51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51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51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51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51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51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51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51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0" name="Google Shape;2050;p51"/>
          <p:cNvGrpSpPr/>
          <p:nvPr/>
        </p:nvGrpSpPr>
        <p:grpSpPr>
          <a:xfrm>
            <a:off x="4781311" y="3259594"/>
            <a:ext cx="900900" cy="824524"/>
            <a:chOff x="-164200" y="1462250"/>
            <a:chExt cx="1037425" cy="949475"/>
          </a:xfrm>
        </p:grpSpPr>
        <p:sp>
          <p:nvSpPr>
            <p:cNvPr id="2051" name="Google Shape;2051;p51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51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51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51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51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51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51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51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51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51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51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51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51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51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51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51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51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51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51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51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51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51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51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51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51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6" name="Google Shape;2076;p51"/>
          <p:cNvGrpSpPr/>
          <p:nvPr/>
        </p:nvGrpSpPr>
        <p:grpSpPr>
          <a:xfrm rot="390124">
            <a:off x="-711125" y="318230"/>
            <a:ext cx="1719442" cy="916249"/>
            <a:chOff x="7463504" y="3075665"/>
            <a:chExt cx="2603050" cy="1387103"/>
          </a:xfrm>
        </p:grpSpPr>
        <p:sp>
          <p:nvSpPr>
            <p:cNvPr id="2077" name="Google Shape;2077;p51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51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51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51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51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51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51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51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51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51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51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51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51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51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51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51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51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51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51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51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51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51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51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51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51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51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51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51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51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51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51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51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51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0" name="Google Shape;2110;p51"/>
          <p:cNvGrpSpPr/>
          <p:nvPr/>
        </p:nvGrpSpPr>
        <p:grpSpPr>
          <a:xfrm rot="2065613">
            <a:off x="8269269" y="3635549"/>
            <a:ext cx="1653875" cy="539976"/>
            <a:chOff x="2564525" y="5223525"/>
            <a:chExt cx="2556110" cy="834547"/>
          </a:xfrm>
        </p:grpSpPr>
        <p:sp>
          <p:nvSpPr>
            <p:cNvPr id="2111" name="Google Shape;2111;p51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1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51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51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51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51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51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51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51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51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52"/>
          <p:cNvSpPr txBox="1">
            <a:spLocks noGrp="1"/>
          </p:cNvSpPr>
          <p:nvPr>
            <p:ph type="title"/>
          </p:nvPr>
        </p:nvSpPr>
        <p:spPr>
          <a:xfrm>
            <a:off x="2209938" y="808050"/>
            <a:ext cx="3969300" cy="119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2126" name="Google Shape;2126;p52"/>
          <p:cNvSpPr txBox="1">
            <a:spLocks noGrp="1"/>
          </p:cNvSpPr>
          <p:nvPr>
            <p:ph type="subTitle" idx="1"/>
          </p:nvPr>
        </p:nvSpPr>
        <p:spPr>
          <a:xfrm>
            <a:off x="1577775" y="2240950"/>
            <a:ext cx="5233800" cy="2096700"/>
          </a:xfrm>
          <a:prstGeom prst="rect">
            <a:avLst/>
          </a:prstGeom>
        </p:spPr>
        <p:txBody>
          <a:bodyPr spcFirstLastPara="1" wrap="square" lIns="457200" tIns="91425" rIns="4572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enter here </a:t>
            </a:r>
            <a:r>
              <a:rPr lang="en">
                <a:highlight>
                  <a:schemeClr val="dk2"/>
                </a:highlight>
              </a:rPr>
              <a:t>something interesting</a:t>
            </a:r>
            <a:r>
              <a:rPr lang="en"/>
              <a:t> to do today, or maybe an important reminder </a:t>
            </a:r>
            <a:endParaRPr/>
          </a:p>
        </p:txBody>
      </p:sp>
      <p:grpSp>
        <p:nvGrpSpPr>
          <p:cNvPr id="2127" name="Google Shape;2127;p52"/>
          <p:cNvGrpSpPr/>
          <p:nvPr/>
        </p:nvGrpSpPr>
        <p:grpSpPr>
          <a:xfrm>
            <a:off x="7580996" y="3673505"/>
            <a:ext cx="1002623" cy="934476"/>
            <a:chOff x="6556651" y="3032093"/>
            <a:chExt cx="1672432" cy="1558759"/>
          </a:xfrm>
        </p:grpSpPr>
        <p:sp>
          <p:nvSpPr>
            <p:cNvPr id="2128" name="Google Shape;2128;p52"/>
            <p:cNvSpPr/>
            <p:nvPr/>
          </p:nvSpPr>
          <p:spPr>
            <a:xfrm>
              <a:off x="6556651" y="3032093"/>
              <a:ext cx="1672432" cy="1558759"/>
            </a:xfrm>
            <a:custGeom>
              <a:avLst/>
              <a:gdLst/>
              <a:ahLst/>
              <a:cxnLst/>
              <a:rect l="l" t="t" r="r" b="b"/>
              <a:pathLst>
                <a:path w="49258" h="45910" extrusionOk="0">
                  <a:moveTo>
                    <a:pt x="25421" y="1"/>
                  </a:moveTo>
                  <a:cubicBezTo>
                    <a:pt x="15700" y="433"/>
                    <a:pt x="7346" y="6878"/>
                    <a:pt x="4429" y="16132"/>
                  </a:cubicBezTo>
                  <a:cubicBezTo>
                    <a:pt x="4429" y="16204"/>
                    <a:pt x="4393" y="16276"/>
                    <a:pt x="4393" y="16384"/>
                  </a:cubicBezTo>
                  <a:cubicBezTo>
                    <a:pt x="1" y="31075"/>
                    <a:pt x="10983" y="45873"/>
                    <a:pt x="26358" y="45909"/>
                  </a:cubicBezTo>
                  <a:lnTo>
                    <a:pt x="26322" y="45873"/>
                  </a:lnTo>
                  <a:lnTo>
                    <a:pt x="26322" y="45873"/>
                  </a:lnTo>
                  <a:cubicBezTo>
                    <a:pt x="26354" y="45874"/>
                    <a:pt x="26387" y="45874"/>
                    <a:pt x="26420" y="45874"/>
                  </a:cubicBezTo>
                  <a:cubicBezTo>
                    <a:pt x="34699" y="45874"/>
                    <a:pt x="42325" y="41344"/>
                    <a:pt x="46377" y="34099"/>
                  </a:cubicBezTo>
                  <a:cubicBezTo>
                    <a:pt x="46485" y="33955"/>
                    <a:pt x="46593" y="33811"/>
                    <a:pt x="46665" y="33667"/>
                  </a:cubicBezTo>
                  <a:cubicBezTo>
                    <a:pt x="48358" y="30355"/>
                    <a:pt x="49258" y="26718"/>
                    <a:pt x="49258" y="23045"/>
                  </a:cubicBezTo>
                  <a:lnTo>
                    <a:pt x="49258" y="22973"/>
                  </a:lnTo>
                  <a:cubicBezTo>
                    <a:pt x="49258" y="16780"/>
                    <a:pt x="46773" y="10875"/>
                    <a:pt x="42381" y="6590"/>
                  </a:cubicBezTo>
                  <a:lnTo>
                    <a:pt x="42237" y="6446"/>
                  </a:lnTo>
                  <a:cubicBezTo>
                    <a:pt x="42165" y="6374"/>
                    <a:pt x="42093" y="6338"/>
                    <a:pt x="42021" y="6266"/>
                  </a:cubicBezTo>
                  <a:cubicBezTo>
                    <a:pt x="41300" y="5582"/>
                    <a:pt x="40544" y="4970"/>
                    <a:pt x="39788" y="4358"/>
                  </a:cubicBezTo>
                  <a:cubicBezTo>
                    <a:pt x="39680" y="4322"/>
                    <a:pt x="39608" y="4250"/>
                    <a:pt x="39536" y="4214"/>
                  </a:cubicBezTo>
                  <a:cubicBezTo>
                    <a:pt x="35683" y="1477"/>
                    <a:pt x="31074" y="37"/>
                    <a:pt x="26322" y="37"/>
                  </a:cubicBezTo>
                  <a:lnTo>
                    <a:pt x="25961" y="37"/>
                  </a:lnTo>
                  <a:cubicBezTo>
                    <a:pt x="25817" y="1"/>
                    <a:pt x="25673" y="1"/>
                    <a:pt x="255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2"/>
            <p:cNvSpPr/>
            <p:nvPr/>
          </p:nvSpPr>
          <p:spPr>
            <a:xfrm>
              <a:off x="6583542" y="3112797"/>
              <a:ext cx="1556315" cy="1379117"/>
            </a:xfrm>
            <a:custGeom>
              <a:avLst/>
              <a:gdLst/>
              <a:ahLst/>
              <a:cxnLst/>
              <a:rect l="l" t="t" r="r" b="b"/>
              <a:pathLst>
                <a:path w="45838" h="40619" extrusionOk="0">
                  <a:moveTo>
                    <a:pt x="24665" y="0"/>
                  </a:moveTo>
                  <a:cubicBezTo>
                    <a:pt x="9038" y="649"/>
                    <a:pt x="1" y="17932"/>
                    <a:pt x="8354" y="31146"/>
                  </a:cubicBezTo>
                  <a:cubicBezTo>
                    <a:pt x="12350" y="37494"/>
                    <a:pt x="18929" y="40618"/>
                    <a:pt x="25499" y="40618"/>
                  </a:cubicBezTo>
                  <a:cubicBezTo>
                    <a:pt x="32605" y="40618"/>
                    <a:pt x="39699" y="36963"/>
                    <a:pt x="43497" y="29778"/>
                  </a:cubicBezTo>
                  <a:cubicBezTo>
                    <a:pt x="43533" y="29706"/>
                    <a:pt x="43569" y="29634"/>
                    <a:pt x="43605" y="29562"/>
                  </a:cubicBezTo>
                  <a:cubicBezTo>
                    <a:pt x="43641" y="29454"/>
                    <a:pt x="43713" y="29346"/>
                    <a:pt x="43749" y="29238"/>
                  </a:cubicBezTo>
                  <a:cubicBezTo>
                    <a:pt x="45117" y="26465"/>
                    <a:pt x="45837" y="23405"/>
                    <a:pt x="45837" y="20308"/>
                  </a:cubicBezTo>
                  <a:cubicBezTo>
                    <a:pt x="45837" y="9074"/>
                    <a:pt x="36728" y="0"/>
                    <a:pt x="255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2"/>
            <p:cNvSpPr/>
            <p:nvPr/>
          </p:nvSpPr>
          <p:spPr>
            <a:xfrm>
              <a:off x="6791364" y="3111575"/>
              <a:ext cx="784914" cy="1307409"/>
            </a:xfrm>
            <a:custGeom>
              <a:avLst/>
              <a:gdLst/>
              <a:ahLst/>
              <a:cxnLst/>
              <a:rect l="l" t="t" r="r" b="b"/>
              <a:pathLst>
                <a:path w="23118" h="38507" extrusionOk="0">
                  <a:moveTo>
                    <a:pt x="18580" y="0"/>
                  </a:moveTo>
                  <a:cubicBezTo>
                    <a:pt x="9975" y="360"/>
                    <a:pt x="2557" y="6086"/>
                    <a:pt x="1" y="14295"/>
                  </a:cubicBezTo>
                  <a:lnTo>
                    <a:pt x="3962" y="17212"/>
                  </a:lnTo>
                  <a:cubicBezTo>
                    <a:pt x="5078" y="18040"/>
                    <a:pt x="6302" y="18904"/>
                    <a:pt x="7670" y="18940"/>
                  </a:cubicBezTo>
                  <a:cubicBezTo>
                    <a:pt x="8270" y="18940"/>
                    <a:pt x="8903" y="18796"/>
                    <a:pt x="9503" y="18796"/>
                  </a:cubicBezTo>
                  <a:cubicBezTo>
                    <a:pt x="9803" y="18796"/>
                    <a:pt x="10095" y="18832"/>
                    <a:pt x="10371" y="18940"/>
                  </a:cubicBezTo>
                  <a:cubicBezTo>
                    <a:pt x="11415" y="19336"/>
                    <a:pt x="11883" y="20668"/>
                    <a:pt x="11739" y="21784"/>
                  </a:cubicBezTo>
                  <a:cubicBezTo>
                    <a:pt x="11595" y="22901"/>
                    <a:pt x="11019" y="23909"/>
                    <a:pt x="10659" y="24989"/>
                  </a:cubicBezTo>
                  <a:cubicBezTo>
                    <a:pt x="9903" y="27149"/>
                    <a:pt x="9903" y="29634"/>
                    <a:pt x="11055" y="31614"/>
                  </a:cubicBezTo>
                  <a:cubicBezTo>
                    <a:pt x="12495" y="34027"/>
                    <a:pt x="15268" y="35179"/>
                    <a:pt x="17896" y="36187"/>
                  </a:cubicBezTo>
                  <a:cubicBezTo>
                    <a:pt x="18652" y="36403"/>
                    <a:pt x="19337" y="36763"/>
                    <a:pt x="19877" y="37303"/>
                  </a:cubicBezTo>
                  <a:cubicBezTo>
                    <a:pt x="20201" y="37663"/>
                    <a:pt x="20417" y="38131"/>
                    <a:pt x="20849" y="38383"/>
                  </a:cubicBezTo>
                  <a:cubicBezTo>
                    <a:pt x="20979" y="38466"/>
                    <a:pt x="21143" y="38506"/>
                    <a:pt x="21308" y="38506"/>
                  </a:cubicBezTo>
                  <a:cubicBezTo>
                    <a:pt x="21644" y="38506"/>
                    <a:pt x="21977" y="38338"/>
                    <a:pt x="22001" y="38023"/>
                  </a:cubicBezTo>
                  <a:cubicBezTo>
                    <a:pt x="20957" y="36691"/>
                    <a:pt x="20849" y="34855"/>
                    <a:pt x="21209" y="33199"/>
                  </a:cubicBezTo>
                  <a:cubicBezTo>
                    <a:pt x="21569" y="31542"/>
                    <a:pt x="22361" y="30030"/>
                    <a:pt x="22937" y="28446"/>
                  </a:cubicBezTo>
                  <a:cubicBezTo>
                    <a:pt x="23045" y="28158"/>
                    <a:pt x="23117" y="27834"/>
                    <a:pt x="23081" y="27509"/>
                  </a:cubicBezTo>
                  <a:cubicBezTo>
                    <a:pt x="23009" y="27185"/>
                    <a:pt x="22865" y="26897"/>
                    <a:pt x="22649" y="26681"/>
                  </a:cubicBezTo>
                  <a:cubicBezTo>
                    <a:pt x="21965" y="25925"/>
                    <a:pt x="21137" y="25313"/>
                    <a:pt x="20201" y="24953"/>
                  </a:cubicBezTo>
                  <a:cubicBezTo>
                    <a:pt x="20813" y="23837"/>
                    <a:pt x="19769" y="22433"/>
                    <a:pt x="18544" y="21964"/>
                  </a:cubicBezTo>
                  <a:cubicBezTo>
                    <a:pt x="17356" y="21496"/>
                    <a:pt x="15988" y="21496"/>
                    <a:pt x="14872" y="20848"/>
                  </a:cubicBezTo>
                  <a:cubicBezTo>
                    <a:pt x="14692" y="20776"/>
                    <a:pt x="14512" y="20632"/>
                    <a:pt x="14404" y="20452"/>
                  </a:cubicBezTo>
                  <a:cubicBezTo>
                    <a:pt x="14260" y="20092"/>
                    <a:pt x="14296" y="19696"/>
                    <a:pt x="14512" y="19372"/>
                  </a:cubicBezTo>
                  <a:cubicBezTo>
                    <a:pt x="15520" y="17284"/>
                    <a:pt x="17752" y="16095"/>
                    <a:pt x="19949" y="15375"/>
                  </a:cubicBezTo>
                  <a:cubicBezTo>
                    <a:pt x="20417" y="15267"/>
                    <a:pt x="20885" y="15051"/>
                    <a:pt x="21281" y="14727"/>
                  </a:cubicBezTo>
                  <a:cubicBezTo>
                    <a:pt x="21821" y="14259"/>
                    <a:pt x="21929" y="13467"/>
                    <a:pt x="21965" y="12747"/>
                  </a:cubicBezTo>
                  <a:cubicBezTo>
                    <a:pt x="22073" y="11342"/>
                    <a:pt x="22001" y="9974"/>
                    <a:pt x="21821" y="8570"/>
                  </a:cubicBezTo>
                  <a:cubicBezTo>
                    <a:pt x="21461" y="6122"/>
                    <a:pt x="20669" y="3745"/>
                    <a:pt x="19517" y="1585"/>
                  </a:cubicBezTo>
                  <a:cubicBezTo>
                    <a:pt x="19229" y="1045"/>
                    <a:pt x="18904" y="504"/>
                    <a:pt x="185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2"/>
            <p:cNvSpPr/>
            <p:nvPr/>
          </p:nvSpPr>
          <p:spPr>
            <a:xfrm>
              <a:off x="7688693" y="3242392"/>
              <a:ext cx="451161" cy="1025399"/>
            </a:xfrm>
            <a:custGeom>
              <a:avLst/>
              <a:gdLst/>
              <a:ahLst/>
              <a:cxnLst/>
              <a:rect l="l" t="t" r="r" b="b"/>
              <a:pathLst>
                <a:path w="13288" h="30201" extrusionOk="0">
                  <a:moveTo>
                    <a:pt x="4898" y="0"/>
                  </a:moveTo>
                  <a:lnTo>
                    <a:pt x="4466" y="288"/>
                  </a:lnTo>
                  <a:cubicBezTo>
                    <a:pt x="3638" y="828"/>
                    <a:pt x="2845" y="1404"/>
                    <a:pt x="2161" y="2052"/>
                  </a:cubicBezTo>
                  <a:cubicBezTo>
                    <a:pt x="793" y="3385"/>
                    <a:pt x="1" y="5761"/>
                    <a:pt x="1333" y="7093"/>
                  </a:cubicBezTo>
                  <a:cubicBezTo>
                    <a:pt x="2485" y="8282"/>
                    <a:pt x="4790" y="8318"/>
                    <a:pt x="5186" y="9902"/>
                  </a:cubicBezTo>
                  <a:cubicBezTo>
                    <a:pt x="5402" y="10838"/>
                    <a:pt x="4754" y="11738"/>
                    <a:pt x="4214" y="12566"/>
                  </a:cubicBezTo>
                  <a:cubicBezTo>
                    <a:pt x="3674" y="13359"/>
                    <a:pt x="3241" y="14475"/>
                    <a:pt x="3818" y="15267"/>
                  </a:cubicBezTo>
                  <a:cubicBezTo>
                    <a:pt x="3998" y="15483"/>
                    <a:pt x="4250" y="15699"/>
                    <a:pt x="4466" y="15879"/>
                  </a:cubicBezTo>
                  <a:cubicBezTo>
                    <a:pt x="5690" y="16959"/>
                    <a:pt x="5942" y="18868"/>
                    <a:pt x="5474" y="20452"/>
                  </a:cubicBezTo>
                  <a:cubicBezTo>
                    <a:pt x="5042" y="22036"/>
                    <a:pt x="4070" y="23368"/>
                    <a:pt x="3169" y="24773"/>
                  </a:cubicBezTo>
                  <a:cubicBezTo>
                    <a:pt x="2305" y="26177"/>
                    <a:pt x="1513" y="27689"/>
                    <a:pt x="1477" y="29346"/>
                  </a:cubicBezTo>
                  <a:cubicBezTo>
                    <a:pt x="1441" y="29562"/>
                    <a:pt x="1513" y="29778"/>
                    <a:pt x="1621" y="29958"/>
                  </a:cubicBezTo>
                  <a:cubicBezTo>
                    <a:pt x="1747" y="30138"/>
                    <a:pt x="1945" y="30201"/>
                    <a:pt x="2161" y="30201"/>
                  </a:cubicBezTo>
                  <a:cubicBezTo>
                    <a:pt x="2377" y="30201"/>
                    <a:pt x="2611" y="30138"/>
                    <a:pt x="2809" y="30066"/>
                  </a:cubicBezTo>
                  <a:cubicBezTo>
                    <a:pt x="4034" y="29598"/>
                    <a:pt x="5150" y="28877"/>
                    <a:pt x="6050" y="27941"/>
                  </a:cubicBezTo>
                  <a:cubicBezTo>
                    <a:pt x="6518" y="27401"/>
                    <a:pt x="7058" y="26933"/>
                    <a:pt x="7634" y="26573"/>
                  </a:cubicBezTo>
                  <a:cubicBezTo>
                    <a:pt x="8246" y="26285"/>
                    <a:pt x="8895" y="26141"/>
                    <a:pt x="9579" y="26105"/>
                  </a:cubicBezTo>
                  <a:cubicBezTo>
                    <a:pt x="10047" y="26069"/>
                    <a:pt x="10515" y="26033"/>
                    <a:pt x="11019" y="25961"/>
                  </a:cubicBezTo>
                  <a:cubicBezTo>
                    <a:pt x="12531" y="23044"/>
                    <a:pt x="13287" y="19804"/>
                    <a:pt x="13287" y="16527"/>
                  </a:cubicBezTo>
                  <a:cubicBezTo>
                    <a:pt x="13287" y="10010"/>
                    <a:pt x="10191" y="3853"/>
                    <a:pt x="48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2" name="Google Shape;2132;p52"/>
          <p:cNvGrpSpPr/>
          <p:nvPr/>
        </p:nvGrpSpPr>
        <p:grpSpPr>
          <a:xfrm rot="1283121">
            <a:off x="-525011" y="4120817"/>
            <a:ext cx="1490322" cy="486577"/>
            <a:chOff x="2564525" y="5223525"/>
            <a:chExt cx="2556110" cy="834547"/>
          </a:xfrm>
        </p:grpSpPr>
        <p:sp>
          <p:nvSpPr>
            <p:cNvPr id="2133" name="Google Shape;2133;p52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2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2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2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52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52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2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52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52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52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3" name="Google Shape;2143;p52"/>
          <p:cNvGrpSpPr/>
          <p:nvPr/>
        </p:nvGrpSpPr>
        <p:grpSpPr>
          <a:xfrm>
            <a:off x="6142680" y="603586"/>
            <a:ext cx="2305597" cy="2477086"/>
            <a:chOff x="6556568" y="836089"/>
            <a:chExt cx="2054716" cy="2207545"/>
          </a:xfrm>
        </p:grpSpPr>
        <p:grpSp>
          <p:nvGrpSpPr>
            <p:cNvPr id="2144" name="Google Shape;2144;p52"/>
            <p:cNvGrpSpPr/>
            <p:nvPr/>
          </p:nvGrpSpPr>
          <p:grpSpPr>
            <a:xfrm rot="822247">
              <a:off x="6754166" y="1006083"/>
              <a:ext cx="1659520" cy="1867557"/>
              <a:chOff x="6277150" y="538131"/>
              <a:chExt cx="1659575" cy="1867619"/>
            </a:xfrm>
          </p:grpSpPr>
          <p:sp>
            <p:nvSpPr>
              <p:cNvPr id="2145" name="Google Shape;2145;p52"/>
              <p:cNvSpPr/>
              <p:nvPr/>
            </p:nvSpPr>
            <p:spPr>
              <a:xfrm>
                <a:off x="6290600" y="750025"/>
                <a:ext cx="1646125" cy="1655725"/>
              </a:xfrm>
              <a:custGeom>
                <a:avLst/>
                <a:gdLst/>
                <a:ahLst/>
                <a:cxnLst/>
                <a:rect l="l" t="t" r="r" b="b"/>
                <a:pathLst>
                  <a:path w="65845" h="66229" extrusionOk="0">
                    <a:moveTo>
                      <a:pt x="2974" y="1"/>
                    </a:moveTo>
                    <a:cubicBezTo>
                      <a:pt x="1308" y="1"/>
                      <a:pt x="1" y="1385"/>
                      <a:pt x="52" y="3051"/>
                    </a:cubicBezTo>
                    <a:lnTo>
                      <a:pt x="1359" y="63179"/>
                    </a:lnTo>
                    <a:cubicBezTo>
                      <a:pt x="1385" y="64845"/>
                      <a:pt x="2718" y="66203"/>
                      <a:pt x="4409" y="66229"/>
                    </a:cubicBezTo>
                    <a:lnTo>
                      <a:pt x="62846" y="66229"/>
                    </a:lnTo>
                    <a:cubicBezTo>
                      <a:pt x="64512" y="66229"/>
                      <a:pt x="65845" y="64819"/>
                      <a:pt x="65768" y="63179"/>
                    </a:cubicBezTo>
                    <a:lnTo>
                      <a:pt x="64460" y="3051"/>
                    </a:lnTo>
                    <a:cubicBezTo>
                      <a:pt x="64435" y="1385"/>
                      <a:pt x="63102" y="26"/>
                      <a:pt x="61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52"/>
              <p:cNvSpPr/>
              <p:nvPr/>
            </p:nvSpPr>
            <p:spPr>
              <a:xfrm>
                <a:off x="6277150" y="926875"/>
                <a:ext cx="1610225" cy="1430175"/>
              </a:xfrm>
              <a:custGeom>
                <a:avLst/>
                <a:gdLst/>
                <a:ahLst/>
                <a:cxnLst/>
                <a:rect l="l" t="t" r="r" b="b"/>
                <a:pathLst>
                  <a:path w="64409" h="57207" extrusionOk="0">
                    <a:moveTo>
                      <a:pt x="3691" y="0"/>
                    </a:moveTo>
                    <a:cubicBezTo>
                      <a:pt x="2384" y="0"/>
                      <a:pt x="2410" y="1564"/>
                      <a:pt x="1103" y="1564"/>
                    </a:cubicBezTo>
                    <a:cubicBezTo>
                      <a:pt x="667" y="1564"/>
                      <a:pt x="257" y="1359"/>
                      <a:pt x="1" y="1026"/>
                    </a:cubicBezTo>
                    <a:lnTo>
                      <a:pt x="1" y="54208"/>
                    </a:lnTo>
                    <a:cubicBezTo>
                      <a:pt x="1" y="55874"/>
                      <a:pt x="1359" y="57207"/>
                      <a:pt x="2999" y="57207"/>
                    </a:cubicBezTo>
                    <a:lnTo>
                      <a:pt x="61436" y="57207"/>
                    </a:lnTo>
                    <a:cubicBezTo>
                      <a:pt x="63076" y="57207"/>
                      <a:pt x="64409" y="55848"/>
                      <a:pt x="64409" y="54208"/>
                    </a:cubicBezTo>
                    <a:lnTo>
                      <a:pt x="64409" y="1026"/>
                    </a:lnTo>
                    <a:cubicBezTo>
                      <a:pt x="64153" y="1359"/>
                      <a:pt x="63743" y="1564"/>
                      <a:pt x="63307" y="1564"/>
                    </a:cubicBezTo>
                    <a:cubicBezTo>
                      <a:pt x="62025" y="1564"/>
                      <a:pt x="62025" y="0"/>
                      <a:pt x="60718" y="0"/>
                    </a:cubicBezTo>
                    <a:cubicBezTo>
                      <a:pt x="59411" y="0"/>
                      <a:pt x="59437" y="1564"/>
                      <a:pt x="58130" y="1564"/>
                    </a:cubicBezTo>
                    <a:cubicBezTo>
                      <a:pt x="56822" y="1564"/>
                      <a:pt x="56848" y="0"/>
                      <a:pt x="55541" y="0"/>
                    </a:cubicBezTo>
                    <a:cubicBezTo>
                      <a:pt x="54234" y="0"/>
                      <a:pt x="54234" y="1564"/>
                      <a:pt x="52927" y="1564"/>
                    </a:cubicBezTo>
                    <a:cubicBezTo>
                      <a:pt x="51645" y="1564"/>
                      <a:pt x="51645" y="0"/>
                      <a:pt x="50338" y="0"/>
                    </a:cubicBezTo>
                    <a:cubicBezTo>
                      <a:pt x="49031" y="0"/>
                      <a:pt x="49057" y="1564"/>
                      <a:pt x="47749" y="1564"/>
                    </a:cubicBezTo>
                    <a:cubicBezTo>
                      <a:pt x="46442" y="1564"/>
                      <a:pt x="46468" y="0"/>
                      <a:pt x="45161" y="0"/>
                    </a:cubicBezTo>
                    <a:cubicBezTo>
                      <a:pt x="43854" y="0"/>
                      <a:pt x="43854" y="1564"/>
                      <a:pt x="42572" y="1564"/>
                    </a:cubicBezTo>
                    <a:cubicBezTo>
                      <a:pt x="41265" y="1564"/>
                      <a:pt x="41291" y="0"/>
                      <a:pt x="39984" y="0"/>
                    </a:cubicBezTo>
                    <a:cubicBezTo>
                      <a:pt x="38676" y="0"/>
                      <a:pt x="38702" y="1564"/>
                      <a:pt x="37395" y="1564"/>
                    </a:cubicBezTo>
                    <a:cubicBezTo>
                      <a:pt x="36062" y="1564"/>
                      <a:pt x="36088" y="0"/>
                      <a:pt x="34781" y="0"/>
                    </a:cubicBezTo>
                    <a:cubicBezTo>
                      <a:pt x="33499" y="0"/>
                      <a:pt x="33499" y="1564"/>
                      <a:pt x="32192" y="1564"/>
                    </a:cubicBezTo>
                    <a:cubicBezTo>
                      <a:pt x="30910" y="1564"/>
                      <a:pt x="30910" y="0"/>
                      <a:pt x="29603" y="0"/>
                    </a:cubicBezTo>
                    <a:cubicBezTo>
                      <a:pt x="28296" y="0"/>
                      <a:pt x="28322" y="1564"/>
                      <a:pt x="27015" y="1564"/>
                    </a:cubicBezTo>
                    <a:cubicBezTo>
                      <a:pt x="25708" y="1564"/>
                      <a:pt x="25733" y="0"/>
                      <a:pt x="24426" y="0"/>
                    </a:cubicBezTo>
                    <a:cubicBezTo>
                      <a:pt x="23119" y="0"/>
                      <a:pt x="23145" y="1564"/>
                      <a:pt x="21837" y="1564"/>
                    </a:cubicBezTo>
                    <a:cubicBezTo>
                      <a:pt x="20505" y="1564"/>
                      <a:pt x="20556" y="0"/>
                      <a:pt x="19223" y="0"/>
                    </a:cubicBezTo>
                    <a:cubicBezTo>
                      <a:pt x="17916" y="0"/>
                      <a:pt x="17942" y="1564"/>
                      <a:pt x="16634" y="1564"/>
                    </a:cubicBezTo>
                    <a:cubicBezTo>
                      <a:pt x="15327" y="1564"/>
                      <a:pt x="15353" y="0"/>
                      <a:pt x="14046" y="0"/>
                    </a:cubicBezTo>
                    <a:cubicBezTo>
                      <a:pt x="12739" y="0"/>
                      <a:pt x="12764" y="1564"/>
                      <a:pt x="11457" y="1564"/>
                    </a:cubicBezTo>
                    <a:cubicBezTo>
                      <a:pt x="10150" y="1564"/>
                      <a:pt x="10176" y="0"/>
                      <a:pt x="8869" y="0"/>
                    </a:cubicBezTo>
                    <a:cubicBezTo>
                      <a:pt x="7561" y="0"/>
                      <a:pt x="7587" y="1564"/>
                      <a:pt x="6280" y="1564"/>
                    </a:cubicBezTo>
                    <a:cubicBezTo>
                      <a:pt x="4973" y="1564"/>
                      <a:pt x="4973" y="0"/>
                      <a:pt x="36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52"/>
              <p:cNvSpPr/>
              <p:nvPr/>
            </p:nvSpPr>
            <p:spPr>
              <a:xfrm>
                <a:off x="6277150" y="746825"/>
                <a:ext cx="1610225" cy="219150"/>
              </a:xfrm>
              <a:custGeom>
                <a:avLst/>
                <a:gdLst/>
                <a:ahLst/>
                <a:cxnLst/>
                <a:rect l="l" t="t" r="r" b="b"/>
                <a:pathLst>
                  <a:path w="64409" h="8766" extrusionOk="0">
                    <a:moveTo>
                      <a:pt x="2999" y="0"/>
                    </a:moveTo>
                    <a:cubicBezTo>
                      <a:pt x="1359" y="0"/>
                      <a:pt x="1" y="1333"/>
                      <a:pt x="1" y="2999"/>
                    </a:cubicBezTo>
                    <a:lnTo>
                      <a:pt x="1" y="8228"/>
                    </a:lnTo>
                    <a:cubicBezTo>
                      <a:pt x="257" y="8561"/>
                      <a:pt x="667" y="8766"/>
                      <a:pt x="1103" y="8766"/>
                    </a:cubicBezTo>
                    <a:cubicBezTo>
                      <a:pt x="2384" y="8766"/>
                      <a:pt x="2384" y="7202"/>
                      <a:pt x="3691" y="7202"/>
                    </a:cubicBezTo>
                    <a:cubicBezTo>
                      <a:pt x="4998" y="7202"/>
                      <a:pt x="4973" y="8766"/>
                      <a:pt x="6280" y="8766"/>
                    </a:cubicBezTo>
                    <a:cubicBezTo>
                      <a:pt x="7587" y="8766"/>
                      <a:pt x="7561" y="7202"/>
                      <a:pt x="8869" y="7202"/>
                    </a:cubicBezTo>
                    <a:cubicBezTo>
                      <a:pt x="10176" y="7202"/>
                      <a:pt x="10176" y="8766"/>
                      <a:pt x="11457" y="8766"/>
                    </a:cubicBezTo>
                    <a:cubicBezTo>
                      <a:pt x="12764" y="8766"/>
                      <a:pt x="12764" y="7202"/>
                      <a:pt x="14046" y="7202"/>
                    </a:cubicBezTo>
                    <a:cubicBezTo>
                      <a:pt x="15353" y="7202"/>
                      <a:pt x="15327" y="8766"/>
                      <a:pt x="16634" y="8766"/>
                    </a:cubicBezTo>
                    <a:cubicBezTo>
                      <a:pt x="17967" y="8766"/>
                      <a:pt x="17916" y="7202"/>
                      <a:pt x="19249" y="7202"/>
                    </a:cubicBezTo>
                    <a:cubicBezTo>
                      <a:pt x="20556" y="7202"/>
                      <a:pt x="20530" y="8766"/>
                      <a:pt x="21837" y="8766"/>
                    </a:cubicBezTo>
                    <a:cubicBezTo>
                      <a:pt x="23119" y="8766"/>
                      <a:pt x="23119" y="7202"/>
                      <a:pt x="24426" y="7202"/>
                    </a:cubicBezTo>
                    <a:cubicBezTo>
                      <a:pt x="25733" y="7202"/>
                      <a:pt x="25708" y="8766"/>
                      <a:pt x="27015" y="8766"/>
                    </a:cubicBezTo>
                    <a:cubicBezTo>
                      <a:pt x="28322" y="8766"/>
                      <a:pt x="28296" y="7202"/>
                      <a:pt x="29603" y="7202"/>
                    </a:cubicBezTo>
                    <a:cubicBezTo>
                      <a:pt x="30910" y="7202"/>
                      <a:pt x="30885" y="8766"/>
                      <a:pt x="32192" y="8766"/>
                    </a:cubicBezTo>
                    <a:cubicBezTo>
                      <a:pt x="33499" y="8766"/>
                      <a:pt x="33473" y="7202"/>
                      <a:pt x="34781" y="7202"/>
                    </a:cubicBezTo>
                    <a:cubicBezTo>
                      <a:pt x="36113" y="7202"/>
                      <a:pt x="36062" y="8766"/>
                      <a:pt x="37395" y="8766"/>
                    </a:cubicBezTo>
                    <a:cubicBezTo>
                      <a:pt x="38702" y="8766"/>
                      <a:pt x="38676" y="7202"/>
                      <a:pt x="39984" y="7202"/>
                    </a:cubicBezTo>
                    <a:cubicBezTo>
                      <a:pt x="41291" y="7202"/>
                      <a:pt x="41265" y="8766"/>
                      <a:pt x="42572" y="8766"/>
                    </a:cubicBezTo>
                    <a:cubicBezTo>
                      <a:pt x="43854" y="8766"/>
                      <a:pt x="43854" y="7202"/>
                      <a:pt x="45161" y="7202"/>
                    </a:cubicBezTo>
                    <a:cubicBezTo>
                      <a:pt x="46468" y="7202"/>
                      <a:pt x="46442" y="8766"/>
                      <a:pt x="47749" y="8766"/>
                    </a:cubicBezTo>
                    <a:cubicBezTo>
                      <a:pt x="49057" y="8766"/>
                      <a:pt x="49057" y="7202"/>
                      <a:pt x="50338" y="7202"/>
                    </a:cubicBezTo>
                    <a:cubicBezTo>
                      <a:pt x="51645" y="7202"/>
                      <a:pt x="51620" y="8766"/>
                      <a:pt x="52952" y="8766"/>
                    </a:cubicBezTo>
                    <a:cubicBezTo>
                      <a:pt x="54259" y="8766"/>
                      <a:pt x="54234" y="7202"/>
                      <a:pt x="55541" y="7202"/>
                    </a:cubicBezTo>
                    <a:cubicBezTo>
                      <a:pt x="56848" y="7202"/>
                      <a:pt x="56822" y="8766"/>
                      <a:pt x="58130" y="8766"/>
                    </a:cubicBezTo>
                    <a:cubicBezTo>
                      <a:pt x="59437" y="8766"/>
                      <a:pt x="59437" y="7202"/>
                      <a:pt x="60718" y="7202"/>
                    </a:cubicBezTo>
                    <a:cubicBezTo>
                      <a:pt x="62025" y="7202"/>
                      <a:pt x="62000" y="8766"/>
                      <a:pt x="63307" y="8766"/>
                    </a:cubicBezTo>
                    <a:cubicBezTo>
                      <a:pt x="63743" y="8766"/>
                      <a:pt x="64153" y="8561"/>
                      <a:pt x="64409" y="8202"/>
                    </a:cubicBezTo>
                    <a:lnTo>
                      <a:pt x="64409" y="2999"/>
                    </a:lnTo>
                    <a:cubicBezTo>
                      <a:pt x="64409" y="1333"/>
                      <a:pt x="63076" y="0"/>
                      <a:pt x="61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52"/>
              <p:cNvSpPr/>
              <p:nvPr/>
            </p:nvSpPr>
            <p:spPr>
              <a:xfrm rot="-4392942">
                <a:off x="6926952" y="554068"/>
                <a:ext cx="298007" cy="356338"/>
              </a:xfrm>
              <a:custGeom>
                <a:avLst/>
                <a:gdLst/>
                <a:ahLst/>
                <a:cxnLst/>
                <a:rect l="l" t="t" r="r" b="b"/>
                <a:pathLst>
                  <a:path w="11919" h="14252" extrusionOk="0">
                    <a:moveTo>
                      <a:pt x="8304" y="1"/>
                    </a:moveTo>
                    <a:lnTo>
                      <a:pt x="0" y="2590"/>
                    </a:lnTo>
                    <a:lnTo>
                      <a:pt x="3614" y="14251"/>
                    </a:lnTo>
                    <a:lnTo>
                      <a:pt x="11918" y="11663"/>
                    </a:lnTo>
                    <a:lnTo>
                      <a:pt x="830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49" name="Google Shape;2149;p52"/>
            <p:cNvSpPr/>
            <p:nvPr/>
          </p:nvSpPr>
          <p:spPr>
            <a:xfrm rot="821932">
              <a:off x="6972804" y="1590873"/>
              <a:ext cx="1359266" cy="19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lang="en" sz="1500" b="1">
                  <a:solidFill>
                    <a:schemeClr val="dk1"/>
                  </a:solidFill>
                  <a:latin typeface="Delius Swash Caps"/>
                  <a:ea typeface="Delius Swash Caps"/>
                  <a:cs typeface="Delius Swash Caps"/>
                  <a:sym typeface="Delius Swash Caps"/>
                </a:rPr>
                <a:t>Don't forget</a:t>
              </a:r>
              <a:endParaRPr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endParaRPr>
            </a:p>
          </p:txBody>
        </p:sp>
        <p:sp>
          <p:nvSpPr>
            <p:cNvPr id="2150" name="Google Shape;2150;p52"/>
            <p:cNvSpPr/>
            <p:nvPr/>
          </p:nvSpPr>
          <p:spPr>
            <a:xfrm rot="821932">
              <a:off x="6829449" y="1778004"/>
              <a:ext cx="1359266" cy="996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lang="en" sz="1500" b="1">
                  <a:solidFill>
                    <a:schemeClr val="dk1"/>
                  </a:solidFill>
                  <a:latin typeface="Delius Swash Caps"/>
                  <a:ea typeface="Delius Swash Caps"/>
                  <a:cs typeface="Delius Swash Caps"/>
                  <a:sym typeface="Delius Swash Caps"/>
                </a:rPr>
                <a:t>            ...</a:t>
              </a:r>
              <a:endParaRPr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endParaRPr>
            </a:p>
          </p:txBody>
        </p:sp>
      </p:grpSp>
      <p:grpSp>
        <p:nvGrpSpPr>
          <p:cNvPr id="2151" name="Google Shape;2151;p52"/>
          <p:cNvGrpSpPr/>
          <p:nvPr/>
        </p:nvGrpSpPr>
        <p:grpSpPr>
          <a:xfrm rot="418979">
            <a:off x="8309011" y="101110"/>
            <a:ext cx="1719313" cy="916180"/>
            <a:chOff x="7463504" y="3075665"/>
            <a:chExt cx="2603050" cy="1387103"/>
          </a:xfrm>
        </p:grpSpPr>
        <p:sp>
          <p:nvSpPr>
            <p:cNvPr id="2152" name="Google Shape;2152;p52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52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52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52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52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52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52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52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52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52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52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52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52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52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52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52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52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52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52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52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52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52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52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52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52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52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52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52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52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52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52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52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52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53"/>
          <p:cNvSpPr txBox="1">
            <a:spLocks noGrp="1"/>
          </p:cNvSpPr>
          <p:nvPr>
            <p:ph type="title"/>
          </p:nvPr>
        </p:nvSpPr>
        <p:spPr>
          <a:xfrm>
            <a:off x="1170425" y="2532250"/>
            <a:ext cx="3858900" cy="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190" name="Google Shape;2190;p53"/>
          <p:cNvSpPr txBox="1">
            <a:spLocks noGrp="1"/>
          </p:cNvSpPr>
          <p:nvPr>
            <p:ph type="title" idx="2"/>
          </p:nvPr>
        </p:nvSpPr>
        <p:spPr>
          <a:xfrm>
            <a:off x="1488725" y="1000931"/>
            <a:ext cx="12558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91" name="Google Shape;2191;p53"/>
          <p:cNvSpPr txBox="1">
            <a:spLocks noGrp="1"/>
          </p:cNvSpPr>
          <p:nvPr>
            <p:ph type="subTitle" idx="1"/>
          </p:nvPr>
        </p:nvSpPr>
        <p:spPr>
          <a:xfrm>
            <a:off x="1170425" y="3545650"/>
            <a:ext cx="4266000" cy="5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You can enter a subtitle here</a:t>
            </a:r>
            <a:r>
              <a:rPr lang="en"/>
              <a:t> if you need it</a:t>
            </a:r>
            <a:endParaRPr/>
          </a:p>
        </p:txBody>
      </p:sp>
      <p:grpSp>
        <p:nvGrpSpPr>
          <p:cNvPr id="2192" name="Google Shape;2192;p53"/>
          <p:cNvGrpSpPr/>
          <p:nvPr/>
        </p:nvGrpSpPr>
        <p:grpSpPr>
          <a:xfrm>
            <a:off x="1278393" y="964059"/>
            <a:ext cx="1553648" cy="1421934"/>
            <a:chOff x="-164200" y="1462250"/>
            <a:chExt cx="1037425" cy="949475"/>
          </a:xfrm>
        </p:grpSpPr>
        <p:sp>
          <p:nvSpPr>
            <p:cNvPr id="2193" name="Google Shape;2193;p53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53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53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53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53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53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53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53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53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53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53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53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53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53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53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53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53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53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53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53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53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53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53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53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53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8" name="Google Shape;2218;p53"/>
          <p:cNvGrpSpPr/>
          <p:nvPr/>
        </p:nvGrpSpPr>
        <p:grpSpPr>
          <a:xfrm>
            <a:off x="5271980" y="846415"/>
            <a:ext cx="1691834" cy="1281429"/>
            <a:chOff x="6299065" y="352775"/>
            <a:chExt cx="1844765" cy="1397110"/>
          </a:xfrm>
        </p:grpSpPr>
        <p:sp>
          <p:nvSpPr>
            <p:cNvPr id="2219" name="Google Shape;2219;p53"/>
            <p:cNvSpPr/>
            <p:nvPr/>
          </p:nvSpPr>
          <p:spPr>
            <a:xfrm rot="446187">
              <a:off x="6354462" y="1233237"/>
              <a:ext cx="100910" cy="33265"/>
            </a:xfrm>
            <a:custGeom>
              <a:avLst/>
              <a:gdLst/>
              <a:ahLst/>
              <a:cxnLst/>
              <a:rect l="l" t="t" r="r" b="b"/>
              <a:pathLst>
                <a:path w="3170" h="1045" fill="none" extrusionOk="0">
                  <a:moveTo>
                    <a:pt x="3169" y="1"/>
                  </a:moveTo>
                  <a:lnTo>
                    <a:pt x="1" y="1045"/>
                  </a:lnTo>
                </a:path>
              </a:pathLst>
            </a:custGeom>
            <a:noFill/>
            <a:ln w="12600" cap="rnd" cmpd="sng">
              <a:solidFill>
                <a:srgbClr val="002642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53"/>
            <p:cNvSpPr/>
            <p:nvPr/>
          </p:nvSpPr>
          <p:spPr>
            <a:xfrm rot="446187">
              <a:off x="6491623" y="1197247"/>
              <a:ext cx="32" cy="51601"/>
            </a:xfrm>
            <a:custGeom>
              <a:avLst/>
              <a:gdLst/>
              <a:ahLst/>
              <a:cxnLst/>
              <a:rect l="l" t="t" r="r" b="b"/>
              <a:pathLst>
                <a:path w="1" h="1621" fill="none" extrusionOk="0">
                  <a:moveTo>
                    <a:pt x="0" y="0"/>
                  </a:moveTo>
                  <a:lnTo>
                    <a:pt x="0" y="1621"/>
                  </a:lnTo>
                </a:path>
              </a:pathLst>
            </a:custGeom>
            <a:noFill/>
            <a:ln w="12600" cap="rnd" cmpd="sng">
              <a:solidFill>
                <a:schemeClr val="dk1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1" name="Google Shape;2221;p53"/>
            <p:cNvGrpSpPr/>
            <p:nvPr/>
          </p:nvGrpSpPr>
          <p:grpSpPr>
            <a:xfrm>
              <a:off x="6299065" y="352775"/>
              <a:ext cx="1844765" cy="1397110"/>
              <a:chOff x="6299065" y="352775"/>
              <a:chExt cx="1844765" cy="1397110"/>
            </a:xfrm>
          </p:grpSpPr>
          <p:sp>
            <p:nvSpPr>
              <p:cNvPr id="2222" name="Google Shape;2222;p53"/>
              <p:cNvSpPr/>
              <p:nvPr/>
            </p:nvSpPr>
            <p:spPr>
              <a:xfrm rot="446187">
                <a:off x="7909219" y="1436043"/>
                <a:ext cx="99764" cy="33265"/>
              </a:xfrm>
              <a:custGeom>
                <a:avLst/>
                <a:gdLst/>
                <a:ahLst/>
                <a:cxnLst/>
                <a:rect l="l" t="t" r="r" b="b"/>
                <a:pathLst>
                  <a:path w="3134" h="1045" fill="none" extrusionOk="0">
                    <a:moveTo>
                      <a:pt x="1" y="1"/>
                    </a:moveTo>
                    <a:lnTo>
                      <a:pt x="3134" y="1045"/>
                    </a:lnTo>
                  </a:path>
                </a:pathLst>
              </a:custGeom>
              <a:noFill/>
              <a:ln w="12600" cap="rnd" cmpd="sng">
                <a:solidFill>
                  <a:srgbClr val="002642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53"/>
              <p:cNvSpPr/>
              <p:nvPr/>
            </p:nvSpPr>
            <p:spPr>
              <a:xfrm rot="446187">
                <a:off x="6368664" y="458158"/>
                <a:ext cx="1705567" cy="1186343"/>
              </a:xfrm>
              <a:custGeom>
                <a:avLst/>
                <a:gdLst/>
                <a:ahLst/>
                <a:cxnLst/>
                <a:rect l="l" t="t" r="r" b="b"/>
                <a:pathLst>
                  <a:path w="53579" h="37268" extrusionOk="0">
                    <a:moveTo>
                      <a:pt x="26790" y="14943"/>
                    </a:moveTo>
                    <a:cubicBezTo>
                      <a:pt x="31326" y="14943"/>
                      <a:pt x="35323" y="17968"/>
                      <a:pt x="36619" y="22361"/>
                    </a:cubicBezTo>
                    <a:lnTo>
                      <a:pt x="16960" y="22361"/>
                    </a:lnTo>
                    <a:cubicBezTo>
                      <a:pt x="18220" y="17968"/>
                      <a:pt x="22217" y="14943"/>
                      <a:pt x="26790" y="14943"/>
                    </a:cubicBezTo>
                    <a:close/>
                    <a:moveTo>
                      <a:pt x="26790" y="0"/>
                    </a:moveTo>
                    <a:cubicBezTo>
                      <a:pt x="13791" y="0"/>
                      <a:pt x="2953" y="9866"/>
                      <a:pt x="1729" y="22757"/>
                    </a:cubicBezTo>
                    <a:cubicBezTo>
                      <a:pt x="649" y="23369"/>
                      <a:pt x="1" y="24485"/>
                      <a:pt x="1" y="25709"/>
                    </a:cubicBezTo>
                    <a:lnTo>
                      <a:pt x="1" y="33883"/>
                    </a:lnTo>
                    <a:cubicBezTo>
                      <a:pt x="1" y="35755"/>
                      <a:pt x="1513" y="37267"/>
                      <a:pt x="3385" y="37267"/>
                    </a:cubicBezTo>
                    <a:lnTo>
                      <a:pt x="50194" y="37267"/>
                    </a:lnTo>
                    <a:cubicBezTo>
                      <a:pt x="52030" y="37267"/>
                      <a:pt x="53579" y="35755"/>
                      <a:pt x="53579" y="33883"/>
                    </a:cubicBezTo>
                    <a:lnTo>
                      <a:pt x="53579" y="25709"/>
                    </a:lnTo>
                    <a:cubicBezTo>
                      <a:pt x="53579" y="24485"/>
                      <a:pt x="52895" y="23369"/>
                      <a:pt x="51814" y="22757"/>
                    </a:cubicBezTo>
                    <a:cubicBezTo>
                      <a:pt x="50590" y="9866"/>
                      <a:pt x="39752" y="0"/>
                      <a:pt x="267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76200" dir="3000000" algn="bl" rotWithShape="0">
                  <a:schemeClr val="dk1">
                    <a:alpha val="8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53"/>
              <p:cNvSpPr/>
              <p:nvPr/>
            </p:nvSpPr>
            <p:spPr>
              <a:xfrm rot="446187">
                <a:off x="6452838" y="525799"/>
                <a:ext cx="1539368" cy="1025969"/>
              </a:xfrm>
              <a:custGeom>
                <a:avLst/>
                <a:gdLst/>
                <a:ahLst/>
                <a:cxnLst/>
                <a:rect l="l" t="t" r="r" b="b"/>
                <a:pathLst>
                  <a:path w="48358" h="32230" extrusionOk="0">
                    <a:moveTo>
                      <a:pt x="24197" y="9903"/>
                    </a:moveTo>
                    <a:cubicBezTo>
                      <a:pt x="31218" y="9903"/>
                      <a:pt x="36907" y="15556"/>
                      <a:pt x="37051" y="22541"/>
                    </a:cubicBezTo>
                    <a:lnTo>
                      <a:pt x="11342" y="22541"/>
                    </a:lnTo>
                    <a:cubicBezTo>
                      <a:pt x="11450" y="15556"/>
                      <a:pt x="17175" y="9903"/>
                      <a:pt x="24197" y="9903"/>
                    </a:cubicBezTo>
                    <a:close/>
                    <a:moveTo>
                      <a:pt x="24197" y="1"/>
                    </a:moveTo>
                    <a:cubicBezTo>
                      <a:pt x="11738" y="1"/>
                      <a:pt x="1656" y="10119"/>
                      <a:pt x="1656" y="22541"/>
                    </a:cubicBezTo>
                    <a:lnTo>
                      <a:pt x="792" y="22541"/>
                    </a:lnTo>
                    <a:cubicBezTo>
                      <a:pt x="360" y="22541"/>
                      <a:pt x="0" y="22901"/>
                      <a:pt x="0" y="23297"/>
                    </a:cubicBezTo>
                    <a:lnTo>
                      <a:pt x="0" y="31471"/>
                    </a:lnTo>
                    <a:cubicBezTo>
                      <a:pt x="0" y="31903"/>
                      <a:pt x="360" y="32227"/>
                      <a:pt x="792" y="32227"/>
                    </a:cubicBezTo>
                    <a:lnTo>
                      <a:pt x="47601" y="32227"/>
                    </a:lnTo>
                    <a:cubicBezTo>
                      <a:pt x="47621" y="32228"/>
                      <a:pt x="47641" y="32229"/>
                      <a:pt x="47660" y="32229"/>
                    </a:cubicBezTo>
                    <a:cubicBezTo>
                      <a:pt x="48062" y="32229"/>
                      <a:pt x="48357" y="31883"/>
                      <a:pt x="48357" y="31471"/>
                    </a:cubicBezTo>
                    <a:lnTo>
                      <a:pt x="48357" y="23333"/>
                    </a:lnTo>
                    <a:cubicBezTo>
                      <a:pt x="48357" y="22901"/>
                      <a:pt x="48033" y="22541"/>
                      <a:pt x="47601" y="22541"/>
                    </a:cubicBezTo>
                    <a:lnTo>
                      <a:pt x="46737" y="22541"/>
                    </a:lnTo>
                    <a:cubicBezTo>
                      <a:pt x="46737" y="10119"/>
                      <a:pt x="36619" y="1"/>
                      <a:pt x="241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53"/>
              <p:cNvSpPr/>
              <p:nvPr/>
            </p:nvSpPr>
            <p:spPr>
              <a:xfrm rot="446187">
                <a:off x="6646192" y="1217417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0" y="0"/>
                    </a:moveTo>
                    <a:lnTo>
                      <a:pt x="0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53"/>
              <p:cNvSpPr/>
              <p:nvPr/>
            </p:nvSpPr>
            <p:spPr>
              <a:xfrm rot="446187">
                <a:off x="6800761" y="1237587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0" y="0"/>
                    </a:moveTo>
                    <a:lnTo>
                      <a:pt x="0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53"/>
              <p:cNvSpPr/>
              <p:nvPr/>
            </p:nvSpPr>
            <p:spPr>
              <a:xfrm rot="446187">
                <a:off x="6955330" y="1257757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0" y="0"/>
                    </a:moveTo>
                    <a:lnTo>
                      <a:pt x="0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53"/>
              <p:cNvSpPr/>
              <p:nvPr/>
            </p:nvSpPr>
            <p:spPr>
              <a:xfrm rot="446187">
                <a:off x="7109900" y="1277927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0" y="0"/>
                    </a:moveTo>
                    <a:lnTo>
                      <a:pt x="0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53"/>
              <p:cNvSpPr/>
              <p:nvPr/>
            </p:nvSpPr>
            <p:spPr>
              <a:xfrm rot="446187">
                <a:off x="7264469" y="1298097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0" y="0"/>
                    </a:moveTo>
                    <a:lnTo>
                      <a:pt x="0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53"/>
              <p:cNvSpPr/>
              <p:nvPr/>
            </p:nvSpPr>
            <p:spPr>
              <a:xfrm rot="446187">
                <a:off x="7417870" y="1318114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1" y="0"/>
                    </a:moveTo>
                    <a:lnTo>
                      <a:pt x="1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53"/>
              <p:cNvSpPr/>
              <p:nvPr/>
            </p:nvSpPr>
            <p:spPr>
              <a:xfrm rot="446187">
                <a:off x="7572440" y="1338284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1" y="0"/>
                    </a:moveTo>
                    <a:lnTo>
                      <a:pt x="1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53"/>
              <p:cNvSpPr/>
              <p:nvPr/>
            </p:nvSpPr>
            <p:spPr>
              <a:xfrm rot="446187">
                <a:off x="7727009" y="1358454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1" y="0"/>
                    </a:moveTo>
                    <a:lnTo>
                      <a:pt x="1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53"/>
              <p:cNvSpPr/>
              <p:nvPr/>
            </p:nvSpPr>
            <p:spPr>
              <a:xfrm rot="446187">
                <a:off x="7881578" y="1378624"/>
                <a:ext cx="32" cy="51601"/>
              </a:xfrm>
              <a:custGeom>
                <a:avLst/>
                <a:gdLst/>
                <a:ahLst/>
                <a:cxnLst/>
                <a:rect l="l" t="t" r="r" b="b"/>
                <a:pathLst>
                  <a:path w="1" h="1621" fill="none" extrusionOk="0">
                    <a:moveTo>
                      <a:pt x="1" y="0"/>
                    </a:moveTo>
                    <a:lnTo>
                      <a:pt x="1" y="1621"/>
                    </a:lnTo>
                  </a:path>
                </a:pathLst>
              </a:custGeom>
              <a:noFill/>
              <a:ln w="1260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34" name="Google Shape;2234;p53"/>
            <p:cNvSpPr/>
            <p:nvPr/>
          </p:nvSpPr>
          <p:spPr>
            <a:xfrm rot="446187">
              <a:off x="6498342" y="1195978"/>
              <a:ext cx="32" cy="51601"/>
            </a:xfrm>
            <a:custGeom>
              <a:avLst/>
              <a:gdLst/>
              <a:ahLst/>
              <a:cxnLst/>
              <a:rect l="l" t="t" r="r" b="b"/>
              <a:pathLst>
                <a:path w="1" h="1621" fill="none" extrusionOk="0">
                  <a:moveTo>
                    <a:pt x="0" y="0"/>
                  </a:moveTo>
                  <a:lnTo>
                    <a:pt x="0" y="1621"/>
                  </a:lnTo>
                </a:path>
              </a:pathLst>
            </a:custGeom>
            <a:noFill/>
            <a:ln w="12600" cap="rnd" cmpd="sng">
              <a:solidFill>
                <a:schemeClr val="dk1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5" name="Google Shape;2235;p53"/>
          <p:cNvGrpSpPr/>
          <p:nvPr/>
        </p:nvGrpSpPr>
        <p:grpSpPr>
          <a:xfrm>
            <a:off x="6507667" y="2792126"/>
            <a:ext cx="1264257" cy="1609806"/>
            <a:chOff x="6914636" y="2627673"/>
            <a:chExt cx="1485264" cy="1890998"/>
          </a:xfrm>
        </p:grpSpPr>
        <p:sp>
          <p:nvSpPr>
            <p:cNvPr id="2236" name="Google Shape;2236;p53"/>
            <p:cNvSpPr/>
            <p:nvPr/>
          </p:nvSpPr>
          <p:spPr>
            <a:xfrm flipH="1">
              <a:off x="8128915" y="2789048"/>
              <a:ext cx="69662" cy="94981"/>
            </a:xfrm>
            <a:custGeom>
              <a:avLst/>
              <a:gdLst/>
              <a:ahLst/>
              <a:cxnLst/>
              <a:rect l="l" t="t" r="r" b="b"/>
              <a:pathLst>
                <a:path w="1981" h="2701" fill="none" extrusionOk="0">
                  <a:moveTo>
                    <a:pt x="1981" y="2701"/>
                  </a:moveTo>
                  <a:lnTo>
                    <a:pt x="0" y="0"/>
                  </a:lnTo>
                </a:path>
              </a:pathLst>
            </a:custGeom>
            <a:noFill/>
            <a:ln w="12600" cap="rnd" cmpd="sng">
              <a:solidFill>
                <a:srgbClr val="002642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53"/>
            <p:cNvSpPr/>
            <p:nvPr/>
          </p:nvSpPr>
          <p:spPr>
            <a:xfrm flipH="1">
              <a:off x="7058968" y="4262872"/>
              <a:ext cx="68396" cy="93750"/>
            </a:xfrm>
            <a:custGeom>
              <a:avLst/>
              <a:gdLst/>
              <a:ahLst/>
              <a:cxnLst/>
              <a:rect l="l" t="t" r="r" b="b"/>
              <a:pathLst>
                <a:path w="1945" h="2666" fill="none" extrusionOk="0">
                  <a:moveTo>
                    <a:pt x="0" y="1"/>
                  </a:moveTo>
                  <a:lnTo>
                    <a:pt x="1944" y="2665"/>
                  </a:lnTo>
                </a:path>
              </a:pathLst>
            </a:custGeom>
            <a:noFill/>
            <a:ln w="12600" cap="rnd" cmpd="sng">
              <a:solidFill>
                <a:srgbClr val="002642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53"/>
            <p:cNvSpPr/>
            <p:nvPr/>
          </p:nvSpPr>
          <p:spPr>
            <a:xfrm flipH="1">
              <a:off x="6914636" y="2627673"/>
              <a:ext cx="1485264" cy="1890998"/>
            </a:xfrm>
            <a:custGeom>
              <a:avLst/>
              <a:gdLst/>
              <a:ahLst/>
              <a:cxnLst/>
              <a:rect l="l" t="t" r="r" b="b"/>
              <a:pathLst>
                <a:path w="42237" h="53775" extrusionOk="0">
                  <a:moveTo>
                    <a:pt x="12599" y="0"/>
                  </a:moveTo>
                  <a:cubicBezTo>
                    <a:pt x="10535" y="0"/>
                    <a:pt x="8448" y="576"/>
                    <a:pt x="6589" y="1780"/>
                  </a:cubicBezTo>
                  <a:cubicBezTo>
                    <a:pt x="1440" y="5129"/>
                    <a:pt x="0" y="11970"/>
                    <a:pt x="3349" y="17083"/>
                  </a:cubicBezTo>
                  <a:lnTo>
                    <a:pt x="22648" y="46717"/>
                  </a:lnTo>
                  <a:lnTo>
                    <a:pt x="23189" y="47581"/>
                  </a:lnTo>
                  <a:cubicBezTo>
                    <a:pt x="23477" y="47977"/>
                    <a:pt x="23873" y="48337"/>
                    <a:pt x="24305" y="48517"/>
                  </a:cubicBezTo>
                  <a:lnTo>
                    <a:pt x="34999" y="53306"/>
                  </a:lnTo>
                  <a:cubicBezTo>
                    <a:pt x="35647" y="53630"/>
                    <a:pt x="36367" y="53774"/>
                    <a:pt x="37087" y="53774"/>
                  </a:cubicBezTo>
                  <a:cubicBezTo>
                    <a:pt x="38455" y="53774"/>
                    <a:pt x="39752" y="53198"/>
                    <a:pt x="40724" y="52226"/>
                  </a:cubicBezTo>
                  <a:cubicBezTo>
                    <a:pt x="41696" y="51290"/>
                    <a:pt x="42236" y="49957"/>
                    <a:pt x="42236" y="48589"/>
                  </a:cubicBezTo>
                  <a:lnTo>
                    <a:pt x="42164" y="36887"/>
                  </a:lnTo>
                  <a:cubicBezTo>
                    <a:pt x="42164" y="36383"/>
                    <a:pt x="41984" y="35915"/>
                    <a:pt x="41732" y="35483"/>
                  </a:cubicBezTo>
                  <a:lnTo>
                    <a:pt x="41660" y="35375"/>
                  </a:lnTo>
                  <a:cubicBezTo>
                    <a:pt x="41660" y="35375"/>
                    <a:pt x="41624" y="35339"/>
                    <a:pt x="41624" y="35339"/>
                  </a:cubicBezTo>
                  <a:lnTo>
                    <a:pt x="21892" y="5021"/>
                  </a:lnTo>
                  <a:cubicBezTo>
                    <a:pt x="19761" y="1767"/>
                    <a:pt x="16215" y="0"/>
                    <a:pt x="125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3000000" algn="bl" rotWithShape="0">
                <a:srgbClr val="000000">
                  <a:alpha val="8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53"/>
            <p:cNvSpPr/>
            <p:nvPr/>
          </p:nvSpPr>
          <p:spPr>
            <a:xfrm flipH="1">
              <a:off x="7646488" y="2709081"/>
              <a:ext cx="648337" cy="552266"/>
            </a:xfrm>
            <a:custGeom>
              <a:avLst/>
              <a:gdLst/>
              <a:ahLst/>
              <a:cxnLst/>
              <a:rect l="l" t="t" r="r" b="b"/>
              <a:pathLst>
                <a:path w="18437" h="15705" extrusionOk="0">
                  <a:moveTo>
                    <a:pt x="9595" y="0"/>
                  </a:moveTo>
                  <a:cubicBezTo>
                    <a:pt x="8014" y="0"/>
                    <a:pt x="6420" y="444"/>
                    <a:pt x="5006" y="1374"/>
                  </a:cubicBezTo>
                  <a:cubicBezTo>
                    <a:pt x="1081" y="3930"/>
                    <a:pt x="1" y="9151"/>
                    <a:pt x="2521" y="13076"/>
                  </a:cubicBezTo>
                  <a:lnTo>
                    <a:pt x="4250" y="15704"/>
                  </a:lnTo>
                  <a:lnTo>
                    <a:pt x="18436" y="6487"/>
                  </a:lnTo>
                  <a:lnTo>
                    <a:pt x="16708" y="3858"/>
                  </a:lnTo>
                  <a:cubicBezTo>
                    <a:pt x="15081" y="1361"/>
                    <a:pt x="12360" y="0"/>
                    <a:pt x="95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53"/>
            <p:cNvSpPr/>
            <p:nvPr/>
          </p:nvSpPr>
          <p:spPr>
            <a:xfrm flipH="1">
              <a:off x="7012143" y="3032147"/>
              <a:ext cx="1069965" cy="1178836"/>
            </a:xfrm>
            <a:custGeom>
              <a:avLst/>
              <a:gdLst/>
              <a:ahLst/>
              <a:cxnLst/>
              <a:rect l="l" t="t" r="r" b="b"/>
              <a:pathLst>
                <a:path w="30427" h="33523" extrusionOk="0">
                  <a:moveTo>
                    <a:pt x="14152" y="0"/>
                  </a:moveTo>
                  <a:lnTo>
                    <a:pt x="1" y="9218"/>
                  </a:lnTo>
                  <a:lnTo>
                    <a:pt x="15844" y="33522"/>
                  </a:lnTo>
                  <a:cubicBezTo>
                    <a:pt x="16204" y="32550"/>
                    <a:pt x="17104" y="31830"/>
                    <a:pt x="18148" y="31686"/>
                  </a:cubicBezTo>
                  <a:cubicBezTo>
                    <a:pt x="18304" y="31668"/>
                    <a:pt x="18459" y="31659"/>
                    <a:pt x="18614" y="31659"/>
                  </a:cubicBezTo>
                  <a:cubicBezTo>
                    <a:pt x="19678" y="31659"/>
                    <a:pt x="20711" y="32084"/>
                    <a:pt x="21497" y="32838"/>
                  </a:cubicBezTo>
                  <a:cubicBezTo>
                    <a:pt x="20381" y="31470"/>
                    <a:pt x="20957" y="29166"/>
                    <a:pt x="22505" y="28338"/>
                  </a:cubicBezTo>
                  <a:cubicBezTo>
                    <a:pt x="22968" y="28090"/>
                    <a:pt x="23483" y="27974"/>
                    <a:pt x="24001" y="27974"/>
                  </a:cubicBezTo>
                  <a:cubicBezTo>
                    <a:pt x="25214" y="27974"/>
                    <a:pt x="26447" y="28610"/>
                    <a:pt x="27078" y="29670"/>
                  </a:cubicBezTo>
                  <a:cubicBezTo>
                    <a:pt x="26250" y="28266"/>
                    <a:pt x="26610" y="26465"/>
                    <a:pt x="27942" y="25457"/>
                  </a:cubicBezTo>
                  <a:cubicBezTo>
                    <a:pt x="28458" y="25122"/>
                    <a:pt x="29066" y="24934"/>
                    <a:pt x="29687" y="24934"/>
                  </a:cubicBezTo>
                  <a:cubicBezTo>
                    <a:pt x="29933" y="24934"/>
                    <a:pt x="30182" y="24964"/>
                    <a:pt x="30427" y="25025"/>
                  </a:cubicBezTo>
                  <a:lnTo>
                    <a:pt x="141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53"/>
            <p:cNvSpPr/>
            <p:nvPr/>
          </p:nvSpPr>
          <p:spPr>
            <a:xfrm flipH="1">
              <a:off x="7007071" y="3909001"/>
              <a:ext cx="519176" cy="507501"/>
            </a:xfrm>
            <a:custGeom>
              <a:avLst/>
              <a:gdLst/>
              <a:ahLst/>
              <a:cxnLst/>
              <a:rect l="l" t="t" r="r" b="b"/>
              <a:pathLst>
                <a:path w="14764" h="14432" extrusionOk="0">
                  <a:moveTo>
                    <a:pt x="13890" y="0"/>
                  </a:moveTo>
                  <a:cubicBezTo>
                    <a:pt x="13263" y="0"/>
                    <a:pt x="12644" y="195"/>
                    <a:pt x="12099" y="558"/>
                  </a:cubicBezTo>
                  <a:cubicBezTo>
                    <a:pt x="10803" y="1530"/>
                    <a:pt x="10443" y="3367"/>
                    <a:pt x="11271" y="4771"/>
                  </a:cubicBezTo>
                  <a:cubicBezTo>
                    <a:pt x="10634" y="3700"/>
                    <a:pt x="9383" y="3063"/>
                    <a:pt x="8157" y="3063"/>
                  </a:cubicBezTo>
                  <a:cubicBezTo>
                    <a:pt x="7652" y="3063"/>
                    <a:pt x="7150" y="3171"/>
                    <a:pt x="6698" y="3403"/>
                  </a:cubicBezTo>
                  <a:cubicBezTo>
                    <a:pt x="5114" y="4231"/>
                    <a:pt x="4574" y="6571"/>
                    <a:pt x="5690" y="7903"/>
                  </a:cubicBezTo>
                  <a:cubicBezTo>
                    <a:pt x="4904" y="7149"/>
                    <a:pt x="3871" y="6724"/>
                    <a:pt x="2783" y="6724"/>
                  </a:cubicBezTo>
                  <a:cubicBezTo>
                    <a:pt x="2625" y="6724"/>
                    <a:pt x="2465" y="6733"/>
                    <a:pt x="2305" y="6751"/>
                  </a:cubicBezTo>
                  <a:cubicBezTo>
                    <a:pt x="1261" y="6931"/>
                    <a:pt x="397" y="7615"/>
                    <a:pt x="1" y="8623"/>
                  </a:cubicBezTo>
                  <a:lnTo>
                    <a:pt x="541" y="9416"/>
                  </a:lnTo>
                  <a:lnTo>
                    <a:pt x="8390" y="12944"/>
                  </a:lnTo>
                  <a:lnTo>
                    <a:pt x="11199" y="14205"/>
                  </a:lnTo>
                  <a:cubicBezTo>
                    <a:pt x="11539" y="14360"/>
                    <a:pt x="11890" y="14432"/>
                    <a:pt x="12233" y="14432"/>
                  </a:cubicBezTo>
                  <a:cubicBezTo>
                    <a:pt x="13559" y="14432"/>
                    <a:pt x="14764" y="13359"/>
                    <a:pt x="14764" y="11900"/>
                  </a:cubicBezTo>
                  <a:lnTo>
                    <a:pt x="14764" y="9344"/>
                  </a:lnTo>
                  <a:lnTo>
                    <a:pt x="14692" y="198"/>
                  </a:lnTo>
                  <a:lnTo>
                    <a:pt x="14620" y="90"/>
                  </a:lnTo>
                  <a:cubicBezTo>
                    <a:pt x="14378" y="29"/>
                    <a:pt x="14133" y="0"/>
                    <a:pt x="138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53"/>
            <p:cNvSpPr/>
            <p:nvPr/>
          </p:nvSpPr>
          <p:spPr>
            <a:xfrm flipH="1">
              <a:off x="7585721" y="2937165"/>
              <a:ext cx="558420" cy="419132"/>
            </a:xfrm>
            <a:custGeom>
              <a:avLst/>
              <a:gdLst/>
              <a:ahLst/>
              <a:cxnLst/>
              <a:rect l="l" t="t" r="r" b="b"/>
              <a:pathLst>
                <a:path w="15880" h="11919" extrusionOk="0">
                  <a:moveTo>
                    <a:pt x="14151" y="1"/>
                  </a:moveTo>
                  <a:lnTo>
                    <a:pt x="1" y="9218"/>
                  </a:lnTo>
                  <a:lnTo>
                    <a:pt x="1729" y="11919"/>
                  </a:lnTo>
                  <a:lnTo>
                    <a:pt x="15880" y="2701"/>
                  </a:lnTo>
                  <a:lnTo>
                    <a:pt x="14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53"/>
            <p:cNvSpPr/>
            <p:nvPr/>
          </p:nvSpPr>
          <p:spPr>
            <a:xfrm flipH="1">
              <a:off x="7007066" y="4217297"/>
              <a:ext cx="224142" cy="199210"/>
            </a:xfrm>
            <a:custGeom>
              <a:avLst/>
              <a:gdLst/>
              <a:ahLst/>
              <a:cxnLst/>
              <a:rect l="l" t="t" r="r" b="b"/>
              <a:pathLst>
                <a:path w="6374" h="5665" extrusionOk="0">
                  <a:moveTo>
                    <a:pt x="4573" y="1"/>
                  </a:moveTo>
                  <a:cubicBezTo>
                    <a:pt x="4069" y="37"/>
                    <a:pt x="3601" y="217"/>
                    <a:pt x="3169" y="505"/>
                  </a:cubicBezTo>
                  <a:cubicBezTo>
                    <a:pt x="2341" y="1081"/>
                    <a:pt x="1585" y="1765"/>
                    <a:pt x="973" y="2557"/>
                  </a:cubicBezTo>
                  <a:cubicBezTo>
                    <a:pt x="541" y="3061"/>
                    <a:pt x="217" y="3601"/>
                    <a:pt x="0" y="4177"/>
                  </a:cubicBezTo>
                  <a:lnTo>
                    <a:pt x="2809" y="5438"/>
                  </a:lnTo>
                  <a:cubicBezTo>
                    <a:pt x="3149" y="5593"/>
                    <a:pt x="3500" y="5665"/>
                    <a:pt x="3843" y="5665"/>
                  </a:cubicBezTo>
                  <a:cubicBezTo>
                    <a:pt x="5169" y="5665"/>
                    <a:pt x="6374" y="4592"/>
                    <a:pt x="6374" y="3133"/>
                  </a:cubicBezTo>
                  <a:lnTo>
                    <a:pt x="6374" y="577"/>
                  </a:lnTo>
                  <a:lnTo>
                    <a:pt x="6158" y="505"/>
                  </a:lnTo>
                  <a:cubicBezTo>
                    <a:pt x="5690" y="217"/>
                    <a:pt x="5149" y="37"/>
                    <a:pt x="4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53"/>
            <p:cNvSpPr/>
            <p:nvPr/>
          </p:nvSpPr>
          <p:spPr>
            <a:xfrm flipH="1">
              <a:off x="7435034" y="3332215"/>
              <a:ext cx="455879" cy="706570"/>
            </a:xfrm>
            <a:custGeom>
              <a:avLst/>
              <a:gdLst/>
              <a:ahLst/>
              <a:cxnLst/>
              <a:rect l="l" t="t" r="r" b="b"/>
              <a:pathLst>
                <a:path w="12964" h="20093" fill="none" extrusionOk="0">
                  <a:moveTo>
                    <a:pt x="1" y="1"/>
                  </a:moveTo>
                  <a:cubicBezTo>
                    <a:pt x="4502" y="6554"/>
                    <a:pt x="8823" y="13251"/>
                    <a:pt x="12963" y="20093"/>
                  </a:cubicBezTo>
                </a:path>
              </a:pathLst>
            </a:custGeom>
            <a:noFill/>
            <a:ln w="12600" cap="rnd" cmpd="sng">
              <a:solidFill>
                <a:srgbClr val="002642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53"/>
            <p:cNvSpPr/>
            <p:nvPr/>
          </p:nvSpPr>
          <p:spPr>
            <a:xfrm flipH="1">
              <a:off x="7224850" y="3222077"/>
              <a:ext cx="469804" cy="696408"/>
            </a:xfrm>
            <a:custGeom>
              <a:avLst/>
              <a:gdLst/>
              <a:ahLst/>
              <a:cxnLst/>
              <a:rect l="l" t="t" r="r" b="b"/>
              <a:pathLst>
                <a:path w="13360" h="19804" fill="none" extrusionOk="0">
                  <a:moveTo>
                    <a:pt x="1" y="0"/>
                  </a:moveTo>
                  <a:lnTo>
                    <a:pt x="13360" y="19804"/>
                  </a:lnTo>
                </a:path>
              </a:pathLst>
            </a:custGeom>
            <a:noFill/>
            <a:ln w="12600" cap="rnd" cmpd="sng">
              <a:solidFill>
                <a:srgbClr val="002642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53"/>
          <p:cNvGrpSpPr/>
          <p:nvPr/>
        </p:nvGrpSpPr>
        <p:grpSpPr>
          <a:xfrm rot="1046361" flipH="1">
            <a:off x="350346" y="4636019"/>
            <a:ext cx="1693749" cy="857898"/>
            <a:chOff x="0" y="6078527"/>
            <a:chExt cx="2501774" cy="1267169"/>
          </a:xfrm>
        </p:grpSpPr>
        <p:sp>
          <p:nvSpPr>
            <p:cNvPr id="2247" name="Google Shape;2247;p53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53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53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53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53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53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3" name="Google Shape;2253;p53"/>
          <p:cNvGrpSpPr/>
          <p:nvPr/>
        </p:nvGrpSpPr>
        <p:grpSpPr>
          <a:xfrm rot="-820655" flipH="1">
            <a:off x="8345467" y="925581"/>
            <a:ext cx="1653929" cy="539993"/>
            <a:chOff x="2564525" y="5223525"/>
            <a:chExt cx="2556110" cy="834547"/>
          </a:xfrm>
        </p:grpSpPr>
        <p:sp>
          <p:nvSpPr>
            <p:cNvPr id="2254" name="Google Shape;2254;p53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53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53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53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53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53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53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53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53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53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54"/>
          <p:cNvSpPr txBox="1">
            <a:spLocks noGrp="1"/>
          </p:cNvSpPr>
          <p:nvPr>
            <p:ph type="subTitle" idx="2"/>
          </p:nvPr>
        </p:nvSpPr>
        <p:spPr>
          <a:xfrm flipH="1">
            <a:off x="799825" y="2333204"/>
            <a:ext cx="2949900" cy="13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You can give a brief description of the topic you want to talk about here</a:t>
            </a:r>
            <a:r>
              <a:rPr lang="en"/>
              <a:t>. For example, if you want to talk about Mercury, you can say that it’s the smallest planet</a:t>
            </a:r>
            <a:endParaRPr/>
          </a:p>
        </p:txBody>
      </p:sp>
      <p:sp>
        <p:nvSpPr>
          <p:cNvPr id="2269" name="Google Shape;2269;p54"/>
          <p:cNvSpPr txBox="1">
            <a:spLocks noGrp="1"/>
          </p:cNvSpPr>
          <p:nvPr>
            <p:ph type="title"/>
          </p:nvPr>
        </p:nvSpPr>
        <p:spPr>
          <a:xfrm flipH="1">
            <a:off x="799350" y="1520229"/>
            <a:ext cx="2949900" cy="5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270" name="Google Shape;2270;p54"/>
          <p:cNvSpPr txBox="1">
            <a:spLocks noGrp="1"/>
          </p:cNvSpPr>
          <p:nvPr>
            <p:ph type="body" idx="1"/>
          </p:nvPr>
        </p:nvSpPr>
        <p:spPr>
          <a:xfrm>
            <a:off x="4572000" y="951150"/>
            <a:ext cx="3858600" cy="32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place to put your notes</a:t>
            </a:r>
            <a:endParaRPr/>
          </a:p>
        </p:txBody>
      </p:sp>
      <p:grpSp>
        <p:nvGrpSpPr>
          <p:cNvPr id="2271" name="Google Shape;2271;p54"/>
          <p:cNvGrpSpPr/>
          <p:nvPr/>
        </p:nvGrpSpPr>
        <p:grpSpPr>
          <a:xfrm rot="-1062919">
            <a:off x="-828552" y="3976432"/>
            <a:ext cx="1654020" cy="540023"/>
            <a:chOff x="2564525" y="5223525"/>
            <a:chExt cx="2556110" cy="834547"/>
          </a:xfrm>
        </p:grpSpPr>
        <p:sp>
          <p:nvSpPr>
            <p:cNvPr id="2272" name="Google Shape;2272;p54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54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54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54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54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54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54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54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54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54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2" name="Google Shape;2282;p54"/>
          <p:cNvGrpSpPr/>
          <p:nvPr/>
        </p:nvGrpSpPr>
        <p:grpSpPr>
          <a:xfrm rot="2922040">
            <a:off x="3170583" y="4604412"/>
            <a:ext cx="1719609" cy="916338"/>
            <a:chOff x="7463504" y="3075665"/>
            <a:chExt cx="2603050" cy="1387103"/>
          </a:xfrm>
        </p:grpSpPr>
        <p:sp>
          <p:nvSpPr>
            <p:cNvPr id="2283" name="Google Shape;2283;p54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54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4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4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4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4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4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4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4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4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54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54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54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54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54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54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54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54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54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54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54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54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54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54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54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54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54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54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54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54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54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54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54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55"/>
          <p:cNvSpPr txBox="1">
            <a:spLocks noGrp="1"/>
          </p:cNvSpPr>
          <p:nvPr>
            <p:ph type="title" idx="4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Reminders</a:t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321" name="Google Shape;2321;p55"/>
          <p:cNvSpPr txBox="1">
            <a:spLocks noGrp="1"/>
          </p:cNvSpPr>
          <p:nvPr>
            <p:ph type="title"/>
          </p:nvPr>
        </p:nvSpPr>
        <p:spPr>
          <a:xfrm>
            <a:off x="1307344" y="2604267"/>
            <a:ext cx="295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buy</a:t>
            </a:r>
            <a:endParaRPr/>
          </a:p>
        </p:txBody>
      </p:sp>
      <p:sp>
        <p:nvSpPr>
          <p:cNvPr id="2322" name="Google Shape;2322;p55"/>
          <p:cNvSpPr txBox="1">
            <a:spLocks noGrp="1"/>
          </p:cNvSpPr>
          <p:nvPr>
            <p:ph type="subTitle" idx="1"/>
          </p:nvPr>
        </p:nvSpPr>
        <p:spPr>
          <a:xfrm>
            <a:off x="1307350" y="3149929"/>
            <a:ext cx="2955300" cy="10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 beautiful name and is the second planet from the Sun. It’s hot and has a poisonous atmosphere</a:t>
            </a:r>
            <a:endParaRPr/>
          </a:p>
        </p:txBody>
      </p:sp>
      <p:sp>
        <p:nvSpPr>
          <p:cNvPr id="2323" name="Google Shape;2323;p55"/>
          <p:cNvSpPr txBox="1">
            <a:spLocks noGrp="1"/>
          </p:cNvSpPr>
          <p:nvPr>
            <p:ph type="title" idx="2"/>
          </p:nvPr>
        </p:nvSpPr>
        <p:spPr>
          <a:xfrm>
            <a:off x="4881356" y="2604267"/>
            <a:ext cx="295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324" name="Google Shape;2324;p55"/>
          <p:cNvSpPr txBox="1">
            <a:spLocks noGrp="1"/>
          </p:cNvSpPr>
          <p:nvPr>
            <p:ph type="subTitle" idx="3"/>
          </p:nvPr>
        </p:nvSpPr>
        <p:spPr>
          <a:xfrm>
            <a:off x="4881351" y="3149929"/>
            <a:ext cx="2955300" cy="10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grpSp>
        <p:nvGrpSpPr>
          <p:cNvPr id="2325" name="Google Shape;2325;p55"/>
          <p:cNvGrpSpPr/>
          <p:nvPr/>
        </p:nvGrpSpPr>
        <p:grpSpPr>
          <a:xfrm>
            <a:off x="2428944" y="1683793"/>
            <a:ext cx="712101" cy="665208"/>
            <a:chOff x="1185100" y="411475"/>
            <a:chExt cx="5228350" cy="4884050"/>
          </a:xfrm>
        </p:grpSpPr>
        <p:sp>
          <p:nvSpPr>
            <p:cNvPr id="2326" name="Google Shape;2326;p55"/>
            <p:cNvSpPr/>
            <p:nvPr/>
          </p:nvSpPr>
          <p:spPr>
            <a:xfrm>
              <a:off x="1185100" y="1246825"/>
              <a:ext cx="826575" cy="3164550"/>
            </a:xfrm>
            <a:custGeom>
              <a:avLst/>
              <a:gdLst/>
              <a:ahLst/>
              <a:cxnLst/>
              <a:rect l="l" t="t" r="r" b="b"/>
              <a:pathLst>
                <a:path w="33063" h="126582" extrusionOk="0">
                  <a:moveTo>
                    <a:pt x="19421" y="4092"/>
                  </a:moveTo>
                  <a:cubicBezTo>
                    <a:pt x="20126" y="4092"/>
                    <a:pt x="20696" y="4194"/>
                    <a:pt x="20882" y="4356"/>
                  </a:cubicBezTo>
                  <a:cubicBezTo>
                    <a:pt x="21936" y="5802"/>
                    <a:pt x="22647" y="8498"/>
                    <a:pt x="23284" y="10875"/>
                  </a:cubicBezTo>
                  <a:cubicBezTo>
                    <a:pt x="23627" y="12125"/>
                    <a:pt x="23945" y="13326"/>
                    <a:pt x="24289" y="14356"/>
                  </a:cubicBezTo>
                  <a:cubicBezTo>
                    <a:pt x="24975" y="16292"/>
                    <a:pt x="25661" y="18277"/>
                    <a:pt x="26029" y="20213"/>
                  </a:cubicBezTo>
                  <a:cubicBezTo>
                    <a:pt x="26053" y="20360"/>
                    <a:pt x="26078" y="20483"/>
                    <a:pt x="26102" y="20605"/>
                  </a:cubicBezTo>
                  <a:cubicBezTo>
                    <a:pt x="20723" y="20729"/>
                    <a:pt x="15309" y="20783"/>
                    <a:pt x="9904" y="20783"/>
                  </a:cubicBezTo>
                  <a:cubicBezTo>
                    <a:pt x="8858" y="20783"/>
                    <a:pt x="7811" y="20781"/>
                    <a:pt x="6765" y="20777"/>
                  </a:cubicBezTo>
                  <a:cubicBezTo>
                    <a:pt x="7157" y="20115"/>
                    <a:pt x="7574" y="19453"/>
                    <a:pt x="8039" y="18767"/>
                  </a:cubicBezTo>
                  <a:lnTo>
                    <a:pt x="8235" y="18473"/>
                  </a:lnTo>
                  <a:cubicBezTo>
                    <a:pt x="10343" y="15655"/>
                    <a:pt x="11985" y="12468"/>
                    <a:pt x="13603" y="9405"/>
                  </a:cubicBezTo>
                  <a:lnTo>
                    <a:pt x="13823" y="8988"/>
                  </a:lnTo>
                  <a:cubicBezTo>
                    <a:pt x="14019" y="8621"/>
                    <a:pt x="14191" y="8228"/>
                    <a:pt x="14387" y="7861"/>
                  </a:cubicBezTo>
                  <a:cubicBezTo>
                    <a:pt x="15098" y="6390"/>
                    <a:pt x="15760" y="4993"/>
                    <a:pt x="16911" y="4528"/>
                  </a:cubicBezTo>
                  <a:cubicBezTo>
                    <a:pt x="17686" y="4218"/>
                    <a:pt x="18637" y="4092"/>
                    <a:pt x="19421" y="4092"/>
                  </a:cubicBezTo>
                  <a:close/>
                  <a:moveTo>
                    <a:pt x="26445" y="24698"/>
                  </a:moveTo>
                  <a:cubicBezTo>
                    <a:pt x="26470" y="25213"/>
                    <a:pt x="26470" y="25752"/>
                    <a:pt x="26494" y="26291"/>
                  </a:cubicBezTo>
                  <a:lnTo>
                    <a:pt x="26813" y="39060"/>
                  </a:lnTo>
                  <a:cubicBezTo>
                    <a:pt x="24098" y="38979"/>
                    <a:pt x="21372" y="38938"/>
                    <a:pt x="18644" y="38938"/>
                  </a:cubicBezTo>
                  <a:cubicBezTo>
                    <a:pt x="13985" y="38938"/>
                    <a:pt x="9319" y="39058"/>
                    <a:pt x="4682" y="39306"/>
                  </a:cubicBezTo>
                  <a:cubicBezTo>
                    <a:pt x="4755" y="36315"/>
                    <a:pt x="4829" y="33325"/>
                    <a:pt x="4902" y="30335"/>
                  </a:cubicBezTo>
                  <a:cubicBezTo>
                    <a:pt x="4951" y="28595"/>
                    <a:pt x="5000" y="26683"/>
                    <a:pt x="5319" y="24870"/>
                  </a:cubicBezTo>
                  <a:cubicBezTo>
                    <a:pt x="6544" y="24870"/>
                    <a:pt x="7745" y="24894"/>
                    <a:pt x="8971" y="24894"/>
                  </a:cubicBezTo>
                  <a:cubicBezTo>
                    <a:pt x="14804" y="24894"/>
                    <a:pt x="20661" y="24821"/>
                    <a:pt x="26445" y="24698"/>
                  </a:cubicBezTo>
                  <a:close/>
                  <a:moveTo>
                    <a:pt x="18680" y="43031"/>
                  </a:moveTo>
                  <a:cubicBezTo>
                    <a:pt x="21431" y="43031"/>
                    <a:pt x="24178" y="43072"/>
                    <a:pt x="26911" y="43153"/>
                  </a:cubicBezTo>
                  <a:lnTo>
                    <a:pt x="27156" y="52173"/>
                  </a:lnTo>
                  <a:cubicBezTo>
                    <a:pt x="25435" y="52117"/>
                    <a:pt x="23711" y="52089"/>
                    <a:pt x="21987" y="52089"/>
                  </a:cubicBezTo>
                  <a:cubicBezTo>
                    <a:pt x="16125" y="52089"/>
                    <a:pt x="10256" y="52411"/>
                    <a:pt x="4461" y="53055"/>
                  </a:cubicBezTo>
                  <a:cubicBezTo>
                    <a:pt x="4486" y="49844"/>
                    <a:pt x="4559" y="46609"/>
                    <a:pt x="4608" y="43398"/>
                  </a:cubicBezTo>
                  <a:cubicBezTo>
                    <a:pt x="9276" y="43151"/>
                    <a:pt x="13983" y="43031"/>
                    <a:pt x="18680" y="43031"/>
                  </a:cubicBezTo>
                  <a:close/>
                  <a:moveTo>
                    <a:pt x="21889" y="56172"/>
                  </a:moveTo>
                  <a:cubicBezTo>
                    <a:pt x="23647" y="56172"/>
                    <a:pt x="25404" y="56203"/>
                    <a:pt x="27156" y="56266"/>
                  </a:cubicBezTo>
                  <a:lnTo>
                    <a:pt x="27254" y="56266"/>
                  </a:lnTo>
                  <a:lnTo>
                    <a:pt x="27940" y="83764"/>
                  </a:lnTo>
                  <a:cubicBezTo>
                    <a:pt x="23920" y="84218"/>
                    <a:pt x="19866" y="84445"/>
                    <a:pt x="15811" y="84445"/>
                  </a:cubicBezTo>
                  <a:cubicBezTo>
                    <a:pt x="11980" y="84445"/>
                    <a:pt x="8148" y="84243"/>
                    <a:pt x="4338" y="83838"/>
                  </a:cubicBezTo>
                  <a:cubicBezTo>
                    <a:pt x="4289" y="74941"/>
                    <a:pt x="4314" y="66069"/>
                    <a:pt x="4412" y="57172"/>
                  </a:cubicBezTo>
                  <a:cubicBezTo>
                    <a:pt x="10195" y="56513"/>
                    <a:pt x="16051" y="56172"/>
                    <a:pt x="21889" y="56172"/>
                  </a:cubicBezTo>
                  <a:close/>
                  <a:moveTo>
                    <a:pt x="28038" y="87882"/>
                  </a:moveTo>
                  <a:lnTo>
                    <a:pt x="28333" y="99058"/>
                  </a:lnTo>
                  <a:cubicBezTo>
                    <a:pt x="22394" y="99408"/>
                    <a:pt x="16385" y="99578"/>
                    <a:pt x="10412" y="99578"/>
                  </a:cubicBezTo>
                  <a:cubicBezTo>
                    <a:pt x="8448" y="99578"/>
                    <a:pt x="6487" y="99560"/>
                    <a:pt x="4535" y="99524"/>
                  </a:cubicBezTo>
                  <a:cubicBezTo>
                    <a:pt x="4461" y="95676"/>
                    <a:pt x="4412" y="91803"/>
                    <a:pt x="4387" y="87955"/>
                  </a:cubicBezTo>
                  <a:lnTo>
                    <a:pt x="4387" y="87955"/>
                  </a:lnTo>
                  <a:cubicBezTo>
                    <a:pt x="8186" y="88348"/>
                    <a:pt x="12010" y="88544"/>
                    <a:pt x="15858" y="88544"/>
                  </a:cubicBezTo>
                  <a:cubicBezTo>
                    <a:pt x="19926" y="88544"/>
                    <a:pt x="23995" y="88323"/>
                    <a:pt x="28038" y="87882"/>
                  </a:cubicBezTo>
                  <a:close/>
                  <a:moveTo>
                    <a:pt x="28431" y="103151"/>
                  </a:moveTo>
                  <a:lnTo>
                    <a:pt x="28896" y="121532"/>
                  </a:lnTo>
                  <a:cubicBezTo>
                    <a:pt x="25724" y="122169"/>
                    <a:pt x="22494" y="122487"/>
                    <a:pt x="19266" y="122487"/>
                  </a:cubicBezTo>
                  <a:cubicBezTo>
                    <a:pt x="15163" y="122487"/>
                    <a:pt x="11062" y="121973"/>
                    <a:pt x="7083" y="120944"/>
                  </a:cubicBezTo>
                  <a:cubicBezTo>
                    <a:pt x="6593" y="120797"/>
                    <a:pt x="5466" y="120528"/>
                    <a:pt x="5172" y="120062"/>
                  </a:cubicBezTo>
                  <a:cubicBezTo>
                    <a:pt x="4976" y="119719"/>
                    <a:pt x="4951" y="118984"/>
                    <a:pt x="4927" y="118420"/>
                  </a:cubicBezTo>
                  <a:cubicBezTo>
                    <a:pt x="4804" y="113494"/>
                    <a:pt x="4682" y="108567"/>
                    <a:pt x="4608" y="103617"/>
                  </a:cubicBezTo>
                  <a:lnTo>
                    <a:pt x="4608" y="103617"/>
                  </a:lnTo>
                  <a:cubicBezTo>
                    <a:pt x="6593" y="103641"/>
                    <a:pt x="8554" y="103666"/>
                    <a:pt x="10564" y="103666"/>
                  </a:cubicBezTo>
                  <a:cubicBezTo>
                    <a:pt x="16519" y="103666"/>
                    <a:pt x="22499" y="103494"/>
                    <a:pt x="28431" y="103151"/>
                  </a:cubicBezTo>
                  <a:close/>
                  <a:moveTo>
                    <a:pt x="19420" y="0"/>
                  </a:moveTo>
                  <a:cubicBezTo>
                    <a:pt x="17836" y="0"/>
                    <a:pt x="16296" y="362"/>
                    <a:pt x="15367" y="729"/>
                  </a:cubicBezTo>
                  <a:cubicBezTo>
                    <a:pt x="12769" y="1783"/>
                    <a:pt x="11618" y="4160"/>
                    <a:pt x="10686" y="6072"/>
                  </a:cubicBezTo>
                  <a:cubicBezTo>
                    <a:pt x="10539" y="6415"/>
                    <a:pt x="10368" y="6758"/>
                    <a:pt x="10196" y="7076"/>
                  </a:cubicBezTo>
                  <a:lnTo>
                    <a:pt x="9975" y="7518"/>
                  </a:lnTo>
                  <a:cubicBezTo>
                    <a:pt x="8431" y="10459"/>
                    <a:pt x="6838" y="13498"/>
                    <a:pt x="4927" y="16071"/>
                  </a:cubicBezTo>
                  <a:cubicBezTo>
                    <a:pt x="4902" y="16096"/>
                    <a:pt x="4878" y="16120"/>
                    <a:pt x="4853" y="16169"/>
                  </a:cubicBezTo>
                  <a:lnTo>
                    <a:pt x="4608" y="16512"/>
                  </a:lnTo>
                  <a:cubicBezTo>
                    <a:pt x="3873" y="17640"/>
                    <a:pt x="3089" y="18816"/>
                    <a:pt x="2500" y="20140"/>
                  </a:cubicBezTo>
                  <a:cubicBezTo>
                    <a:pt x="1005" y="23473"/>
                    <a:pt x="907" y="27051"/>
                    <a:pt x="809" y="30213"/>
                  </a:cubicBezTo>
                  <a:cubicBezTo>
                    <a:pt x="0" y="59525"/>
                    <a:pt x="25" y="89230"/>
                    <a:pt x="858" y="118542"/>
                  </a:cubicBezTo>
                  <a:cubicBezTo>
                    <a:pt x="883" y="119498"/>
                    <a:pt x="907" y="120969"/>
                    <a:pt x="1741" y="122268"/>
                  </a:cubicBezTo>
                  <a:cubicBezTo>
                    <a:pt x="2892" y="124081"/>
                    <a:pt x="5025" y="124621"/>
                    <a:pt x="6054" y="124890"/>
                  </a:cubicBezTo>
                  <a:cubicBezTo>
                    <a:pt x="10392" y="126018"/>
                    <a:pt x="14853" y="126581"/>
                    <a:pt x="19313" y="126581"/>
                  </a:cubicBezTo>
                  <a:cubicBezTo>
                    <a:pt x="23406" y="126581"/>
                    <a:pt x="27475" y="126116"/>
                    <a:pt x="31445" y="125184"/>
                  </a:cubicBezTo>
                  <a:cubicBezTo>
                    <a:pt x="32401" y="124939"/>
                    <a:pt x="33063" y="124106"/>
                    <a:pt x="33038" y="123126"/>
                  </a:cubicBezTo>
                  <a:lnTo>
                    <a:pt x="30587" y="26169"/>
                  </a:lnTo>
                  <a:cubicBezTo>
                    <a:pt x="30538" y="23988"/>
                    <a:pt x="30465" y="21733"/>
                    <a:pt x="30048" y="19478"/>
                  </a:cubicBezTo>
                  <a:cubicBezTo>
                    <a:pt x="29632" y="17199"/>
                    <a:pt x="28896" y="15066"/>
                    <a:pt x="28161" y="13008"/>
                  </a:cubicBezTo>
                  <a:cubicBezTo>
                    <a:pt x="27842" y="12125"/>
                    <a:pt x="27548" y="10998"/>
                    <a:pt x="27254" y="9821"/>
                  </a:cubicBezTo>
                  <a:cubicBezTo>
                    <a:pt x="26519" y="7101"/>
                    <a:pt x="25710" y="3988"/>
                    <a:pt x="24166" y="1930"/>
                  </a:cubicBezTo>
                  <a:cubicBezTo>
                    <a:pt x="23083" y="469"/>
                    <a:pt x="21223" y="0"/>
                    <a:pt x="1942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55"/>
            <p:cNvSpPr/>
            <p:nvPr/>
          </p:nvSpPr>
          <p:spPr>
            <a:xfrm>
              <a:off x="2198525" y="411475"/>
              <a:ext cx="4214925" cy="4884050"/>
            </a:xfrm>
            <a:custGeom>
              <a:avLst/>
              <a:gdLst/>
              <a:ahLst/>
              <a:cxnLst/>
              <a:rect l="l" t="t" r="r" b="b"/>
              <a:pathLst>
                <a:path w="168597" h="195362" extrusionOk="0">
                  <a:moveTo>
                    <a:pt x="29274" y="35165"/>
                  </a:moveTo>
                  <a:cubicBezTo>
                    <a:pt x="30310" y="35165"/>
                    <a:pt x="31228" y="35364"/>
                    <a:pt x="31446" y="35613"/>
                  </a:cubicBezTo>
                  <a:cubicBezTo>
                    <a:pt x="32377" y="37157"/>
                    <a:pt x="32818" y="39902"/>
                    <a:pt x="33210" y="42329"/>
                  </a:cubicBezTo>
                  <a:cubicBezTo>
                    <a:pt x="33406" y="43628"/>
                    <a:pt x="33602" y="44829"/>
                    <a:pt x="33872" y="45907"/>
                  </a:cubicBezTo>
                  <a:cubicBezTo>
                    <a:pt x="34362" y="47892"/>
                    <a:pt x="34852" y="49926"/>
                    <a:pt x="34999" y="51912"/>
                  </a:cubicBezTo>
                  <a:cubicBezTo>
                    <a:pt x="35024" y="52034"/>
                    <a:pt x="35024" y="52181"/>
                    <a:pt x="35024" y="52304"/>
                  </a:cubicBezTo>
                  <a:cubicBezTo>
                    <a:pt x="28652" y="51789"/>
                    <a:pt x="22181" y="51201"/>
                    <a:pt x="15785" y="50539"/>
                  </a:cubicBezTo>
                  <a:cubicBezTo>
                    <a:pt x="16226" y="49926"/>
                    <a:pt x="16716" y="49314"/>
                    <a:pt x="17255" y="48676"/>
                  </a:cubicBezTo>
                  <a:lnTo>
                    <a:pt x="17476" y="48382"/>
                  </a:lnTo>
                  <a:cubicBezTo>
                    <a:pt x="19853" y="45809"/>
                    <a:pt x="21814" y="42819"/>
                    <a:pt x="23701" y="39927"/>
                  </a:cubicBezTo>
                  <a:lnTo>
                    <a:pt x="23971" y="39510"/>
                  </a:lnTo>
                  <a:cubicBezTo>
                    <a:pt x="24216" y="39167"/>
                    <a:pt x="24436" y="38799"/>
                    <a:pt x="24657" y="38432"/>
                  </a:cubicBezTo>
                  <a:cubicBezTo>
                    <a:pt x="25515" y="37035"/>
                    <a:pt x="26299" y="35736"/>
                    <a:pt x="27475" y="35393"/>
                  </a:cubicBezTo>
                  <a:cubicBezTo>
                    <a:pt x="28040" y="35231"/>
                    <a:pt x="28677" y="35165"/>
                    <a:pt x="29274" y="35165"/>
                  </a:cubicBezTo>
                  <a:close/>
                  <a:moveTo>
                    <a:pt x="13946" y="54485"/>
                  </a:moveTo>
                  <a:cubicBezTo>
                    <a:pt x="20931" y="55196"/>
                    <a:pt x="27990" y="55857"/>
                    <a:pt x="34975" y="56397"/>
                  </a:cubicBezTo>
                  <a:cubicBezTo>
                    <a:pt x="34950" y="56936"/>
                    <a:pt x="34901" y="57451"/>
                    <a:pt x="34877" y="57990"/>
                  </a:cubicBezTo>
                  <a:lnTo>
                    <a:pt x="33921" y="70734"/>
                  </a:lnTo>
                  <a:cubicBezTo>
                    <a:pt x="26617" y="69778"/>
                    <a:pt x="19216" y="69117"/>
                    <a:pt x="11888" y="68774"/>
                  </a:cubicBezTo>
                  <a:cubicBezTo>
                    <a:pt x="12231" y="65784"/>
                    <a:pt x="12598" y="62818"/>
                    <a:pt x="12991" y="59877"/>
                  </a:cubicBezTo>
                  <a:cubicBezTo>
                    <a:pt x="13211" y="58137"/>
                    <a:pt x="13456" y="56250"/>
                    <a:pt x="13946" y="54485"/>
                  </a:cubicBezTo>
                  <a:close/>
                  <a:moveTo>
                    <a:pt x="11398" y="72842"/>
                  </a:moveTo>
                  <a:cubicBezTo>
                    <a:pt x="18799" y="73185"/>
                    <a:pt x="26250" y="73847"/>
                    <a:pt x="33602" y="74803"/>
                  </a:cubicBezTo>
                  <a:lnTo>
                    <a:pt x="32941" y="83797"/>
                  </a:lnTo>
                  <a:cubicBezTo>
                    <a:pt x="25953" y="82884"/>
                    <a:pt x="18881" y="82417"/>
                    <a:pt x="11822" y="82417"/>
                  </a:cubicBezTo>
                  <a:cubicBezTo>
                    <a:pt x="11305" y="82417"/>
                    <a:pt x="10787" y="82420"/>
                    <a:pt x="10270" y="82425"/>
                  </a:cubicBezTo>
                  <a:cubicBezTo>
                    <a:pt x="10638" y="79239"/>
                    <a:pt x="11005" y="76028"/>
                    <a:pt x="11398" y="72842"/>
                  </a:cubicBezTo>
                  <a:close/>
                  <a:moveTo>
                    <a:pt x="126106" y="74934"/>
                  </a:moveTo>
                  <a:cubicBezTo>
                    <a:pt x="126276" y="74934"/>
                    <a:pt x="126408" y="74955"/>
                    <a:pt x="126491" y="74999"/>
                  </a:cubicBezTo>
                  <a:cubicBezTo>
                    <a:pt x="127888" y="76126"/>
                    <a:pt x="129260" y="78553"/>
                    <a:pt x="130486" y="80685"/>
                  </a:cubicBezTo>
                  <a:cubicBezTo>
                    <a:pt x="131123" y="81837"/>
                    <a:pt x="131711" y="82891"/>
                    <a:pt x="132348" y="83822"/>
                  </a:cubicBezTo>
                  <a:cubicBezTo>
                    <a:pt x="133476" y="85489"/>
                    <a:pt x="134652" y="87229"/>
                    <a:pt x="135485" y="89042"/>
                  </a:cubicBezTo>
                  <a:cubicBezTo>
                    <a:pt x="135559" y="89165"/>
                    <a:pt x="135608" y="89287"/>
                    <a:pt x="135657" y="89410"/>
                  </a:cubicBezTo>
                  <a:cubicBezTo>
                    <a:pt x="129481" y="91150"/>
                    <a:pt x="123231" y="92841"/>
                    <a:pt x="117006" y="94459"/>
                  </a:cubicBezTo>
                  <a:cubicBezTo>
                    <a:pt x="117202" y="93724"/>
                    <a:pt x="117447" y="92964"/>
                    <a:pt x="117717" y="92204"/>
                  </a:cubicBezTo>
                  <a:lnTo>
                    <a:pt x="117839" y="91836"/>
                  </a:lnTo>
                  <a:cubicBezTo>
                    <a:pt x="119163" y="88601"/>
                    <a:pt x="119947" y="85096"/>
                    <a:pt x="120731" y="81739"/>
                  </a:cubicBezTo>
                  <a:lnTo>
                    <a:pt x="120829" y="81249"/>
                  </a:lnTo>
                  <a:cubicBezTo>
                    <a:pt x="120927" y="80856"/>
                    <a:pt x="121001" y="80440"/>
                    <a:pt x="121099" y="80023"/>
                  </a:cubicBezTo>
                  <a:cubicBezTo>
                    <a:pt x="121417" y="78430"/>
                    <a:pt x="121711" y="76911"/>
                    <a:pt x="122692" y="76175"/>
                  </a:cubicBezTo>
                  <a:cubicBezTo>
                    <a:pt x="123740" y="75389"/>
                    <a:pt x="125320" y="74934"/>
                    <a:pt x="126106" y="74934"/>
                  </a:cubicBezTo>
                  <a:close/>
                  <a:moveTo>
                    <a:pt x="137029" y="93258"/>
                  </a:moveTo>
                  <a:cubicBezTo>
                    <a:pt x="137177" y="93773"/>
                    <a:pt x="137324" y="94287"/>
                    <a:pt x="137471" y="94777"/>
                  </a:cubicBezTo>
                  <a:lnTo>
                    <a:pt x="141024" y="107056"/>
                  </a:lnTo>
                  <a:cubicBezTo>
                    <a:pt x="133868" y="108698"/>
                    <a:pt x="126687" y="110659"/>
                    <a:pt x="119677" y="112889"/>
                  </a:cubicBezTo>
                  <a:cubicBezTo>
                    <a:pt x="118991" y="109997"/>
                    <a:pt x="118305" y="107081"/>
                    <a:pt x="117619" y="104164"/>
                  </a:cubicBezTo>
                  <a:cubicBezTo>
                    <a:pt x="117226" y="102473"/>
                    <a:pt x="116785" y="100610"/>
                    <a:pt x="116638" y="98772"/>
                  </a:cubicBezTo>
                  <a:cubicBezTo>
                    <a:pt x="123452" y="97032"/>
                    <a:pt x="130290" y="95194"/>
                    <a:pt x="137029" y="93258"/>
                  </a:cubicBezTo>
                  <a:close/>
                  <a:moveTo>
                    <a:pt x="12208" y="86523"/>
                  </a:moveTo>
                  <a:cubicBezTo>
                    <a:pt x="19001" y="86523"/>
                    <a:pt x="25834" y="86991"/>
                    <a:pt x="32549" y="87890"/>
                  </a:cubicBezTo>
                  <a:lnTo>
                    <a:pt x="32647" y="87890"/>
                  </a:lnTo>
                  <a:lnTo>
                    <a:pt x="30588" y="115340"/>
                  </a:lnTo>
                  <a:cubicBezTo>
                    <a:pt x="30150" y="115346"/>
                    <a:pt x="29712" y="115348"/>
                    <a:pt x="29274" y="115348"/>
                  </a:cubicBezTo>
                  <a:cubicBezTo>
                    <a:pt x="21843" y="115348"/>
                    <a:pt x="14399" y="114564"/>
                    <a:pt x="7108" y="113036"/>
                  </a:cubicBezTo>
                  <a:cubicBezTo>
                    <a:pt x="7942" y="104189"/>
                    <a:pt x="8849" y="95366"/>
                    <a:pt x="9829" y="86542"/>
                  </a:cubicBezTo>
                  <a:cubicBezTo>
                    <a:pt x="10621" y="86530"/>
                    <a:pt x="11414" y="86523"/>
                    <a:pt x="12208" y="86523"/>
                  </a:cubicBezTo>
                  <a:close/>
                  <a:moveTo>
                    <a:pt x="142152" y="111002"/>
                  </a:moveTo>
                  <a:lnTo>
                    <a:pt x="144676" y="119654"/>
                  </a:lnTo>
                  <a:cubicBezTo>
                    <a:pt x="137299" y="121345"/>
                    <a:pt x="129995" y="123551"/>
                    <a:pt x="122937" y="126271"/>
                  </a:cubicBezTo>
                  <a:cubicBezTo>
                    <a:pt x="122153" y="123134"/>
                    <a:pt x="121393" y="120021"/>
                    <a:pt x="120633" y="116884"/>
                  </a:cubicBezTo>
                  <a:cubicBezTo>
                    <a:pt x="127716" y="114630"/>
                    <a:pt x="134946" y="112644"/>
                    <a:pt x="142152" y="111002"/>
                  </a:cubicBezTo>
                  <a:close/>
                  <a:moveTo>
                    <a:pt x="6741" y="117154"/>
                  </a:moveTo>
                  <a:cubicBezTo>
                    <a:pt x="14142" y="118673"/>
                    <a:pt x="21691" y="119433"/>
                    <a:pt x="29240" y="119433"/>
                  </a:cubicBezTo>
                  <a:lnTo>
                    <a:pt x="30294" y="119433"/>
                  </a:lnTo>
                  <a:lnTo>
                    <a:pt x="29460" y="130585"/>
                  </a:lnTo>
                  <a:cubicBezTo>
                    <a:pt x="21544" y="130266"/>
                    <a:pt x="13579" y="129629"/>
                    <a:pt x="5711" y="128673"/>
                  </a:cubicBezTo>
                  <a:cubicBezTo>
                    <a:pt x="6055" y="124825"/>
                    <a:pt x="6373" y="120977"/>
                    <a:pt x="6741" y="117154"/>
                  </a:cubicBezTo>
                  <a:close/>
                  <a:moveTo>
                    <a:pt x="5393" y="132741"/>
                  </a:moveTo>
                  <a:cubicBezTo>
                    <a:pt x="13260" y="133697"/>
                    <a:pt x="21226" y="134335"/>
                    <a:pt x="29142" y="134653"/>
                  </a:cubicBezTo>
                  <a:lnTo>
                    <a:pt x="27769" y="153010"/>
                  </a:lnTo>
                  <a:cubicBezTo>
                    <a:pt x="26202" y="153163"/>
                    <a:pt x="24628" y="153239"/>
                    <a:pt x="23054" y="153239"/>
                  </a:cubicBezTo>
                  <a:cubicBezTo>
                    <a:pt x="17294" y="153239"/>
                    <a:pt x="11537" y="152223"/>
                    <a:pt x="6128" y="150241"/>
                  </a:cubicBezTo>
                  <a:cubicBezTo>
                    <a:pt x="5662" y="150069"/>
                    <a:pt x="4584" y="149653"/>
                    <a:pt x="4339" y="149162"/>
                  </a:cubicBezTo>
                  <a:cubicBezTo>
                    <a:pt x="4167" y="148819"/>
                    <a:pt x="4216" y="148059"/>
                    <a:pt x="4241" y="147520"/>
                  </a:cubicBezTo>
                  <a:cubicBezTo>
                    <a:pt x="4609" y="142619"/>
                    <a:pt x="4976" y="137692"/>
                    <a:pt x="5393" y="132741"/>
                  </a:cubicBezTo>
                  <a:close/>
                  <a:moveTo>
                    <a:pt x="145804" y="123575"/>
                  </a:moveTo>
                  <a:lnTo>
                    <a:pt x="153450" y="150020"/>
                  </a:lnTo>
                  <a:cubicBezTo>
                    <a:pt x="146098" y="152863"/>
                    <a:pt x="138426" y="154897"/>
                    <a:pt x="130633" y="156074"/>
                  </a:cubicBezTo>
                  <a:cubicBezTo>
                    <a:pt x="128329" y="147496"/>
                    <a:pt x="126099" y="138869"/>
                    <a:pt x="123942" y="130266"/>
                  </a:cubicBezTo>
                  <a:cubicBezTo>
                    <a:pt x="131000" y="127521"/>
                    <a:pt x="138328" y="125291"/>
                    <a:pt x="145730" y="123624"/>
                  </a:cubicBezTo>
                  <a:cubicBezTo>
                    <a:pt x="145755" y="123600"/>
                    <a:pt x="145779" y="123600"/>
                    <a:pt x="145804" y="123575"/>
                  </a:cubicBezTo>
                  <a:close/>
                  <a:moveTo>
                    <a:pt x="154578" y="153966"/>
                  </a:moveTo>
                  <a:lnTo>
                    <a:pt x="157690" y="164725"/>
                  </a:lnTo>
                  <a:cubicBezTo>
                    <a:pt x="150166" y="167176"/>
                    <a:pt x="142470" y="169358"/>
                    <a:pt x="134775" y="171196"/>
                  </a:cubicBezTo>
                  <a:cubicBezTo>
                    <a:pt x="133745" y="167470"/>
                    <a:pt x="132716" y="163770"/>
                    <a:pt x="131711" y="160044"/>
                  </a:cubicBezTo>
                  <a:cubicBezTo>
                    <a:pt x="139529" y="158819"/>
                    <a:pt x="147201" y="156785"/>
                    <a:pt x="154578" y="153966"/>
                  </a:cubicBezTo>
                  <a:close/>
                  <a:moveTo>
                    <a:pt x="73802" y="4093"/>
                  </a:moveTo>
                  <a:cubicBezTo>
                    <a:pt x="96218" y="4093"/>
                    <a:pt x="118593" y="4788"/>
                    <a:pt x="140534" y="5467"/>
                  </a:cubicBezTo>
                  <a:cubicBezTo>
                    <a:pt x="141049" y="5467"/>
                    <a:pt x="141686" y="5492"/>
                    <a:pt x="141956" y="5664"/>
                  </a:cubicBezTo>
                  <a:cubicBezTo>
                    <a:pt x="142593" y="6031"/>
                    <a:pt x="142740" y="7820"/>
                    <a:pt x="142765" y="8408"/>
                  </a:cubicBezTo>
                  <a:cubicBezTo>
                    <a:pt x="145264" y="42476"/>
                    <a:pt x="146514" y="77009"/>
                    <a:pt x="146490" y="111247"/>
                  </a:cubicBezTo>
                  <a:lnTo>
                    <a:pt x="141417" y="93650"/>
                  </a:lnTo>
                  <a:cubicBezTo>
                    <a:pt x="140804" y="91542"/>
                    <a:pt x="140167" y="89385"/>
                    <a:pt x="139211" y="87302"/>
                  </a:cubicBezTo>
                  <a:cubicBezTo>
                    <a:pt x="138230" y="85219"/>
                    <a:pt x="136956" y="83332"/>
                    <a:pt x="135731" y="81518"/>
                  </a:cubicBezTo>
                  <a:cubicBezTo>
                    <a:pt x="135191" y="80734"/>
                    <a:pt x="134628" y="79729"/>
                    <a:pt x="134039" y="78675"/>
                  </a:cubicBezTo>
                  <a:cubicBezTo>
                    <a:pt x="132642" y="76224"/>
                    <a:pt x="131074" y="73430"/>
                    <a:pt x="129040" y="71813"/>
                  </a:cubicBezTo>
                  <a:cubicBezTo>
                    <a:pt x="128186" y="71125"/>
                    <a:pt x="127149" y="70860"/>
                    <a:pt x="126078" y="70860"/>
                  </a:cubicBezTo>
                  <a:cubicBezTo>
                    <a:pt x="123827" y="70860"/>
                    <a:pt x="121428" y="72028"/>
                    <a:pt x="120265" y="72891"/>
                  </a:cubicBezTo>
                  <a:cubicBezTo>
                    <a:pt x="118011" y="74558"/>
                    <a:pt x="117496" y="77156"/>
                    <a:pt x="117079" y="79239"/>
                  </a:cubicBezTo>
                  <a:cubicBezTo>
                    <a:pt x="117006" y="79606"/>
                    <a:pt x="116932" y="79974"/>
                    <a:pt x="116859" y="80342"/>
                  </a:cubicBezTo>
                  <a:lnTo>
                    <a:pt x="116736" y="80807"/>
                  </a:lnTo>
                  <a:cubicBezTo>
                    <a:pt x="116001" y="84043"/>
                    <a:pt x="115241" y="87400"/>
                    <a:pt x="114016" y="90366"/>
                  </a:cubicBezTo>
                  <a:cubicBezTo>
                    <a:pt x="114016" y="90390"/>
                    <a:pt x="113991" y="90439"/>
                    <a:pt x="113991" y="90464"/>
                  </a:cubicBezTo>
                  <a:lnTo>
                    <a:pt x="113844" y="90881"/>
                  </a:lnTo>
                  <a:cubicBezTo>
                    <a:pt x="113403" y="92155"/>
                    <a:pt x="112962" y="93478"/>
                    <a:pt x="112717" y="94924"/>
                  </a:cubicBezTo>
                  <a:cubicBezTo>
                    <a:pt x="112104" y="98503"/>
                    <a:pt x="112913" y="102007"/>
                    <a:pt x="113648" y="105096"/>
                  </a:cubicBezTo>
                  <a:cubicBezTo>
                    <a:pt x="119236" y="129163"/>
                    <a:pt x="125486" y="153353"/>
                    <a:pt x="132226" y="177225"/>
                  </a:cubicBezTo>
                  <a:cubicBezTo>
                    <a:pt x="120458" y="177425"/>
                    <a:pt x="108532" y="177525"/>
                    <a:pt x="96250" y="177525"/>
                  </a:cubicBezTo>
                  <a:cubicBezTo>
                    <a:pt x="72363" y="177525"/>
                    <a:pt x="47128" y="177144"/>
                    <a:pt x="19093" y="176367"/>
                  </a:cubicBezTo>
                  <a:cubicBezTo>
                    <a:pt x="18873" y="169995"/>
                    <a:pt x="19020" y="163574"/>
                    <a:pt x="19559" y="157226"/>
                  </a:cubicBezTo>
                  <a:cubicBezTo>
                    <a:pt x="20711" y="157299"/>
                    <a:pt x="21887" y="157324"/>
                    <a:pt x="23039" y="157324"/>
                  </a:cubicBezTo>
                  <a:cubicBezTo>
                    <a:pt x="25368" y="157324"/>
                    <a:pt x="27671" y="157177"/>
                    <a:pt x="29975" y="156883"/>
                  </a:cubicBezTo>
                  <a:cubicBezTo>
                    <a:pt x="30931" y="156760"/>
                    <a:pt x="31666" y="155976"/>
                    <a:pt x="31740" y="154995"/>
                  </a:cubicBezTo>
                  <a:lnTo>
                    <a:pt x="38945" y="58284"/>
                  </a:lnTo>
                  <a:cubicBezTo>
                    <a:pt x="39117" y="56103"/>
                    <a:pt x="39264" y="53872"/>
                    <a:pt x="39092" y="51568"/>
                  </a:cubicBezTo>
                  <a:cubicBezTo>
                    <a:pt x="38896" y="49265"/>
                    <a:pt x="38357" y="47059"/>
                    <a:pt x="37842" y="44951"/>
                  </a:cubicBezTo>
                  <a:cubicBezTo>
                    <a:pt x="37622" y="44020"/>
                    <a:pt x="37450" y="42892"/>
                    <a:pt x="37254" y="41691"/>
                  </a:cubicBezTo>
                  <a:cubicBezTo>
                    <a:pt x="36789" y="38897"/>
                    <a:pt x="36298" y="35736"/>
                    <a:pt x="34975" y="33505"/>
                  </a:cubicBezTo>
                  <a:cubicBezTo>
                    <a:pt x="33837" y="31625"/>
                    <a:pt x="31436" y="31069"/>
                    <a:pt x="29322" y="31069"/>
                  </a:cubicBezTo>
                  <a:cubicBezTo>
                    <a:pt x="28157" y="31069"/>
                    <a:pt x="27079" y="31238"/>
                    <a:pt x="26348" y="31447"/>
                  </a:cubicBezTo>
                  <a:cubicBezTo>
                    <a:pt x="24755" y="31912"/>
                    <a:pt x="23627" y="32893"/>
                    <a:pt x="22745" y="33996"/>
                  </a:cubicBezTo>
                  <a:lnTo>
                    <a:pt x="23505" y="6252"/>
                  </a:lnTo>
                  <a:cubicBezTo>
                    <a:pt x="23505" y="6105"/>
                    <a:pt x="23505" y="5835"/>
                    <a:pt x="23529" y="5664"/>
                  </a:cubicBezTo>
                  <a:cubicBezTo>
                    <a:pt x="23676" y="5614"/>
                    <a:pt x="23971" y="5541"/>
                    <a:pt x="24632" y="5492"/>
                  </a:cubicBezTo>
                  <a:cubicBezTo>
                    <a:pt x="40942" y="4466"/>
                    <a:pt x="57383" y="4093"/>
                    <a:pt x="73802" y="4093"/>
                  </a:cubicBezTo>
                  <a:close/>
                  <a:moveTo>
                    <a:pt x="158818" y="168647"/>
                  </a:moveTo>
                  <a:lnTo>
                    <a:pt x="163940" y="186318"/>
                  </a:lnTo>
                  <a:cubicBezTo>
                    <a:pt x="157323" y="189528"/>
                    <a:pt x="150019" y="191244"/>
                    <a:pt x="142691" y="191268"/>
                  </a:cubicBezTo>
                  <a:cubicBezTo>
                    <a:pt x="142176" y="191268"/>
                    <a:pt x="141024" y="191268"/>
                    <a:pt x="140608" y="190901"/>
                  </a:cubicBezTo>
                  <a:cubicBezTo>
                    <a:pt x="140338" y="190631"/>
                    <a:pt x="140118" y="189896"/>
                    <a:pt x="139971" y="189381"/>
                  </a:cubicBezTo>
                  <a:cubicBezTo>
                    <a:pt x="138574" y="184651"/>
                    <a:pt x="137226" y="179896"/>
                    <a:pt x="135878" y="175142"/>
                  </a:cubicBezTo>
                  <a:cubicBezTo>
                    <a:pt x="143598" y="173279"/>
                    <a:pt x="151294" y="171098"/>
                    <a:pt x="158818" y="168647"/>
                  </a:cubicBezTo>
                  <a:close/>
                  <a:moveTo>
                    <a:pt x="73741" y="0"/>
                  </a:moveTo>
                  <a:cubicBezTo>
                    <a:pt x="57270" y="0"/>
                    <a:pt x="40770" y="373"/>
                    <a:pt x="24387" y="1399"/>
                  </a:cubicBezTo>
                  <a:cubicBezTo>
                    <a:pt x="23431" y="1473"/>
                    <a:pt x="21201" y="1620"/>
                    <a:pt x="20049" y="3433"/>
                  </a:cubicBezTo>
                  <a:cubicBezTo>
                    <a:pt x="19461" y="4414"/>
                    <a:pt x="19412" y="5443"/>
                    <a:pt x="19412" y="6129"/>
                  </a:cubicBezTo>
                  <a:lnTo>
                    <a:pt x="18505" y="39314"/>
                  </a:lnTo>
                  <a:cubicBezTo>
                    <a:pt x="18481" y="39608"/>
                    <a:pt x="18554" y="39902"/>
                    <a:pt x="18652" y="40147"/>
                  </a:cubicBezTo>
                  <a:cubicBezTo>
                    <a:pt x="17329" y="42108"/>
                    <a:pt x="15956" y="43995"/>
                    <a:pt x="14412" y="45662"/>
                  </a:cubicBezTo>
                  <a:cubicBezTo>
                    <a:pt x="14388" y="45686"/>
                    <a:pt x="14363" y="45735"/>
                    <a:pt x="14339" y="45760"/>
                  </a:cubicBezTo>
                  <a:lnTo>
                    <a:pt x="14069" y="46078"/>
                  </a:lnTo>
                  <a:cubicBezTo>
                    <a:pt x="13211" y="47132"/>
                    <a:pt x="12329" y="48235"/>
                    <a:pt x="11594" y="49485"/>
                  </a:cubicBezTo>
                  <a:cubicBezTo>
                    <a:pt x="9780" y="52647"/>
                    <a:pt x="9314" y="56201"/>
                    <a:pt x="8922" y="59338"/>
                  </a:cubicBezTo>
                  <a:cubicBezTo>
                    <a:pt x="5197" y="88430"/>
                    <a:pt x="2256" y="117987"/>
                    <a:pt x="172" y="147226"/>
                  </a:cubicBezTo>
                  <a:cubicBezTo>
                    <a:pt x="99" y="148207"/>
                    <a:pt x="1" y="149653"/>
                    <a:pt x="687" y="151025"/>
                  </a:cubicBezTo>
                  <a:cubicBezTo>
                    <a:pt x="1643" y="152937"/>
                    <a:pt x="3726" y="153696"/>
                    <a:pt x="4731" y="154064"/>
                  </a:cubicBezTo>
                  <a:cubicBezTo>
                    <a:pt x="8211" y="155363"/>
                    <a:pt x="11814" y="156270"/>
                    <a:pt x="15466" y="156785"/>
                  </a:cubicBezTo>
                  <a:cubicBezTo>
                    <a:pt x="14878" y="163966"/>
                    <a:pt x="14755" y="171245"/>
                    <a:pt x="15074" y="178450"/>
                  </a:cubicBezTo>
                  <a:cubicBezTo>
                    <a:pt x="15123" y="179529"/>
                    <a:pt x="16005" y="180362"/>
                    <a:pt x="17059" y="180411"/>
                  </a:cubicBezTo>
                  <a:cubicBezTo>
                    <a:pt x="45906" y="181220"/>
                    <a:pt x="71763" y="181612"/>
                    <a:pt x="96222" y="181612"/>
                  </a:cubicBezTo>
                  <a:cubicBezTo>
                    <a:pt x="108918" y="181612"/>
                    <a:pt x="121221" y="181514"/>
                    <a:pt x="133378" y="181293"/>
                  </a:cubicBezTo>
                  <a:cubicBezTo>
                    <a:pt x="134260" y="184381"/>
                    <a:pt x="135142" y="187445"/>
                    <a:pt x="136049" y="190533"/>
                  </a:cubicBezTo>
                  <a:cubicBezTo>
                    <a:pt x="136319" y="191514"/>
                    <a:pt x="136735" y="192862"/>
                    <a:pt x="137838" y="193891"/>
                  </a:cubicBezTo>
                  <a:cubicBezTo>
                    <a:pt x="139358" y="195288"/>
                    <a:pt x="141417" y="195361"/>
                    <a:pt x="142519" y="195361"/>
                  </a:cubicBezTo>
                  <a:lnTo>
                    <a:pt x="142691" y="195361"/>
                  </a:lnTo>
                  <a:cubicBezTo>
                    <a:pt x="151245" y="195337"/>
                    <a:pt x="159774" y="193205"/>
                    <a:pt x="167322" y="189185"/>
                  </a:cubicBezTo>
                  <a:cubicBezTo>
                    <a:pt x="168180" y="188744"/>
                    <a:pt x="168597" y="187739"/>
                    <a:pt x="168327" y="186808"/>
                  </a:cubicBezTo>
                  <a:lnTo>
                    <a:pt x="150411" y="124801"/>
                  </a:lnTo>
                  <a:cubicBezTo>
                    <a:pt x="150485" y="124629"/>
                    <a:pt x="150509" y="124409"/>
                    <a:pt x="150534" y="124212"/>
                  </a:cubicBezTo>
                  <a:cubicBezTo>
                    <a:pt x="150901" y="85636"/>
                    <a:pt x="149676" y="46569"/>
                    <a:pt x="146857" y="8114"/>
                  </a:cubicBezTo>
                  <a:cubicBezTo>
                    <a:pt x="146759" y="6742"/>
                    <a:pt x="146514" y="3531"/>
                    <a:pt x="143990" y="2110"/>
                  </a:cubicBezTo>
                  <a:cubicBezTo>
                    <a:pt x="142814" y="1448"/>
                    <a:pt x="141564" y="1399"/>
                    <a:pt x="140657" y="1374"/>
                  </a:cubicBezTo>
                  <a:cubicBezTo>
                    <a:pt x="118659" y="695"/>
                    <a:pt x="96228" y="0"/>
                    <a:pt x="737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55"/>
            <p:cNvSpPr/>
            <p:nvPr/>
          </p:nvSpPr>
          <p:spPr>
            <a:xfrm>
              <a:off x="3090050" y="983900"/>
              <a:ext cx="1882900" cy="3338000"/>
            </a:xfrm>
            <a:custGeom>
              <a:avLst/>
              <a:gdLst/>
              <a:ahLst/>
              <a:cxnLst/>
              <a:rect l="l" t="t" r="r" b="b"/>
              <a:pathLst>
                <a:path w="75316" h="133520" extrusionOk="0">
                  <a:moveTo>
                    <a:pt x="45818" y="4101"/>
                  </a:moveTo>
                  <a:cubicBezTo>
                    <a:pt x="46506" y="4101"/>
                    <a:pt x="47220" y="4253"/>
                    <a:pt x="47964" y="4579"/>
                  </a:cubicBezTo>
                  <a:cubicBezTo>
                    <a:pt x="50733" y="5805"/>
                    <a:pt x="52621" y="8648"/>
                    <a:pt x="54214" y="11564"/>
                  </a:cubicBezTo>
                  <a:cubicBezTo>
                    <a:pt x="58919" y="19995"/>
                    <a:pt x="62105" y="29137"/>
                    <a:pt x="64385" y="38524"/>
                  </a:cubicBezTo>
                  <a:cubicBezTo>
                    <a:pt x="63895" y="38671"/>
                    <a:pt x="63453" y="39014"/>
                    <a:pt x="63184" y="39504"/>
                  </a:cubicBezTo>
                  <a:cubicBezTo>
                    <a:pt x="62252" y="41195"/>
                    <a:pt x="60782" y="42641"/>
                    <a:pt x="59066" y="43548"/>
                  </a:cubicBezTo>
                  <a:cubicBezTo>
                    <a:pt x="58074" y="44072"/>
                    <a:pt x="56866" y="44425"/>
                    <a:pt x="55719" y="44425"/>
                  </a:cubicBezTo>
                  <a:cubicBezTo>
                    <a:pt x="54825" y="44425"/>
                    <a:pt x="53969" y="44211"/>
                    <a:pt x="53282" y="43695"/>
                  </a:cubicBezTo>
                  <a:cubicBezTo>
                    <a:pt x="52179" y="42862"/>
                    <a:pt x="51665" y="41342"/>
                    <a:pt x="51420" y="40240"/>
                  </a:cubicBezTo>
                  <a:cubicBezTo>
                    <a:pt x="51199" y="39308"/>
                    <a:pt x="51101" y="38352"/>
                    <a:pt x="50978" y="37348"/>
                  </a:cubicBezTo>
                  <a:cubicBezTo>
                    <a:pt x="50905" y="36563"/>
                    <a:pt x="50807" y="35754"/>
                    <a:pt x="50660" y="34946"/>
                  </a:cubicBezTo>
                  <a:cubicBezTo>
                    <a:pt x="50562" y="34333"/>
                    <a:pt x="50317" y="32887"/>
                    <a:pt x="49214" y="31882"/>
                  </a:cubicBezTo>
                  <a:cubicBezTo>
                    <a:pt x="48479" y="31220"/>
                    <a:pt x="47496" y="30876"/>
                    <a:pt x="46479" y="30876"/>
                  </a:cubicBezTo>
                  <a:cubicBezTo>
                    <a:pt x="45800" y="30876"/>
                    <a:pt x="45106" y="31029"/>
                    <a:pt x="44459" y="31343"/>
                  </a:cubicBezTo>
                  <a:cubicBezTo>
                    <a:pt x="43160" y="31980"/>
                    <a:pt x="42327" y="33108"/>
                    <a:pt x="41812" y="33867"/>
                  </a:cubicBezTo>
                  <a:cubicBezTo>
                    <a:pt x="40146" y="36392"/>
                    <a:pt x="39337" y="39210"/>
                    <a:pt x="38577" y="41931"/>
                  </a:cubicBezTo>
                  <a:cubicBezTo>
                    <a:pt x="38013" y="43916"/>
                    <a:pt x="37474" y="45779"/>
                    <a:pt x="36665" y="47470"/>
                  </a:cubicBezTo>
                  <a:cubicBezTo>
                    <a:pt x="35906" y="48989"/>
                    <a:pt x="34607" y="50607"/>
                    <a:pt x="33161" y="50631"/>
                  </a:cubicBezTo>
                  <a:cubicBezTo>
                    <a:pt x="33137" y="50632"/>
                    <a:pt x="33113" y="50633"/>
                    <a:pt x="33089" y="50633"/>
                  </a:cubicBezTo>
                  <a:cubicBezTo>
                    <a:pt x="31792" y="50633"/>
                    <a:pt x="30575" y="49337"/>
                    <a:pt x="29925" y="48229"/>
                  </a:cubicBezTo>
                  <a:cubicBezTo>
                    <a:pt x="27940" y="44896"/>
                    <a:pt x="28063" y="40754"/>
                    <a:pt x="28161" y="36367"/>
                  </a:cubicBezTo>
                  <a:cubicBezTo>
                    <a:pt x="28210" y="34652"/>
                    <a:pt x="28234" y="32887"/>
                    <a:pt x="28161" y="31147"/>
                  </a:cubicBezTo>
                  <a:cubicBezTo>
                    <a:pt x="28136" y="30902"/>
                    <a:pt x="28087" y="30657"/>
                    <a:pt x="27989" y="30436"/>
                  </a:cubicBezTo>
                  <a:cubicBezTo>
                    <a:pt x="29901" y="26588"/>
                    <a:pt x="31764" y="22961"/>
                    <a:pt x="33626" y="19481"/>
                  </a:cubicBezTo>
                  <a:cubicBezTo>
                    <a:pt x="34067" y="18647"/>
                    <a:pt x="34558" y="17667"/>
                    <a:pt x="35072" y="16613"/>
                  </a:cubicBezTo>
                  <a:cubicBezTo>
                    <a:pt x="38281" y="9984"/>
                    <a:pt x="41545" y="4101"/>
                    <a:pt x="45818" y="4101"/>
                  </a:cubicBezTo>
                  <a:close/>
                  <a:moveTo>
                    <a:pt x="46469" y="34970"/>
                  </a:moveTo>
                  <a:cubicBezTo>
                    <a:pt x="46518" y="35068"/>
                    <a:pt x="46567" y="35264"/>
                    <a:pt x="46640" y="35632"/>
                  </a:cubicBezTo>
                  <a:cubicBezTo>
                    <a:pt x="46763" y="36318"/>
                    <a:pt x="46836" y="37029"/>
                    <a:pt x="46910" y="37789"/>
                  </a:cubicBezTo>
                  <a:cubicBezTo>
                    <a:pt x="47033" y="38867"/>
                    <a:pt x="47155" y="39994"/>
                    <a:pt x="47425" y="41122"/>
                  </a:cubicBezTo>
                  <a:cubicBezTo>
                    <a:pt x="47988" y="43671"/>
                    <a:pt x="49165" y="45681"/>
                    <a:pt x="50807" y="46930"/>
                  </a:cubicBezTo>
                  <a:cubicBezTo>
                    <a:pt x="52180" y="47986"/>
                    <a:pt x="53916" y="48513"/>
                    <a:pt x="55761" y="48513"/>
                  </a:cubicBezTo>
                  <a:cubicBezTo>
                    <a:pt x="57473" y="48513"/>
                    <a:pt x="59280" y="48059"/>
                    <a:pt x="60978" y="47151"/>
                  </a:cubicBezTo>
                  <a:cubicBezTo>
                    <a:pt x="62718" y="46244"/>
                    <a:pt x="64262" y="44945"/>
                    <a:pt x="65463" y="43401"/>
                  </a:cubicBezTo>
                  <a:cubicBezTo>
                    <a:pt x="67571" y="53376"/>
                    <a:pt x="68772" y="63572"/>
                    <a:pt x="69801" y="73547"/>
                  </a:cubicBezTo>
                  <a:cubicBezTo>
                    <a:pt x="70561" y="80973"/>
                    <a:pt x="71223" y="88228"/>
                    <a:pt x="70831" y="95360"/>
                  </a:cubicBezTo>
                  <a:cubicBezTo>
                    <a:pt x="70733" y="97026"/>
                    <a:pt x="70585" y="98791"/>
                    <a:pt x="69850" y="100164"/>
                  </a:cubicBezTo>
                  <a:cubicBezTo>
                    <a:pt x="68853" y="102073"/>
                    <a:pt x="66491" y="103209"/>
                    <a:pt x="64079" y="103209"/>
                  </a:cubicBezTo>
                  <a:cubicBezTo>
                    <a:pt x="63054" y="103209"/>
                    <a:pt x="62019" y="103004"/>
                    <a:pt x="61076" y="102565"/>
                  </a:cubicBezTo>
                  <a:cubicBezTo>
                    <a:pt x="58012" y="101144"/>
                    <a:pt x="55758" y="97737"/>
                    <a:pt x="55218" y="93669"/>
                  </a:cubicBezTo>
                  <a:cubicBezTo>
                    <a:pt x="55096" y="92688"/>
                    <a:pt x="54287" y="91953"/>
                    <a:pt x="53307" y="91904"/>
                  </a:cubicBezTo>
                  <a:cubicBezTo>
                    <a:pt x="53271" y="91902"/>
                    <a:pt x="53236" y="91901"/>
                    <a:pt x="53201" y="91901"/>
                  </a:cubicBezTo>
                  <a:cubicBezTo>
                    <a:pt x="52264" y="91901"/>
                    <a:pt x="51435" y="92527"/>
                    <a:pt x="51199" y="93448"/>
                  </a:cubicBezTo>
                  <a:cubicBezTo>
                    <a:pt x="50586" y="95924"/>
                    <a:pt x="49974" y="98472"/>
                    <a:pt x="48528" y="100384"/>
                  </a:cubicBezTo>
                  <a:cubicBezTo>
                    <a:pt x="47595" y="101607"/>
                    <a:pt x="45995" y="102760"/>
                    <a:pt x="44397" y="102760"/>
                  </a:cubicBezTo>
                  <a:cubicBezTo>
                    <a:pt x="44106" y="102760"/>
                    <a:pt x="43815" y="102722"/>
                    <a:pt x="43528" y="102639"/>
                  </a:cubicBezTo>
                  <a:cubicBezTo>
                    <a:pt x="41445" y="102075"/>
                    <a:pt x="40097" y="99575"/>
                    <a:pt x="39288" y="94821"/>
                  </a:cubicBezTo>
                  <a:cubicBezTo>
                    <a:pt x="39116" y="93938"/>
                    <a:pt x="38430" y="93277"/>
                    <a:pt x="37548" y="93154"/>
                  </a:cubicBezTo>
                  <a:cubicBezTo>
                    <a:pt x="37450" y="93140"/>
                    <a:pt x="37352" y="93134"/>
                    <a:pt x="37256" y="93134"/>
                  </a:cubicBezTo>
                  <a:cubicBezTo>
                    <a:pt x="36481" y="93134"/>
                    <a:pt x="35764" y="93562"/>
                    <a:pt x="35415" y="94281"/>
                  </a:cubicBezTo>
                  <a:cubicBezTo>
                    <a:pt x="34165" y="96879"/>
                    <a:pt x="32719" y="99379"/>
                    <a:pt x="31126" y="101781"/>
                  </a:cubicBezTo>
                  <a:cubicBezTo>
                    <a:pt x="30342" y="102933"/>
                    <a:pt x="29509" y="104085"/>
                    <a:pt x="28430" y="104673"/>
                  </a:cubicBezTo>
                  <a:cubicBezTo>
                    <a:pt x="28062" y="104875"/>
                    <a:pt x="27641" y="104974"/>
                    <a:pt x="27261" y="104974"/>
                  </a:cubicBezTo>
                  <a:cubicBezTo>
                    <a:pt x="26858" y="104974"/>
                    <a:pt x="26500" y="104863"/>
                    <a:pt x="26298" y="104649"/>
                  </a:cubicBezTo>
                  <a:cubicBezTo>
                    <a:pt x="25930" y="104256"/>
                    <a:pt x="25808" y="103399"/>
                    <a:pt x="25734" y="102810"/>
                  </a:cubicBezTo>
                  <a:cubicBezTo>
                    <a:pt x="25440" y="99992"/>
                    <a:pt x="25759" y="97075"/>
                    <a:pt x="26666" y="94379"/>
                  </a:cubicBezTo>
                  <a:cubicBezTo>
                    <a:pt x="26960" y="93497"/>
                    <a:pt x="26617" y="92517"/>
                    <a:pt x="25808" y="92002"/>
                  </a:cubicBezTo>
                  <a:cubicBezTo>
                    <a:pt x="25489" y="91782"/>
                    <a:pt x="25097" y="91683"/>
                    <a:pt x="24730" y="91683"/>
                  </a:cubicBezTo>
                  <a:cubicBezTo>
                    <a:pt x="24215" y="91683"/>
                    <a:pt x="23700" y="91880"/>
                    <a:pt x="23308" y="92272"/>
                  </a:cubicBezTo>
                  <a:cubicBezTo>
                    <a:pt x="20514" y="94943"/>
                    <a:pt x="17622" y="97737"/>
                    <a:pt x="14289" y="99624"/>
                  </a:cubicBezTo>
                  <a:cubicBezTo>
                    <a:pt x="13456" y="100115"/>
                    <a:pt x="12377" y="100654"/>
                    <a:pt x="11372" y="100678"/>
                  </a:cubicBezTo>
                  <a:cubicBezTo>
                    <a:pt x="11353" y="100679"/>
                    <a:pt x="11335" y="100679"/>
                    <a:pt x="11316" y="100679"/>
                  </a:cubicBezTo>
                  <a:cubicBezTo>
                    <a:pt x="8891" y="100679"/>
                    <a:pt x="6956" y="97542"/>
                    <a:pt x="6299" y="94453"/>
                  </a:cubicBezTo>
                  <a:cubicBezTo>
                    <a:pt x="4265" y="84895"/>
                    <a:pt x="7966" y="75018"/>
                    <a:pt x="12304" y="64895"/>
                  </a:cubicBezTo>
                  <a:cubicBezTo>
                    <a:pt x="15024" y="58474"/>
                    <a:pt x="17352" y="53180"/>
                    <a:pt x="19583" y="48229"/>
                  </a:cubicBezTo>
                  <a:cubicBezTo>
                    <a:pt x="21102" y="44896"/>
                    <a:pt x="22573" y="41686"/>
                    <a:pt x="24019" y="38622"/>
                  </a:cubicBezTo>
                  <a:lnTo>
                    <a:pt x="24019" y="38622"/>
                  </a:lnTo>
                  <a:cubicBezTo>
                    <a:pt x="23994" y="42641"/>
                    <a:pt x="24264" y="46685"/>
                    <a:pt x="26396" y="50313"/>
                  </a:cubicBezTo>
                  <a:cubicBezTo>
                    <a:pt x="28038" y="53082"/>
                    <a:pt x="30538" y="54724"/>
                    <a:pt x="33112" y="54724"/>
                  </a:cubicBezTo>
                  <a:lnTo>
                    <a:pt x="33234" y="54724"/>
                  </a:lnTo>
                  <a:cubicBezTo>
                    <a:pt x="36077" y="54675"/>
                    <a:pt x="38675" y="52666"/>
                    <a:pt x="40342" y="49259"/>
                  </a:cubicBezTo>
                  <a:cubicBezTo>
                    <a:pt x="41322" y="47249"/>
                    <a:pt x="41935" y="45117"/>
                    <a:pt x="42498" y="43058"/>
                  </a:cubicBezTo>
                  <a:cubicBezTo>
                    <a:pt x="43234" y="40534"/>
                    <a:pt x="43920" y="38132"/>
                    <a:pt x="45219" y="36122"/>
                  </a:cubicBezTo>
                  <a:cubicBezTo>
                    <a:pt x="45636" y="35534"/>
                    <a:pt x="45954" y="35166"/>
                    <a:pt x="46273" y="35019"/>
                  </a:cubicBezTo>
                  <a:cubicBezTo>
                    <a:pt x="46346" y="34995"/>
                    <a:pt x="46420" y="34970"/>
                    <a:pt x="46469" y="34970"/>
                  </a:cubicBezTo>
                  <a:close/>
                  <a:moveTo>
                    <a:pt x="36616" y="100727"/>
                  </a:moveTo>
                  <a:cubicBezTo>
                    <a:pt x="37621" y="103227"/>
                    <a:pt x="39361" y="105727"/>
                    <a:pt x="42425" y="106585"/>
                  </a:cubicBezTo>
                  <a:cubicBezTo>
                    <a:pt x="43073" y="106770"/>
                    <a:pt x="43734" y="106857"/>
                    <a:pt x="44378" y="106857"/>
                  </a:cubicBezTo>
                  <a:cubicBezTo>
                    <a:pt x="44587" y="106857"/>
                    <a:pt x="44794" y="106848"/>
                    <a:pt x="44998" y="106830"/>
                  </a:cubicBezTo>
                  <a:lnTo>
                    <a:pt x="44998" y="106830"/>
                  </a:lnTo>
                  <a:cubicBezTo>
                    <a:pt x="45439" y="114354"/>
                    <a:pt x="45170" y="121952"/>
                    <a:pt x="44165" y="129427"/>
                  </a:cubicBezTo>
                  <a:cubicBezTo>
                    <a:pt x="39190" y="129402"/>
                    <a:pt x="34190" y="129157"/>
                    <a:pt x="29264" y="128692"/>
                  </a:cubicBezTo>
                  <a:cubicBezTo>
                    <a:pt x="29974" y="121878"/>
                    <a:pt x="30440" y="114967"/>
                    <a:pt x="30636" y="108104"/>
                  </a:cubicBezTo>
                  <a:cubicBezTo>
                    <a:pt x="32401" y="107075"/>
                    <a:pt x="33553" y="105482"/>
                    <a:pt x="34509" y="104060"/>
                  </a:cubicBezTo>
                  <a:cubicBezTo>
                    <a:pt x="35244" y="102958"/>
                    <a:pt x="35955" y="101855"/>
                    <a:pt x="36616" y="100727"/>
                  </a:cubicBezTo>
                  <a:close/>
                  <a:moveTo>
                    <a:pt x="45797" y="0"/>
                  </a:moveTo>
                  <a:cubicBezTo>
                    <a:pt x="43402" y="0"/>
                    <a:pt x="40626" y="1017"/>
                    <a:pt x="37793" y="4187"/>
                  </a:cubicBezTo>
                  <a:cubicBezTo>
                    <a:pt x="35072" y="7275"/>
                    <a:pt x="33038" y="11466"/>
                    <a:pt x="31396" y="14824"/>
                  </a:cubicBezTo>
                  <a:cubicBezTo>
                    <a:pt x="30906" y="15829"/>
                    <a:pt x="30440" y="16785"/>
                    <a:pt x="30023" y="17544"/>
                  </a:cubicBezTo>
                  <a:cubicBezTo>
                    <a:pt x="25440" y="26074"/>
                    <a:pt x="20808" y="35583"/>
                    <a:pt x="15857" y="46538"/>
                  </a:cubicBezTo>
                  <a:cubicBezTo>
                    <a:pt x="13603" y="51538"/>
                    <a:pt x="11274" y="56857"/>
                    <a:pt x="8529" y="63278"/>
                  </a:cubicBezTo>
                  <a:cubicBezTo>
                    <a:pt x="3946" y="74037"/>
                    <a:pt x="0" y="84576"/>
                    <a:pt x="2304" y="95311"/>
                  </a:cubicBezTo>
                  <a:cubicBezTo>
                    <a:pt x="3309" y="100041"/>
                    <a:pt x="6471" y="104771"/>
                    <a:pt x="11323" y="104771"/>
                  </a:cubicBezTo>
                  <a:lnTo>
                    <a:pt x="11421" y="104771"/>
                  </a:lnTo>
                  <a:cubicBezTo>
                    <a:pt x="13357" y="104747"/>
                    <a:pt x="15073" y="103913"/>
                    <a:pt x="16323" y="103178"/>
                  </a:cubicBezTo>
                  <a:cubicBezTo>
                    <a:pt x="18235" y="102100"/>
                    <a:pt x="19950" y="100801"/>
                    <a:pt x="21568" y="99428"/>
                  </a:cubicBezTo>
                  <a:lnTo>
                    <a:pt x="21568" y="99428"/>
                  </a:lnTo>
                  <a:cubicBezTo>
                    <a:pt x="21494" y="100703"/>
                    <a:pt x="21543" y="101977"/>
                    <a:pt x="21666" y="103252"/>
                  </a:cubicBezTo>
                  <a:cubicBezTo>
                    <a:pt x="21813" y="104526"/>
                    <a:pt x="22107" y="106168"/>
                    <a:pt x="23284" y="107418"/>
                  </a:cubicBezTo>
                  <a:cubicBezTo>
                    <a:pt x="24166" y="108374"/>
                    <a:pt x="25342" y="108864"/>
                    <a:pt x="26519" y="109011"/>
                  </a:cubicBezTo>
                  <a:cubicBezTo>
                    <a:pt x="26298" y="116094"/>
                    <a:pt x="25759" y="123251"/>
                    <a:pt x="24950" y="130285"/>
                  </a:cubicBezTo>
                  <a:cubicBezTo>
                    <a:pt x="24901" y="130824"/>
                    <a:pt x="25048" y="131363"/>
                    <a:pt x="25391" y="131804"/>
                  </a:cubicBezTo>
                  <a:cubicBezTo>
                    <a:pt x="25734" y="132221"/>
                    <a:pt x="26225" y="132491"/>
                    <a:pt x="26764" y="132564"/>
                  </a:cubicBezTo>
                  <a:cubicBezTo>
                    <a:pt x="32817" y="133201"/>
                    <a:pt x="38945" y="133520"/>
                    <a:pt x="45023" y="133520"/>
                  </a:cubicBezTo>
                  <a:lnTo>
                    <a:pt x="45930" y="133520"/>
                  </a:lnTo>
                  <a:cubicBezTo>
                    <a:pt x="46959" y="133520"/>
                    <a:pt x="47792" y="132760"/>
                    <a:pt x="47964" y="131780"/>
                  </a:cubicBezTo>
                  <a:cubicBezTo>
                    <a:pt x="49238" y="123202"/>
                    <a:pt x="49606" y="114477"/>
                    <a:pt x="49042" y="105850"/>
                  </a:cubicBezTo>
                  <a:cubicBezTo>
                    <a:pt x="49042" y="105703"/>
                    <a:pt x="49018" y="105555"/>
                    <a:pt x="48969" y="105433"/>
                  </a:cubicBezTo>
                  <a:cubicBezTo>
                    <a:pt x="50096" y="104722"/>
                    <a:pt x="51076" y="103815"/>
                    <a:pt x="51812" y="102835"/>
                  </a:cubicBezTo>
                  <a:cubicBezTo>
                    <a:pt x="52375" y="102075"/>
                    <a:pt x="52841" y="101266"/>
                    <a:pt x="53233" y="100433"/>
                  </a:cubicBezTo>
                  <a:cubicBezTo>
                    <a:pt x="54704" y="103031"/>
                    <a:pt x="56836" y="105090"/>
                    <a:pt x="59360" y="106266"/>
                  </a:cubicBezTo>
                  <a:cubicBezTo>
                    <a:pt x="60881" y="106980"/>
                    <a:pt x="62515" y="107316"/>
                    <a:pt x="64126" y="107316"/>
                  </a:cubicBezTo>
                  <a:cubicBezTo>
                    <a:pt x="67992" y="107316"/>
                    <a:pt x="71730" y="105380"/>
                    <a:pt x="73477" y="102075"/>
                  </a:cubicBezTo>
                  <a:cubicBezTo>
                    <a:pt x="74605" y="99967"/>
                    <a:pt x="74801" y="97615"/>
                    <a:pt x="74924" y="95580"/>
                  </a:cubicBezTo>
                  <a:cubicBezTo>
                    <a:pt x="75316" y="88154"/>
                    <a:pt x="74654" y="80728"/>
                    <a:pt x="73870" y="73130"/>
                  </a:cubicBezTo>
                  <a:cubicBezTo>
                    <a:pt x="71664" y="51636"/>
                    <a:pt x="68600" y="29039"/>
                    <a:pt x="57792" y="9579"/>
                  </a:cubicBezTo>
                  <a:cubicBezTo>
                    <a:pt x="55929" y="6221"/>
                    <a:pt x="53503" y="2545"/>
                    <a:pt x="49630" y="854"/>
                  </a:cubicBezTo>
                  <a:cubicBezTo>
                    <a:pt x="48536" y="367"/>
                    <a:pt x="47235" y="0"/>
                    <a:pt x="4579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55"/>
          <p:cNvSpPr/>
          <p:nvPr/>
        </p:nvSpPr>
        <p:spPr>
          <a:xfrm>
            <a:off x="6006711" y="1642776"/>
            <a:ext cx="704590" cy="710777"/>
          </a:xfrm>
          <a:custGeom>
            <a:avLst/>
            <a:gdLst/>
            <a:ahLst/>
            <a:cxnLst/>
            <a:rect l="l" t="t" r="r" b="b"/>
            <a:pathLst>
              <a:path w="206928" h="208745" extrusionOk="0">
                <a:moveTo>
                  <a:pt x="68453" y="4856"/>
                </a:moveTo>
                <a:cubicBezTo>
                  <a:pt x="75781" y="16816"/>
                  <a:pt x="82104" y="29340"/>
                  <a:pt x="87374" y="42281"/>
                </a:cubicBezTo>
                <a:lnTo>
                  <a:pt x="87374" y="42281"/>
                </a:lnTo>
                <a:lnTo>
                  <a:pt x="75070" y="37648"/>
                </a:lnTo>
                <a:cubicBezTo>
                  <a:pt x="74859" y="37578"/>
                  <a:pt x="74420" y="37406"/>
                  <a:pt x="73871" y="37406"/>
                </a:cubicBezTo>
                <a:cubicBezTo>
                  <a:pt x="73656" y="37406"/>
                  <a:pt x="73424" y="37433"/>
                  <a:pt x="73183" y="37501"/>
                </a:cubicBezTo>
                <a:cubicBezTo>
                  <a:pt x="72056" y="37796"/>
                  <a:pt x="71541" y="38727"/>
                  <a:pt x="71345" y="39070"/>
                </a:cubicBezTo>
                <a:lnTo>
                  <a:pt x="65169" y="50050"/>
                </a:lnTo>
                <a:cubicBezTo>
                  <a:pt x="64997" y="50369"/>
                  <a:pt x="64703" y="50883"/>
                  <a:pt x="64532" y="51006"/>
                </a:cubicBezTo>
                <a:cubicBezTo>
                  <a:pt x="64503" y="51020"/>
                  <a:pt x="64460" y="51029"/>
                  <a:pt x="64404" y="51029"/>
                </a:cubicBezTo>
                <a:cubicBezTo>
                  <a:pt x="64078" y="51029"/>
                  <a:pt x="63296" y="50741"/>
                  <a:pt x="62105" y="49633"/>
                </a:cubicBezTo>
                <a:lnTo>
                  <a:pt x="51812" y="40099"/>
                </a:lnTo>
                <a:cubicBezTo>
                  <a:pt x="56934" y="28090"/>
                  <a:pt x="62742" y="16350"/>
                  <a:pt x="68453" y="4856"/>
                </a:cubicBezTo>
                <a:close/>
                <a:moveTo>
                  <a:pt x="97692" y="58579"/>
                </a:moveTo>
                <a:cubicBezTo>
                  <a:pt x="99751" y="59290"/>
                  <a:pt x="101687" y="60197"/>
                  <a:pt x="103550" y="61348"/>
                </a:cubicBezTo>
                <a:cubicBezTo>
                  <a:pt x="103182" y="63897"/>
                  <a:pt x="103035" y="66446"/>
                  <a:pt x="103059" y="68995"/>
                </a:cubicBezTo>
                <a:cubicBezTo>
                  <a:pt x="102202" y="68456"/>
                  <a:pt x="101319" y="67990"/>
                  <a:pt x="100412" y="67598"/>
                </a:cubicBezTo>
                <a:cubicBezTo>
                  <a:pt x="100412" y="67451"/>
                  <a:pt x="100388" y="67304"/>
                  <a:pt x="100339" y="67157"/>
                </a:cubicBezTo>
                <a:cubicBezTo>
                  <a:pt x="99506" y="64290"/>
                  <a:pt x="98623" y="61422"/>
                  <a:pt x="97692" y="58579"/>
                </a:cubicBezTo>
                <a:close/>
                <a:moveTo>
                  <a:pt x="74507" y="41815"/>
                </a:moveTo>
                <a:lnTo>
                  <a:pt x="88844" y="47231"/>
                </a:lnTo>
                <a:cubicBezTo>
                  <a:pt x="89016" y="47280"/>
                  <a:pt x="89212" y="47305"/>
                  <a:pt x="89384" y="47329"/>
                </a:cubicBezTo>
                <a:cubicBezTo>
                  <a:pt x="90413" y="50001"/>
                  <a:pt x="91393" y="52697"/>
                  <a:pt x="92325" y="55393"/>
                </a:cubicBezTo>
                <a:cubicBezTo>
                  <a:pt x="92276" y="55957"/>
                  <a:pt x="92472" y="56496"/>
                  <a:pt x="92839" y="56912"/>
                </a:cubicBezTo>
                <a:cubicBezTo>
                  <a:pt x="93869" y="59951"/>
                  <a:pt x="94849" y="63040"/>
                  <a:pt x="95756" y="66128"/>
                </a:cubicBezTo>
                <a:cubicBezTo>
                  <a:pt x="94616" y="65907"/>
                  <a:pt x="93463" y="65797"/>
                  <a:pt x="92316" y="65797"/>
                </a:cubicBezTo>
                <a:cubicBezTo>
                  <a:pt x="91934" y="65797"/>
                  <a:pt x="91553" y="65809"/>
                  <a:pt x="91173" y="65834"/>
                </a:cubicBezTo>
                <a:cubicBezTo>
                  <a:pt x="85070" y="66201"/>
                  <a:pt x="79482" y="70049"/>
                  <a:pt x="76933" y="75196"/>
                </a:cubicBezTo>
                <a:cubicBezTo>
                  <a:pt x="75463" y="73652"/>
                  <a:pt x="73698" y="72402"/>
                  <a:pt x="71737" y="71544"/>
                </a:cubicBezTo>
                <a:cubicBezTo>
                  <a:pt x="69902" y="70747"/>
                  <a:pt x="68021" y="70348"/>
                  <a:pt x="66196" y="70348"/>
                </a:cubicBezTo>
                <a:cubicBezTo>
                  <a:pt x="64486" y="70348"/>
                  <a:pt x="62825" y="70698"/>
                  <a:pt x="61296" y="71397"/>
                </a:cubicBezTo>
                <a:cubicBezTo>
                  <a:pt x="56689" y="73505"/>
                  <a:pt x="53552" y="78701"/>
                  <a:pt x="53209" y="84705"/>
                </a:cubicBezTo>
                <a:lnTo>
                  <a:pt x="37082" y="84313"/>
                </a:lnTo>
                <a:cubicBezTo>
                  <a:pt x="38920" y="77304"/>
                  <a:pt x="40832" y="70147"/>
                  <a:pt x="43062" y="63211"/>
                </a:cubicBezTo>
                <a:cubicBezTo>
                  <a:pt x="45121" y="56765"/>
                  <a:pt x="47523" y="50393"/>
                  <a:pt x="50120" y="44119"/>
                </a:cubicBezTo>
                <a:lnTo>
                  <a:pt x="59336" y="52623"/>
                </a:lnTo>
                <a:cubicBezTo>
                  <a:pt x="61370" y="54511"/>
                  <a:pt x="63061" y="55123"/>
                  <a:pt x="64409" y="55123"/>
                </a:cubicBezTo>
                <a:cubicBezTo>
                  <a:pt x="65316" y="55123"/>
                  <a:pt x="66051" y="54854"/>
                  <a:pt x="66639" y="54511"/>
                </a:cubicBezTo>
                <a:cubicBezTo>
                  <a:pt x="67742" y="53824"/>
                  <a:pt x="68355" y="52770"/>
                  <a:pt x="68747" y="52060"/>
                </a:cubicBezTo>
                <a:lnTo>
                  <a:pt x="74507" y="41815"/>
                </a:lnTo>
                <a:close/>
                <a:moveTo>
                  <a:pt x="123059" y="55736"/>
                </a:moveTo>
                <a:cubicBezTo>
                  <a:pt x="123916" y="64069"/>
                  <a:pt x="124407" y="72451"/>
                  <a:pt x="124554" y="80833"/>
                </a:cubicBezTo>
                <a:cubicBezTo>
                  <a:pt x="122054" y="81323"/>
                  <a:pt x="119603" y="82573"/>
                  <a:pt x="117520" y="84460"/>
                </a:cubicBezTo>
                <a:cubicBezTo>
                  <a:pt x="116539" y="85343"/>
                  <a:pt x="115632" y="86372"/>
                  <a:pt x="114799" y="87548"/>
                </a:cubicBezTo>
                <a:cubicBezTo>
                  <a:pt x="114064" y="83480"/>
                  <a:pt x="112544" y="79068"/>
                  <a:pt x="109628" y="75098"/>
                </a:cubicBezTo>
                <a:cubicBezTo>
                  <a:pt x="108917" y="74142"/>
                  <a:pt x="108182" y="73260"/>
                  <a:pt x="107373" y="72451"/>
                </a:cubicBezTo>
                <a:cubicBezTo>
                  <a:pt x="107005" y="68726"/>
                  <a:pt x="107103" y="64976"/>
                  <a:pt x="107692" y="61299"/>
                </a:cubicBezTo>
                <a:cubicBezTo>
                  <a:pt x="112348" y="58383"/>
                  <a:pt x="117618" y="56471"/>
                  <a:pt x="123059" y="55736"/>
                </a:cubicBezTo>
                <a:close/>
                <a:moveTo>
                  <a:pt x="169429" y="19880"/>
                </a:moveTo>
                <a:lnTo>
                  <a:pt x="176659" y="20051"/>
                </a:lnTo>
                <a:cubicBezTo>
                  <a:pt x="178105" y="20100"/>
                  <a:pt x="178375" y="20296"/>
                  <a:pt x="178399" y="20345"/>
                </a:cubicBezTo>
                <a:cubicBezTo>
                  <a:pt x="178473" y="20468"/>
                  <a:pt x="178546" y="20933"/>
                  <a:pt x="178571" y="21179"/>
                </a:cubicBezTo>
                <a:cubicBezTo>
                  <a:pt x="181438" y="46006"/>
                  <a:pt x="178105" y="71765"/>
                  <a:pt x="174723" y="93994"/>
                </a:cubicBezTo>
                <a:cubicBezTo>
                  <a:pt x="170047" y="94205"/>
                  <a:pt x="165350" y="94309"/>
                  <a:pt x="160651" y="94309"/>
                </a:cubicBezTo>
                <a:cubicBezTo>
                  <a:pt x="153898" y="94309"/>
                  <a:pt x="147141" y="94095"/>
                  <a:pt x="140435" y="93676"/>
                </a:cubicBezTo>
                <a:cubicBezTo>
                  <a:pt x="139259" y="87916"/>
                  <a:pt x="135215" y="81715"/>
                  <a:pt x="128745" y="80710"/>
                </a:cubicBezTo>
                <a:cubicBezTo>
                  <a:pt x="128720" y="80710"/>
                  <a:pt x="128696" y="80710"/>
                  <a:pt x="128647" y="80686"/>
                </a:cubicBezTo>
                <a:cubicBezTo>
                  <a:pt x="128303" y="60858"/>
                  <a:pt x="125975" y="41006"/>
                  <a:pt x="121711" y="21620"/>
                </a:cubicBezTo>
                <a:lnTo>
                  <a:pt x="134504" y="20835"/>
                </a:lnTo>
                <a:lnTo>
                  <a:pt x="134945" y="35663"/>
                </a:lnTo>
                <a:cubicBezTo>
                  <a:pt x="134970" y="36300"/>
                  <a:pt x="135019" y="38212"/>
                  <a:pt x="136636" y="39144"/>
                </a:cubicBezTo>
                <a:cubicBezTo>
                  <a:pt x="137244" y="39495"/>
                  <a:pt x="137861" y="39576"/>
                  <a:pt x="138360" y="39576"/>
                </a:cubicBezTo>
                <a:cubicBezTo>
                  <a:pt x="138627" y="39576"/>
                  <a:pt x="138859" y="39553"/>
                  <a:pt x="139038" y="39536"/>
                </a:cubicBezTo>
                <a:lnTo>
                  <a:pt x="145901" y="38849"/>
                </a:lnTo>
                <a:cubicBezTo>
                  <a:pt x="146440" y="38800"/>
                  <a:pt x="147469" y="38702"/>
                  <a:pt x="148278" y="37918"/>
                </a:cubicBezTo>
                <a:cubicBezTo>
                  <a:pt x="149258" y="36987"/>
                  <a:pt x="149332" y="35712"/>
                  <a:pt x="149356" y="35173"/>
                </a:cubicBezTo>
                <a:cubicBezTo>
                  <a:pt x="149577" y="30614"/>
                  <a:pt x="149234" y="26056"/>
                  <a:pt x="148352" y="21571"/>
                </a:cubicBezTo>
                <a:lnTo>
                  <a:pt x="157788" y="21154"/>
                </a:lnTo>
                <a:lnTo>
                  <a:pt x="156464" y="35100"/>
                </a:lnTo>
                <a:cubicBezTo>
                  <a:pt x="156391" y="35663"/>
                  <a:pt x="156587" y="36227"/>
                  <a:pt x="156979" y="36644"/>
                </a:cubicBezTo>
                <a:cubicBezTo>
                  <a:pt x="157346" y="37085"/>
                  <a:pt x="157886" y="37330"/>
                  <a:pt x="158474" y="37330"/>
                </a:cubicBezTo>
                <a:lnTo>
                  <a:pt x="165581" y="37403"/>
                </a:lnTo>
                <a:cubicBezTo>
                  <a:pt x="165618" y="37403"/>
                  <a:pt x="165657" y="37403"/>
                  <a:pt x="165697" y="37403"/>
                </a:cubicBezTo>
                <a:cubicBezTo>
                  <a:pt x="166304" y="37403"/>
                  <a:pt x="167308" y="37382"/>
                  <a:pt x="168204" y="36693"/>
                </a:cubicBezTo>
                <a:cubicBezTo>
                  <a:pt x="169356" y="35786"/>
                  <a:pt x="169503" y="34389"/>
                  <a:pt x="169576" y="33801"/>
                </a:cubicBezTo>
                <a:cubicBezTo>
                  <a:pt x="170066" y="29168"/>
                  <a:pt x="170017" y="24487"/>
                  <a:pt x="169429" y="19880"/>
                </a:cubicBezTo>
                <a:close/>
                <a:moveTo>
                  <a:pt x="92253" y="69876"/>
                </a:moveTo>
                <a:cubicBezTo>
                  <a:pt x="96292" y="69876"/>
                  <a:pt x="100494" y="71680"/>
                  <a:pt x="103795" y="74706"/>
                </a:cubicBezTo>
                <a:cubicBezTo>
                  <a:pt x="103917" y="74853"/>
                  <a:pt x="104064" y="74975"/>
                  <a:pt x="104211" y="75098"/>
                </a:cubicBezTo>
                <a:cubicBezTo>
                  <a:pt x="104971" y="75833"/>
                  <a:pt x="105682" y="76642"/>
                  <a:pt x="106319" y="77524"/>
                </a:cubicBezTo>
                <a:cubicBezTo>
                  <a:pt x="110486" y="83161"/>
                  <a:pt x="111343" y="89950"/>
                  <a:pt x="111343" y="94680"/>
                </a:cubicBezTo>
                <a:cubicBezTo>
                  <a:pt x="111343" y="95661"/>
                  <a:pt x="112054" y="96519"/>
                  <a:pt x="113010" y="96690"/>
                </a:cubicBezTo>
                <a:cubicBezTo>
                  <a:pt x="113132" y="96711"/>
                  <a:pt x="113254" y="96722"/>
                  <a:pt x="113374" y="96722"/>
                </a:cubicBezTo>
                <a:cubicBezTo>
                  <a:pt x="114219" y="96722"/>
                  <a:pt x="114992" y="96210"/>
                  <a:pt x="115314" y="95416"/>
                </a:cubicBezTo>
                <a:cubicBezTo>
                  <a:pt x="116662" y="91886"/>
                  <a:pt x="118279" y="89288"/>
                  <a:pt x="120289" y="87475"/>
                </a:cubicBezTo>
                <a:cubicBezTo>
                  <a:pt x="122276" y="85676"/>
                  <a:pt x="124690" y="84663"/>
                  <a:pt x="126955" y="84663"/>
                </a:cubicBezTo>
                <a:cubicBezTo>
                  <a:pt x="127344" y="84663"/>
                  <a:pt x="127730" y="84693"/>
                  <a:pt x="128107" y="84754"/>
                </a:cubicBezTo>
                <a:cubicBezTo>
                  <a:pt x="132691" y="85465"/>
                  <a:pt x="135632" y="90391"/>
                  <a:pt x="136465" y="94656"/>
                </a:cubicBezTo>
                <a:cubicBezTo>
                  <a:pt x="137151" y="98185"/>
                  <a:pt x="136906" y="101788"/>
                  <a:pt x="136661" y="105636"/>
                </a:cubicBezTo>
                <a:cubicBezTo>
                  <a:pt x="136563" y="107204"/>
                  <a:pt x="136465" y="108871"/>
                  <a:pt x="136440" y="110489"/>
                </a:cubicBezTo>
                <a:cubicBezTo>
                  <a:pt x="136416" y="111150"/>
                  <a:pt x="136734" y="111788"/>
                  <a:pt x="137274" y="112180"/>
                </a:cubicBezTo>
                <a:cubicBezTo>
                  <a:pt x="137633" y="112441"/>
                  <a:pt x="138069" y="112583"/>
                  <a:pt x="138508" y="112583"/>
                </a:cubicBezTo>
                <a:cubicBezTo>
                  <a:pt x="138728" y="112583"/>
                  <a:pt x="138948" y="112547"/>
                  <a:pt x="139161" y="112474"/>
                </a:cubicBezTo>
                <a:cubicBezTo>
                  <a:pt x="142739" y="111224"/>
                  <a:pt x="145999" y="110170"/>
                  <a:pt x="149332" y="109949"/>
                </a:cubicBezTo>
                <a:cubicBezTo>
                  <a:pt x="149695" y="109927"/>
                  <a:pt x="150053" y="109916"/>
                  <a:pt x="150406" y="109916"/>
                </a:cubicBezTo>
                <a:cubicBezTo>
                  <a:pt x="153561" y="109916"/>
                  <a:pt x="156314" y="110796"/>
                  <a:pt x="158253" y="112449"/>
                </a:cubicBezTo>
                <a:cubicBezTo>
                  <a:pt x="160557" y="114385"/>
                  <a:pt x="161562" y="117645"/>
                  <a:pt x="160582" y="120047"/>
                </a:cubicBezTo>
                <a:cubicBezTo>
                  <a:pt x="160361" y="120635"/>
                  <a:pt x="160067" y="121052"/>
                  <a:pt x="159724" y="121272"/>
                </a:cubicBezTo>
                <a:cubicBezTo>
                  <a:pt x="159135" y="121665"/>
                  <a:pt x="158033" y="121665"/>
                  <a:pt x="157150" y="121689"/>
                </a:cubicBezTo>
                <a:lnTo>
                  <a:pt x="78698" y="122694"/>
                </a:lnTo>
                <a:cubicBezTo>
                  <a:pt x="76418" y="122718"/>
                  <a:pt x="74139" y="122767"/>
                  <a:pt x="71835" y="122816"/>
                </a:cubicBezTo>
                <a:cubicBezTo>
                  <a:pt x="68124" y="122893"/>
                  <a:pt x="64372" y="122969"/>
                  <a:pt x="60609" y="122969"/>
                </a:cubicBezTo>
                <a:cubicBezTo>
                  <a:pt x="52294" y="122969"/>
                  <a:pt x="43923" y="122596"/>
                  <a:pt x="35807" y="121027"/>
                </a:cubicBezTo>
                <a:cubicBezTo>
                  <a:pt x="34680" y="120807"/>
                  <a:pt x="33528" y="120537"/>
                  <a:pt x="32719" y="119949"/>
                </a:cubicBezTo>
                <a:cubicBezTo>
                  <a:pt x="32156" y="119557"/>
                  <a:pt x="31812" y="118895"/>
                  <a:pt x="31910" y="118478"/>
                </a:cubicBezTo>
                <a:cubicBezTo>
                  <a:pt x="32008" y="118037"/>
                  <a:pt x="32646" y="117498"/>
                  <a:pt x="33651" y="117057"/>
                </a:cubicBezTo>
                <a:cubicBezTo>
                  <a:pt x="35342" y="116273"/>
                  <a:pt x="37204" y="115880"/>
                  <a:pt x="39067" y="115880"/>
                </a:cubicBezTo>
                <a:cubicBezTo>
                  <a:pt x="40562" y="115880"/>
                  <a:pt x="42033" y="116126"/>
                  <a:pt x="43430" y="116616"/>
                </a:cubicBezTo>
                <a:cubicBezTo>
                  <a:pt x="43655" y="116695"/>
                  <a:pt x="43886" y="116734"/>
                  <a:pt x="44113" y="116734"/>
                </a:cubicBezTo>
                <a:cubicBezTo>
                  <a:pt x="44726" y="116734"/>
                  <a:pt x="45316" y="116455"/>
                  <a:pt x="45709" y="115954"/>
                </a:cubicBezTo>
                <a:cubicBezTo>
                  <a:pt x="46248" y="115243"/>
                  <a:pt x="46297" y="114287"/>
                  <a:pt x="45807" y="113552"/>
                </a:cubicBezTo>
                <a:cubicBezTo>
                  <a:pt x="43944" y="110807"/>
                  <a:pt x="44581" y="106469"/>
                  <a:pt x="47253" y="103920"/>
                </a:cubicBezTo>
                <a:cubicBezTo>
                  <a:pt x="49130" y="102116"/>
                  <a:pt x="51928" y="101139"/>
                  <a:pt x="54862" y="101139"/>
                </a:cubicBezTo>
                <a:cubicBezTo>
                  <a:pt x="55874" y="101139"/>
                  <a:pt x="56902" y="101255"/>
                  <a:pt x="57914" y="101494"/>
                </a:cubicBezTo>
                <a:cubicBezTo>
                  <a:pt x="58083" y="101539"/>
                  <a:pt x="58253" y="101561"/>
                  <a:pt x="58421" y="101561"/>
                </a:cubicBezTo>
                <a:cubicBezTo>
                  <a:pt x="58984" y="101561"/>
                  <a:pt x="59522" y="101315"/>
                  <a:pt x="59899" y="100881"/>
                </a:cubicBezTo>
                <a:cubicBezTo>
                  <a:pt x="60414" y="100317"/>
                  <a:pt x="60561" y="99533"/>
                  <a:pt x="60316" y="98822"/>
                </a:cubicBezTo>
                <a:cubicBezTo>
                  <a:pt x="58748" y="94460"/>
                  <a:pt x="57154" y="89926"/>
                  <a:pt x="57277" y="85367"/>
                </a:cubicBezTo>
                <a:cubicBezTo>
                  <a:pt x="57375" y="81519"/>
                  <a:pt x="59189" y="76863"/>
                  <a:pt x="63012" y="75122"/>
                </a:cubicBezTo>
                <a:cubicBezTo>
                  <a:pt x="64044" y="74647"/>
                  <a:pt x="65128" y="74432"/>
                  <a:pt x="66216" y="74432"/>
                </a:cubicBezTo>
                <a:cubicBezTo>
                  <a:pt x="70116" y="74432"/>
                  <a:pt x="74067" y="77191"/>
                  <a:pt x="75830" y="80563"/>
                </a:cubicBezTo>
                <a:cubicBezTo>
                  <a:pt x="76193" y="81247"/>
                  <a:pt x="76910" y="81670"/>
                  <a:pt x="77656" y="81670"/>
                </a:cubicBezTo>
                <a:cubicBezTo>
                  <a:pt x="77766" y="81670"/>
                  <a:pt x="77877" y="81661"/>
                  <a:pt x="77987" y="81642"/>
                </a:cubicBezTo>
                <a:cubicBezTo>
                  <a:pt x="78869" y="81495"/>
                  <a:pt x="79556" y="80808"/>
                  <a:pt x="79678" y="79926"/>
                </a:cubicBezTo>
                <a:cubicBezTo>
                  <a:pt x="80462" y="74657"/>
                  <a:pt x="85609" y="70270"/>
                  <a:pt x="91418" y="69902"/>
                </a:cubicBezTo>
                <a:cubicBezTo>
                  <a:pt x="91695" y="69885"/>
                  <a:pt x="91974" y="69876"/>
                  <a:pt x="92253" y="69876"/>
                </a:cubicBezTo>
                <a:close/>
                <a:moveTo>
                  <a:pt x="182076" y="69681"/>
                </a:moveTo>
                <a:cubicBezTo>
                  <a:pt x="197075" y="108822"/>
                  <a:pt x="198815" y="132252"/>
                  <a:pt x="198178" y="148428"/>
                </a:cubicBezTo>
                <a:cubicBezTo>
                  <a:pt x="183932" y="144238"/>
                  <a:pt x="167371" y="140235"/>
                  <a:pt x="150162" y="140235"/>
                </a:cubicBezTo>
                <a:cubicBezTo>
                  <a:pt x="149755" y="140235"/>
                  <a:pt x="149348" y="140238"/>
                  <a:pt x="148940" y="140242"/>
                </a:cubicBezTo>
                <a:cubicBezTo>
                  <a:pt x="130877" y="140463"/>
                  <a:pt x="114382" y="145536"/>
                  <a:pt x="102006" y="154580"/>
                </a:cubicBezTo>
                <a:lnTo>
                  <a:pt x="102422" y="126493"/>
                </a:lnTo>
                <a:lnTo>
                  <a:pt x="157199" y="125782"/>
                </a:lnTo>
                <a:cubicBezTo>
                  <a:pt x="158547" y="125758"/>
                  <a:pt x="160410" y="125733"/>
                  <a:pt x="162003" y="124655"/>
                </a:cubicBezTo>
                <a:cubicBezTo>
                  <a:pt x="163032" y="123968"/>
                  <a:pt x="163841" y="122939"/>
                  <a:pt x="164380" y="121591"/>
                </a:cubicBezTo>
                <a:cubicBezTo>
                  <a:pt x="166022" y="117572"/>
                  <a:pt x="164552" y="112400"/>
                  <a:pt x="160900" y="109312"/>
                </a:cubicBezTo>
                <a:cubicBezTo>
                  <a:pt x="158224" y="107056"/>
                  <a:pt x="154530" y="105838"/>
                  <a:pt x="150412" y="105838"/>
                </a:cubicBezTo>
                <a:cubicBezTo>
                  <a:pt x="149967" y="105838"/>
                  <a:pt x="149517" y="105852"/>
                  <a:pt x="149062" y="105881"/>
                </a:cubicBezTo>
                <a:cubicBezTo>
                  <a:pt x="146170" y="106052"/>
                  <a:pt x="143474" y="106739"/>
                  <a:pt x="140656" y="107646"/>
                </a:cubicBezTo>
                <a:cubicBezTo>
                  <a:pt x="140680" y="107057"/>
                  <a:pt x="140729" y="106469"/>
                  <a:pt x="140754" y="105881"/>
                </a:cubicBezTo>
                <a:cubicBezTo>
                  <a:pt x="140925" y="103234"/>
                  <a:pt x="141097" y="100513"/>
                  <a:pt x="140950" y="97793"/>
                </a:cubicBezTo>
                <a:lnTo>
                  <a:pt x="140950" y="97793"/>
                </a:lnTo>
                <a:cubicBezTo>
                  <a:pt x="147420" y="98185"/>
                  <a:pt x="153940" y="98406"/>
                  <a:pt x="160434" y="98406"/>
                </a:cubicBezTo>
                <a:cubicBezTo>
                  <a:pt x="165361" y="98406"/>
                  <a:pt x="170287" y="98283"/>
                  <a:pt x="175164" y="98063"/>
                </a:cubicBezTo>
                <a:cubicBezTo>
                  <a:pt x="175679" y="98038"/>
                  <a:pt x="176610" y="97989"/>
                  <a:pt x="177444" y="97327"/>
                </a:cubicBezTo>
                <a:cubicBezTo>
                  <a:pt x="178473" y="96519"/>
                  <a:pt x="178644" y="95342"/>
                  <a:pt x="178743" y="94778"/>
                </a:cubicBezTo>
                <a:cubicBezTo>
                  <a:pt x="179943" y="86813"/>
                  <a:pt x="181169" y="78382"/>
                  <a:pt x="182076" y="69681"/>
                </a:cubicBezTo>
                <a:close/>
                <a:moveTo>
                  <a:pt x="30233" y="50898"/>
                </a:moveTo>
                <a:cubicBezTo>
                  <a:pt x="30372" y="50898"/>
                  <a:pt x="30537" y="50901"/>
                  <a:pt x="30734" y="50908"/>
                </a:cubicBezTo>
                <a:cubicBezTo>
                  <a:pt x="34680" y="51153"/>
                  <a:pt x="38650" y="51545"/>
                  <a:pt x="42596" y="52109"/>
                </a:cubicBezTo>
                <a:cubicBezTo>
                  <a:pt x="41371" y="55368"/>
                  <a:pt x="40219" y="58652"/>
                  <a:pt x="39165" y="61937"/>
                </a:cubicBezTo>
                <a:cubicBezTo>
                  <a:pt x="36616" y="69828"/>
                  <a:pt x="34508" y="77941"/>
                  <a:pt x="32474" y="85784"/>
                </a:cubicBezTo>
                <a:cubicBezTo>
                  <a:pt x="32327" y="86396"/>
                  <a:pt x="32450" y="87034"/>
                  <a:pt x="32817" y="87524"/>
                </a:cubicBezTo>
                <a:cubicBezTo>
                  <a:pt x="33209" y="88039"/>
                  <a:pt x="33773" y="88333"/>
                  <a:pt x="34410" y="88357"/>
                </a:cubicBezTo>
                <a:lnTo>
                  <a:pt x="53356" y="88798"/>
                </a:lnTo>
                <a:cubicBezTo>
                  <a:pt x="53699" y="91666"/>
                  <a:pt x="54483" y="94435"/>
                  <a:pt x="55365" y="97058"/>
                </a:cubicBezTo>
                <a:cubicBezTo>
                  <a:pt x="55166" y="97051"/>
                  <a:pt x="54967" y="97047"/>
                  <a:pt x="54769" y="97047"/>
                </a:cubicBezTo>
                <a:cubicBezTo>
                  <a:pt x="50820" y="97047"/>
                  <a:pt x="47072" y="98435"/>
                  <a:pt x="44434" y="100979"/>
                </a:cubicBezTo>
                <a:cubicBezTo>
                  <a:pt x="41444" y="103847"/>
                  <a:pt x="40145" y="108087"/>
                  <a:pt x="40832" y="111886"/>
                </a:cubicBezTo>
                <a:cubicBezTo>
                  <a:pt x="40265" y="111830"/>
                  <a:pt x="39695" y="111803"/>
                  <a:pt x="39126" y="111803"/>
                </a:cubicBezTo>
                <a:cubicBezTo>
                  <a:pt x="36667" y="111803"/>
                  <a:pt x="34208" y="112317"/>
                  <a:pt x="31959" y="113332"/>
                </a:cubicBezTo>
                <a:cubicBezTo>
                  <a:pt x="29705" y="114361"/>
                  <a:pt x="28332" y="115758"/>
                  <a:pt x="27916" y="117547"/>
                </a:cubicBezTo>
                <a:cubicBezTo>
                  <a:pt x="27425" y="119581"/>
                  <a:pt x="28406" y="121885"/>
                  <a:pt x="30317" y="123282"/>
                </a:cubicBezTo>
                <a:cubicBezTo>
                  <a:pt x="31788" y="124336"/>
                  <a:pt x="33528" y="124753"/>
                  <a:pt x="35048" y="125047"/>
                </a:cubicBezTo>
                <a:cubicBezTo>
                  <a:pt x="43454" y="126689"/>
                  <a:pt x="52057" y="127056"/>
                  <a:pt x="60586" y="127056"/>
                </a:cubicBezTo>
                <a:cubicBezTo>
                  <a:pt x="64385" y="127056"/>
                  <a:pt x="68183" y="126983"/>
                  <a:pt x="71933" y="126909"/>
                </a:cubicBezTo>
                <a:cubicBezTo>
                  <a:pt x="74213" y="126860"/>
                  <a:pt x="76467" y="126811"/>
                  <a:pt x="78747" y="126787"/>
                </a:cubicBezTo>
                <a:lnTo>
                  <a:pt x="98329" y="126542"/>
                </a:lnTo>
                <a:lnTo>
                  <a:pt x="97913" y="154972"/>
                </a:lnTo>
                <a:cubicBezTo>
                  <a:pt x="82472" y="148085"/>
                  <a:pt x="68330" y="143968"/>
                  <a:pt x="54802" y="142472"/>
                </a:cubicBezTo>
                <a:cubicBezTo>
                  <a:pt x="50904" y="142037"/>
                  <a:pt x="47054" y="141820"/>
                  <a:pt x="43269" y="141820"/>
                </a:cubicBezTo>
                <a:cubicBezTo>
                  <a:pt x="31298" y="141820"/>
                  <a:pt x="19988" y="143986"/>
                  <a:pt x="9951" y="148232"/>
                </a:cubicBezTo>
                <a:cubicBezTo>
                  <a:pt x="12426" y="124164"/>
                  <a:pt x="15171" y="99411"/>
                  <a:pt x="22426" y="76005"/>
                </a:cubicBezTo>
                <a:cubicBezTo>
                  <a:pt x="23063" y="74019"/>
                  <a:pt x="23725" y="71985"/>
                  <a:pt x="24362" y="70025"/>
                </a:cubicBezTo>
                <a:cubicBezTo>
                  <a:pt x="26298" y="64142"/>
                  <a:pt x="28283" y="58064"/>
                  <a:pt x="29386" y="51815"/>
                </a:cubicBezTo>
                <a:cubicBezTo>
                  <a:pt x="29435" y="51569"/>
                  <a:pt x="29533" y="51104"/>
                  <a:pt x="29582" y="50957"/>
                </a:cubicBezTo>
                <a:cubicBezTo>
                  <a:pt x="29672" y="50921"/>
                  <a:pt x="29853" y="50898"/>
                  <a:pt x="30233" y="50898"/>
                </a:cubicBezTo>
                <a:close/>
                <a:moveTo>
                  <a:pt x="43361" y="145901"/>
                </a:moveTo>
                <a:cubicBezTo>
                  <a:pt x="46961" y="145901"/>
                  <a:pt x="50626" y="146105"/>
                  <a:pt x="54336" y="146516"/>
                </a:cubicBezTo>
                <a:cubicBezTo>
                  <a:pt x="67914" y="148036"/>
                  <a:pt x="82153" y="152276"/>
                  <a:pt x="97864" y="159433"/>
                </a:cubicBezTo>
                <a:lnTo>
                  <a:pt x="97839" y="160535"/>
                </a:lnTo>
                <a:cubicBezTo>
                  <a:pt x="97790" y="163231"/>
                  <a:pt x="97766" y="166001"/>
                  <a:pt x="97275" y="168623"/>
                </a:cubicBezTo>
                <a:cubicBezTo>
                  <a:pt x="91883" y="168476"/>
                  <a:pt x="86491" y="168207"/>
                  <a:pt x="81198" y="167937"/>
                </a:cubicBezTo>
                <a:cubicBezTo>
                  <a:pt x="79139" y="167839"/>
                  <a:pt x="77080" y="167741"/>
                  <a:pt x="75046" y="167643"/>
                </a:cubicBezTo>
                <a:cubicBezTo>
                  <a:pt x="60316" y="166957"/>
                  <a:pt x="45341" y="166687"/>
                  <a:pt x="30881" y="166418"/>
                </a:cubicBezTo>
                <a:cubicBezTo>
                  <a:pt x="26420" y="166344"/>
                  <a:pt x="21862" y="166246"/>
                  <a:pt x="17303" y="166221"/>
                </a:cubicBezTo>
                <a:cubicBezTo>
                  <a:pt x="18627" y="163942"/>
                  <a:pt x="19730" y="160952"/>
                  <a:pt x="19386" y="157643"/>
                </a:cubicBezTo>
                <a:cubicBezTo>
                  <a:pt x="19117" y="154702"/>
                  <a:pt x="17597" y="152104"/>
                  <a:pt x="15465" y="150487"/>
                </a:cubicBezTo>
                <a:cubicBezTo>
                  <a:pt x="24022" y="147449"/>
                  <a:pt x="33450" y="145901"/>
                  <a:pt x="43361" y="145901"/>
                </a:cubicBezTo>
                <a:close/>
                <a:moveTo>
                  <a:pt x="150222" y="144328"/>
                </a:moveTo>
                <a:cubicBezTo>
                  <a:pt x="164422" y="144328"/>
                  <a:pt x="178268" y="147178"/>
                  <a:pt x="190678" y="150560"/>
                </a:cubicBezTo>
                <a:cubicBezTo>
                  <a:pt x="188472" y="152938"/>
                  <a:pt x="187149" y="156050"/>
                  <a:pt x="187002" y="159286"/>
                </a:cubicBezTo>
                <a:cubicBezTo>
                  <a:pt x="186904" y="161540"/>
                  <a:pt x="187370" y="163771"/>
                  <a:pt x="188325" y="165805"/>
                </a:cubicBezTo>
                <a:cubicBezTo>
                  <a:pt x="186357" y="165711"/>
                  <a:pt x="184391" y="165672"/>
                  <a:pt x="182429" y="165672"/>
                </a:cubicBezTo>
                <a:cubicBezTo>
                  <a:pt x="177745" y="165672"/>
                  <a:pt x="173085" y="165892"/>
                  <a:pt x="168473" y="166099"/>
                </a:cubicBezTo>
                <a:cubicBezTo>
                  <a:pt x="163860" y="166327"/>
                  <a:pt x="159144" y="166555"/>
                  <a:pt x="154462" y="166555"/>
                </a:cubicBezTo>
                <a:cubicBezTo>
                  <a:pt x="153099" y="166555"/>
                  <a:pt x="151739" y="166535"/>
                  <a:pt x="150386" y="166491"/>
                </a:cubicBezTo>
                <a:lnTo>
                  <a:pt x="150655" y="157300"/>
                </a:lnTo>
                <a:cubicBezTo>
                  <a:pt x="150680" y="156761"/>
                  <a:pt x="150484" y="156246"/>
                  <a:pt x="150116" y="155830"/>
                </a:cubicBezTo>
                <a:cubicBezTo>
                  <a:pt x="149724" y="155438"/>
                  <a:pt x="149209" y="155217"/>
                  <a:pt x="148670" y="155193"/>
                </a:cubicBezTo>
                <a:cubicBezTo>
                  <a:pt x="146538" y="155131"/>
                  <a:pt x="144394" y="155100"/>
                  <a:pt x="142247" y="155100"/>
                </a:cubicBezTo>
                <a:cubicBezTo>
                  <a:pt x="139236" y="155100"/>
                  <a:pt x="136220" y="155162"/>
                  <a:pt x="133230" y="155291"/>
                </a:cubicBezTo>
                <a:cubicBezTo>
                  <a:pt x="133079" y="155298"/>
                  <a:pt x="132901" y="155301"/>
                  <a:pt x="132700" y="155301"/>
                </a:cubicBezTo>
                <a:cubicBezTo>
                  <a:pt x="132214" y="155301"/>
                  <a:pt x="131595" y="155283"/>
                  <a:pt x="130901" y="155266"/>
                </a:cubicBezTo>
                <a:cubicBezTo>
                  <a:pt x="130046" y="155252"/>
                  <a:pt x="129217" y="155242"/>
                  <a:pt x="128417" y="155242"/>
                </a:cubicBezTo>
                <a:cubicBezTo>
                  <a:pt x="123583" y="155242"/>
                  <a:pt x="119860" y="155607"/>
                  <a:pt x="118304" y="157668"/>
                </a:cubicBezTo>
                <a:cubicBezTo>
                  <a:pt x="117103" y="159261"/>
                  <a:pt x="117324" y="161663"/>
                  <a:pt x="117495" y="163599"/>
                </a:cubicBezTo>
                <a:cubicBezTo>
                  <a:pt x="117544" y="164114"/>
                  <a:pt x="117593" y="164579"/>
                  <a:pt x="117593" y="164874"/>
                </a:cubicBezTo>
                <a:cubicBezTo>
                  <a:pt x="117593" y="165952"/>
                  <a:pt x="117593" y="167030"/>
                  <a:pt x="117569" y="168109"/>
                </a:cubicBezTo>
                <a:cubicBezTo>
                  <a:pt x="112869" y="168518"/>
                  <a:pt x="108132" y="168681"/>
                  <a:pt x="103374" y="168681"/>
                </a:cubicBezTo>
                <a:cubicBezTo>
                  <a:pt x="102722" y="168681"/>
                  <a:pt x="102070" y="168678"/>
                  <a:pt x="101417" y="168672"/>
                </a:cubicBezTo>
                <a:cubicBezTo>
                  <a:pt x="101834" y="165952"/>
                  <a:pt x="101883" y="163256"/>
                  <a:pt x="101932" y="160609"/>
                </a:cubicBezTo>
                <a:lnTo>
                  <a:pt x="101932" y="159825"/>
                </a:lnTo>
                <a:cubicBezTo>
                  <a:pt x="113819" y="150070"/>
                  <a:pt x="130509" y="144556"/>
                  <a:pt x="148989" y="144335"/>
                </a:cubicBezTo>
                <a:cubicBezTo>
                  <a:pt x="149400" y="144330"/>
                  <a:pt x="149811" y="144328"/>
                  <a:pt x="150222" y="144328"/>
                </a:cubicBezTo>
                <a:close/>
                <a:moveTo>
                  <a:pt x="14317" y="170317"/>
                </a:moveTo>
                <a:cubicBezTo>
                  <a:pt x="19841" y="170317"/>
                  <a:pt x="25385" y="170421"/>
                  <a:pt x="30783" y="170511"/>
                </a:cubicBezTo>
                <a:cubicBezTo>
                  <a:pt x="45243" y="170780"/>
                  <a:pt x="60169" y="171050"/>
                  <a:pt x="74850" y="171736"/>
                </a:cubicBezTo>
                <a:cubicBezTo>
                  <a:pt x="76884" y="171834"/>
                  <a:pt x="78943" y="171932"/>
                  <a:pt x="80977" y="172030"/>
                </a:cubicBezTo>
                <a:cubicBezTo>
                  <a:pt x="88298" y="172404"/>
                  <a:pt x="95765" y="172779"/>
                  <a:pt x="103250" y="172779"/>
                </a:cubicBezTo>
                <a:cubicBezTo>
                  <a:pt x="108019" y="172779"/>
                  <a:pt x="112794" y="172627"/>
                  <a:pt x="117544" y="172226"/>
                </a:cubicBezTo>
                <a:cubicBezTo>
                  <a:pt x="117544" y="172398"/>
                  <a:pt x="117544" y="172569"/>
                  <a:pt x="117544" y="172716"/>
                </a:cubicBezTo>
                <a:cubicBezTo>
                  <a:pt x="117520" y="174309"/>
                  <a:pt x="117471" y="175927"/>
                  <a:pt x="117446" y="177520"/>
                </a:cubicBezTo>
                <a:cubicBezTo>
                  <a:pt x="87423" y="177079"/>
                  <a:pt x="56958" y="175755"/>
                  <a:pt x="27474" y="174481"/>
                </a:cubicBezTo>
                <a:lnTo>
                  <a:pt x="8603" y="173648"/>
                </a:lnTo>
                <a:cubicBezTo>
                  <a:pt x="7426" y="173599"/>
                  <a:pt x="6201" y="173550"/>
                  <a:pt x="5294" y="173108"/>
                </a:cubicBezTo>
                <a:cubicBezTo>
                  <a:pt x="4681" y="172839"/>
                  <a:pt x="4191" y="172251"/>
                  <a:pt x="4240" y="171834"/>
                </a:cubicBezTo>
                <a:cubicBezTo>
                  <a:pt x="4265" y="171466"/>
                  <a:pt x="4706" y="171001"/>
                  <a:pt x="5294" y="170756"/>
                </a:cubicBezTo>
                <a:cubicBezTo>
                  <a:pt x="6152" y="170388"/>
                  <a:pt x="7328" y="170388"/>
                  <a:pt x="8333" y="170363"/>
                </a:cubicBezTo>
                <a:cubicBezTo>
                  <a:pt x="10320" y="170331"/>
                  <a:pt x="12317" y="170317"/>
                  <a:pt x="14317" y="170317"/>
                </a:cubicBezTo>
                <a:close/>
                <a:moveTo>
                  <a:pt x="182447" y="169764"/>
                </a:moveTo>
                <a:cubicBezTo>
                  <a:pt x="188098" y="169764"/>
                  <a:pt x="193739" y="170093"/>
                  <a:pt x="199232" y="171172"/>
                </a:cubicBezTo>
                <a:cubicBezTo>
                  <a:pt x="200286" y="171368"/>
                  <a:pt x="201315" y="171638"/>
                  <a:pt x="201756" y="172177"/>
                </a:cubicBezTo>
                <a:cubicBezTo>
                  <a:pt x="202222" y="172765"/>
                  <a:pt x="201977" y="173991"/>
                  <a:pt x="201266" y="174775"/>
                </a:cubicBezTo>
                <a:cubicBezTo>
                  <a:pt x="200310" y="175804"/>
                  <a:pt x="198766" y="176344"/>
                  <a:pt x="197222" y="176785"/>
                </a:cubicBezTo>
                <a:cubicBezTo>
                  <a:pt x="191414" y="178431"/>
                  <a:pt x="185269" y="178792"/>
                  <a:pt x="179556" y="178792"/>
                </a:cubicBezTo>
                <a:cubicBezTo>
                  <a:pt x="177868" y="178792"/>
                  <a:pt x="176218" y="178760"/>
                  <a:pt x="174625" y="178721"/>
                </a:cubicBezTo>
                <a:cubicBezTo>
                  <a:pt x="166439" y="178525"/>
                  <a:pt x="158204" y="178010"/>
                  <a:pt x="150043" y="177201"/>
                </a:cubicBezTo>
                <a:lnTo>
                  <a:pt x="150263" y="170584"/>
                </a:lnTo>
                <a:cubicBezTo>
                  <a:pt x="151650" y="170628"/>
                  <a:pt x="153040" y="170648"/>
                  <a:pt x="154431" y="170648"/>
                </a:cubicBezTo>
                <a:cubicBezTo>
                  <a:pt x="159211" y="170648"/>
                  <a:pt x="163999" y="170420"/>
                  <a:pt x="168669" y="170192"/>
                </a:cubicBezTo>
                <a:cubicBezTo>
                  <a:pt x="173218" y="169983"/>
                  <a:pt x="177835" y="169764"/>
                  <a:pt x="182447" y="169764"/>
                </a:cubicBezTo>
                <a:close/>
                <a:moveTo>
                  <a:pt x="142145" y="159187"/>
                </a:moveTo>
                <a:cubicBezTo>
                  <a:pt x="143602" y="159187"/>
                  <a:pt x="145059" y="159204"/>
                  <a:pt x="146513" y="159236"/>
                </a:cubicBezTo>
                <a:lnTo>
                  <a:pt x="146268" y="167153"/>
                </a:lnTo>
                <a:cubicBezTo>
                  <a:pt x="146023" y="167471"/>
                  <a:pt x="145852" y="167864"/>
                  <a:pt x="145827" y="168305"/>
                </a:cubicBezTo>
                <a:cubicBezTo>
                  <a:pt x="145803" y="168770"/>
                  <a:pt x="145950" y="169212"/>
                  <a:pt x="146195" y="169555"/>
                </a:cubicBezTo>
                <a:lnTo>
                  <a:pt x="145533" y="191269"/>
                </a:lnTo>
                <a:cubicBezTo>
                  <a:pt x="145386" y="195362"/>
                  <a:pt x="145264" y="199553"/>
                  <a:pt x="144577" y="203573"/>
                </a:cubicBezTo>
                <a:cubicBezTo>
                  <a:pt x="142837" y="202298"/>
                  <a:pt x="141342" y="200460"/>
                  <a:pt x="139823" y="198549"/>
                </a:cubicBezTo>
                <a:cubicBezTo>
                  <a:pt x="138524" y="196931"/>
                  <a:pt x="137176" y="195264"/>
                  <a:pt x="135583" y="193818"/>
                </a:cubicBezTo>
                <a:cubicBezTo>
                  <a:pt x="135215" y="193475"/>
                  <a:pt x="134357" y="192715"/>
                  <a:pt x="133107" y="192617"/>
                </a:cubicBezTo>
                <a:lnTo>
                  <a:pt x="132887" y="192617"/>
                </a:lnTo>
                <a:cubicBezTo>
                  <a:pt x="131906" y="192617"/>
                  <a:pt x="131146" y="193034"/>
                  <a:pt x="130730" y="193279"/>
                </a:cubicBezTo>
                <a:cubicBezTo>
                  <a:pt x="127225" y="195240"/>
                  <a:pt x="123892" y="197495"/>
                  <a:pt x="120779" y="200019"/>
                </a:cubicBezTo>
                <a:cubicBezTo>
                  <a:pt x="120779" y="199553"/>
                  <a:pt x="120779" y="199039"/>
                  <a:pt x="120755" y="198500"/>
                </a:cubicBezTo>
                <a:cubicBezTo>
                  <a:pt x="120730" y="197764"/>
                  <a:pt x="120730" y="197078"/>
                  <a:pt x="120730" y="196784"/>
                </a:cubicBezTo>
                <a:cubicBezTo>
                  <a:pt x="120902" y="193990"/>
                  <a:pt x="121049" y="191147"/>
                  <a:pt x="121171" y="188328"/>
                </a:cubicBezTo>
                <a:cubicBezTo>
                  <a:pt x="121416" y="183182"/>
                  <a:pt x="121564" y="177937"/>
                  <a:pt x="121637" y="172790"/>
                </a:cubicBezTo>
                <a:cubicBezTo>
                  <a:pt x="121662" y="170167"/>
                  <a:pt x="121686" y="167496"/>
                  <a:pt x="121686" y="164874"/>
                </a:cubicBezTo>
                <a:cubicBezTo>
                  <a:pt x="121686" y="164383"/>
                  <a:pt x="121637" y="163844"/>
                  <a:pt x="121588" y="163256"/>
                </a:cubicBezTo>
                <a:cubicBezTo>
                  <a:pt x="121515" y="162472"/>
                  <a:pt x="121343" y="160683"/>
                  <a:pt x="121564" y="160143"/>
                </a:cubicBezTo>
                <a:cubicBezTo>
                  <a:pt x="122459" y="159449"/>
                  <a:pt x="126056" y="159340"/>
                  <a:pt x="128660" y="159340"/>
                </a:cubicBezTo>
                <a:cubicBezTo>
                  <a:pt x="129546" y="159340"/>
                  <a:pt x="130317" y="159353"/>
                  <a:pt x="130828" y="159359"/>
                </a:cubicBezTo>
                <a:cubicBezTo>
                  <a:pt x="131573" y="159376"/>
                  <a:pt x="132232" y="159394"/>
                  <a:pt x="132780" y="159394"/>
                </a:cubicBezTo>
                <a:cubicBezTo>
                  <a:pt x="133007" y="159394"/>
                  <a:pt x="133215" y="159391"/>
                  <a:pt x="133401" y="159384"/>
                </a:cubicBezTo>
                <a:cubicBezTo>
                  <a:pt x="136310" y="159253"/>
                  <a:pt x="139229" y="159187"/>
                  <a:pt x="142145" y="159187"/>
                </a:cubicBezTo>
                <a:close/>
                <a:moveTo>
                  <a:pt x="68521" y="0"/>
                </a:moveTo>
                <a:cubicBezTo>
                  <a:pt x="67340" y="0"/>
                  <a:pt x="65948" y="699"/>
                  <a:pt x="64948" y="2699"/>
                </a:cubicBezTo>
                <a:cubicBezTo>
                  <a:pt x="57645" y="17429"/>
                  <a:pt x="50169" y="32526"/>
                  <a:pt x="44067" y="48187"/>
                </a:cubicBezTo>
                <a:cubicBezTo>
                  <a:pt x="39753" y="47550"/>
                  <a:pt x="35342" y="47084"/>
                  <a:pt x="30979" y="46839"/>
                </a:cubicBezTo>
                <a:cubicBezTo>
                  <a:pt x="30757" y="46822"/>
                  <a:pt x="30476" y="46803"/>
                  <a:pt x="30158" y="46803"/>
                </a:cubicBezTo>
                <a:cubicBezTo>
                  <a:pt x="29144" y="46803"/>
                  <a:pt x="27754" y="46995"/>
                  <a:pt x="26690" y="48040"/>
                </a:cubicBezTo>
                <a:cubicBezTo>
                  <a:pt x="25734" y="49021"/>
                  <a:pt x="25514" y="50270"/>
                  <a:pt x="25367" y="51104"/>
                </a:cubicBezTo>
                <a:cubicBezTo>
                  <a:pt x="24288" y="57059"/>
                  <a:pt x="22352" y="62991"/>
                  <a:pt x="20465" y="68750"/>
                </a:cubicBezTo>
                <a:cubicBezTo>
                  <a:pt x="19828" y="70711"/>
                  <a:pt x="19141" y="72770"/>
                  <a:pt x="18529" y="74804"/>
                </a:cubicBezTo>
                <a:cubicBezTo>
                  <a:pt x="10808" y="99729"/>
                  <a:pt x="8112" y="125978"/>
                  <a:pt x="5515" y="151345"/>
                </a:cubicBezTo>
                <a:cubicBezTo>
                  <a:pt x="5441" y="152080"/>
                  <a:pt x="5760" y="152815"/>
                  <a:pt x="6372" y="153232"/>
                </a:cubicBezTo>
                <a:cubicBezTo>
                  <a:pt x="6723" y="153485"/>
                  <a:pt x="7130" y="153609"/>
                  <a:pt x="7539" y="153609"/>
                </a:cubicBezTo>
                <a:cubicBezTo>
                  <a:pt x="7843" y="153609"/>
                  <a:pt x="8148" y="153540"/>
                  <a:pt x="8431" y="153403"/>
                </a:cubicBezTo>
                <a:cubicBezTo>
                  <a:pt x="9044" y="153109"/>
                  <a:pt x="9681" y="152815"/>
                  <a:pt x="10318" y="152521"/>
                </a:cubicBezTo>
                <a:cubicBezTo>
                  <a:pt x="10563" y="152717"/>
                  <a:pt x="10857" y="152840"/>
                  <a:pt x="11176" y="152889"/>
                </a:cubicBezTo>
                <a:cubicBezTo>
                  <a:pt x="13284" y="153281"/>
                  <a:pt x="15073" y="155487"/>
                  <a:pt x="15318" y="158036"/>
                </a:cubicBezTo>
                <a:cubicBezTo>
                  <a:pt x="15563" y="160388"/>
                  <a:pt x="14656" y="163109"/>
                  <a:pt x="12769" y="165707"/>
                </a:cubicBezTo>
                <a:cubicBezTo>
                  <a:pt x="12647" y="165854"/>
                  <a:pt x="12573" y="166050"/>
                  <a:pt x="12500" y="166221"/>
                </a:cubicBezTo>
                <a:cubicBezTo>
                  <a:pt x="11103" y="166221"/>
                  <a:pt x="9681" y="166246"/>
                  <a:pt x="8284" y="166271"/>
                </a:cubicBezTo>
                <a:cubicBezTo>
                  <a:pt x="6961" y="166295"/>
                  <a:pt x="5318" y="166320"/>
                  <a:pt x="3725" y="166981"/>
                </a:cubicBezTo>
                <a:cubicBezTo>
                  <a:pt x="1691" y="167815"/>
                  <a:pt x="294" y="169604"/>
                  <a:pt x="147" y="171540"/>
                </a:cubicBezTo>
                <a:cubicBezTo>
                  <a:pt x="0" y="173648"/>
                  <a:pt x="1348" y="175780"/>
                  <a:pt x="3529" y="176809"/>
                </a:cubicBezTo>
                <a:cubicBezTo>
                  <a:pt x="5196" y="177618"/>
                  <a:pt x="6985" y="177692"/>
                  <a:pt x="8431" y="177741"/>
                </a:cubicBezTo>
                <a:lnTo>
                  <a:pt x="27303" y="178574"/>
                </a:lnTo>
                <a:cubicBezTo>
                  <a:pt x="56787" y="179848"/>
                  <a:pt x="87276" y="181172"/>
                  <a:pt x="117324" y="181613"/>
                </a:cubicBezTo>
                <a:cubicBezTo>
                  <a:pt x="117275" y="183794"/>
                  <a:pt x="117176" y="185976"/>
                  <a:pt x="117103" y="188132"/>
                </a:cubicBezTo>
                <a:cubicBezTo>
                  <a:pt x="116980" y="190951"/>
                  <a:pt x="116833" y="193769"/>
                  <a:pt x="116662" y="196539"/>
                </a:cubicBezTo>
                <a:cubicBezTo>
                  <a:pt x="116637" y="197005"/>
                  <a:pt x="116637" y="197715"/>
                  <a:pt x="116662" y="198598"/>
                </a:cubicBezTo>
                <a:cubicBezTo>
                  <a:pt x="116686" y="199921"/>
                  <a:pt x="116760" y="202960"/>
                  <a:pt x="116490" y="203867"/>
                </a:cubicBezTo>
                <a:cubicBezTo>
                  <a:pt x="115902" y="204651"/>
                  <a:pt x="115951" y="205779"/>
                  <a:pt x="116637" y="206514"/>
                </a:cubicBezTo>
                <a:cubicBezTo>
                  <a:pt x="117044" y="206934"/>
                  <a:pt x="117590" y="207149"/>
                  <a:pt x="118135" y="207149"/>
                </a:cubicBezTo>
                <a:cubicBezTo>
                  <a:pt x="118638" y="207149"/>
                  <a:pt x="119140" y="206965"/>
                  <a:pt x="119529" y="206587"/>
                </a:cubicBezTo>
                <a:cubicBezTo>
                  <a:pt x="123500" y="202789"/>
                  <a:pt x="127936" y="199529"/>
                  <a:pt x="132715" y="196857"/>
                </a:cubicBezTo>
                <a:cubicBezTo>
                  <a:pt x="132740" y="196833"/>
                  <a:pt x="132764" y="196833"/>
                  <a:pt x="132789" y="196808"/>
                </a:cubicBezTo>
                <a:cubicBezTo>
                  <a:pt x="132813" y="196833"/>
                  <a:pt x="132813" y="196833"/>
                  <a:pt x="132838" y="196857"/>
                </a:cubicBezTo>
                <a:cubicBezTo>
                  <a:pt x="134186" y="198083"/>
                  <a:pt x="135362" y="199553"/>
                  <a:pt x="136612" y="201097"/>
                </a:cubicBezTo>
                <a:cubicBezTo>
                  <a:pt x="139014" y="204063"/>
                  <a:pt x="141465" y="207151"/>
                  <a:pt x="145313" y="208597"/>
                </a:cubicBezTo>
                <a:cubicBezTo>
                  <a:pt x="145533" y="208695"/>
                  <a:pt x="145778" y="208744"/>
                  <a:pt x="146023" y="208744"/>
                </a:cubicBezTo>
                <a:cubicBezTo>
                  <a:pt x="146366" y="208744"/>
                  <a:pt x="146685" y="208646"/>
                  <a:pt x="146979" y="208499"/>
                </a:cubicBezTo>
                <a:cubicBezTo>
                  <a:pt x="147494" y="208230"/>
                  <a:pt x="147886" y="207739"/>
                  <a:pt x="148009" y="207176"/>
                </a:cubicBezTo>
                <a:cubicBezTo>
                  <a:pt x="149283" y="201931"/>
                  <a:pt x="149455" y="196588"/>
                  <a:pt x="149626" y="191417"/>
                </a:cubicBezTo>
                <a:lnTo>
                  <a:pt x="149920" y="181319"/>
                </a:lnTo>
                <a:cubicBezTo>
                  <a:pt x="158082" y="182103"/>
                  <a:pt x="166341" y="182618"/>
                  <a:pt x="174502" y="182814"/>
                </a:cubicBezTo>
                <a:cubicBezTo>
                  <a:pt x="176120" y="182863"/>
                  <a:pt x="177787" y="182887"/>
                  <a:pt x="179502" y="182887"/>
                </a:cubicBezTo>
                <a:cubicBezTo>
                  <a:pt x="185531" y="182887"/>
                  <a:pt x="192051" y="182495"/>
                  <a:pt x="198350" y="180731"/>
                </a:cubicBezTo>
                <a:cubicBezTo>
                  <a:pt x="200359" y="180167"/>
                  <a:pt x="202639" y="179334"/>
                  <a:pt x="204305" y="177520"/>
                </a:cubicBezTo>
                <a:cubicBezTo>
                  <a:pt x="206094" y="175559"/>
                  <a:pt x="206928" y="172128"/>
                  <a:pt x="204967" y="169653"/>
                </a:cubicBezTo>
                <a:cubicBezTo>
                  <a:pt x="203717" y="168060"/>
                  <a:pt x="201854" y="167496"/>
                  <a:pt x="200016" y="167153"/>
                </a:cubicBezTo>
                <a:cubicBezTo>
                  <a:pt x="197810" y="166712"/>
                  <a:pt x="195605" y="166418"/>
                  <a:pt x="193399" y="166172"/>
                </a:cubicBezTo>
                <a:cubicBezTo>
                  <a:pt x="191806" y="164334"/>
                  <a:pt x="190972" y="161908"/>
                  <a:pt x="191095" y="159482"/>
                </a:cubicBezTo>
                <a:cubicBezTo>
                  <a:pt x="191193" y="156982"/>
                  <a:pt x="192296" y="154604"/>
                  <a:pt x="194134" y="152889"/>
                </a:cubicBezTo>
                <a:cubicBezTo>
                  <a:pt x="194477" y="152570"/>
                  <a:pt x="194673" y="152153"/>
                  <a:pt x="194747" y="151712"/>
                </a:cubicBezTo>
                <a:cubicBezTo>
                  <a:pt x="196364" y="152178"/>
                  <a:pt x="197933" y="152644"/>
                  <a:pt x="199501" y="153109"/>
                </a:cubicBezTo>
                <a:cubicBezTo>
                  <a:pt x="199689" y="153164"/>
                  <a:pt x="199883" y="153191"/>
                  <a:pt x="200078" y="153191"/>
                </a:cubicBezTo>
                <a:cubicBezTo>
                  <a:pt x="200496" y="153191"/>
                  <a:pt x="200915" y="153066"/>
                  <a:pt x="201266" y="152815"/>
                </a:cubicBezTo>
                <a:cubicBezTo>
                  <a:pt x="201781" y="152472"/>
                  <a:pt x="202099" y="151884"/>
                  <a:pt x="202124" y="151271"/>
                </a:cubicBezTo>
                <a:cubicBezTo>
                  <a:pt x="202933" y="136835"/>
                  <a:pt x="201511" y="121959"/>
                  <a:pt x="197786" y="105807"/>
                </a:cubicBezTo>
                <a:cubicBezTo>
                  <a:pt x="194747" y="92695"/>
                  <a:pt x="190237" y="78848"/>
                  <a:pt x="183571" y="62231"/>
                </a:cubicBezTo>
                <a:cubicBezTo>
                  <a:pt x="183424" y="61863"/>
                  <a:pt x="183179" y="61569"/>
                  <a:pt x="182884" y="61348"/>
                </a:cubicBezTo>
                <a:cubicBezTo>
                  <a:pt x="183963" y="48040"/>
                  <a:pt x="184208" y="34266"/>
                  <a:pt x="182639" y="20688"/>
                </a:cubicBezTo>
                <a:cubicBezTo>
                  <a:pt x="182541" y="20027"/>
                  <a:pt x="182443" y="19046"/>
                  <a:pt x="181831" y="18115"/>
                </a:cubicBezTo>
                <a:cubicBezTo>
                  <a:pt x="180507" y="16056"/>
                  <a:pt x="177885" y="15983"/>
                  <a:pt x="176757" y="15958"/>
                </a:cubicBezTo>
                <a:lnTo>
                  <a:pt x="167101" y="15713"/>
                </a:lnTo>
                <a:cubicBezTo>
                  <a:pt x="166488" y="15713"/>
                  <a:pt x="165900" y="15958"/>
                  <a:pt x="165508" y="16424"/>
                </a:cubicBezTo>
                <a:cubicBezTo>
                  <a:pt x="165091" y="16890"/>
                  <a:pt x="164920" y="17502"/>
                  <a:pt x="165018" y="18115"/>
                </a:cubicBezTo>
                <a:cubicBezTo>
                  <a:pt x="165875" y="23139"/>
                  <a:pt x="166022" y="28237"/>
                  <a:pt x="165508" y="33310"/>
                </a:cubicBezTo>
                <a:lnTo>
                  <a:pt x="160753" y="33261"/>
                </a:lnTo>
                <a:lnTo>
                  <a:pt x="161905" y="21130"/>
                </a:lnTo>
                <a:cubicBezTo>
                  <a:pt x="161954" y="20615"/>
                  <a:pt x="162052" y="19659"/>
                  <a:pt x="161513" y="18728"/>
                </a:cubicBezTo>
                <a:cubicBezTo>
                  <a:pt x="160889" y="17619"/>
                  <a:pt x="159722" y="17055"/>
                  <a:pt x="158051" y="17055"/>
                </a:cubicBezTo>
                <a:cubicBezTo>
                  <a:pt x="157949" y="17055"/>
                  <a:pt x="157845" y="17057"/>
                  <a:pt x="157738" y="17061"/>
                </a:cubicBezTo>
                <a:lnTo>
                  <a:pt x="145729" y="17576"/>
                </a:lnTo>
                <a:cubicBezTo>
                  <a:pt x="145116" y="17600"/>
                  <a:pt x="144553" y="17919"/>
                  <a:pt x="144185" y="18409"/>
                </a:cubicBezTo>
                <a:cubicBezTo>
                  <a:pt x="143818" y="18899"/>
                  <a:pt x="143695" y="19512"/>
                  <a:pt x="143842" y="20125"/>
                </a:cubicBezTo>
                <a:cubicBezTo>
                  <a:pt x="145018" y="24928"/>
                  <a:pt x="145484" y="29855"/>
                  <a:pt x="145264" y="34805"/>
                </a:cubicBezTo>
                <a:lnTo>
                  <a:pt x="139038" y="35418"/>
                </a:lnTo>
                <a:lnTo>
                  <a:pt x="138573" y="20223"/>
                </a:lnTo>
                <a:cubicBezTo>
                  <a:pt x="138548" y="19659"/>
                  <a:pt x="138524" y="18336"/>
                  <a:pt x="137445" y="17429"/>
                </a:cubicBezTo>
                <a:cubicBezTo>
                  <a:pt x="136717" y="16810"/>
                  <a:pt x="135881" y="16691"/>
                  <a:pt x="135288" y="16691"/>
                </a:cubicBezTo>
                <a:cubicBezTo>
                  <a:pt x="135082" y="16691"/>
                  <a:pt x="134906" y="16705"/>
                  <a:pt x="134774" y="16718"/>
                </a:cubicBezTo>
                <a:lnTo>
                  <a:pt x="119064" y="17674"/>
                </a:lnTo>
                <a:cubicBezTo>
                  <a:pt x="118475" y="17723"/>
                  <a:pt x="117912" y="18017"/>
                  <a:pt x="117544" y="18507"/>
                </a:cubicBezTo>
                <a:cubicBezTo>
                  <a:pt x="117201" y="18973"/>
                  <a:pt x="117054" y="19586"/>
                  <a:pt x="117201" y="20174"/>
                </a:cubicBezTo>
                <a:cubicBezTo>
                  <a:pt x="119578" y="30565"/>
                  <a:pt x="121367" y="41080"/>
                  <a:pt x="122617" y="51667"/>
                </a:cubicBezTo>
                <a:cubicBezTo>
                  <a:pt x="116588" y="52452"/>
                  <a:pt x="110731" y="54560"/>
                  <a:pt x="105584" y="57795"/>
                </a:cubicBezTo>
                <a:cubicBezTo>
                  <a:pt x="102618" y="55981"/>
                  <a:pt x="99457" y="54658"/>
                  <a:pt x="96123" y="53849"/>
                </a:cubicBezTo>
                <a:cubicBezTo>
                  <a:pt x="89825" y="35688"/>
                  <a:pt x="81541" y="18262"/>
                  <a:pt x="71443" y="1890"/>
                </a:cubicBezTo>
                <a:cubicBezTo>
                  <a:pt x="71149" y="1449"/>
                  <a:pt x="70634" y="591"/>
                  <a:pt x="69580" y="199"/>
                </a:cubicBezTo>
                <a:cubicBezTo>
                  <a:pt x="69263" y="73"/>
                  <a:pt x="68903" y="0"/>
                  <a:pt x="68521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0" name="Google Shape;2330;p55"/>
          <p:cNvGrpSpPr/>
          <p:nvPr/>
        </p:nvGrpSpPr>
        <p:grpSpPr>
          <a:xfrm>
            <a:off x="347542" y="617560"/>
            <a:ext cx="1302139" cy="1270699"/>
            <a:chOff x="146875" y="384500"/>
            <a:chExt cx="1820409" cy="1776456"/>
          </a:xfrm>
        </p:grpSpPr>
        <p:sp>
          <p:nvSpPr>
            <p:cNvPr id="2331" name="Google Shape;2331;p55"/>
            <p:cNvSpPr/>
            <p:nvPr/>
          </p:nvSpPr>
          <p:spPr>
            <a:xfrm>
              <a:off x="146875" y="384500"/>
              <a:ext cx="1820409" cy="1776456"/>
            </a:xfrm>
            <a:custGeom>
              <a:avLst/>
              <a:gdLst/>
              <a:ahLst/>
              <a:cxnLst/>
              <a:rect l="l" t="t" r="r" b="b"/>
              <a:pathLst>
                <a:path w="44233" h="43165" extrusionOk="0">
                  <a:moveTo>
                    <a:pt x="23017" y="0"/>
                  </a:moveTo>
                  <a:cubicBezTo>
                    <a:pt x="18114" y="0"/>
                    <a:pt x="11242" y="1368"/>
                    <a:pt x="6505" y="7839"/>
                  </a:cubicBezTo>
                  <a:cubicBezTo>
                    <a:pt x="2236" y="13710"/>
                    <a:pt x="1" y="24518"/>
                    <a:pt x="4304" y="32957"/>
                  </a:cubicBezTo>
                  <a:cubicBezTo>
                    <a:pt x="8807" y="41830"/>
                    <a:pt x="18047" y="43164"/>
                    <a:pt x="23117" y="43164"/>
                  </a:cubicBezTo>
                  <a:cubicBezTo>
                    <a:pt x="23618" y="43164"/>
                    <a:pt x="24118" y="43131"/>
                    <a:pt x="24652" y="43131"/>
                  </a:cubicBezTo>
                  <a:cubicBezTo>
                    <a:pt x="41097" y="42431"/>
                    <a:pt x="43832" y="27954"/>
                    <a:pt x="43865" y="27820"/>
                  </a:cubicBezTo>
                  <a:cubicBezTo>
                    <a:pt x="44232" y="25785"/>
                    <a:pt x="42698" y="23884"/>
                    <a:pt x="40630" y="23817"/>
                  </a:cubicBezTo>
                  <a:cubicBezTo>
                    <a:pt x="38528" y="23651"/>
                    <a:pt x="36460" y="23250"/>
                    <a:pt x="34459" y="22616"/>
                  </a:cubicBezTo>
                  <a:cubicBezTo>
                    <a:pt x="31123" y="21449"/>
                    <a:pt x="29255" y="19748"/>
                    <a:pt x="28955" y="17613"/>
                  </a:cubicBezTo>
                  <a:cubicBezTo>
                    <a:pt x="27954" y="10408"/>
                    <a:pt x="30556" y="5871"/>
                    <a:pt x="30623" y="5704"/>
                  </a:cubicBezTo>
                  <a:cubicBezTo>
                    <a:pt x="31823" y="3736"/>
                    <a:pt x="30789" y="1168"/>
                    <a:pt x="28554" y="601"/>
                  </a:cubicBezTo>
                  <a:cubicBezTo>
                    <a:pt x="26720" y="200"/>
                    <a:pt x="24885" y="0"/>
                    <a:pt x="230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76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55"/>
            <p:cNvSpPr/>
            <p:nvPr/>
          </p:nvSpPr>
          <p:spPr>
            <a:xfrm>
              <a:off x="272998" y="476551"/>
              <a:ext cx="1590212" cy="1573095"/>
            </a:xfrm>
            <a:custGeom>
              <a:avLst/>
              <a:gdLst/>
              <a:ahLst/>
              <a:cxnLst/>
              <a:rect l="l" t="t" r="r" b="b"/>
              <a:pathLst>
                <a:path w="37161" h="36761" extrusionOk="0">
                  <a:moveTo>
                    <a:pt x="19448" y="1"/>
                  </a:moveTo>
                  <a:cubicBezTo>
                    <a:pt x="15278" y="1"/>
                    <a:pt x="9441" y="1135"/>
                    <a:pt x="5538" y="6539"/>
                  </a:cubicBezTo>
                  <a:cubicBezTo>
                    <a:pt x="1769" y="11709"/>
                    <a:pt x="1" y="21249"/>
                    <a:pt x="3603" y="28321"/>
                  </a:cubicBezTo>
                  <a:cubicBezTo>
                    <a:pt x="5538" y="32157"/>
                    <a:pt x="9908" y="36760"/>
                    <a:pt x="19548" y="36760"/>
                  </a:cubicBezTo>
                  <a:cubicBezTo>
                    <a:pt x="20015" y="36760"/>
                    <a:pt x="20482" y="36760"/>
                    <a:pt x="20949" y="36727"/>
                  </a:cubicBezTo>
                  <a:cubicBezTo>
                    <a:pt x="34859" y="36126"/>
                    <a:pt x="37127" y="24185"/>
                    <a:pt x="37127" y="24051"/>
                  </a:cubicBezTo>
                  <a:cubicBezTo>
                    <a:pt x="37161" y="23984"/>
                    <a:pt x="37127" y="23918"/>
                    <a:pt x="37094" y="23884"/>
                  </a:cubicBezTo>
                  <a:cubicBezTo>
                    <a:pt x="37061" y="23818"/>
                    <a:pt x="36994" y="23784"/>
                    <a:pt x="36927" y="23784"/>
                  </a:cubicBezTo>
                  <a:cubicBezTo>
                    <a:pt x="36794" y="23784"/>
                    <a:pt x="23418" y="23251"/>
                    <a:pt x="22217" y="14844"/>
                  </a:cubicBezTo>
                  <a:cubicBezTo>
                    <a:pt x="21049" y="6372"/>
                    <a:pt x="24318" y="901"/>
                    <a:pt x="24318" y="834"/>
                  </a:cubicBezTo>
                  <a:cubicBezTo>
                    <a:pt x="24352" y="768"/>
                    <a:pt x="24352" y="701"/>
                    <a:pt x="24318" y="634"/>
                  </a:cubicBezTo>
                  <a:cubicBezTo>
                    <a:pt x="24285" y="568"/>
                    <a:pt x="24218" y="534"/>
                    <a:pt x="24151" y="501"/>
                  </a:cubicBezTo>
                  <a:cubicBezTo>
                    <a:pt x="22617" y="167"/>
                    <a:pt x="21016" y="1"/>
                    <a:pt x="19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55"/>
            <p:cNvSpPr/>
            <p:nvPr/>
          </p:nvSpPr>
          <p:spPr>
            <a:xfrm>
              <a:off x="842911" y="1080253"/>
              <a:ext cx="215570" cy="215529"/>
            </a:xfrm>
            <a:custGeom>
              <a:avLst/>
              <a:gdLst/>
              <a:ahLst/>
              <a:cxnLst/>
              <a:rect l="l" t="t" r="r" b="b"/>
              <a:pathLst>
                <a:path w="5238" h="5237" extrusionOk="0">
                  <a:moveTo>
                    <a:pt x="1039" y="1"/>
                  </a:moveTo>
                  <a:cubicBezTo>
                    <a:pt x="910" y="1"/>
                    <a:pt x="830" y="92"/>
                    <a:pt x="801" y="207"/>
                  </a:cubicBezTo>
                  <a:lnTo>
                    <a:pt x="801" y="308"/>
                  </a:lnTo>
                  <a:cubicBezTo>
                    <a:pt x="801" y="408"/>
                    <a:pt x="801" y="508"/>
                    <a:pt x="801" y="608"/>
                  </a:cubicBezTo>
                  <a:cubicBezTo>
                    <a:pt x="801" y="941"/>
                    <a:pt x="801" y="1275"/>
                    <a:pt x="868" y="1642"/>
                  </a:cubicBezTo>
                  <a:cubicBezTo>
                    <a:pt x="868" y="1875"/>
                    <a:pt x="935" y="2109"/>
                    <a:pt x="1001" y="2342"/>
                  </a:cubicBezTo>
                  <a:cubicBezTo>
                    <a:pt x="1035" y="2442"/>
                    <a:pt x="1068" y="2576"/>
                    <a:pt x="1135" y="2709"/>
                  </a:cubicBezTo>
                  <a:lnTo>
                    <a:pt x="67" y="3944"/>
                  </a:lnTo>
                  <a:cubicBezTo>
                    <a:pt x="1" y="4044"/>
                    <a:pt x="1" y="4210"/>
                    <a:pt x="101" y="4277"/>
                  </a:cubicBezTo>
                  <a:cubicBezTo>
                    <a:pt x="134" y="4310"/>
                    <a:pt x="201" y="4344"/>
                    <a:pt x="234" y="4344"/>
                  </a:cubicBezTo>
                  <a:cubicBezTo>
                    <a:pt x="301" y="4344"/>
                    <a:pt x="368" y="4310"/>
                    <a:pt x="434" y="4244"/>
                  </a:cubicBezTo>
                  <a:lnTo>
                    <a:pt x="1335" y="3176"/>
                  </a:lnTo>
                  <a:cubicBezTo>
                    <a:pt x="1502" y="3410"/>
                    <a:pt x="1669" y="3610"/>
                    <a:pt x="1902" y="3777"/>
                  </a:cubicBezTo>
                  <a:lnTo>
                    <a:pt x="1335" y="4911"/>
                  </a:lnTo>
                  <a:cubicBezTo>
                    <a:pt x="1268" y="5044"/>
                    <a:pt x="1335" y="5178"/>
                    <a:pt x="1435" y="5211"/>
                  </a:cubicBezTo>
                  <a:cubicBezTo>
                    <a:pt x="1452" y="5228"/>
                    <a:pt x="1468" y="5236"/>
                    <a:pt x="1485" y="5236"/>
                  </a:cubicBezTo>
                  <a:cubicBezTo>
                    <a:pt x="1502" y="5236"/>
                    <a:pt x="1518" y="5228"/>
                    <a:pt x="1535" y="5211"/>
                  </a:cubicBezTo>
                  <a:cubicBezTo>
                    <a:pt x="1635" y="5211"/>
                    <a:pt x="1702" y="5178"/>
                    <a:pt x="1735" y="5111"/>
                  </a:cubicBezTo>
                  <a:lnTo>
                    <a:pt x="2269" y="3977"/>
                  </a:lnTo>
                  <a:cubicBezTo>
                    <a:pt x="2503" y="4044"/>
                    <a:pt x="2703" y="4077"/>
                    <a:pt x="2970" y="4077"/>
                  </a:cubicBezTo>
                  <a:lnTo>
                    <a:pt x="3036" y="4077"/>
                  </a:lnTo>
                  <a:lnTo>
                    <a:pt x="3170" y="5044"/>
                  </a:lnTo>
                  <a:cubicBezTo>
                    <a:pt x="3203" y="5144"/>
                    <a:pt x="3303" y="5211"/>
                    <a:pt x="3403" y="5211"/>
                  </a:cubicBezTo>
                  <a:lnTo>
                    <a:pt x="3437" y="5211"/>
                  </a:lnTo>
                  <a:cubicBezTo>
                    <a:pt x="3570" y="5211"/>
                    <a:pt x="3637" y="5078"/>
                    <a:pt x="3637" y="4944"/>
                  </a:cubicBezTo>
                  <a:lnTo>
                    <a:pt x="3470" y="4010"/>
                  </a:lnTo>
                  <a:lnTo>
                    <a:pt x="3670" y="3977"/>
                  </a:lnTo>
                  <a:lnTo>
                    <a:pt x="3904" y="3877"/>
                  </a:lnTo>
                  <a:cubicBezTo>
                    <a:pt x="4204" y="3743"/>
                    <a:pt x="4471" y="3510"/>
                    <a:pt x="4704" y="3276"/>
                  </a:cubicBezTo>
                  <a:cubicBezTo>
                    <a:pt x="4871" y="3043"/>
                    <a:pt x="5004" y="2776"/>
                    <a:pt x="5104" y="2476"/>
                  </a:cubicBezTo>
                  <a:cubicBezTo>
                    <a:pt x="5171" y="2242"/>
                    <a:pt x="5238" y="2009"/>
                    <a:pt x="5238" y="1775"/>
                  </a:cubicBezTo>
                  <a:cubicBezTo>
                    <a:pt x="5238" y="1542"/>
                    <a:pt x="5238" y="1342"/>
                    <a:pt x="5238" y="1141"/>
                  </a:cubicBezTo>
                  <a:cubicBezTo>
                    <a:pt x="5238" y="975"/>
                    <a:pt x="5204" y="808"/>
                    <a:pt x="5171" y="708"/>
                  </a:cubicBezTo>
                  <a:cubicBezTo>
                    <a:pt x="5171" y="608"/>
                    <a:pt x="5138" y="508"/>
                    <a:pt x="5104" y="408"/>
                  </a:cubicBezTo>
                  <a:lnTo>
                    <a:pt x="5104" y="308"/>
                  </a:lnTo>
                  <a:cubicBezTo>
                    <a:pt x="5071" y="207"/>
                    <a:pt x="4971" y="107"/>
                    <a:pt x="4838" y="107"/>
                  </a:cubicBezTo>
                  <a:cubicBezTo>
                    <a:pt x="4704" y="141"/>
                    <a:pt x="4604" y="241"/>
                    <a:pt x="4604" y="374"/>
                  </a:cubicBezTo>
                  <a:lnTo>
                    <a:pt x="4604" y="741"/>
                  </a:lnTo>
                  <a:cubicBezTo>
                    <a:pt x="4604" y="1041"/>
                    <a:pt x="4571" y="1342"/>
                    <a:pt x="4504" y="1642"/>
                  </a:cubicBezTo>
                  <a:cubicBezTo>
                    <a:pt x="4471" y="1842"/>
                    <a:pt x="4404" y="2042"/>
                    <a:pt x="4337" y="2209"/>
                  </a:cubicBezTo>
                  <a:cubicBezTo>
                    <a:pt x="4270" y="2376"/>
                    <a:pt x="4170" y="2576"/>
                    <a:pt x="4037" y="2709"/>
                  </a:cubicBezTo>
                  <a:cubicBezTo>
                    <a:pt x="3904" y="2843"/>
                    <a:pt x="3737" y="2976"/>
                    <a:pt x="3570" y="3043"/>
                  </a:cubicBezTo>
                  <a:lnTo>
                    <a:pt x="3437" y="3110"/>
                  </a:lnTo>
                  <a:lnTo>
                    <a:pt x="3236" y="3143"/>
                  </a:lnTo>
                  <a:lnTo>
                    <a:pt x="3170" y="3176"/>
                  </a:lnTo>
                  <a:lnTo>
                    <a:pt x="2936" y="3176"/>
                  </a:lnTo>
                  <a:cubicBezTo>
                    <a:pt x="2769" y="3176"/>
                    <a:pt x="2603" y="3143"/>
                    <a:pt x="2436" y="3043"/>
                  </a:cubicBezTo>
                  <a:cubicBezTo>
                    <a:pt x="2269" y="2943"/>
                    <a:pt x="2136" y="2776"/>
                    <a:pt x="2036" y="2643"/>
                  </a:cubicBezTo>
                  <a:cubicBezTo>
                    <a:pt x="1969" y="2543"/>
                    <a:pt x="1902" y="2442"/>
                    <a:pt x="1869" y="2342"/>
                  </a:cubicBezTo>
                  <a:cubicBezTo>
                    <a:pt x="1802" y="2242"/>
                    <a:pt x="1769" y="2176"/>
                    <a:pt x="1735" y="2076"/>
                  </a:cubicBezTo>
                  <a:cubicBezTo>
                    <a:pt x="1669" y="1875"/>
                    <a:pt x="1602" y="1675"/>
                    <a:pt x="1535" y="1475"/>
                  </a:cubicBezTo>
                  <a:cubicBezTo>
                    <a:pt x="1435" y="1108"/>
                    <a:pt x="1368" y="775"/>
                    <a:pt x="1335" y="541"/>
                  </a:cubicBezTo>
                  <a:cubicBezTo>
                    <a:pt x="1302" y="341"/>
                    <a:pt x="1302" y="207"/>
                    <a:pt x="1302" y="207"/>
                  </a:cubicBezTo>
                  <a:cubicBezTo>
                    <a:pt x="1268" y="74"/>
                    <a:pt x="1202" y="7"/>
                    <a:pt x="1102" y="7"/>
                  </a:cubicBezTo>
                  <a:cubicBezTo>
                    <a:pt x="1080" y="3"/>
                    <a:pt x="1059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55"/>
            <p:cNvSpPr/>
            <p:nvPr/>
          </p:nvSpPr>
          <p:spPr>
            <a:xfrm>
              <a:off x="998071" y="1298712"/>
              <a:ext cx="285328" cy="134330"/>
            </a:xfrm>
            <a:custGeom>
              <a:avLst/>
              <a:gdLst/>
              <a:ahLst/>
              <a:cxnLst/>
              <a:rect l="l" t="t" r="r" b="b"/>
              <a:pathLst>
                <a:path w="6933" h="3264" extrusionOk="0">
                  <a:moveTo>
                    <a:pt x="6644" y="1"/>
                  </a:moveTo>
                  <a:cubicBezTo>
                    <a:pt x="6553" y="1"/>
                    <a:pt x="6464" y="52"/>
                    <a:pt x="6438" y="170"/>
                  </a:cubicBezTo>
                  <a:cubicBezTo>
                    <a:pt x="6371" y="270"/>
                    <a:pt x="6338" y="337"/>
                    <a:pt x="6271" y="437"/>
                  </a:cubicBezTo>
                  <a:cubicBezTo>
                    <a:pt x="6138" y="670"/>
                    <a:pt x="5971" y="870"/>
                    <a:pt x="5804" y="1071"/>
                  </a:cubicBezTo>
                  <a:cubicBezTo>
                    <a:pt x="5704" y="1204"/>
                    <a:pt x="5571" y="1337"/>
                    <a:pt x="5437" y="1438"/>
                  </a:cubicBezTo>
                  <a:cubicBezTo>
                    <a:pt x="5304" y="1571"/>
                    <a:pt x="5137" y="1671"/>
                    <a:pt x="5004" y="1771"/>
                  </a:cubicBezTo>
                  <a:cubicBezTo>
                    <a:pt x="4837" y="1905"/>
                    <a:pt x="4637" y="2005"/>
                    <a:pt x="4470" y="2071"/>
                  </a:cubicBezTo>
                  <a:cubicBezTo>
                    <a:pt x="4270" y="2138"/>
                    <a:pt x="4070" y="2205"/>
                    <a:pt x="3870" y="2271"/>
                  </a:cubicBezTo>
                  <a:cubicBezTo>
                    <a:pt x="3669" y="2305"/>
                    <a:pt x="3469" y="2338"/>
                    <a:pt x="3236" y="2372"/>
                  </a:cubicBezTo>
                  <a:cubicBezTo>
                    <a:pt x="3036" y="2405"/>
                    <a:pt x="2835" y="2405"/>
                    <a:pt x="2635" y="2405"/>
                  </a:cubicBezTo>
                  <a:cubicBezTo>
                    <a:pt x="2519" y="2388"/>
                    <a:pt x="2410" y="2388"/>
                    <a:pt x="2310" y="2388"/>
                  </a:cubicBezTo>
                  <a:cubicBezTo>
                    <a:pt x="2210" y="2388"/>
                    <a:pt x="2118" y="2388"/>
                    <a:pt x="2035" y="2372"/>
                  </a:cubicBezTo>
                  <a:cubicBezTo>
                    <a:pt x="1835" y="2338"/>
                    <a:pt x="1635" y="2305"/>
                    <a:pt x="1468" y="2271"/>
                  </a:cubicBezTo>
                  <a:cubicBezTo>
                    <a:pt x="1134" y="2238"/>
                    <a:pt x="834" y="2171"/>
                    <a:pt x="634" y="2138"/>
                  </a:cubicBezTo>
                  <a:lnTo>
                    <a:pt x="334" y="2071"/>
                  </a:lnTo>
                  <a:lnTo>
                    <a:pt x="300" y="2071"/>
                  </a:lnTo>
                  <a:cubicBezTo>
                    <a:pt x="283" y="2065"/>
                    <a:pt x="265" y="2063"/>
                    <a:pt x="247" y="2063"/>
                  </a:cubicBezTo>
                  <a:cubicBezTo>
                    <a:pt x="167" y="2063"/>
                    <a:pt x="94" y="2122"/>
                    <a:pt x="67" y="2205"/>
                  </a:cubicBezTo>
                  <a:cubicBezTo>
                    <a:pt x="0" y="2305"/>
                    <a:pt x="33" y="2472"/>
                    <a:pt x="167" y="2538"/>
                  </a:cubicBezTo>
                  <a:lnTo>
                    <a:pt x="467" y="2672"/>
                  </a:lnTo>
                  <a:lnTo>
                    <a:pt x="834" y="2805"/>
                  </a:lnTo>
                  <a:cubicBezTo>
                    <a:pt x="967" y="2905"/>
                    <a:pt x="1134" y="2939"/>
                    <a:pt x="1301" y="3005"/>
                  </a:cubicBezTo>
                  <a:lnTo>
                    <a:pt x="1868" y="3172"/>
                  </a:lnTo>
                  <a:cubicBezTo>
                    <a:pt x="2102" y="3205"/>
                    <a:pt x="2335" y="3239"/>
                    <a:pt x="2569" y="3239"/>
                  </a:cubicBezTo>
                  <a:cubicBezTo>
                    <a:pt x="2685" y="3255"/>
                    <a:pt x="2802" y="3264"/>
                    <a:pt x="2923" y="3264"/>
                  </a:cubicBezTo>
                  <a:cubicBezTo>
                    <a:pt x="3044" y="3264"/>
                    <a:pt x="3169" y="3255"/>
                    <a:pt x="3302" y="3239"/>
                  </a:cubicBezTo>
                  <a:cubicBezTo>
                    <a:pt x="3569" y="3239"/>
                    <a:pt x="3803" y="3205"/>
                    <a:pt x="4070" y="3139"/>
                  </a:cubicBezTo>
                  <a:cubicBezTo>
                    <a:pt x="4337" y="3072"/>
                    <a:pt x="4570" y="2972"/>
                    <a:pt x="4837" y="2872"/>
                  </a:cubicBezTo>
                  <a:cubicBezTo>
                    <a:pt x="5037" y="2772"/>
                    <a:pt x="5271" y="2638"/>
                    <a:pt x="5471" y="2472"/>
                  </a:cubicBezTo>
                  <a:cubicBezTo>
                    <a:pt x="5671" y="2338"/>
                    <a:pt x="5838" y="2171"/>
                    <a:pt x="6004" y="1971"/>
                  </a:cubicBezTo>
                  <a:cubicBezTo>
                    <a:pt x="6138" y="1838"/>
                    <a:pt x="6271" y="1671"/>
                    <a:pt x="6371" y="1471"/>
                  </a:cubicBezTo>
                  <a:cubicBezTo>
                    <a:pt x="6471" y="1337"/>
                    <a:pt x="6571" y="1171"/>
                    <a:pt x="6638" y="1004"/>
                  </a:cubicBezTo>
                  <a:cubicBezTo>
                    <a:pt x="6705" y="870"/>
                    <a:pt x="6738" y="737"/>
                    <a:pt x="6772" y="637"/>
                  </a:cubicBezTo>
                  <a:cubicBezTo>
                    <a:pt x="6805" y="504"/>
                    <a:pt x="6838" y="403"/>
                    <a:pt x="6872" y="270"/>
                  </a:cubicBezTo>
                  <a:lnTo>
                    <a:pt x="6872" y="303"/>
                  </a:lnTo>
                  <a:cubicBezTo>
                    <a:pt x="6932" y="121"/>
                    <a:pt x="6785" y="1"/>
                    <a:pt x="6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55"/>
            <p:cNvSpPr/>
            <p:nvPr/>
          </p:nvSpPr>
          <p:spPr>
            <a:xfrm>
              <a:off x="1068078" y="648067"/>
              <a:ext cx="4157" cy="4157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67" y="1"/>
                  </a:moveTo>
                  <a:cubicBezTo>
                    <a:pt x="0" y="1"/>
                    <a:pt x="0" y="68"/>
                    <a:pt x="67" y="101"/>
                  </a:cubicBezTo>
                  <a:cubicBezTo>
                    <a:pt x="100" y="68"/>
                    <a:pt x="100" y="1"/>
                    <a:pt x="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6" name="Google Shape;2336;p55"/>
          <p:cNvGrpSpPr/>
          <p:nvPr/>
        </p:nvGrpSpPr>
        <p:grpSpPr>
          <a:xfrm>
            <a:off x="7434775" y="539009"/>
            <a:ext cx="1225824" cy="1141693"/>
            <a:chOff x="7124839" y="734675"/>
            <a:chExt cx="1629002" cy="1517200"/>
          </a:xfrm>
        </p:grpSpPr>
        <p:sp>
          <p:nvSpPr>
            <p:cNvPr id="2337" name="Google Shape;2337;p55"/>
            <p:cNvSpPr/>
            <p:nvPr/>
          </p:nvSpPr>
          <p:spPr>
            <a:xfrm>
              <a:off x="7124850" y="734675"/>
              <a:ext cx="1628992" cy="1517200"/>
            </a:xfrm>
            <a:custGeom>
              <a:avLst/>
              <a:gdLst/>
              <a:ahLst/>
              <a:cxnLst/>
              <a:rect l="l" t="t" r="r" b="b"/>
              <a:pathLst>
                <a:path w="46134" h="42968" extrusionOk="0">
                  <a:moveTo>
                    <a:pt x="25896" y="1"/>
                  </a:moveTo>
                  <a:cubicBezTo>
                    <a:pt x="25804" y="1"/>
                    <a:pt x="25711" y="1"/>
                    <a:pt x="25619" y="3"/>
                  </a:cubicBezTo>
                  <a:cubicBezTo>
                    <a:pt x="17213" y="103"/>
                    <a:pt x="9307" y="4173"/>
                    <a:pt x="4370" y="10978"/>
                  </a:cubicBezTo>
                  <a:cubicBezTo>
                    <a:pt x="501" y="16281"/>
                    <a:pt x="0" y="23953"/>
                    <a:pt x="3002" y="31459"/>
                  </a:cubicBezTo>
                  <a:cubicBezTo>
                    <a:pt x="4070" y="34127"/>
                    <a:pt x="6305" y="38664"/>
                    <a:pt x="9474" y="39264"/>
                  </a:cubicBezTo>
                  <a:cubicBezTo>
                    <a:pt x="9674" y="39298"/>
                    <a:pt x="9907" y="39331"/>
                    <a:pt x="10108" y="39365"/>
                  </a:cubicBezTo>
                  <a:cubicBezTo>
                    <a:pt x="13236" y="41702"/>
                    <a:pt x="17047" y="42968"/>
                    <a:pt x="20963" y="42968"/>
                  </a:cubicBezTo>
                  <a:cubicBezTo>
                    <a:pt x="21014" y="42968"/>
                    <a:pt x="21064" y="42968"/>
                    <a:pt x="21115" y="42967"/>
                  </a:cubicBezTo>
                  <a:lnTo>
                    <a:pt x="21082" y="42967"/>
                  </a:lnTo>
                  <a:cubicBezTo>
                    <a:pt x="23651" y="42934"/>
                    <a:pt x="26186" y="42500"/>
                    <a:pt x="28587" y="41599"/>
                  </a:cubicBezTo>
                  <a:cubicBezTo>
                    <a:pt x="39829" y="37630"/>
                    <a:pt x="46133" y="27790"/>
                    <a:pt x="43798" y="18049"/>
                  </a:cubicBezTo>
                  <a:cubicBezTo>
                    <a:pt x="43898" y="13913"/>
                    <a:pt x="40863" y="4573"/>
                    <a:pt x="31556" y="1004"/>
                  </a:cubicBezTo>
                  <a:cubicBezTo>
                    <a:pt x="29741" y="335"/>
                    <a:pt x="27835" y="1"/>
                    <a:pt x="258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2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55"/>
            <p:cNvSpPr/>
            <p:nvPr/>
          </p:nvSpPr>
          <p:spPr>
            <a:xfrm>
              <a:off x="7688008" y="1250972"/>
              <a:ext cx="423593" cy="306385"/>
            </a:xfrm>
            <a:custGeom>
              <a:avLst/>
              <a:gdLst/>
              <a:ahLst/>
              <a:cxnLst/>
              <a:rect l="l" t="t" r="r" b="b"/>
              <a:pathLst>
                <a:path w="11742" h="8493" extrusionOk="0">
                  <a:moveTo>
                    <a:pt x="7261" y="1"/>
                  </a:moveTo>
                  <a:cubicBezTo>
                    <a:pt x="6359" y="1"/>
                    <a:pt x="5402" y="191"/>
                    <a:pt x="4470" y="587"/>
                  </a:cubicBezTo>
                  <a:cubicBezTo>
                    <a:pt x="1568" y="1855"/>
                    <a:pt x="0" y="4723"/>
                    <a:pt x="1001" y="6992"/>
                  </a:cubicBezTo>
                  <a:cubicBezTo>
                    <a:pt x="1268" y="7592"/>
                    <a:pt x="1668" y="8092"/>
                    <a:pt x="2202" y="8493"/>
                  </a:cubicBezTo>
                  <a:lnTo>
                    <a:pt x="2235" y="8459"/>
                  </a:lnTo>
                  <a:cubicBezTo>
                    <a:pt x="2235" y="8459"/>
                    <a:pt x="2602" y="4990"/>
                    <a:pt x="5371" y="3489"/>
                  </a:cubicBezTo>
                  <a:cubicBezTo>
                    <a:pt x="6801" y="2737"/>
                    <a:pt x="8045" y="2500"/>
                    <a:pt x="9044" y="2500"/>
                  </a:cubicBezTo>
                  <a:cubicBezTo>
                    <a:pt x="10748" y="2500"/>
                    <a:pt x="11742" y="3189"/>
                    <a:pt x="11742" y="3189"/>
                  </a:cubicBezTo>
                  <a:cubicBezTo>
                    <a:pt x="11709" y="2922"/>
                    <a:pt x="11608" y="2655"/>
                    <a:pt x="11508" y="2388"/>
                  </a:cubicBezTo>
                  <a:cubicBezTo>
                    <a:pt x="10829" y="849"/>
                    <a:pt x="9166" y="1"/>
                    <a:pt x="72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55"/>
            <p:cNvSpPr/>
            <p:nvPr/>
          </p:nvSpPr>
          <p:spPr>
            <a:xfrm>
              <a:off x="7508679" y="1382825"/>
              <a:ext cx="1132430" cy="767820"/>
            </a:xfrm>
            <a:custGeom>
              <a:avLst/>
              <a:gdLst/>
              <a:ahLst/>
              <a:cxnLst/>
              <a:rect l="l" t="t" r="r" b="b"/>
              <a:pathLst>
                <a:path w="31391" h="21284" extrusionOk="0">
                  <a:moveTo>
                    <a:pt x="29289" y="1"/>
                  </a:moveTo>
                  <a:cubicBezTo>
                    <a:pt x="29289" y="101"/>
                    <a:pt x="29255" y="201"/>
                    <a:pt x="29222" y="301"/>
                  </a:cubicBezTo>
                  <a:cubicBezTo>
                    <a:pt x="28521" y="2202"/>
                    <a:pt x="26987" y="1936"/>
                    <a:pt x="25452" y="2903"/>
                  </a:cubicBezTo>
                  <a:cubicBezTo>
                    <a:pt x="23885" y="3837"/>
                    <a:pt x="26853" y="7006"/>
                    <a:pt x="25553" y="8774"/>
                  </a:cubicBezTo>
                  <a:cubicBezTo>
                    <a:pt x="24252" y="10542"/>
                    <a:pt x="21550" y="9975"/>
                    <a:pt x="20149" y="10675"/>
                  </a:cubicBezTo>
                  <a:cubicBezTo>
                    <a:pt x="18714" y="11376"/>
                    <a:pt x="19548" y="14545"/>
                    <a:pt x="16946" y="16446"/>
                  </a:cubicBezTo>
                  <a:cubicBezTo>
                    <a:pt x="16415" y="16828"/>
                    <a:pt x="15918" y="16980"/>
                    <a:pt x="15453" y="16980"/>
                  </a:cubicBezTo>
                  <a:cubicBezTo>
                    <a:pt x="13643" y="16980"/>
                    <a:pt x="12318" y="14678"/>
                    <a:pt x="11309" y="14678"/>
                  </a:cubicBezTo>
                  <a:cubicBezTo>
                    <a:pt x="10008" y="14678"/>
                    <a:pt x="9174" y="17380"/>
                    <a:pt x="7273" y="18214"/>
                  </a:cubicBezTo>
                  <a:cubicBezTo>
                    <a:pt x="7101" y="18290"/>
                    <a:pt x="6934" y="18325"/>
                    <a:pt x="6771" y="18325"/>
                  </a:cubicBezTo>
                  <a:cubicBezTo>
                    <a:pt x="5153" y="18325"/>
                    <a:pt x="3927" y="14899"/>
                    <a:pt x="3170" y="14445"/>
                  </a:cubicBezTo>
                  <a:cubicBezTo>
                    <a:pt x="3128" y="14422"/>
                    <a:pt x="3085" y="14412"/>
                    <a:pt x="3042" y="14412"/>
                  </a:cubicBezTo>
                  <a:cubicBezTo>
                    <a:pt x="2373" y="14412"/>
                    <a:pt x="1599" y="16951"/>
                    <a:pt x="1" y="17547"/>
                  </a:cubicBezTo>
                  <a:cubicBezTo>
                    <a:pt x="332" y="17878"/>
                    <a:pt x="3816" y="21284"/>
                    <a:pt x="9917" y="21284"/>
                  </a:cubicBezTo>
                  <a:cubicBezTo>
                    <a:pt x="11804" y="21284"/>
                    <a:pt x="13941" y="20958"/>
                    <a:pt x="16313" y="20115"/>
                  </a:cubicBezTo>
                  <a:cubicBezTo>
                    <a:pt x="26787" y="16413"/>
                    <a:pt x="31390" y="7706"/>
                    <a:pt x="29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55"/>
            <p:cNvSpPr/>
            <p:nvPr/>
          </p:nvSpPr>
          <p:spPr>
            <a:xfrm>
              <a:off x="7124839" y="838998"/>
              <a:ext cx="1456095" cy="1204905"/>
            </a:xfrm>
            <a:custGeom>
              <a:avLst/>
              <a:gdLst/>
              <a:ahLst/>
              <a:cxnLst/>
              <a:rect l="l" t="t" r="r" b="b"/>
              <a:pathLst>
                <a:path w="40363" h="33400" extrusionOk="0">
                  <a:moveTo>
                    <a:pt x="22873" y="11406"/>
                  </a:moveTo>
                  <a:cubicBezTo>
                    <a:pt x="24778" y="11406"/>
                    <a:pt x="26440" y="12269"/>
                    <a:pt x="27119" y="13808"/>
                  </a:cubicBezTo>
                  <a:cubicBezTo>
                    <a:pt x="27219" y="14075"/>
                    <a:pt x="27320" y="14342"/>
                    <a:pt x="27353" y="14609"/>
                  </a:cubicBezTo>
                  <a:cubicBezTo>
                    <a:pt x="27753" y="16710"/>
                    <a:pt x="26219" y="19079"/>
                    <a:pt x="23650" y="20213"/>
                  </a:cubicBezTo>
                  <a:cubicBezTo>
                    <a:pt x="22717" y="20621"/>
                    <a:pt x="21765" y="20813"/>
                    <a:pt x="20866" y="20813"/>
                  </a:cubicBezTo>
                  <a:cubicBezTo>
                    <a:pt x="19708" y="20813"/>
                    <a:pt x="18639" y="20495"/>
                    <a:pt x="17813" y="19913"/>
                  </a:cubicBezTo>
                  <a:cubicBezTo>
                    <a:pt x="17279" y="19512"/>
                    <a:pt x="16879" y="19012"/>
                    <a:pt x="16612" y="18412"/>
                  </a:cubicBezTo>
                  <a:cubicBezTo>
                    <a:pt x="15611" y="16143"/>
                    <a:pt x="17179" y="13275"/>
                    <a:pt x="20081" y="12007"/>
                  </a:cubicBezTo>
                  <a:cubicBezTo>
                    <a:pt x="21014" y="11600"/>
                    <a:pt x="21971" y="11406"/>
                    <a:pt x="22873" y="11406"/>
                  </a:cubicBezTo>
                  <a:close/>
                  <a:moveTo>
                    <a:pt x="25115" y="1"/>
                  </a:moveTo>
                  <a:cubicBezTo>
                    <a:pt x="19259" y="1"/>
                    <a:pt x="11444" y="2782"/>
                    <a:pt x="6505" y="9605"/>
                  </a:cubicBezTo>
                  <a:cubicBezTo>
                    <a:pt x="0" y="18578"/>
                    <a:pt x="7072" y="32255"/>
                    <a:pt x="9574" y="32722"/>
                  </a:cubicBezTo>
                  <a:cubicBezTo>
                    <a:pt x="9685" y="32744"/>
                    <a:pt x="9803" y="32755"/>
                    <a:pt x="9924" y="32755"/>
                  </a:cubicBezTo>
                  <a:cubicBezTo>
                    <a:pt x="10167" y="32755"/>
                    <a:pt x="10419" y="32711"/>
                    <a:pt x="10641" y="32622"/>
                  </a:cubicBezTo>
                  <a:cubicBezTo>
                    <a:pt x="12231" y="32029"/>
                    <a:pt x="13005" y="29514"/>
                    <a:pt x="13698" y="29514"/>
                  </a:cubicBezTo>
                  <a:cubicBezTo>
                    <a:pt x="13747" y="29514"/>
                    <a:pt x="13795" y="29527"/>
                    <a:pt x="13843" y="29553"/>
                  </a:cubicBezTo>
                  <a:cubicBezTo>
                    <a:pt x="14571" y="29947"/>
                    <a:pt x="15822" y="33400"/>
                    <a:pt x="17446" y="33400"/>
                  </a:cubicBezTo>
                  <a:cubicBezTo>
                    <a:pt x="17609" y="33400"/>
                    <a:pt x="17776" y="33365"/>
                    <a:pt x="17946" y="33289"/>
                  </a:cubicBezTo>
                  <a:cubicBezTo>
                    <a:pt x="19848" y="32488"/>
                    <a:pt x="20648" y="29753"/>
                    <a:pt x="21949" y="29753"/>
                  </a:cubicBezTo>
                  <a:cubicBezTo>
                    <a:pt x="22982" y="29753"/>
                    <a:pt x="24310" y="32068"/>
                    <a:pt x="26116" y="32068"/>
                  </a:cubicBezTo>
                  <a:cubicBezTo>
                    <a:pt x="26584" y="32068"/>
                    <a:pt x="27084" y="31912"/>
                    <a:pt x="27620" y="31521"/>
                  </a:cubicBezTo>
                  <a:cubicBezTo>
                    <a:pt x="30222" y="29653"/>
                    <a:pt x="29388" y="26484"/>
                    <a:pt x="30789" y="25750"/>
                  </a:cubicBezTo>
                  <a:cubicBezTo>
                    <a:pt x="32223" y="25050"/>
                    <a:pt x="34925" y="25650"/>
                    <a:pt x="36226" y="23882"/>
                  </a:cubicBezTo>
                  <a:cubicBezTo>
                    <a:pt x="37527" y="22114"/>
                    <a:pt x="34591" y="18912"/>
                    <a:pt x="36126" y="17978"/>
                  </a:cubicBezTo>
                  <a:cubicBezTo>
                    <a:pt x="37627" y="17044"/>
                    <a:pt x="39161" y="17277"/>
                    <a:pt x="39862" y="15376"/>
                  </a:cubicBezTo>
                  <a:cubicBezTo>
                    <a:pt x="39895" y="15276"/>
                    <a:pt x="39929" y="15176"/>
                    <a:pt x="39929" y="15076"/>
                  </a:cubicBezTo>
                  <a:cubicBezTo>
                    <a:pt x="40362" y="12641"/>
                    <a:pt x="38061" y="3901"/>
                    <a:pt x="29855" y="766"/>
                  </a:cubicBezTo>
                  <a:cubicBezTo>
                    <a:pt x="28560" y="268"/>
                    <a:pt x="26932" y="1"/>
                    <a:pt x="25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5"/>
            <p:cNvSpPr/>
            <p:nvPr/>
          </p:nvSpPr>
          <p:spPr>
            <a:xfrm>
              <a:off x="7431694" y="1730153"/>
              <a:ext cx="49351" cy="103391"/>
            </a:xfrm>
            <a:custGeom>
              <a:avLst/>
              <a:gdLst/>
              <a:ahLst/>
              <a:cxnLst/>
              <a:rect l="l" t="t" r="r" b="b"/>
              <a:pathLst>
                <a:path w="1368" h="2866" extrusionOk="0">
                  <a:moveTo>
                    <a:pt x="374" y="0"/>
                  </a:moveTo>
                  <a:cubicBezTo>
                    <a:pt x="256" y="0"/>
                    <a:pt x="146" y="75"/>
                    <a:pt x="100" y="213"/>
                  </a:cubicBezTo>
                  <a:cubicBezTo>
                    <a:pt x="0" y="647"/>
                    <a:pt x="234" y="1014"/>
                    <a:pt x="367" y="1414"/>
                  </a:cubicBezTo>
                  <a:cubicBezTo>
                    <a:pt x="534" y="1881"/>
                    <a:pt x="701" y="2381"/>
                    <a:pt x="934" y="2815"/>
                  </a:cubicBezTo>
                  <a:cubicBezTo>
                    <a:pt x="951" y="2848"/>
                    <a:pt x="984" y="2865"/>
                    <a:pt x="1013" y="2865"/>
                  </a:cubicBezTo>
                  <a:cubicBezTo>
                    <a:pt x="1043" y="2865"/>
                    <a:pt x="1068" y="2848"/>
                    <a:pt x="1068" y="2815"/>
                  </a:cubicBezTo>
                  <a:cubicBezTo>
                    <a:pt x="1201" y="2081"/>
                    <a:pt x="1368" y="413"/>
                    <a:pt x="534" y="46"/>
                  </a:cubicBezTo>
                  <a:cubicBezTo>
                    <a:pt x="482" y="15"/>
                    <a:pt x="427" y="0"/>
                    <a:pt x="3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5"/>
            <p:cNvSpPr/>
            <p:nvPr/>
          </p:nvSpPr>
          <p:spPr>
            <a:xfrm>
              <a:off x="7555793" y="1607715"/>
              <a:ext cx="83838" cy="72799"/>
            </a:xfrm>
            <a:custGeom>
              <a:avLst/>
              <a:gdLst/>
              <a:ahLst/>
              <a:cxnLst/>
              <a:rect l="l" t="t" r="r" b="b"/>
              <a:pathLst>
                <a:path w="2324" h="2018" extrusionOk="0">
                  <a:moveTo>
                    <a:pt x="259" y="1"/>
                  </a:moveTo>
                  <a:cubicBezTo>
                    <a:pt x="110" y="1"/>
                    <a:pt x="1" y="181"/>
                    <a:pt x="63" y="305"/>
                  </a:cubicBezTo>
                  <a:cubicBezTo>
                    <a:pt x="296" y="672"/>
                    <a:pt x="563" y="972"/>
                    <a:pt x="863" y="1272"/>
                  </a:cubicBezTo>
                  <a:cubicBezTo>
                    <a:pt x="1130" y="1606"/>
                    <a:pt x="1497" y="1873"/>
                    <a:pt x="1897" y="2006"/>
                  </a:cubicBezTo>
                  <a:cubicBezTo>
                    <a:pt x="1925" y="2014"/>
                    <a:pt x="1952" y="2018"/>
                    <a:pt x="1978" y="2018"/>
                  </a:cubicBezTo>
                  <a:cubicBezTo>
                    <a:pt x="2174" y="2018"/>
                    <a:pt x="2323" y="1812"/>
                    <a:pt x="2264" y="1606"/>
                  </a:cubicBezTo>
                  <a:cubicBezTo>
                    <a:pt x="2131" y="1205"/>
                    <a:pt x="1864" y="872"/>
                    <a:pt x="1497" y="672"/>
                  </a:cubicBezTo>
                  <a:cubicBezTo>
                    <a:pt x="1130" y="372"/>
                    <a:pt x="730" y="171"/>
                    <a:pt x="296" y="5"/>
                  </a:cubicBezTo>
                  <a:cubicBezTo>
                    <a:pt x="284" y="2"/>
                    <a:pt x="271" y="1"/>
                    <a:pt x="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5"/>
            <p:cNvSpPr/>
            <p:nvPr/>
          </p:nvSpPr>
          <p:spPr>
            <a:xfrm>
              <a:off x="7458137" y="1473697"/>
              <a:ext cx="46970" cy="117352"/>
            </a:xfrm>
            <a:custGeom>
              <a:avLst/>
              <a:gdLst/>
              <a:ahLst/>
              <a:cxnLst/>
              <a:rect l="l" t="t" r="r" b="b"/>
              <a:pathLst>
                <a:path w="1302" h="3253" extrusionOk="0">
                  <a:moveTo>
                    <a:pt x="681" y="0"/>
                  </a:moveTo>
                  <a:cubicBezTo>
                    <a:pt x="576" y="0"/>
                    <a:pt x="468" y="50"/>
                    <a:pt x="401" y="150"/>
                  </a:cubicBezTo>
                  <a:cubicBezTo>
                    <a:pt x="68" y="684"/>
                    <a:pt x="168" y="1351"/>
                    <a:pt x="134" y="1952"/>
                  </a:cubicBezTo>
                  <a:cubicBezTo>
                    <a:pt x="101" y="2319"/>
                    <a:pt x="1" y="2919"/>
                    <a:pt x="234" y="3253"/>
                  </a:cubicBezTo>
                  <a:lnTo>
                    <a:pt x="301" y="3253"/>
                  </a:lnTo>
                  <a:cubicBezTo>
                    <a:pt x="701" y="3119"/>
                    <a:pt x="868" y="2419"/>
                    <a:pt x="968" y="2052"/>
                  </a:cubicBezTo>
                  <a:cubicBezTo>
                    <a:pt x="1102" y="1451"/>
                    <a:pt x="1302" y="717"/>
                    <a:pt x="935" y="150"/>
                  </a:cubicBezTo>
                  <a:cubicBezTo>
                    <a:pt x="885" y="50"/>
                    <a:pt x="785" y="0"/>
                    <a:pt x="6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5"/>
            <p:cNvSpPr/>
            <p:nvPr/>
          </p:nvSpPr>
          <p:spPr>
            <a:xfrm>
              <a:off x="7583318" y="1457320"/>
              <a:ext cx="61400" cy="41919"/>
            </a:xfrm>
            <a:custGeom>
              <a:avLst/>
              <a:gdLst/>
              <a:ahLst/>
              <a:cxnLst/>
              <a:rect l="l" t="t" r="r" b="b"/>
              <a:pathLst>
                <a:path w="1702" h="1162" extrusionOk="0">
                  <a:moveTo>
                    <a:pt x="308" y="0"/>
                  </a:moveTo>
                  <a:cubicBezTo>
                    <a:pt x="272" y="0"/>
                    <a:pt x="236" y="2"/>
                    <a:pt x="200" y="4"/>
                  </a:cubicBezTo>
                  <a:cubicBezTo>
                    <a:pt x="67" y="4"/>
                    <a:pt x="0" y="137"/>
                    <a:pt x="100" y="237"/>
                  </a:cubicBezTo>
                  <a:cubicBezTo>
                    <a:pt x="234" y="371"/>
                    <a:pt x="367" y="504"/>
                    <a:pt x="500" y="638"/>
                  </a:cubicBezTo>
                  <a:cubicBezTo>
                    <a:pt x="667" y="838"/>
                    <a:pt x="834" y="1005"/>
                    <a:pt x="1034" y="1105"/>
                  </a:cubicBezTo>
                  <a:cubicBezTo>
                    <a:pt x="1100" y="1144"/>
                    <a:pt x="1167" y="1162"/>
                    <a:pt x="1231" y="1162"/>
                  </a:cubicBezTo>
                  <a:cubicBezTo>
                    <a:pt x="1492" y="1162"/>
                    <a:pt x="1702" y="872"/>
                    <a:pt x="1568" y="604"/>
                  </a:cubicBezTo>
                  <a:cubicBezTo>
                    <a:pt x="1258" y="202"/>
                    <a:pt x="776" y="0"/>
                    <a:pt x="3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5"/>
            <p:cNvSpPr/>
            <p:nvPr/>
          </p:nvSpPr>
          <p:spPr>
            <a:xfrm>
              <a:off x="7497856" y="1266376"/>
              <a:ext cx="92713" cy="48341"/>
            </a:xfrm>
            <a:custGeom>
              <a:avLst/>
              <a:gdLst/>
              <a:ahLst/>
              <a:cxnLst/>
              <a:rect l="l" t="t" r="r" b="b"/>
              <a:pathLst>
                <a:path w="2570" h="1340" extrusionOk="0">
                  <a:moveTo>
                    <a:pt x="543" y="0"/>
                  </a:moveTo>
                  <a:cubicBezTo>
                    <a:pt x="418" y="0"/>
                    <a:pt x="293" y="9"/>
                    <a:pt x="168" y="27"/>
                  </a:cubicBezTo>
                  <a:cubicBezTo>
                    <a:pt x="67" y="60"/>
                    <a:pt x="1" y="193"/>
                    <a:pt x="67" y="293"/>
                  </a:cubicBezTo>
                  <a:cubicBezTo>
                    <a:pt x="234" y="660"/>
                    <a:pt x="735" y="794"/>
                    <a:pt x="1068" y="961"/>
                  </a:cubicBezTo>
                  <a:cubicBezTo>
                    <a:pt x="1365" y="1095"/>
                    <a:pt x="1727" y="1340"/>
                    <a:pt x="2085" y="1340"/>
                  </a:cubicBezTo>
                  <a:cubicBezTo>
                    <a:pt x="2169" y="1340"/>
                    <a:pt x="2253" y="1326"/>
                    <a:pt x="2336" y="1294"/>
                  </a:cubicBezTo>
                  <a:cubicBezTo>
                    <a:pt x="2503" y="1261"/>
                    <a:pt x="2569" y="1127"/>
                    <a:pt x="2569" y="961"/>
                  </a:cubicBezTo>
                  <a:cubicBezTo>
                    <a:pt x="2503" y="393"/>
                    <a:pt x="2036" y="293"/>
                    <a:pt x="1569" y="160"/>
                  </a:cubicBezTo>
                  <a:cubicBezTo>
                    <a:pt x="1227" y="62"/>
                    <a:pt x="885" y="0"/>
                    <a:pt x="5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5"/>
            <p:cNvSpPr/>
            <p:nvPr/>
          </p:nvSpPr>
          <p:spPr>
            <a:xfrm>
              <a:off x="7701536" y="1118000"/>
              <a:ext cx="104257" cy="106133"/>
            </a:xfrm>
            <a:custGeom>
              <a:avLst/>
              <a:gdLst/>
              <a:ahLst/>
              <a:cxnLst/>
              <a:rect l="l" t="t" r="r" b="b"/>
              <a:pathLst>
                <a:path w="2890" h="2942" extrusionOk="0">
                  <a:moveTo>
                    <a:pt x="2535" y="1"/>
                  </a:moveTo>
                  <a:cubicBezTo>
                    <a:pt x="2522" y="1"/>
                    <a:pt x="2508" y="2"/>
                    <a:pt x="2494" y="3"/>
                  </a:cubicBezTo>
                  <a:cubicBezTo>
                    <a:pt x="1860" y="70"/>
                    <a:pt x="1527" y="537"/>
                    <a:pt x="1160" y="1004"/>
                  </a:cubicBezTo>
                  <a:cubicBezTo>
                    <a:pt x="826" y="1504"/>
                    <a:pt x="426" y="2005"/>
                    <a:pt x="126" y="2505"/>
                  </a:cubicBezTo>
                  <a:cubicBezTo>
                    <a:pt x="1" y="2723"/>
                    <a:pt x="168" y="2942"/>
                    <a:pt x="381" y="2942"/>
                  </a:cubicBezTo>
                  <a:cubicBezTo>
                    <a:pt x="396" y="2942"/>
                    <a:pt x="411" y="2941"/>
                    <a:pt x="426" y="2939"/>
                  </a:cubicBezTo>
                  <a:cubicBezTo>
                    <a:pt x="926" y="2705"/>
                    <a:pt x="1360" y="2338"/>
                    <a:pt x="1660" y="1905"/>
                  </a:cubicBezTo>
                  <a:cubicBezTo>
                    <a:pt x="2060" y="1471"/>
                    <a:pt x="2561" y="1071"/>
                    <a:pt x="2794" y="504"/>
                  </a:cubicBezTo>
                  <a:cubicBezTo>
                    <a:pt x="2889" y="313"/>
                    <a:pt x="2803" y="1"/>
                    <a:pt x="25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55"/>
            <p:cNvSpPr/>
            <p:nvPr/>
          </p:nvSpPr>
          <p:spPr>
            <a:xfrm>
              <a:off x="7943384" y="963095"/>
              <a:ext cx="106746" cy="120274"/>
            </a:xfrm>
            <a:custGeom>
              <a:avLst/>
              <a:gdLst/>
              <a:ahLst/>
              <a:cxnLst/>
              <a:rect l="l" t="t" r="r" b="b"/>
              <a:pathLst>
                <a:path w="2959" h="3334" extrusionOk="0">
                  <a:moveTo>
                    <a:pt x="2348" y="1"/>
                  </a:moveTo>
                  <a:cubicBezTo>
                    <a:pt x="2237" y="1"/>
                    <a:pt x="2123" y="48"/>
                    <a:pt x="2028" y="161"/>
                  </a:cubicBezTo>
                  <a:cubicBezTo>
                    <a:pt x="1294" y="995"/>
                    <a:pt x="660" y="1929"/>
                    <a:pt x="126" y="2930"/>
                  </a:cubicBezTo>
                  <a:cubicBezTo>
                    <a:pt x="0" y="3131"/>
                    <a:pt x="160" y="3333"/>
                    <a:pt x="346" y="3333"/>
                  </a:cubicBezTo>
                  <a:cubicBezTo>
                    <a:pt x="407" y="3333"/>
                    <a:pt x="470" y="3312"/>
                    <a:pt x="527" y="3263"/>
                  </a:cubicBezTo>
                  <a:cubicBezTo>
                    <a:pt x="1427" y="2563"/>
                    <a:pt x="2161" y="1695"/>
                    <a:pt x="2762" y="728"/>
                  </a:cubicBezTo>
                  <a:cubicBezTo>
                    <a:pt x="2959" y="383"/>
                    <a:pt x="2664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55"/>
            <p:cNvSpPr/>
            <p:nvPr/>
          </p:nvSpPr>
          <p:spPr>
            <a:xfrm>
              <a:off x="7826393" y="952562"/>
              <a:ext cx="71032" cy="72980"/>
            </a:xfrm>
            <a:custGeom>
              <a:avLst/>
              <a:gdLst/>
              <a:ahLst/>
              <a:cxnLst/>
              <a:rect l="l" t="t" r="r" b="b"/>
              <a:pathLst>
                <a:path w="1969" h="2023" extrusionOk="0">
                  <a:moveTo>
                    <a:pt x="319" y="0"/>
                  </a:moveTo>
                  <a:cubicBezTo>
                    <a:pt x="298" y="0"/>
                    <a:pt x="280" y="6"/>
                    <a:pt x="267" y="19"/>
                  </a:cubicBezTo>
                  <a:cubicBezTo>
                    <a:pt x="0" y="253"/>
                    <a:pt x="300" y="853"/>
                    <a:pt x="434" y="1087"/>
                  </a:cubicBezTo>
                  <a:cubicBezTo>
                    <a:pt x="661" y="1476"/>
                    <a:pt x="919" y="2022"/>
                    <a:pt x="1423" y="2022"/>
                  </a:cubicBezTo>
                  <a:cubicBezTo>
                    <a:pt x="1438" y="2022"/>
                    <a:pt x="1453" y="2022"/>
                    <a:pt x="1468" y="2021"/>
                  </a:cubicBezTo>
                  <a:cubicBezTo>
                    <a:pt x="1601" y="1987"/>
                    <a:pt x="1701" y="1921"/>
                    <a:pt x="1735" y="1787"/>
                  </a:cubicBezTo>
                  <a:cubicBezTo>
                    <a:pt x="1968" y="1254"/>
                    <a:pt x="1401" y="887"/>
                    <a:pt x="1068" y="586"/>
                  </a:cubicBezTo>
                  <a:cubicBezTo>
                    <a:pt x="978" y="496"/>
                    <a:pt x="508" y="0"/>
                    <a:pt x="3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55"/>
            <p:cNvSpPr/>
            <p:nvPr/>
          </p:nvSpPr>
          <p:spPr>
            <a:xfrm>
              <a:off x="8159727" y="1126983"/>
              <a:ext cx="122186" cy="85426"/>
            </a:xfrm>
            <a:custGeom>
              <a:avLst/>
              <a:gdLst/>
              <a:ahLst/>
              <a:cxnLst/>
              <a:rect l="l" t="t" r="r" b="b"/>
              <a:pathLst>
                <a:path w="3387" h="2368" extrusionOk="0">
                  <a:moveTo>
                    <a:pt x="2605" y="0"/>
                  </a:moveTo>
                  <a:cubicBezTo>
                    <a:pt x="2531" y="0"/>
                    <a:pt x="2452" y="17"/>
                    <a:pt x="2369" y="54"/>
                  </a:cubicBezTo>
                  <a:cubicBezTo>
                    <a:pt x="1902" y="255"/>
                    <a:pt x="1501" y="555"/>
                    <a:pt x="1168" y="922"/>
                  </a:cubicBezTo>
                  <a:cubicBezTo>
                    <a:pt x="801" y="1255"/>
                    <a:pt x="434" y="1589"/>
                    <a:pt x="100" y="1956"/>
                  </a:cubicBezTo>
                  <a:cubicBezTo>
                    <a:pt x="0" y="2089"/>
                    <a:pt x="34" y="2289"/>
                    <a:pt x="200" y="2323"/>
                  </a:cubicBezTo>
                  <a:cubicBezTo>
                    <a:pt x="296" y="2354"/>
                    <a:pt x="391" y="2367"/>
                    <a:pt x="485" y="2367"/>
                  </a:cubicBezTo>
                  <a:cubicBezTo>
                    <a:pt x="1311" y="2367"/>
                    <a:pt x="2084" y="1298"/>
                    <a:pt x="2802" y="1089"/>
                  </a:cubicBezTo>
                  <a:cubicBezTo>
                    <a:pt x="3386" y="826"/>
                    <a:pt x="3127" y="0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5"/>
            <p:cNvSpPr/>
            <p:nvPr/>
          </p:nvSpPr>
          <p:spPr>
            <a:xfrm>
              <a:off x="8050203" y="1095093"/>
              <a:ext cx="38564" cy="86941"/>
            </a:xfrm>
            <a:custGeom>
              <a:avLst/>
              <a:gdLst/>
              <a:ahLst/>
              <a:cxnLst/>
              <a:rect l="l" t="t" r="r" b="b"/>
              <a:pathLst>
                <a:path w="1069" h="2410" extrusionOk="0">
                  <a:moveTo>
                    <a:pt x="643" y="1"/>
                  </a:moveTo>
                  <a:cubicBezTo>
                    <a:pt x="510" y="1"/>
                    <a:pt x="378" y="63"/>
                    <a:pt x="301" y="205"/>
                  </a:cubicBezTo>
                  <a:cubicBezTo>
                    <a:pt x="134" y="538"/>
                    <a:pt x="67" y="905"/>
                    <a:pt x="67" y="1272"/>
                  </a:cubicBezTo>
                  <a:cubicBezTo>
                    <a:pt x="1" y="1606"/>
                    <a:pt x="34" y="1973"/>
                    <a:pt x="134" y="2339"/>
                  </a:cubicBezTo>
                  <a:cubicBezTo>
                    <a:pt x="175" y="2381"/>
                    <a:pt x="242" y="2409"/>
                    <a:pt x="303" y="2409"/>
                  </a:cubicBezTo>
                  <a:cubicBezTo>
                    <a:pt x="340" y="2409"/>
                    <a:pt x="375" y="2398"/>
                    <a:pt x="401" y="2373"/>
                  </a:cubicBezTo>
                  <a:cubicBezTo>
                    <a:pt x="601" y="2106"/>
                    <a:pt x="735" y="1806"/>
                    <a:pt x="801" y="1506"/>
                  </a:cubicBezTo>
                  <a:cubicBezTo>
                    <a:pt x="935" y="1139"/>
                    <a:pt x="1035" y="772"/>
                    <a:pt x="1068" y="405"/>
                  </a:cubicBezTo>
                  <a:cubicBezTo>
                    <a:pt x="1068" y="159"/>
                    <a:pt x="854" y="1"/>
                    <a:pt x="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5"/>
            <p:cNvSpPr/>
            <p:nvPr/>
          </p:nvSpPr>
          <p:spPr>
            <a:xfrm>
              <a:off x="8197029" y="1431923"/>
              <a:ext cx="100505" cy="80231"/>
            </a:xfrm>
            <a:custGeom>
              <a:avLst/>
              <a:gdLst/>
              <a:ahLst/>
              <a:cxnLst/>
              <a:rect l="l" t="t" r="r" b="b"/>
              <a:pathLst>
                <a:path w="2786" h="2224" extrusionOk="0">
                  <a:moveTo>
                    <a:pt x="150" y="1"/>
                  </a:moveTo>
                  <a:cubicBezTo>
                    <a:pt x="50" y="1"/>
                    <a:pt x="0" y="88"/>
                    <a:pt x="0" y="174"/>
                  </a:cubicBezTo>
                  <a:cubicBezTo>
                    <a:pt x="100" y="641"/>
                    <a:pt x="567" y="975"/>
                    <a:pt x="901" y="1242"/>
                  </a:cubicBezTo>
                  <a:cubicBezTo>
                    <a:pt x="1268" y="1642"/>
                    <a:pt x="1701" y="1942"/>
                    <a:pt x="2135" y="2209"/>
                  </a:cubicBezTo>
                  <a:cubicBezTo>
                    <a:pt x="2175" y="2219"/>
                    <a:pt x="2214" y="2224"/>
                    <a:pt x="2251" y="2224"/>
                  </a:cubicBezTo>
                  <a:cubicBezTo>
                    <a:pt x="2585" y="2224"/>
                    <a:pt x="2786" y="1849"/>
                    <a:pt x="2635" y="1609"/>
                  </a:cubicBezTo>
                  <a:cubicBezTo>
                    <a:pt x="2402" y="1175"/>
                    <a:pt x="1902" y="941"/>
                    <a:pt x="1501" y="708"/>
                  </a:cubicBezTo>
                  <a:cubicBezTo>
                    <a:pt x="1101" y="408"/>
                    <a:pt x="667" y="174"/>
                    <a:pt x="200" y="7"/>
                  </a:cubicBezTo>
                  <a:cubicBezTo>
                    <a:pt x="183" y="3"/>
                    <a:pt x="166" y="1"/>
                    <a:pt x="1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5"/>
            <p:cNvSpPr/>
            <p:nvPr/>
          </p:nvSpPr>
          <p:spPr>
            <a:xfrm>
              <a:off x="8293746" y="1271174"/>
              <a:ext cx="95851" cy="96068"/>
            </a:xfrm>
            <a:custGeom>
              <a:avLst/>
              <a:gdLst/>
              <a:ahLst/>
              <a:cxnLst/>
              <a:rect l="l" t="t" r="r" b="b"/>
              <a:pathLst>
                <a:path w="2657" h="2663" extrusionOk="0">
                  <a:moveTo>
                    <a:pt x="230" y="0"/>
                  </a:moveTo>
                  <a:cubicBezTo>
                    <a:pt x="101" y="0"/>
                    <a:pt x="0" y="158"/>
                    <a:pt x="55" y="294"/>
                  </a:cubicBezTo>
                  <a:cubicBezTo>
                    <a:pt x="321" y="761"/>
                    <a:pt x="588" y="1228"/>
                    <a:pt x="922" y="1628"/>
                  </a:cubicBezTo>
                  <a:cubicBezTo>
                    <a:pt x="1255" y="2062"/>
                    <a:pt x="1622" y="2629"/>
                    <a:pt x="2189" y="2662"/>
                  </a:cubicBezTo>
                  <a:cubicBezTo>
                    <a:pt x="2456" y="2662"/>
                    <a:pt x="2656" y="2395"/>
                    <a:pt x="2590" y="2128"/>
                  </a:cubicBezTo>
                  <a:cubicBezTo>
                    <a:pt x="2523" y="1628"/>
                    <a:pt x="1889" y="1295"/>
                    <a:pt x="1522" y="994"/>
                  </a:cubicBezTo>
                  <a:cubicBezTo>
                    <a:pt x="1155" y="627"/>
                    <a:pt x="755" y="327"/>
                    <a:pt x="321" y="27"/>
                  </a:cubicBezTo>
                  <a:cubicBezTo>
                    <a:pt x="290" y="8"/>
                    <a:pt x="259" y="0"/>
                    <a:pt x="2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5"/>
            <p:cNvSpPr/>
            <p:nvPr/>
          </p:nvSpPr>
          <p:spPr>
            <a:xfrm>
              <a:off x="8369107" y="1135533"/>
              <a:ext cx="50577" cy="90151"/>
            </a:xfrm>
            <a:custGeom>
              <a:avLst/>
              <a:gdLst/>
              <a:ahLst/>
              <a:cxnLst/>
              <a:rect l="l" t="t" r="r" b="b"/>
              <a:pathLst>
                <a:path w="1402" h="2499" extrusionOk="0">
                  <a:moveTo>
                    <a:pt x="1124" y="0"/>
                  </a:moveTo>
                  <a:cubicBezTo>
                    <a:pt x="1095" y="0"/>
                    <a:pt x="1064" y="6"/>
                    <a:pt x="1034" y="18"/>
                  </a:cubicBezTo>
                  <a:cubicBezTo>
                    <a:pt x="200" y="151"/>
                    <a:pt x="0" y="1619"/>
                    <a:pt x="34" y="2286"/>
                  </a:cubicBezTo>
                  <a:cubicBezTo>
                    <a:pt x="57" y="2424"/>
                    <a:pt x="159" y="2499"/>
                    <a:pt x="264" y="2499"/>
                  </a:cubicBezTo>
                  <a:cubicBezTo>
                    <a:pt x="312" y="2499"/>
                    <a:pt x="359" y="2484"/>
                    <a:pt x="401" y="2453"/>
                  </a:cubicBezTo>
                  <a:cubicBezTo>
                    <a:pt x="667" y="2152"/>
                    <a:pt x="868" y="1819"/>
                    <a:pt x="1001" y="1419"/>
                  </a:cubicBezTo>
                  <a:cubicBezTo>
                    <a:pt x="1134" y="1052"/>
                    <a:pt x="1401" y="685"/>
                    <a:pt x="1368" y="251"/>
                  </a:cubicBezTo>
                  <a:cubicBezTo>
                    <a:pt x="1368" y="114"/>
                    <a:pt x="1256" y="0"/>
                    <a:pt x="1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5"/>
            <p:cNvSpPr/>
            <p:nvPr/>
          </p:nvSpPr>
          <p:spPr>
            <a:xfrm>
              <a:off x="8085124" y="1603747"/>
              <a:ext cx="109524" cy="65945"/>
            </a:xfrm>
            <a:custGeom>
              <a:avLst/>
              <a:gdLst/>
              <a:ahLst/>
              <a:cxnLst/>
              <a:rect l="l" t="t" r="r" b="b"/>
              <a:pathLst>
                <a:path w="3036" h="1828" extrusionOk="0">
                  <a:moveTo>
                    <a:pt x="547" y="0"/>
                  </a:moveTo>
                  <a:cubicBezTo>
                    <a:pt x="425" y="0"/>
                    <a:pt x="307" y="24"/>
                    <a:pt x="200" y="81"/>
                  </a:cubicBezTo>
                  <a:cubicBezTo>
                    <a:pt x="67" y="181"/>
                    <a:pt x="0" y="348"/>
                    <a:pt x="100" y="482"/>
                  </a:cubicBezTo>
                  <a:cubicBezTo>
                    <a:pt x="334" y="848"/>
                    <a:pt x="901" y="1082"/>
                    <a:pt x="1234" y="1315"/>
                  </a:cubicBezTo>
                  <a:cubicBezTo>
                    <a:pt x="1514" y="1494"/>
                    <a:pt x="2008" y="1827"/>
                    <a:pt x="2433" y="1827"/>
                  </a:cubicBezTo>
                  <a:cubicBezTo>
                    <a:pt x="2566" y="1827"/>
                    <a:pt x="2691" y="1795"/>
                    <a:pt x="2802" y="1716"/>
                  </a:cubicBezTo>
                  <a:cubicBezTo>
                    <a:pt x="2969" y="1616"/>
                    <a:pt x="3036" y="1449"/>
                    <a:pt x="3002" y="1249"/>
                  </a:cubicBezTo>
                  <a:cubicBezTo>
                    <a:pt x="2902" y="748"/>
                    <a:pt x="2102" y="482"/>
                    <a:pt x="1668" y="315"/>
                  </a:cubicBezTo>
                  <a:cubicBezTo>
                    <a:pt x="1341" y="214"/>
                    <a:pt x="921" y="0"/>
                    <a:pt x="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5"/>
            <p:cNvSpPr/>
            <p:nvPr/>
          </p:nvSpPr>
          <p:spPr>
            <a:xfrm>
              <a:off x="7846847" y="1699309"/>
              <a:ext cx="120382" cy="91775"/>
            </a:xfrm>
            <a:custGeom>
              <a:avLst/>
              <a:gdLst/>
              <a:ahLst/>
              <a:cxnLst/>
              <a:rect l="l" t="t" r="r" b="b"/>
              <a:pathLst>
                <a:path w="3337" h="2544" extrusionOk="0">
                  <a:moveTo>
                    <a:pt x="100" y="1"/>
                  </a:moveTo>
                  <a:cubicBezTo>
                    <a:pt x="34" y="1"/>
                    <a:pt x="0" y="67"/>
                    <a:pt x="0" y="134"/>
                  </a:cubicBezTo>
                  <a:cubicBezTo>
                    <a:pt x="134" y="735"/>
                    <a:pt x="801" y="1202"/>
                    <a:pt x="1268" y="1569"/>
                  </a:cubicBezTo>
                  <a:cubicBezTo>
                    <a:pt x="1679" y="1862"/>
                    <a:pt x="2271" y="2543"/>
                    <a:pt x="2839" y="2543"/>
                  </a:cubicBezTo>
                  <a:cubicBezTo>
                    <a:pt x="2916" y="2543"/>
                    <a:pt x="2993" y="2531"/>
                    <a:pt x="3069" y="2503"/>
                  </a:cubicBezTo>
                  <a:cubicBezTo>
                    <a:pt x="3203" y="2469"/>
                    <a:pt x="3303" y="2302"/>
                    <a:pt x="3336" y="2136"/>
                  </a:cubicBezTo>
                  <a:cubicBezTo>
                    <a:pt x="3303" y="1502"/>
                    <a:pt x="2469" y="1202"/>
                    <a:pt x="2002" y="901"/>
                  </a:cubicBezTo>
                  <a:cubicBezTo>
                    <a:pt x="1468" y="568"/>
                    <a:pt x="768" y="1"/>
                    <a:pt x="1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5"/>
            <p:cNvSpPr/>
            <p:nvPr/>
          </p:nvSpPr>
          <p:spPr>
            <a:xfrm>
              <a:off x="7984185" y="1645918"/>
              <a:ext cx="50649" cy="58297"/>
            </a:xfrm>
            <a:custGeom>
              <a:avLst/>
              <a:gdLst/>
              <a:ahLst/>
              <a:cxnLst/>
              <a:rect l="l" t="t" r="r" b="b"/>
              <a:pathLst>
                <a:path w="1404" h="1616" extrusionOk="0">
                  <a:moveTo>
                    <a:pt x="807" y="0"/>
                  </a:moveTo>
                  <a:cubicBezTo>
                    <a:pt x="700" y="0"/>
                    <a:pt x="590" y="44"/>
                    <a:pt x="496" y="146"/>
                  </a:cubicBezTo>
                  <a:cubicBezTo>
                    <a:pt x="296" y="413"/>
                    <a:pt x="163" y="714"/>
                    <a:pt x="96" y="1047"/>
                  </a:cubicBezTo>
                  <a:cubicBezTo>
                    <a:pt x="64" y="1144"/>
                    <a:pt x="0" y="1616"/>
                    <a:pt x="208" y="1616"/>
                  </a:cubicBezTo>
                  <a:cubicBezTo>
                    <a:pt x="215" y="1616"/>
                    <a:pt x="222" y="1615"/>
                    <a:pt x="230" y="1614"/>
                  </a:cubicBezTo>
                  <a:cubicBezTo>
                    <a:pt x="463" y="1614"/>
                    <a:pt x="563" y="1414"/>
                    <a:pt x="697" y="1281"/>
                  </a:cubicBezTo>
                  <a:cubicBezTo>
                    <a:pt x="897" y="1114"/>
                    <a:pt x="1063" y="914"/>
                    <a:pt x="1230" y="714"/>
                  </a:cubicBezTo>
                  <a:cubicBezTo>
                    <a:pt x="1404" y="366"/>
                    <a:pt x="1116" y="0"/>
                    <a:pt x="8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5"/>
            <p:cNvSpPr/>
            <p:nvPr/>
          </p:nvSpPr>
          <p:spPr>
            <a:xfrm>
              <a:off x="7668744" y="1741300"/>
              <a:ext cx="89719" cy="77922"/>
            </a:xfrm>
            <a:custGeom>
              <a:avLst/>
              <a:gdLst/>
              <a:ahLst/>
              <a:cxnLst/>
              <a:rect l="l" t="t" r="r" b="b"/>
              <a:pathLst>
                <a:path w="2487" h="2160" extrusionOk="0">
                  <a:moveTo>
                    <a:pt x="1757" y="0"/>
                  </a:moveTo>
                  <a:cubicBezTo>
                    <a:pt x="1664" y="0"/>
                    <a:pt x="1566" y="22"/>
                    <a:pt x="1468" y="71"/>
                  </a:cubicBezTo>
                  <a:cubicBezTo>
                    <a:pt x="1168" y="304"/>
                    <a:pt x="934" y="571"/>
                    <a:pt x="734" y="905"/>
                  </a:cubicBezTo>
                  <a:cubicBezTo>
                    <a:pt x="568" y="1138"/>
                    <a:pt x="367" y="1405"/>
                    <a:pt x="167" y="1605"/>
                  </a:cubicBezTo>
                  <a:cubicBezTo>
                    <a:pt x="0" y="1772"/>
                    <a:pt x="67" y="2072"/>
                    <a:pt x="301" y="2139"/>
                  </a:cubicBezTo>
                  <a:cubicBezTo>
                    <a:pt x="374" y="2152"/>
                    <a:pt x="447" y="2159"/>
                    <a:pt x="520" y="2159"/>
                  </a:cubicBezTo>
                  <a:cubicBezTo>
                    <a:pt x="810" y="2159"/>
                    <a:pt x="1088" y="2052"/>
                    <a:pt x="1301" y="1839"/>
                  </a:cubicBezTo>
                  <a:cubicBezTo>
                    <a:pt x="1702" y="1605"/>
                    <a:pt x="2035" y="1272"/>
                    <a:pt x="2269" y="872"/>
                  </a:cubicBezTo>
                  <a:cubicBezTo>
                    <a:pt x="2487" y="436"/>
                    <a:pt x="2171" y="0"/>
                    <a:pt x="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5"/>
            <p:cNvSpPr/>
            <p:nvPr/>
          </p:nvSpPr>
          <p:spPr>
            <a:xfrm>
              <a:off x="7745765" y="1866371"/>
              <a:ext cx="46970" cy="69228"/>
            </a:xfrm>
            <a:custGeom>
              <a:avLst/>
              <a:gdLst/>
              <a:ahLst/>
              <a:cxnLst/>
              <a:rect l="l" t="t" r="r" b="b"/>
              <a:pathLst>
                <a:path w="1302" h="1919" extrusionOk="0">
                  <a:moveTo>
                    <a:pt x="484" y="0"/>
                  </a:moveTo>
                  <a:cubicBezTo>
                    <a:pt x="457" y="0"/>
                    <a:pt x="429" y="2"/>
                    <a:pt x="401" y="6"/>
                  </a:cubicBezTo>
                  <a:cubicBezTo>
                    <a:pt x="0" y="73"/>
                    <a:pt x="34" y="674"/>
                    <a:pt x="67" y="940"/>
                  </a:cubicBezTo>
                  <a:cubicBezTo>
                    <a:pt x="134" y="1107"/>
                    <a:pt x="200" y="1307"/>
                    <a:pt x="301" y="1474"/>
                  </a:cubicBezTo>
                  <a:cubicBezTo>
                    <a:pt x="367" y="1641"/>
                    <a:pt x="467" y="1774"/>
                    <a:pt x="601" y="1874"/>
                  </a:cubicBezTo>
                  <a:cubicBezTo>
                    <a:pt x="656" y="1902"/>
                    <a:pt x="717" y="1918"/>
                    <a:pt x="779" y="1918"/>
                  </a:cubicBezTo>
                  <a:cubicBezTo>
                    <a:pt x="867" y="1918"/>
                    <a:pt x="956" y="1886"/>
                    <a:pt x="1034" y="1808"/>
                  </a:cubicBezTo>
                  <a:cubicBezTo>
                    <a:pt x="1301" y="1608"/>
                    <a:pt x="1235" y="1141"/>
                    <a:pt x="1201" y="840"/>
                  </a:cubicBezTo>
                  <a:cubicBezTo>
                    <a:pt x="1170" y="465"/>
                    <a:pt x="903" y="0"/>
                    <a:pt x="4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55"/>
            <p:cNvSpPr/>
            <p:nvPr/>
          </p:nvSpPr>
          <p:spPr>
            <a:xfrm>
              <a:off x="7572460" y="1102452"/>
              <a:ext cx="67280" cy="58261"/>
            </a:xfrm>
            <a:custGeom>
              <a:avLst/>
              <a:gdLst/>
              <a:ahLst/>
              <a:cxnLst/>
              <a:rect l="l" t="t" r="r" b="b"/>
              <a:pathLst>
                <a:path w="1865" h="1615" extrusionOk="0">
                  <a:moveTo>
                    <a:pt x="101" y="1"/>
                  </a:moveTo>
                  <a:cubicBezTo>
                    <a:pt x="68" y="1"/>
                    <a:pt x="1" y="67"/>
                    <a:pt x="34" y="101"/>
                  </a:cubicBezTo>
                  <a:cubicBezTo>
                    <a:pt x="234" y="368"/>
                    <a:pt x="401" y="634"/>
                    <a:pt x="568" y="935"/>
                  </a:cubicBezTo>
                  <a:cubicBezTo>
                    <a:pt x="801" y="1268"/>
                    <a:pt x="1135" y="1502"/>
                    <a:pt x="1502" y="1602"/>
                  </a:cubicBezTo>
                  <a:cubicBezTo>
                    <a:pt x="1533" y="1611"/>
                    <a:pt x="1563" y="1615"/>
                    <a:pt x="1590" y="1615"/>
                  </a:cubicBezTo>
                  <a:cubicBezTo>
                    <a:pt x="1768" y="1615"/>
                    <a:pt x="1864" y="1442"/>
                    <a:pt x="1836" y="1268"/>
                  </a:cubicBezTo>
                  <a:cubicBezTo>
                    <a:pt x="1769" y="868"/>
                    <a:pt x="1535" y="534"/>
                    <a:pt x="1168" y="334"/>
                  </a:cubicBezTo>
                  <a:cubicBezTo>
                    <a:pt x="835" y="167"/>
                    <a:pt x="468" y="67"/>
                    <a:pt x="1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55"/>
            <p:cNvSpPr/>
            <p:nvPr/>
          </p:nvSpPr>
          <p:spPr>
            <a:xfrm>
              <a:off x="7322170" y="1358619"/>
              <a:ext cx="78066" cy="49783"/>
            </a:xfrm>
            <a:custGeom>
              <a:avLst/>
              <a:gdLst/>
              <a:ahLst/>
              <a:cxnLst/>
              <a:rect l="l" t="t" r="r" b="b"/>
              <a:pathLst>
                <a:path w="2164" h="1380" extrusionOk="0">
                  <a:moveTo>
                    <a:pt x="1911" y="0"/>
                  </a:moveTo>
                  <a:cubicBezTo>
                    <a:pt x="1897" y="0"/>
                    <a:pt x="1883" y="2"/>
                    <a:pt x="1869" y="5"/>
                  </a:cubicBezTo>
                  <a:cubicBezTo>
                    <a:pt x="1101" y="138"/>
                    <a:pt x="734" y="872"/>
                    <a:pt x="67" y="1239"/>
                  </a:cubicBezTo>
                  <a:cubicBezTo>
                    <a:pt x="1" y="1272"/>
                    <a:pt x="34" y="1372"/>
                    <a:pt x="134" y="1372"/>
                  </a:cubicBezTo>
                  <a:cubicBezTo>
                    <a:pt x="188" y="1377"/>
                    <a:pt x="242" y="1379"/>
                    <a:pt x="296" y="1379"/>
                  </a:cubicBezTo>
                  <a:cubicBezTo>
                    <a:pt x="1037" y="1379"/>
                    <a:pt x="1729" y="958"/>
                    <a:pt x="2102" y="305"/>
                  </a:cubicBezTo>
                  <a:cubicBezTo>
                    <a:pt x="2163" y="153"/>
                    <a:pt x="2057" y="0"/>
                    <a:pt x="19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55"/>
            <p:cNvSpPr/>
            <p:nvPr/>
          </p:nvSpPr>
          <p:spPr>
            <a:xfrm>
              <a:off x="8039380" y="1863666"/>
              <a:ext cx="56602" cy="67208"/>
            </a:xfrm>
            <a:custGeom>
              <a:avLst/>
              <a:gdLst/>
              <a:ahLst/>
              <a:cxnLst/>
              <a:rect l="l" t="t" r="r" b="b"/>
              <a:pathLst>
                <a:path w="1569" h="1863" extrusionOk="0">
                  <a:moveTo>
                    <a:pt x="586" y="0"/>
                  </a:moveTo>
                  <a:cubicBezTo>
                    <a:pt x="547" y="0"/>
                    <a:pt x="507" y="5"/>
                    <a:pt x="467" y="15"/>
                  </a:cubicBezTo>
                  <a:cubicBezTo>
                    <a:pt x="134" y="115"/>
                    <a:pt x="0" y="482"/>
                    <a:pt x="167" y="749"/>
                  </a:cubicBezTo>
                  <a:cubicBezTo>
                    <a:pt x="334" y="1149"/>
                    <a:pt x="568" y="1783"/>
                    <a:pt x="1035" y="1849"/>
                  </a:cubicBezTo>
                  <a:cubicBezTo>
                    <a:pt x="1074" y="1858"/>
                    <a:pt x="1112" y="1862"/>
                    <a:pt x="1149" y="1862"/>
                  </a:cubicBezTo>
                  <a:cubicBezTo>
                    <a:pt x="1392" y="1862"/>
                    <a:pt x="1568" y="1681"/>
                    <a:pt x="1568" y="1449"/>
                  </a:cubicBezTo>
                  <a:cubicBezTo>
                    <a:pt x="1535" y="1216"/>
                    <a:pt x="1435" y="1015"/>
                    <a:pt x="1301" y="849"/>
                  </a:cubicBezTo>
                  <a:cubicBezTo>
                    <a:pt x="1201" y="715"/>
                    <a:pt x="1135" y="548"/>
                    <a:pt x="1068" y="382"/>
                  </a:cubicBezTo>
                  <a:cubicBezTo>
                    <a:pt x="1011" y="155"/>
                    <a:pt x="810" y="0"/>
                    <a:pt x="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62" name="Google Shape;2362;p55"/>
          <p:cNvCxnSpPr/>
          <p:nvPr/>
        </p:nvCxnSpPr>
        <p:spPr>
          <a:xfrm>
            <a:off x="4572000" y="1560788"/>
            <a:ext cx="0" cy="283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363" name="Google Shape;2363;p55"/>
          <p:cNvGrpSpPr/>
          <p:nvPr/>
        </p:nvGrpSpPr>
        <p:grpSpPr>
          <a:xfrm rot="852999">
            <a:off x="-759462" y="4006978"/>
            <a:ext cx="1653843" cy="539965"/>
            <a:chOff x="2564525" y="5223525"/>
            <a:chExt cx="2556110" cy="834547"/>
          </a:xfrm>
        </p:grpSpPr>
        <p:sp>
          <p:nvSpPr>
            <p:cNvPr id="2364" name="Google Shape;2364;p55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5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5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55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55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5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55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55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55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55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4" name="Google Shape;2374;p55"/>
          <p:cNvGrpSpPr/>
          <p:nvPr/>
        </p:nvGrpSpPr>
        <p:grpSpPr>
          <a:xfrm rot="-753422">
            <a:off x="8334649" y="3032511"/>
            <a:ext cx="1719312" cy="916180"/>
            <a:chOff x="7463504" y="3075665"/>
            <a:chExt cx="2603050" cy="1387103"/>
          </a:xfrm>
        </p:grpSpPr>
        <p:sp>
          <p:nvSpPr>
            <p:cNvPr id="2375" name="Google Shape;2375;p55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5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5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5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5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55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5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5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55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55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5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55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55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55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55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55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55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55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55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55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55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55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55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55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55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55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55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55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55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55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55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55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55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56"/>
          <p:cNvSpPr txBox="1">
            <a:spLocks noGrp="1"/>
          </p:cNvSpPr>
          <p:nvPr>
            <p:ph type="title"/>
          </p:nvPr>
        </p:nvSpPr>
        <p:spPr>
          <a:xfrm>
            <a:off x="850149" y="2680475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413" name="Google Shape;2413;p56"/>
          <p:cNvSpPr txBox="1">
            <a:spLocks noGrp="1"/>
          </p:cNvSpPr>
          <p:nvPr>
            <p:ph type="subTitle" idx="1"/>
          </p:nvPr>
        </p:nvSpPr>
        <p:spPr>
          <a:xfrm>
            <a:off x="850150" y="3226126"/>
            <a:ext cx="2415300" cy="8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closest planet to the Sun and the smallest in the Solar System</a:t>
            </a:r>
            <a:endParaRPr/>
          </a:p>
        </p:txBody>
      </p:sp>
      <p:sp>
        <p:nvSpPr>
          <p:cNvPr id="2414" name="Google Shape;2414;p56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subjects</a:t>
            </a:r>
            <a:endParaRPr/>
          </a:p>
        </p:txBody>
      </p:sp>
      <p:sp>
        <p:nvSpPr>
          <p:cNvPr id="2415" name="Google Shape;2415;p56"/>
          <p:cNvSpPr txBox="1">
            <a:spLocks noGrp="1"/>
          </p:cNvSpPr>
          <p:nvPr>
            <p:ph type="title" idx="3"/>
          </p:nvPr>
        </p:nvSpPr>
        <p:spPr>
          <a:xfrm>
            <a:off x="3364436" y="2680475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416" name="Google Shape;2416;p56"/>
          <p:cNvSpPr txBox="1">
            <a:spLocks noGrp="1"/>
          </p:cNvSpPr>
          <p:nvPr>
            <p:ph type="subTitle" idx="4"/>
          </p:nvPr>
        </p:nvSpPr>
        <p:spPr>
          <a:xfrm>
            <a:off x="3364438" y="3226126"/>
            <a:ext cx="2415300" cy="8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2417" name="Google Shape;2417;p56"/>
          <p:cNvSpPr txBox="1">
            <a:spLocks noGrp="1"/>
          </p:cNvSpPr>
          <p:nvPr>
            <p:ph type="title" idx="5"/>
          </p:nvPr>
        </p:nvSpPr>
        <p:spPr>
          <a:xfrm>
            <a:off x="5878749" y="2680475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418" name="Google Shape;2418;p56"/>
          <p:cNvSpPr txBox="1">
            <a:spLocks noGrp="1"/>
          </p:cNvSpPr>
          <p:nvPr>
            <p:ph type="subTitle" idx="6"/>
          </p:nvPr>
        </p:nvSpPr>
        <p:spPr>
          <a:xfrm>
            <a:off x="5878750" y="3226126"/>
            <a:ext cx="2415300" cy="8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cxnSp>
        <p:nvCxnSpPr>
          <p:cNvPr id="2419" name="Google Shape;2419;p56"/>
          <p:cNvCxnSpPr/>
          <p:nvPr/>
        </p:nvCxnSpPr>
        <p:spPr>
          <a:xfrm>
            <a:off x="3333100" y="1694925"/>
            <a:ext cx="0" cy="240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420" name="Google Shape;2420;p56"/>
          <p:cNvCxnSpPr/>
          <p:nvPr/>
        </p:nvCxnSpPr>
        <p:spPr>
          <a:xfrm>
            <a:off x="5810900" y="1694925"/>
            <a:ext cx="0" cy="2409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421" name="Google Shape;2421;p56"/>
          <p:cNvGrpSpPr/>
          <p:nvPr/>
        </p:nvGrpSpPr>
        <p:grpSpPr>
          <a:xfrm>
            <a:off x="6777230" y="1937680"/>
            <a:ext cx="618339" cy="486770"/>
            <a:chOff x="1182025" y="788450"/>
            <a:chExt cx="5235725" cy="4121675"/>
          </a:xfrm>
        </p:grpSpPr>
        <p:sp>
          <p:nvSpPr>
            <p:cNvPr id="2422" name="Google Shape;2422;p56"/>
            <p:cNvSpPr/>
            <p:nvPr/>
          </p:nvSpPr>
          <p:spPr>
            <a:xfrm>
              <a:off x="1936900" y="3030000"/>
              <a:ext cx="1794675" cy="1606225"/>
            </a:xfrm>
            <a:custGeom>
              <a:avLst/>
              <a:gdLst/>
              <a:ahLst/>
              <a:cxnLst/>
              <a:rect l="l" t="t" r="r" b="b"/>
              <a:pathLst>
                <a:path w="71787" h="64249" extrusionOk="0">
                  <a:moveTo>
                    <a:pt x="24537" y="4098"/>
                  </a:moveTo>
                  <a:cubicBezTo>
                    <a:pt x="26994" y="4098"/>
                    <a:pt x="29442" y="4124"/>
                    <a:pt x="31862" y="4153"/>
                  </a:cubicBezTo>
                  <a:lnTo>
                    <a:pt x="34288" y="4178"/>
                  </a:lnTo>
                  <a:cubicBezTo>
                    <a:pt x="43675" y="4276"/>
                    <a:pt x="52842" y="4693"/>
                    <a:pt x="61591" y="5452"/>
                  </a:cubicBezTo>
                  <a:cubicBezTo>
                    <a:pt x="65366" y="5796"/>
                    <a:pt x="66738" y="7585"/>
                    <a:pt x="67253" y="12854"/>
                  </a:cubicBezTo>
                  <a:cubicBezTo>
                    <a:pt x="67669" y="17021"/>
                    <a:pt x="67277" y="21138"/>
                    <a:pt x="66861" y="25501"/>
                  </a:cubicBezTo>
                  <a:cubicBezTo>
                    <a:pt x="66738" y="26947"/>
                    <a:pt x="66591" y="28417"/>
                    <a:pt x="66468" y="29888"/>
                  </a:cubicBezTo>
                  <a:cubicBezTo>
                    <a:pt x="66297" y="32363"/>
                    <a:pt x="66199" y="34887"/>
                    <a:pt x="66101" y="37289"/>
                  </a:cubicBezTo>
                  <a:cubicBezTo>
                    <a:pt x="65831" y="44176"/>
                    <a:pt x="65562" y="50647"/>
                    <a:pt x="63576" y="56994"/>
                  </a:cubicBezTo>
                  <a:cubicBezTo>
                    <a:pt x="63282" y="57926"/>
                    <a:pt x="62964" y="58808"/>
                    <a:pt x="62449" y="59151"/>
                  </a:cubicBezTo>
                  <a:cubicBezTo>
                    <a:pt x="61983" y="59470"/>
                    <a:pt x="61052" y="59519"/>
                    <a:pt x="60366" y="59568"/>
                  </a:cubicBezTo>
                  <a:cubicBezTo>
                    <a:pt x="53724" y="59935"/>
                    <a:pt x="46886" y="60009"/>
                    <a:pt x="40293" y="60082"/>
                  </a:cubicBezTo>
                  <a:cubicBezTo>
                    <a:pt x="38970" y="60082"/>
                    <a:pt x="37622" y="60107"/>
                    <a:pt x="36274" y="60107"/>
                  </a:cubicBezTo>
                  <a:cubicBezTo>
                    <a:pt x="34218" y="60134"/>
                    <a:pt x="32127" y="60156"/>
                    <a:pt x="30011" y="60156"/>
                  </a:cubicBezTo>
                  <a:cubicBezTo>
                    <a:pt x="24532" y="60156"/>
                    <a:pt x="18889" y="60011"/>
                    <a:pt x="13284" y="59445"/>
                  </a:cubicBezTo>
                  <a:cubicBezTo>
                    <a:pt x="11348" y="59274"/>
                    <a:pt x="9118" y="59004"/>
                    <a:pt x="7108" y="58318"/>
                  </a:cubicBezTo>
                  <a:cubicBezTo>
                    <a:pt x="6103" y="57950"/>
                    <a:pt x="5858" y="57656"/>
                    <a:pt x="5809" y="57558"/>
                  </a:cubicBezTo>
                  <a:cubicBezTo>
                    <a:pt x="5687" y="57337"/>
                    <a:pt x="5687" y="56798"/>
                    <a:pt x="5662" y="56406"/>
                  </a:cubicBezTo>
                  <a:cubicBezTo>
                    <a:pt x="5491" y="49960"/>
                    <a:pt x="5319" y="43515"/>
                    <a:pt x="5148" y="37093"/>
                  </a:cubicBezTo>
                  <a:lnTo>
                    <a:pt x="5000" y="31309"/>
                  </a:lnTo>
                  <a:cubicBezTo>
                    <a:pt x="4951" y="29250"/>
                    <a:pt x="4829" y="27143"/>
                    <a:pt x="4731" y="25108"/>
                  </a:cubicBezTo>
                  <a:cubicBezTo>
                    <a:pt x="4437" y="19055"/>
                    <a:pt x="4118" y="12781"/>
                    <a:pt x="5049" y="7021"/>
                  </a:cubicBezTo>
                  <a:cubicBezTo>
                    <a:pt x="5221" y="6016"/>
                    <a:pt x="5442" y="5403"/>
                    <a:pt x="5711" y="5207"/>
                  </a:cubicBezTo>
                  <a:cubicBezTo>
                    <a:pt x="5956" y="5036"/>
                    <a:pt x="6520" y="4962"/>
                    <a:pt x="6741" y="4938"/>
                  </a:cubicBezTo>
                  <a:cubicBezTo>
                    <a:pt x="6839" y="4913"/>
                    <a:pt x="6961" y="4913"/>
                    <a:pt x="7059" y="4889"/>
                  </a:cubicBezTo>
                  <a:cubicBezTo>
                    <a:pt x="12773" y="4250"/>
                    <a:pt x="18682" y="4098"/>
                    <a:pt x="24537" y="4098"/>
                  </a:cubicBezTo>
                  <a:close/>
                  <a:moveTo>
                    <a:pt x="24226" y="1"/>
                  </a:moveTo>
                  <a:cubicBezTo>
                    <a:pt x="18353" y="1"/>
                    <a:pt x="12427" y="156"/>
                    <a:pt x="6618" y="820"/>
                  </a:cubicBezTo>
                  <a:cubicBezTo>
                    <a:pt x="6471" y="845"/>
                    <a:pt x="6324" y="869"/>
                    <a:pt x="6201" y="869"/>
                  </a:cubicBezTo>
                  <a:cubicBezTo>
                    <a:pt x="5344" y="992"/>
                    <a:pt x="4241" y="1212"/>
                    <a:pt x="3285" y="1923"/>
                  </a:cubicBezTo>
                  <a:cubicBezTo>
                    <a:pt x="1716" y="3051"/>
                    <a:pt x="1251" y="4889"/>
                    <a:pt x="1006" y="6359"/>
                  </a:cubicBezTo>
                  <a:cubicBezTo>
                    <a:pt x="1" y="12560"/>
                    <a:pt x="319" y="19055"/>
                    <a:pt x="638" y="25329"/>
                  </a:cubicBezTo>
                  <a:cubicBezTo>
                    <a:pt x="736" y="27339"/>
                    <a:pt x="858" y="29422"/>
                    <a:pt x="908" y="31407"/>
                  </a:cubicBezTo>
                  <a:lnTo>
                    <a:pt x="1055" y="37191"/>
                  </a:lnTo>
                  <a:cubicBezTo>
                    <a:pt x="1226" y="43637"/>
                    <a:pt x="1398" y="50058"/>
                    <a:pt x="1569" y="56504"/>
                  </a:cubicBezTo>
                  <a:cubicBezTo>
                    <a:pt x="1594" y="57288"/>
                    <a:pt x="1618" y="58367"/>
                    <a:pt x="2157" y="59396"/>
                  </a:cubicBezTo>
                  <a:cubicBezTo>
                    <a:pt x="2991" y="61038"/>
                    <a:pt x="4633" y="61774"/>
                    <a:pt x="5785" y="62166"/>
                  </a:cubicBezTo>
                  <a:cubicBezTo>
                    <a:pt x="8211" y="63024"/>
                    <a:pt x="10711" y="63318"/>
                    <a:pt x="12892" y="63538"/>
                  </a:cubicBezTo>
                  <a:cubicBezTo>
                    <a:pt x="18750" y="64102"/>
                    <a:pt x="24632" y="64249"/>
                    <a:pt x="30294" y="64249"/>
                  </a:cubicBezTo>
                  <a:cubicBezTo>
                    <a:pt x="32352" y="64249"/>
                    <a:pt x="34362" y="64224"/>
                    <a:pt x="36323" y="64200"/>
                  </a:cubicBezTo>
                  <a:cubicBezTo>
                    <a:pt x="37671" y="64200"/>
                    <a:pt x="38994" y="64175"/>
                    <a:pt x="40342" y="64175"/>
                  </a:cubicBezTo>
                  <a:cubicBezTo>
                    <a:pt x="46984" y="64102"/>
                    <a:pt x="53846" y="64028"/>
                    <a:pt x="60611" y="63636"/>
                  </a:cubicBezTo>
                  <a:cubicBezTo>
                    <a:pt x="61689" y="63587"/>
                    <a:pt x="63356" y="63489"/>
                    <a:pt x="64753" y="62533"/>
                  </a:cubicBezTo>
                  <a:cubicBezTo>
                    <a:pt x="66297" y="61479"/>
                    <a:pt x="66983" y="59837"/>
                    <a:pt x="67473" y="58244"/>
                  </a:cubicBezTo>
                  <a:cubicBezTo>
                    <a:pt x="69630" y="51357"/>
                    <a:pt x="69924" y="44299"/>
                    <a:pt x="70194" y="37461"/>
                  </a:cubicBezTo>
                  <a:cubicBezTo>
                    <a:pt x="70292" y="35084"/>
                    <a:pt x="70390" y="32608"/>
                    <a:pt x="70561" y="30206"/>
                  </a:cubicBezTo>
                  <a:cubicBezTo>
                    <a:pt x="70659" y="28760"/>
                    <a:pt x="70807" y="27314"/>
                    <a:pt x="70929" y="25893"/>
                  </a:cubicBezTo>
                  <a:cubicBezTo>
                    <a:pt x="71346" y="21506"/>
                    <a:pt x="71787" y="16996"/>
                    <a:pt x="71346" y="12462"/>
                  </a:cubicBezTo>
                  <a:cubicBezTo>
                    <a:pt x="70831" y="7340"/>
                    <a:pt x="69311" y="2021"/>
                    <a:pt x="61934" y="1384"/>
                  </a:cubicBezTo>
                  <a:cubicBezTo>
                    <a:pt x="53087" y="624"/>
                    <a:pt x="43822" y="183"/>
                    <a:pt x="34337" y="85"/>
                  </a:cubicBezTo>
                  <a:lnTo>
                    <a:pt x="31911" y="60"/>
                  </a:lnTo>
                  <a:cubicBezTo>
                    <a:pt x="29370" y="31"/>
                    <a:pt x="26803" y="1"/>
                    <a:pt x="2422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56"/>
            <p:cNvSpPr/>
            <p:nvPr/>
          </p:nvSpPr>
          <p:spPr>
            <a:xfrm>
              <a:off x="1182025" y="788450"/>
              <a:ext cx="5235725" cy="4121675"/>
            </a:xfrm>
            <a:custGeom>
              <a:avLst/>
              <a:gdLst/>
              <a:ahLst/>
              <a:cxnLst/>
              <a:rect l="l" t="t" r="r" b="b"/>
              <a:pathLst>
                <a:path w="209429" h="164867" extrusionOk="0">
                  <a:moveTo>
                    <a:pt x="54484" y="4089"/>
                  </a:moveTo>
                  <a:cubicBezTo>
                    <a:pt x="61910" y="4089"/>
                    <a:pt x="69581" y="4285"/>
                    <a:pt x="77179" y="5020"/>
                  </a:cubicBezTo>
                  <a:cubicBezTo>
                    <a:pt x="79777" y="5290"/>
                    <a:pt x="82792" y="5633"/>
                    <a:pt x="85536" y="6589"/>
                  </a:cubicBezTo>
                  <a:cubicBezTo>
                    <a:pt x="86713" y="7005"/>
                    <a:pt x="87399" y="7447"/>
                    <a:pt x="87669" y="7937"/>
                  </a:cubicBezTo>
                  <a:cubicBezTo>
                    <a:pt x="87889" y="8353"/>
                    <a:pt x="87889" y="9089"/>
                    <a:pt x="87914" y="9750"/>
                  </a:cubicBezTo>
                  <a:cubicBezTo>
                    <a:pt x="88134" y="18426"/>
                    <a:pt x="88380" y="27127"/>
                    <a:pt x="88600" y="35828"/>
                  </a:cubicBezTo>
                  <a:lnTo>
                    <a:pt x="88796" y="43107"/>
                  </a:lnTo>
                  <a:cubicBezTo>
                    <a:pt x="88870" y="45827"/>
                    <a:pt x="89017" y="48621"/>
                    <a:pt x="89164" y="51317"/>
                  </a:cubicBezTo>
                  <a:cubicBezTo>
                    <a:pt x="89580" y="59405"/>
                    <a:pt x="89997" y="67787"/>
                    <a:pt x="88723" y="75532"/>
                  </a:cubicBezTo>
                  <a:cubicBezTo>
                    <a:pt x="88551" y="76586"/>
                    <a:pt x="88257" y="77860"/>
                    <a:pt x="87595" y="78350"/>
                  </a:cubicBezTo>
                  <a:cubicBezTo>
                    <a:pt x="87179" y="78645"/>
                    <a:pt x="86517" y="78767"/>
                    <a:pt x="85904" y="78865"/>
                  </a:cubicBezTo>
                  <a:cubicBezTo>
                    <a:pt x="85757" y="78865"/>
                    <a:pt x="85610" y="78890"/>
                    <a:pt x="85463" y="78914"/>
                  </a:cubicBezTo>
                  <a:cubicBezTo>
                    <a:pt x="79801" y="79551"/>
                    <a:pt x="73993" y="79821"/>
                    <a:pt x="68209" y="79919"/>
                  </a:cubicBezTo>
                  <a:cubicBezTo>
                    <a:pt x="66812" y="79894"/>
                    <a:pt x="65415" y="79870"/>
                    <a:pt x="63993" y="79870"/>
                  </a:cubicBezTo>
                  <a:lnTo>
                    <a:pt x="60783" y="79821"/>
                  </a:lnTo>
                  <a:cubicBezTo>
                    <a:pt x="57465" y="79790"/>
                    <a:pt x="54129" y="79759"/>
                    <a:pt x="50779" y="79759"/>
                  </a:cubicBezTo>
                  <a:cubicBezTo>
                    <a:pt x="48832" y="79759"/>
                    <a:pt x="46880" y="79769"/>
                    <a:pt x="44925" y="79796"/>
                  </a:cubicBezTo>
                  <a:cubicBezTo>
                    <a:pt x="33921" y="79600"/>
                    <a:pt x="23137" y="79061"/>
                    <a:pt x="12819" y="78154"/>
                  </a:cubicBezTo>
                  <a:cubicBezTo>
                    <a:pt x="7476" y="77689"/>
                    <a:pt x="5393" y="75066"/>
                    <a:pt x="4682" y="67714"/>
                  </a:cubicBezTo>
                  <a:cubicBezTo>
                    <a:pt x="4118" y="62126"/>
                    <a:pt x="4658" y="56366"/>
                    <a:pt x="5197" y="50778"/>
                  </a:cubicBezTo>
                  <a:cubicBezTo>
                    <a:pt x="5393" y="48866"/>
                    <a:pt x="5564" y="46906"/>
                    <a:pt x="5711" y="44945"/>
                  </a:cubicBezTo>
                  <a:cubicBezTo>
                    <a:pt x="5957" y="41661"/>
                    <a:pt x="6079" y="38328"/>
                    <a:pt x="6226" y="35117"/>
                  </a:cubicBezTo>
                  <a:cubicBezTo>
                    <a:pt x="6569" y="25951"/>
                    <a:pt x="6912" y="17275"/>
                    <a:pt x="9608" y="8746"/>
                  </a:cubicBezTo>
                  <a:cubicBezTo>
                    <a:pt x="10000" y="7520"/>
                    <a:pt x="10491" y="6148"/>
                    <a:pt x="11373" y="5535"/>
                  </a:cubicBezTo>
                  <a:cubicBezTo>
                    <a:pt x="12084" y="5045"/>
                    <a:pt x="13187" y="4947"/>
                    <a:pt x="14461" y="4873"/>
                  </a:cubicBezTo>
                  <a:cubicBezTo>
                    <a:pt x="23333" y="4383"/>
                    <a:pt x="32426" y="4285"/>
                    <a:pt x="41200" y="4211"/>
                  </a:cubicBezTo>
                  <a:cubicBezTo>
                    <a:pt x="42965" y="4187"/>
                    <a:pt x="44754" y="4162"/>
                    <a:pt x="46519" y="4138"/>
                  </a:cubicBezTo>
                  <a:cubicBezTo>
                    <a:pt x="49141" y="4113"/>
                    <a:pt x="51788" y="4089"/>
                    <a:pt x="54484" y="4089"/>
                  </a:cubicBezTo>
                  <a:close/>
                  <a:moveTo>
                    <a:pt x="149235" y="5143"/>
                  </a:moveTo>
                  <a:cubicBezTo>
                    <a:pt x="156661" y="5143"/>
                    <a:pt x="164332" y="5339"/>
                    <a:pt x="171930" y="6074"/>
                  </a:cubicBezTo>
                  <a:cubicBezTo>
                    <a:pt x="174552" y="6344"/>
                    <a:pt x="177567" y="6687"/>
                    <a:pt x="180287" y="7643"/>
                  </a:cubicBezTo>
                  <a:cubicBezTo>
                    <a:pt x="181488" y="8059"/>
                    <a:pt x="182175" y="8500"/>
                    <a:pt x="182420" y="8991"/>
                  </a:cubicBezTo>
                  <a:cubicBezTo>
                    <a:pt x="182640" y="9407"/>
                    <a:pt x="182665" y="10143"/>
                    <a:pt x="182689" y="10804"/>
                  </a:cubicBezTo>
                  <a:cubicBezTo>
                    <a:pt x="182910" y="19578"/>
                    <a:pt x="183155" y="28328"/>
                    <a:pt x="183376" y="37102"/>
                  </a:cubicBezTo>
                  <a:lnTo>
                    <a:pt x="183572" y="44161"/>
                  </a:lnTo>
                  <a:cubicBezTo>
                    <a:pt x="183645" y="46881"/>
                    <a:pt x="183792" y="49675"/>
                    <a:pt x="183915" y="52371"/>
                  </a:cubicBezTo>
                  <a:cubicBezTo>
                    <a:pt x="184331" y="60484"/>
                    <a:pt x="184748" y="68841"/>
                    <a:pt x="183498" y="76586"/>
                  </a:cubicBezTo>
                  <a:cubicBezTo>
                    <a:pt x="183302" y="77640"/>
                    <a:pt x="183032" y="78914"/>
                    <a:pt x="182346" y="79404"/>
                  </a:cubicBezTo>
                  <a:cubicBezTo>
                    <a:pt x="181954" y="79698"/>
                    <a:pt x="181268" y="79821"/>
                    <a:pt x="180680" y="79919"/>
                  </a:cubicBezTo>
                  <a:cubicBezTo>
                    <a:pt x="180532" y="79943"/>
                    <a:pt x="180361" y="79943"/>
                    <a:pt x="180214" y="79968"/>
                  </a:cubicBezTo>
                  <a:cubicBezTo>
                    <a:pt x="174797" y="80581"/>
                    <a:pt x="169234" y="80850"/>
                    <a:pt x="163695" y="80973"/>
                  </a:cubicBezTo>
                  <a:cubicBezTo>
                    <a:pt x="162568" y="80948"/>
                    <a:pt x="161440" y="80924"/>
                    <a:pt x="160288" y="80924"/>
                  </a:cubicBezTo>
                  <a:lnTo>
                    <a:pt x="157078" y="80875"/>
                  </a:lnTo>
                  <a:cubicBezTo>
                    <a:pt x="153922" y="80847"/>
                    <a:pt x="150734" y="80818"/>
                    <a:pt x="147532" y="80818"/>
                  </a:cubicBezTo>
                  <a:cubicBezTo>
                    <a:pt x="145188" y="80818"/>
                    <a:pt x="142837" y="80833"/>
                    <a:pt x="140485" y="80875"/>
                  </a:cubicBezTo>
                  <a:cubicBezTo>
                    <a:pt x="129211" y="80679"/>
                    <a:pt x="118158" y="80140"/>
                    <a:pt x="107594" y="79208"/>
                  </a:cubicBezTo>
                  <a:cubicBezTo>
                    <a:pt x="102227" y="78743"/>
                    <a:pt x="100168" y="76120"/>
                    <a:pt x="99433" y="68767"/>
                  </a:cubicBezTo>
                  <a:cubicBezTo>
                    <a:pt x="98869" y="63179"/>
                    <a:pt x="99433" y="57420"/>
                    <a:pt x="99972" y="51832"/>
                  </a:cubicBezTo>
                  <a:cubicBezTo>
                    <a:pt x="100144" y="49920"/>
                    <a:pt x="100340" y="47960"/>
                    <a:pt x="100487" y="45999"/>
                  </a:cubicBezTo>
                  <a:cubicBezTo>
                    <a:pt x="100732" y="42715"/>
                    <a:pt x="100854" y="39406"/>
                    <a:pt x="100977" y="36195"/>
                  </a:cubicBezTo>
                  <a:cubicBezTo>
                    <a:pt x="101345" y="27005"/>
                    <a:pt x="101688" y="18328"/>
                    <a:pt x="104359" y="9799"/>
                  </a:cubicBezTo>
                  <a:cubicBezTo>
                    <a:pt x="104751" y="8574"/>
                    <a:pt x="105242" y="7201"/>
                    <a:pt x="106124" y="6613"/>
                  </a:cubicBezTo>
                  <a:cubicBezTo>
                    <a:pt x="106835" y="6123"/>
                    <a:pt x="107962" y="6025"/>
                    <a:pt x="109236" y="5952"/>
                  </a:cubicBezTo>
                  <a:cubicBezTo>
                    <a:pt x="118109" y="5437"/>
                    <a:pt x="127177" y="5339"/>
                    <a:pt x="135951" y="5265"/>
                  </a:cubicBezTo>
                  <a:cubicBezTo>
                    <a:pt x="137740" y="5241"/>
                    <a:pt x="139505" y="5216"/>
                    <a:pt x="141294" y="5216"/>
                  </a:cubicBezTo>
                  <a:cubicBezTo>
                    <a:pt x="143892" y="5167"/>
                    <a:pt x="146539" y="5143"/>
                    <a:pt x="149235" y="5143"/>
                  </a:cubicBezTo>
                  <a:close/>
                  <a:moveTo>
                    <a:pt x="44925" y="83889"/>
                  </a:moveTo>
                  <a:cubicBezTo>
                    <a:pt x="46322" y="83914"/>
                    <a:pt x="47719" y="83938"/>
                    <a:pt x="49116" y="83963"/>
                  </a:cubicBezTo>
                  <a:lnTo>
                    <a:pt x="52352" y="83987"/>
                  </a:lnTo>
                  <a:cubicBezTo>
                    <a:pt x="55636" y="84036"/>
                    <a:pt x="58969" y="84061"/>
                    <a:pt x="62302" y="84061"/>
                  </a:cubicBezTo>
                  <a:cubicBezTo>
                    <a:pt x="64287" y="84061"/>
                    <a:pt x="66273" y="84061"/>
                    <a:pt x="68258" y="84012"/>
                  </a:cubicBezTo>
                  <a:cubicBezTo>
                    <a:pt x="79238" y="84208"/>
                    <a:pt x="89997" y="84772"/>
                    <a:pt x="100291" y="85654"/>
                  </a:cubicBezTo>
                  <a:cubicBezTo>
                    <a:pt x="105658" y="86120"/>
                    <a:pt x="107717" y="88767"/>
                    <a:pt x="108452" y="96119"/>
                  </a:cubicBezTo>
                  <a:cubicBezTo>
                    <a:pt x="109016" y="101683"/>
                    <a:pt x="108452" y="107467"/>
                    <a:pt x="107938" y="113030"/>
                  </a:cubicBezTo>
                  <a:cubicBezTo>
                    <a:pt x="107741" y="114942"/>
                    <a:pt x="107545" y="116927"/>
                    <a:pt x="107423" y="118888"/>
                  </a:cubicBezTo>
                  <a:cubicBezTo>
                    <a:pt x="107178" y="122148"/>
                    <a:pt x="107031" y="125481"/>
                    <a:pt x="106908" y="128691"/>
                  </a:cubicBezTo>
                  <a:cubicBezTo>
                    <a:pt x="106541" y="137882"/>
                    <a:pt x="106197" y="146534"/>
                    <a:pt x="103526" y="155063"/>
                  </a:cubicBezTo>
                  <a:cubicBezTo>
                    <a:pt x="103134" y="156313"/>
                    <a:pt x="102644" y="157661"/>
                    <a:pt x="101761" y="158274"/>
                  </a:cubicBezTo>
                  <a:cubicBezTo>
                    <a:pt x="101051" y="158764"/>
                    <a:pt x="99948" y="158862"/>
                    <a:pt x="98673" y="158935"/>
                  </a:cubicBezTo>
                  <a:cubicBezTo>
                    <a:pt x="89801" y="159450"/>
                    <a:pt x="80708" y="159523"/>
                    <a:pt x="71934" y="159622"/>
                  </a:cubicBezTo>
                  <a:cubicBezTo>
                    <a:pt x="70169" y="159646"/>
                    <a:pt x="68380" y="159646"/>
                    <a:pt x="66591" y="159671"/>
                  </a:cubicBezTo>
                  <a:cubicBezTo>
                    <a:pt x="63939" y="159704"/>
                    <a:pt x="61240" y="159730"/>
                    <a:pt x="58509" y="159730"/>
                  </a:cubicBezTo>
                  <a:cubicBezTo>
                    <a:pt x="51123" y="159730"/>
                    <a:pt x="43507" y="159540"/>
                    <a:pt x="35955" y="158788"/>
                  </a:cubicBezTo>
                  <a:cubicBezTo>
                    <a:pt x="33333" y="158543"/>
                    <a:pt x="30343" y="158175"/>
                    <a:pt x="27598" y="157244"/>
                  </a:cubicBezTo>
                  <a:cubicBezTo>
                    <a:pt x="26421" y="156828"/>
                    <a:pt x="25711" y="156386"/>
                    <a:pt x="25465" y="155896"/>
                  </a:cubicBezTo>
                  <a:cubicBezTo>
                    <a:pt x="25245" y="155480"/>
                    <a:pt x="25220" y="154720"/>
                    <a:pt x="25220" y="154083"/>
                  </a:cubicBezTo>
                  <a:cubicBezTo>
                    <a:pt x="24975" y="145308"/>
                    <a:pt x="24755" y="136534"/>
                    <a:pt x="24510" y="127785"/>
                  </a:cubicBezTo>
                  <a:lnTo>
                    <a:pt x="24314" y="120702"/>
                  </a:lnTo>
                  <a:cubicBezTo>
                    <a:pt x="24240" y="118006"/>
                    <a:pt x="24118" y="115212"/>
                    <a:pt x="23970" y="112491"/>
                  </a:cubicBezTo>
                  <a:cubicBezTo>
                    <a:pt x="23554" y="104403"/>
                    <a:pt x="23137" y="96021"/>
                    <a:pt x="24412" y="88301"/>
                  </a:cubicBezTo>
                  <a:cubicBezTo>
                    <a:pt x="24583" y="87247"/>
                    <a:pt x="24853" y="85973"/>
                    <a:pt x="25539" y="85458"/>
                  </a:cubicBezTo>
                  <a:cubicBezTo>
                    <a:pt x="25956" y="85164"/>
                    <a:pt x="26617" y="85041"/>
                    <a:pt x="27206" y="84968"/>
                  </a:cubicBezTo>
                  <a:cubicBezTo>
                    <a:pt x="27377" y="84943"/>
                    <a:pt x="27524" y="84919"/>
                    <a:pt x="27671" y="84919"/>
                  </a:cubicBezTo>
                  <a:cubicBezTo>
                    <a:pt x="33333" y="84257"/>
                    <a:pt x="39117" y="83987"/>
                    <a:pt x="44925" y="83889"/>
                  </a:cubicBezTo>
                  <a:close/>
                  <a:moveTo>
                    <a:pt x="140485" y="84968"/>
                  </a:moveTo>
                  <a:cubicBezTo>
                    <a:pt x="141637" y="84992"/>
                    <a:pt x="142764" y="84992"/>
                    <a:pt x="143892" y="85017"/>
                  </a:cubicBezTo>
                  <a:lnTo>
                    <a:pt x="147127" y="85041"/>
                  </a:lnTo>
                  <a:cubicBezTo>
                    <a:pt x="150411" y="85090"/>
                    <a:pt x="153744" y="85115"/>
                    <a:pt x="157078" y="85115"/>
                  </a:cubicBezTo>
                  <a:cubicBezTo>
                    <a:pt x="159259" y="85115"/>
                    <a:pt x="161440" y="85090"/>
                    <a:pt x="163621" y="85066"/>
                  </a:cubicBezTo>
                  <a:cubicBezTo>
                    <a:pt x="174920" y="85237"/>
                    <a:pt x="185998" y="85801"/>
                    <a:pt x="196586" y="86708"/>
                  </a:cubicBezTo>
                  <a:cubicBezTo>
                    <a:pt x="201953" y="87174"/>
                    <a:pt x="204012" y="89821"/>
                    <a:pt x="204747" y="97173"/>
                  </a:cubicBezTo>
                  <a:cubicBezTo>
                    <a:pt x="205311" y="102737"/>
                    <a:pt x="204747" y="108521"/>
                    <a:pt x="204232" y="114084"/>
                  </a:cubicBezTo>
                  <a:cubicBezTo>
                    <a:pt x="204036" y="115996"/>
                    <a:pt x="203840" y="117981"/>
                    <a:pt x="203718" y="119942"/>
                  </a:cubicBezTo>
                  <a:cubicBezTo>
                    <a:pt x="203473" y="123226"/>
                    <a:pt x="203326" y="126535"/>
                    <a:pt x="203203" y="129745"/>
                  </a:cubicBezTo>
                  <a:cubicBezTo>
                    <a:pt x="202835" y="138936"/>
                    <a:pt x="202492" y="147612"/>
                    <a:pt x="199821" y="156117"/>
                  </a:cubicBezTo>
                  <a:cubicBezTo>
                    <a:pt x="199429" y="157367"/>
                    <a:pt x="198939" y="158739"/>
                    <a:pt x="198056" y="159327"/>
                  </a:cubicBezTo>
                  <a:cubicBezTo>
                    <a:pt x="197346" y="159818"/>
                    <a:pt x="196243" y="159916"/>
                    <a:pt x="194944" y="159989"/>
                  </a:cubicBezTo>
                  <a:cubicBezTo>
                    <a:pt x="186071" y="160504"/>
                    <a:pt x="177003" y="160602"/>
                    <a:pt x="168229" y="160675"/>
                  </a:cubicBezTo>
                  <a:cubicBezTo>
                    <a:pt x="166440" y="160700"/>
                    <a:pt x="164675" y="160700"/>
                    <a:pt x="162886" y="160724"/>
                  </a:cubicBezTo>
                  <a:cubicBezTo>
                    <a:pt x="160234" y="160757"/>
                    <a:pt x="157535" y="160783"/>
                    <a:pt x="154804" y="160783"/>
                  </a:cubicBezTo>
                  <a:cubicBezTo>
                    <a:pt x="147418" y="160783"/>
                    <a:pt x="139801" y="160594"/>
                    <a:pt x="132250" y="159842"/>
                  </a:cubicBezTo>
                  <a:cubicBezTo>
                    <a:pt x="129628" y="159597"/>
                    <a:pt x="126613" y="159254"/>
                    <a:pt x="123893" y="158298"/>
                  </a:cubicBezTo>
                  <a:cubicBezTo>
                    <a:pt x="122716" y="157881"/>
                    <a:pt x="122006" y="157440"/>
                    <a:pt x="121760" y="156950"/>
                  </a:cubicBezTo>
                  <a:cubicBezTo>
                    <a:pt x="121540" y="156533"/>
                    <a:pt x="121515" y="155774"/>
                    <a:pt x="121515" y="155136"/>
                  </a:cubicBezTo>
                  <a:cubicBezTo>
                    <a:pt x="121270" y="146436"/>
                    <a:pt x="121050" y="137735"/>
                    <a:pt x="120805" y="129059"/>
                  </a:cubicBezTo>
                  <a:lnTo>
                    <a:pt x="120609" y="121755"/>
                  </a:lnTo>
                  <a:cubicBezTo>
                    <a:pt x="120535" y="119059"/>
                    <a:pt x="120388" y="116265"/>
                    <a:pt x="120265" y="113545"/>
                  </a:cubicBezTo>
                  <a:cubicBezTo>
                    <a:pt x="119849" y="105457"/>
                    <a:pt x="119432" y="97075"/>
                    <a:pt x="120707" y="89355"/>
                  </a:cubicBezTo>
                  <a:cubicBezTo>
                    <a:pt x="120878" y="88301"/>
                    <a:pt x="121148" y="87027"/>
                    <a:pt x="121834" y="86512"/>
                  </a:cubicBezTo>
                  <a:cubicBezTo>
                    <a:pt x="122226" y="86218"/>
                    <a:pt x="122912" y="86095"/>
                    <a:pt x="123501" y="86022"/>
                  </a:cubicBezTo>
                  <a:cubicBezTo>
                    <a:pt x="123672" y="85997"/>
                    <a:pt x="123819" y="85973"/>
                    <a:pt x="123966" y="85973"/>
                  </a:cubicBezTo>
                  <a:cubicBezTo>
                    <a:pt x="129383" y="85360"/>
                    <a:pt x="134946" y="85066"/>
                    <a:pt x="140485" y="84968"/>
                  </a:cubicBezTo>
                  <a:close/>
                  <a:moveTo>
                    <a:pt x="54042" y="0"/>
                  </a:moveTo>
                  <a:cubicBezTo>
                    <a:pt x="51485" y="0"/>
                    <a:pt x="48957" y="20"/>
                    <a:pt x="46470" y="45"/>
                  </a:cubicBezTo>
                  <a:cubicBezTo>
                    <a:pt x="44705" y="69"/>
                    <a:pt x="42940" y="94"/>
                    <a:pt x="41151" y="118"/>
                  </a:cubicBezTo>
                  <a:cubicBezTo>
                    <a:pt x="32328" y="192"/>
                    <a:pt x="23211" y="290"/>
                    <a:pt x="14240" y="805"/>
                  </a:cubicBezTo>
                  <a:cubicBezTo>
                    <a:pt x="12770" y="878"/>
                    <a:pt x="10760" y="1001"/>
                    <a:pt x="9045" y="2177"/>
                  </a:cubicBezTo>
                  <a:cubicBezTo>
                    <a:pt x="7182" y="3452"/>
                    <a:pt x="6324" y="5486"/>
                    <a:pt x="5687" y="7520"/>
                  </a:cubicBezTo>
                  <a:cubicBezTo>
                    <a:pt x="2844" y="16564"/>
                    <a:pt x="2476" y="25926"/>
                    <a:pt x="2133" y="34970"/>
                  </a:cubicBezTo>
                  <a:cubicBezTo>
                    <a:pt x="2011" y="38156"/>
                    <a:pt x="1864" y="41440"/>
                    <a:pt x="1643" y="44651"/>
                  </a:cubicBezTo>
                  <a:cubicBezTo>
                    <a:pt x="1496" y="46563"/>
                    <a:pt x="1300" y="48499"/>
                    <a:pt x="1128" y="50386"/>
                  </a:cubicBezTo>
                  <a:cubicBezTo>
                    <a:pt x="565" y="56170"/>
                    <a:pt x="1" y="62150"/>
                    <a:pt x="589" y="68130"/>
                  </a:cubicBezTo>
                  <a:cubicBezTo>
                    <a:pt x="1251" y="74650"/>
                    <a:pt x="3163" y="81439"/>
                    <a:pt x="12476" y="82247"/>
                  </a:cubicBezTo>
                  <a:cubicBezTo>
                    <a:pt x="15686" y="82517"/>
                    <a:pt x="18946" y="82762"/>
                    <a:pt x="22230" y="82983"/>
                  </a:cubicBezTo>
                  <a:cubicBezTo>
                    <a:pt x="21054" y="84331"/>
                    <a:pt x="20613" y="86120"/>
                    <a:pt x="20368" y="87639"/>
                  </a:cubicBezTo>
                  <a:cubicBezTo>
                    <a:pt x="19020" y="95801"/>
                    <a:pt x="19461" y="104403"/>
                    <a:pt x="19877" y="112712"/>
                  </a:cubicBezTo>
                  <a:cubicBezTo>
                    <a:pt x="20025" y="115383"/>
                    <a:pt x="20147" y="118153"/>
                    <a:pt x="20221" y="120824"/>
                  </a:cubicBezTo>
                  <a:lnTo>
                    <a:pt x="20417" y="127883"/>
                  </a:lnTo>
                  <a:cubicBezTo>
                    <a:pt x="20662" y="136657"/>
                    <a:pt x="20882" y="145406"/>
                    <a:pt x="21127" y="154181"/>
                  </a:cubicBezTo>
                  <a:cubicBezTo>
                    <a:pt x="21152" y="155161"/>
                    <a:pt x="21176" y="156509"/>
                    <a:pt x="21814" y="157759"/>
                  </a:cubicBezTo>
                  <a:cubicBezTo>
                    <a:pt x="22819" y="159720"/>
                    <a:pt x="24828" y="160602"/>
                    <a:pt x="26250" y="161092"/>
                  </a:cubicBezTo>
                  <a:cubicBezTo>
                    <a:pt x="29411" y="162195"/>
                    <a:pt x="32696" y="162587"/>
                    <a:pt x="35539" y="162857"/>
                  </a:cubicBezTo>
                  <a:cubicBezTo>
                    <a:pt x="43332" y="163641"/>
                    <a:pt x="51102" y="163813"/>
                    <a:pt x="58650" y="163813"/>
                  </a:cubicBezTo>
                  <a:cubicBezTo>
                    <a:pt x="61346" y="163813"/>
                    <a:pt x="64018" y="163788"/>
                    <a:pt x="66640" y="163763"/>
                  </a:cubicBezTo>
                  <a:cubicBezTo>
                    <a:pt x="68429" y="163739"/>
                    <a:pt x="70194" y="163739"/>
                    <a:pt x="71983" y="163714"/>
                  </a:cubicBezTo>
                  <a:cubicBezTo>
                    <a:pt x="80806" y="163616"/>
                    <a:pt x="89924" y="163543"/>
                    <a:pt x="98894" y="163028"/>
                  </a:cubicBezTo>
                  <a:cubicBezTo>
                    <a:pt x="100364" y="162930"/>
                    <a:pt x="102374" y="162832"/>
                    <a:pt x="104065" y="161656"/>
                  </a:cubicBezTo>
                  <a:cubicBezTo>
                    <a:pt x="105952" y="160381"/>
                    <a:pt x="106786" y="158323"/>
                    <a:pt x="107423" y="156288"/>
                  </a:cubicBezTo>
                  <a:cubicBezTo>
                    <a:pt x="110266" y="147245"/>
                    <a:pt x="110658" y="137907"/>
                    <a:pt x="111001" y="128863"/>
                  </a:cubicBezTo>
                  <a:cubicBezTo>
                    <a:pt x="111124" y="125677"/>
                    <a:pt x="111271" y="122393"/>
                    <a:pt x="111491" y="119182"/>
                  </a:cubicBezTo>
                  <a:cubicBezTo>
                    <a:pt x="111638" y="117270"/>
                    <a:pt x="111834" y="115310"/>
                    <a:pt x="112006" y="113422"/>
                  </a:cubicBezTo>
                  <a:cubicBezTo>
                    <a:pt x="112545" y="107663"/>
                    <a:pt x="113133" y="101683"/>
                    <a:pt x="112521" y="95703"/>
                  </a:cubicBezTo>
                  <a:cubicBezTo>
                    <a:pt x="112030" y="90776"/>
                    <a:pt x="110830" y="85728"/>
                    <a:pt x="106295" y="83179"/>
                  </a:cubicBezTo>
                  <a:lnTo>
                    <a:pt x="106295" y="83179"/>
                  </a:lnTo>
                  <a:cubicBezTo>
                    <a:pt x="106590" y="83228"/>
                    <a:pt x="106908" y="83277"/>
                    <a:pt x="107251" y="83301"/>
                  </a:cubicBezTo>
                  <a:cubicBezTo>
                    <a:pt x="110928" y="83620"/>
                    <a:pt x="114677" y="83889"/>
                    <a:pt x="118452" y="84110"/>
                  </a:cubicBezTo>
                  <a:cubicBezTo>
                    <a:pt x="117324" y="85458"/>
                    <a:pt x="116908" y="87223"/>
                    <a:pt x="116663" y="88693"/>
                  </a:cubicBezTo>
                  <a:cubicBezTo>
                    <a:pt x="115315" y="96855"/>
                    <a:pt x="115756" y="105457"/>
                    <a:pt x="116172" y="113766"/>
                  </a:cubicBezTo>
                  <a:cubicBezTo>
                    <a:pt x="116320" y="116437"/>
                    <a:pt x="116442" y="119207"/>
                    <a:pt x="116516" y="121878"/>
                  </a:cubicBezTo>
                  <a:lnTo>
                    <a:pt x="116712" y="129157"/>
                  </a:lnTo>
                  <a:cubicBezTo>
                    <a:pt x="116957" y="137858"/>
                    <a:pt x="117177" y="146534"/>
                    <a:pt x="117422" y="155234"/>
                  </a:cubicBezTo>
                  <a:cubicBezTo>
                    <a:pt x="117447" y="156215"/>
                    <a:pt x="117471" y="157563"/>
                    <a:pt x="118109" y="158813"/>
                  </a:cubicBezTo>
                  <a:cubicBezTo>
                    <a:pt x="119114" y="160773"/>
                    <a:pt x="121123" y="161656"/>
                    <a:pt x="122545" y="162146"/>
                  </a:cubicBezTo>
                  <a:cubicBezTo>
                    <a:pt x="125706" y="163249"/>
                    <a:pt x="128991" y="163641"/>
                    <a:pt x="131834" y="163935"/>
                  </a:cubicBezTo>
                  <a:cubicBezTo>
                    <a:pt x="139627" y="164695"/>
                    <a:pt x="147397" y="164866"/>
                    <a:pt x="154945" y="164866"/>
                  </a:cubicBezTo>
                  <a:cubicBezTo>
                    <a:pt x="157641" y="164866"/>
                    <a:pt x="160313" y="164842"/>
                    <a:pt x="162935" y="164817"/>
                  </a:cubicBezTo>
                  <a:cubicBezTo>
                    <a:pt x="164724" y="164793"/>
                    <a:pt x="166489" y="164793"/>
                    <a:pt x="168254" y="164768"/>
                  </a:cubicBezTo>
                  <a:cubicBezTo>
                    <a:pt x="177101" y="164670"/>
                    <a:pt x="186219" y="164597"/>
                    <a:pt x="195189" y="164082"/>
                  </a:cubicBezTo>
                  <a:cubicBezTo>
                    <a:pt x="196659" y="163984"/>
                    <a:pt x="198644" y="163886"/>
                    <a:pt x="200360" y="162710"/>
                  </a:cubicBezTo>
                  <a:cubicBezTo>
                    <a:pt x="202247" y="161435"/>
                    <a:pt x="203081" y="159376"/>
                    <a:pt x="203718" y="157342"/>
                  </a:cubicBezTo>
                  <a:cubicBezTo>
                    <a:pt x="206561" y="148298"/>
                    <a:pt x="206928" y="138961"/>
                    <a:pt x="207296" y="129917"/>
                  </a:cubicBezTo>
                  <a:cubicBezTo>
                    <a:pt x="207419" y="126731"/>
                    <a:pt x="207541" y="123447"/>
                    <a:pt x="207786" y="120236"/>
                  </a:cubicBezTo>
                  <a:cubicBezTo>
                    <a:pt x="207933" y="118324"/>
                    <a:pt x="208105" y="116364"/>
                    <a:pt x="208301" y="114476"/>
                  </a:cubicBezTo>
                  <a:cubicBezTo>
                    <a:pt x="208840" y="108717"/>
                    <a:pt x="209428" y="102737"/>
                    <a:pt x="208816" y="96757"/>
                  </a:cubicBezTo>
                  <a:cubicBezTo>
                    <a:pt x="208178" y="90237"/>
                    <a:pt x="206242" y="83448"/>
                    <a:pt x="196953" y="82639"/>
                  </a:cubicBezTo>
                  <a:cubicBezTo>
                    <a:pt x="193253" y="82321"/>
                    <a:pt x="189503" y="82051"/>
                    <a:pt x="185728" y="81806"/>
                  </a:cubicBezTo>
                  <a:cubicBezTo>
                    <a:pt x="186856" y="80458"/>
                    <a:pt x="187297" y="78718"/>
                    <a:pt x="187517" y="77248"/>
                  </a:cubicBezTo>
                  <a:cubicBezTo>
                    <a:pt x="188865" y="69086"/>
                    <a:pt x="188424" y="60484"/>
                    <a:pt x="188008" y="52175"/>
                  </a:cubicBezTo>
                  <a:cubicBezTo>
                    <a:pt x="187885" y="49479"/>
                    <a:pt x="187738" y="46710"/>
                    <a:pt x="187665" y="44063"/>
                  </a:cubicBezTo>
                  <a:lnTo>
                    <a:pt x="187468" y="37004"/>
                  </a:lnTo>
                  <a:cubicBezTo>
                    <a:pt x="187248" y="28230"/>
                    <a:pt x="187003" y="19456"/>
                    <a:pt x="186758" y="10706"/>
                  </a:cubicBezTo>
                  <a:cubicBezTo>
                    <a:pt x="186733" y="9726"/>
                    <a:pt x="186709" y="8378"/>
                    <a:pt x="186071" y="7128"/>
                  </a:cubicBezTo>
                  <a:cubicBezTo>
                    <a:pt x="185067" y="5167"/>
                    <a:pt x="183057" y="4260"/>
                    <a:pt x="181635" y="3770"/>
                  </a:cubicBezTo>
                  <a:cubicBezTo>
                    <a:pt x="178474" y="2667"/>
                    <a:pt x="175190" y="2300"/>
                    <a:pt x="172347" y="2006"/>
                  </a:cubicBezTo>
                  <a:cubicBezTo>
                    <a:pt x="164634" y="1254"/>
                    <a:pt x="156909" y="1064"/>
                    <a:pt x="149428" y="1064"/>
                  </a:cubicBezTo>
                  <a:cubicBezTo>
                    <a:pt x="146663" y="1064"/>
                    <a:pt x="143931" y="1090"/>
                    <a:pt x="141245" y="1123"/>
                  </a:cubicBezTo>
                  <a:cubicBezTo>
                    <a:pt x="139456" y="1123"/>
                    <a:pt x="137691" y="1148"/>
                    <a:pt x="135902" y="1172"/>
                  </a:cubicBezTo>
                  <a:cubicBezTo>
                    <a:pt x="127079" y="1246"/>
                    <a:pt x="117962" y="1344"/>
                    <a:pt x="108991" y="1859"/>
                  </a:cubicBezTo>
                  <a:cubicBezTo>
                    <a:pt x="107521" y="1932"/>
                    <a:pt x="105536" y="2055"/>
                    <a:pt x="103820" y="3231"/>
                  </a:cubicBezTo>
                  <a:cubicBezTo>
                    <a:pt x="101957" y="4505"/>
                    <a:pt x="101100" y="6564"/>
                    <a:pt x="100462" y="8574"/>
                  </a:cubicBezTo>
                  <a:cubicBezTo>
                    <a:pt x="97619" y="17618"/>
                    <a:pt x="97252" y="26980"/>
                    <a:pt x="96884" y="36024"/>
                  </a:cubicBezTo>
                  <a:cubicBezTo>
                    <a:pt x="96762" y="39210"/>
                    <a:pt x="96639" y="42494"/>
                    <a:pt x="96394" y="45705"/>
                  </a:cubicBezTo>
                  <a:cubicBezTo>
                    <a:pt x="96247" y="47616"/>
                    <a:pt x="96075" y="49553"/>
                    <a:pt x="95879" y="51440"/>
                  </a:cubicBezTo>
                  <a:cubicBezTo>
                    <a:pt x="95340" y="57224"/>
                    <a:pt x="94752" y="63204"/>
                    <a:pt x="95365" y="69184"/>
                  </a:cubicBezTo>
                  <a:cubicBezTo>
                    <a:pt x="95855" y="74086"/>
                    <a:pt x="97056" y="79159"/>
                    <a:pt x="101590" y="81684"/>
                  </a:cubicBezTo>
                  <a:cubicBezTo>
                    <a:pt x="101296" y="81659"/>
                    <a:pt x="100977" y="81610"/>
                    <a:pt x="100658" y="81586"/>
                  </a:cubicBezTo>
                  <a:cubicBezTo>
                    <a:pt x="97448" y="81316"/>
                    <a:pt x="94188" y="81071"/>
                    <a:pt x="90879" y="80850"/>
                  </a:cubicBezTo>
                  <a:cubicBezTo>
                    <a:pt x="92080" y="79502"/>
                    <a:pt x="92521" y="77689"/>
                    <a:pt x="92767" y="76194"/>
                  </a:cubicBezTo>
                  <a:cubicBezTo>
                    <a:pt x="94090" y="68032"/>
                    <a:pt x="93673" y="59430"/>
                    <a:pt x="93257" y="51121"/>
                  </a:cubicBezTo>
                  <a:cubicBezTo>
                    <a:pt x="93110" y="48425"/>
                    <a:pt x="92963" y="45656"/>
                    <a:pt x="92889" y="43009"/>
                  </a:cubicBezTo>
                  <a:lnTo>
                    <a:pt x="92693" y="35705"/>
                  </a:lnTo>
                  <a:cubicBezTo>
                    <a:pt x="92472" y="27029"/>
                    <a:pt x="92227" y="18328"/>
                    <a:pt x="92007" y="9652"/>
                  </a:cubicBezTo>
                  <a:cubicBezTo>
                    <a:pt x="91982" y="8672"/>
                    <a:pt x="91933" y="7324"/>
                    <a:pt x="91296" y="6074"/>
                  </a:cubicBezTo>
                  <a:cubicBezTo>
                    <a:pt x="90291" y="4089"/>
                    <a:pt x="88306" y="3207"/>
                    <a:pt x="86884" y="2716"/>
                  </a:cubicBezTo>
                  <a:cubicBezTo>
                    <a:pt x="83723" y="1613"/>
                    <a:pt x="80414" y="1221"/>
                    <a:pt x="77571" y="952"/>
                  </a:cubicBezTo>
                  <a:cubicBezTo>
                    <a:pt x="69649" y="180"/>
                    <a:pt x="61712" y="0"/>
                    <a:pt x="540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56"/>
            <p:cNvSpPr/>
            <p:nvPr/>
          </p:nvSpPr>
          <p:spPr>
            <a:xfrm>
              <a:off x="4344275" y="3056475"/>
              <a:ext cx="1794675" cy="1606100"/>
            </a:xfrm>
            <a:custGeom>
              <a:avLst/>
              <a:gdLst/>
              <a:ahLst/>
              <a:cxnLst/>
              <a:rect l="l" t="t" r="r" b="b"/>
              <a:pathLst>
                <a:path w="71787" h="64244" extrusionOk="0">
                  <a:moveTo>
                    <a:pt x="24526" y="4093"/>
                  </a:moveTo>
                  <a:cubicBezTo>
                    <a:pt x="26984" y="4093"/>
                    <a:pt x="29435" y="4119"/>
                    <a:pt x="31862" y="4148"/>
                  </a:cubicBezTo>
                  <a:lnTo>
                    <a:pt x="34288" y="4173"/>
                  </a:lnTo>
                  <a:cubicBezTo>
                    <a:pt x="43675" y="4271"/>
                    <a:pt x="52842" y="4712"/>
                    <a:pt x="61591" y="5447"/>
                  </a:cubicBezTo>
                  <a:cubicBezTo>
                    <a:pt x="65366" y="5790"/>
                    <a:pt x="66738" y="7580"/>
                    <a:pt x="67253" y="12873"/>
                  </a:cubicBezTo>
                  <a:cubicBezTo>
                    <a:pt x="67669" y="17015"/>
                    <a:pt x="67277" y="21133"/>
                    <a:pt x="66861" y="25495"/>
                  </a:cubicBezTo>
                  <a:cubicBezTo>
                    <a:pt x="66738" y="26941"/>
                    <a:pt x="66591" y="28412"/>
                    <a:pt x="66468" y="29907"/>
                  </a:cubicBezTo>
                  <a:cubicBezTo>
                    <a:pt x="66297" y="32382"/>
                    <a:pt x="66199" y="34882"/>
                    <a:pt x="66101" y="37309"/>
                  </a:cubicBezTo>
                  <a:cubicBezTo>
                    <a:pt x="65831" y="44171"/>
                    <a:pt x="65562" y="50666"/>
                    <a:pt x="63576" y="57014"/>
                  </a:cubicBezTo>
                  <a:cubicBezTo>
                    <a:pt x="63282" y="57921"/>
                    <a:pt x="62964" y="58803"/>
                    <a:pt x="62449" y="59146"/>
                  </a:cubicBezTo>
                  <a:cubicBezTo>
                    <a:pt x="61983" y="59465"/>
                    <a:pt x="61052" y="59514"/>
                    <a:pt x="60366" y="59563"/>
                  </a:cubicBezTo>
                  <a:cubicBezTo>
                    <a:pt x="53699" y="59930"/>
                    <a:pt x="46886" y="60004"/>
                    <a:pt x="40293" y="60077"/>
                  </a:cubicBezTo>
                  <a:cubicBezTo>
                    <a:pt x="38945" y="60077"/>
                    <a:pt x="37622" y="60102"/>
                    <a:pt x="36274" y="60102"/>
                  </a:cubicBezTo>
                  <a:cubicBezTo>
                    <a:pt x="34193" y="60130"/>
                    <a:pt x="32075" y="60151"/>
                    <a:pt x="29932" y="60151"/>
                  </a:cubicBezTo>
                  <a:cubicBezTo>
                    <a:pt x="24478" y="60151"/>
                    <a:pt x="18862" y="60010"/>
                    <a:pt x="13284" y="59465"/>
                  </a:cubicBezTo>
                  <a:cubicBezTo>
                    <a:pt x="11348" y="59269"/>
                    <a:pt x="9118" y="58999"/>
                    <a:pt x="7108" y="58313"/>
                  </a:cubicBezTo>
                  <a:cubicBezTo>
                    <a:pt x="6103" y="57945"/>
                    <a:pt x="5858" y="57651"/>
                    <a:pt x="5809" y="57553"/>
                  </a:cubicBezTo>
                  <a:cubicBezTo>
                    <a:pt x="5687" y="57332"/>
                    <a:pt x="5687" y="56793"/>
                    <a:pt x="5662" y="56401"/>
                  </a:cubicBezTo>
                  <a:cubicBezTo>
                    <a:pt x="5491" y="49539"/>
                    <a:pt x="5295" y="42701"/>
                    <a:pt x="5123" y="35863"/>
                  </a:cubicBezTo>
                  <a:lnTo>
                    <a:pt x="5000" y="31304"/>
                  </a:lnTo>
                  <a:cubicBezTo>
                    <a:pt x="4951" y="29270"/>
                    <a:pt x="4829" y="27162"/>
                    <a:pt x="4731" y="25103"/>
                  </a:cubicBezTo>
                  <a:cubicBezTo>
                    <a:pt x="4412" y="19050"/>
                    <a:pt x="4118" y="12775"/>
                    <a:pt x="5049" y="7016"/>
                  </a:cubicBezTo>
                  <a:cubicBezTo>
                    <a:pt x="5221" y="6011"/>
                    <a:pt x="5442" y="5423"/>
                    <a:pt x="5711" y="5202"/>
                  </a:cubicBezTo>
                  <a:cubicBezTo>
                    <a:pt x="5956" y="5031"/>
                    <a:pt x="6520" y="4957"/>
                    <a:pt x="6741" y="4933"/>
                  </a:cubicBezTo>
                  <a:cubicBezTo>
                    <a:pt x="6839" y="4908"/>
                    <a:pt x="6961" y="4908"/>
                    <a:pt x="7059" y="4884"/>
                  </a:cubicBezTo>
                  <a:cubicBezTo>
                    <a:pt x="12773" y="4245"/>
                    <a:pt x="18670" y="4093"/>
                    <a:pt x="24526" y="4093"/>
                  </a:cubicBezTo>
                  <a:close/>
                  <a:moveTo>
                    <a:pt x="24549" y="0"/>
                  </a:moveTo>
                  <a:cubicBezTo>
                    <a:pt x="18569" y="0"/>
                    <a:pt x="12526" y="156"/>
                    <a:pt x="6594" y="815"/>
                  </a:cubicBezTo>
                  <a:cubicBezTo>
                    <a:pt x="6471" y="840"/>
                    <a:pt x="6324" y="864"/>
                    <a:pt x="6201" y="864"/>
                  </a:cubicBezTo>
                  <a:cubicBezTo>
                    <a:pt x="5344" y="987"/>
                    <a:pt x="4241" y="1207"/>
                    <a:pt x="3285" y="1918"/>
                  </a:cubicBezTo>
                  <a:cubicBezTo>
                    <a:pt x="1716" y="3045"/>
                    <a:pt x="1251" y="4884"/>
                    <a:pt x="1006" y="6354"/>
                  </a:cubicBezTo>
                  <a:cubicBezTo>
                    <a:pt x="1" y="12555"/>
                    <a:pt x="319" y="19050"/>
                    <a:pt x="638" y="25324"/>
                  </a:cubicBezTo>
                  <a:cubicBezTo>
                    <a:pt x="736" y="27334"/>
                    <a:pt x="858" y="29417"/>
                    <a:pt x="907" y="31402"/>
                  </a:cubicBezTo>
                  <a:lnTo>
                    <a:pt x="1030" y="35961"/>
                  </a:lnTo>
                  <a:cubicBezTo>
                    <a:pt x="1202" y="42799"/>
                    <a:pt x="1398" y="49661"/>
                    <a:pt x="1569" y="56499"/>
                  </a:cubicBezTo>
                  <a:cubicBezTo>
                    <a:pt x="1594" y="57283"/>
                    <a:pt x="1618" y="58362"/>
                    <a:pt x="2157" y="59416"/>
                  </a:cubicBezTo>
                  <a:cubicBezTo>
                    <a:pt x="2991" y="61058"/>
                    <a:pt x="4633" y="61768"/>
                    <a:pt x="5785" y="62161"/>
                  </a:cubicBezTo>
                  <a:cubicBezTo>
                    <a:pt x="8211" y="63018"/>
                    <a:pt x="10711" y="63313"/>
                    <a:pt x="12892" y="63533"/>
                  </a:cubicBezTo>
                  <a:cubicBezTo>
                    <a:pt x="18750" y="64097"/>
                    <a:pt x="24632" y="64244"/>
                    <a:pt x="30293" y="64244"/>
                  </a:cubicBezTo>
                  <a:cubicBezTo>
                    <a:pt x="32328" y="64244"/>
                    <a:pt x="34362" y="64219"/>
                    <a:pt x="36323" y="64195"/>
                  </a:cubicBezTo>
                  <a:cubicBezTo>
                    <a:pt x="37671" y="64195"/>
                    <a:pt x="38994" y="64170"/>
                    <a:pt x="40342" y="64170"/>
                  </a:cubicBezTo>
                  <a:cubicBezTo>
                    <a:pt x="46984" y="64097"/>
                    <a:pt x="53846" y="64023"/>
                    <a:pt x="60611" y="63656"/>
                  </a:cubicBezTo>
                  <a:cubicBezTo>
                    <a:pt x="61689" y="63582"/>
                    <a:pt x="63356" y="63484"/>
                    <a:pt x="64753" y="62528"/>
                  </a:cubicBezTo>
                  <a:cubicBezTo>
                    <a:pt x="66297" y="61474"/>
                    <a:pt x="66983" y="59832"/>
                    <a:pt x="67473" y="58239"/>
                  </a:cubicBezTo>
                  <a:cubicBezTo>
                    <a:pt x="69630" y="51352"/>
                    <a:pt x="69924" y="44294"/>
                    <a:pt x="70194" y="37456"/>
                  </a:cubicBezTo>
                  <a:cubicBezTo>
                    <a:pt x="70292" y="35078"/>
                    <a:pt x="70390" y="32603"/>
                    <a:pt x="70561" y="30201"/>
                  </a:cubicBezTo>
                  <a:cubicBezTo>
                    <a:pt x="70659" y="28780"/>
                    <a:pt x="70806" y="27309"/>
                    <a:pt x="70929" y="25888"/>
                  </a:cubicBezTo>
                  <a:cubicBezTo>
                    <a:pt x="71346" y="21525"/>
                    <a:pt x="71787" y="16991"/>
                    <a:pt x="71346" y="12457"/>
                  </a:cubicBezTo>
                  <a:cubicBezTo>
                    <a:pt x="70831" y="7334"/>
                    <a:pt x="69311" y="2016"/>
                    <a:pt x="61934" y="1379"/>
                  </a:cubicBezTo>
                  <a:cubicBezTo>
                    <a:pt x="53087" y="619"/>
                    <a:pt x="43822" y="178"/>
                    <a:pt x="34337" y="80"/>
                  </a:cubicBezTo>
                  <a:lnTo>
                    <a:pt x="31911" y="55"/>
                  </a:lnTo>
                  <a:cubicBezTo>
                    <a:pt x="29476" y="27"/>
                    <a:pt x="27018" y="0"/>
                    <a:pt x="2454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56"/>
            <p:cNvSpPr/>
            <p:nvPr/>
          </p:nvSpPr>
          <p:spPr>
            <a:xfrm>
              <a:off x="3829600" y="1062600"/>
              <a:ext cx="1794675" cy="1606200"/>
            </a:xfrm>
            <a:custGeom>
              <a:avLst/>
              <a:gdLst/>
              <a:ahLst/>
              <a:cxnLst/>
              <a:rect l="l" t="t" r="r" b="b"/>
              <a:pathLst>
                <a:path w="71787" h="64248" extrusionOk="0">
                  <a:moveTo>
                    <a:pt x="41469" y="4103"/>
                  </a:moveTo>
                  <a:cubicBezTo>
                    <a:pt x="47057" y="4103"/>
                    <a:pt x="52817" y="4225"/>
                    <a:pt x="58503" y="4789"/>
                  </a:cubicBezTo>
                  <a:cubicBezTo>
                    <a:pt x="60439" y="4985"/>
                    <a:pt x="62669" y="5255"/>
                    <a:pt x="64679" y="5941"/>
                  </a:cubicBezTo>
                  <a:cubicBezTo>
                    <a:pt x="65684" y="6309"/>
                    <a:pt x="65929" y="6603"/>
                    <a:pt x="66002" y="6701"/>
                  </a:cubicBezTo>
                  <a:cubicBezTo>
                    <a:pt x="66100" y="6921"/>
                    <a:pt x="66125" y="7460"/>
                    <a:pt x="66125" y="7853"/>
                  </a:cubicBezTo>
                  <a:cubicBezTo>
                    <a:pt x="66297" y="14225"/>
                    <a:pt x="66468" y="20573"/>
                    <a:pt x="66640" y="26920"/>
                  </a:cubicBezTo>
                  <a:lnTo>
                    <a:pt x="66787" y="32950"/>
                  </a:lnTo>
                  <a:cubicBezTo>
                    <a:pt x="66860" y="34984"/>
                    <a:pt x="66958" y="37092"/>
                    <a:pt x="67056" y="39126"/>
                  </a:cubicBezTo>
                  <a:cubicBezTo>
                    <a:pt x="67375" y="45204"/>
                    <a:pt x="67694" y="51478"/>
                    <a:pt x="66738" y="57238"/>
                  </a:cubicBezTo>
                  <a:cubicBezTo>
                    <a:pt x="66566" y="58218"/>
                    <a:pt x="66370" y="58831"/>
                    <a:pt x="66076" y="59027"/>
                  </a:cubicBezTo>
                  <a:cubicBezTo>
                    <a:pt x="65855" y="59223"/>
                    <a:pt x="65267" y="59297"/>
                    <a:pt x="65071" y="59321"/>
                  </a:cubicBezTo>
                  <a:cubicBezTo>
                    <a:pt x="64949" y="59321"/>
                    <a:pt x="64826" y="59346"/>
                    <a:pt x="64728" y="59346"/>
                  </a:cubicBezTo>
                  <a:cubicBezTo>
                    <a:pt x="58955" y="60008"/>
                    <a:pt x="52996" y="60150"/>
                    <a:pt x="47081" y="60150"/>
                  </a:cubicBezTo>
                  <a:cubicBezTo>
                    <a:pt x="44683" y="60150"/>
                    <a:pt x="42293" y="60127"/>
                    <a:pt x="39925" y="60105"/>
                  </a:cubicBezTo>
                  <a:lnTo>
                    <a:pt x="37499" y="60081"/>
                  </a:lnTo>
                  <a:cubicBezTo>
                    <a:pt x="28136" y="59983"/>
                    <a:pt x="18946" y="59542"/>
                    <a:pt x="10196" y="58782"/>
                  </a:cubicBezTo>
                  <a:cubicBezTo>
                    <a:pt x="6446" y="58463"/>
                    <a:pt x="5049" y="56674"/>
                    <a:pt x="4534" y="51380"/>
                  </a:cubicBezTo>
                  <a:cubicBezTo>
                    <a:pt x="4118" y="47238"/>
                    <a:pt x="4510" y="43121"/>
                    <a:pt x="4927" y="38758"/>
                  </a:cubicBezTo>
                  <a:cubicBezTo>
                    <a:pt x="5074" y="37312"/>
                    <a:pt x="5196" y="35817"/>
                    <a:pt x="5319" y="34347"/>
                  </a:cubicBezTo>
                  <a:cubicBezTo>
                    <a:pt x="5490" y="31871"/>
                    <a:pt x="5588" y="29371"/>
                    <a:pt x="5686" y="26945"/>
                  </a:cubicBezTo>
                  <a:cubicBezTo>
                    <a:pt x="5956" y="20082"/>
                    <a:pt x="6226" y="13588"/>
                    <a:pt x="8211" y="7240"/>
                  </a:cubicBezTo>
                  <a:cubicBezTo>
                    <a:pt x="8505" y="6333"/>
                    <a:pt x="8848" y="5451"/>
                    <a:pt x="9338" y="5108"/>
                  </a:cubicBezTo>
                  <a:cubicBezTo>
                    <a:pt x="9804" y="4789"/>
                    <a:pt x="10735" y="4740"/>
                    <a:pt x="11421" y="4691"/>
                  </a:cubicBezTo>
                  <a:cubicBezTo>
                    <a:pt x="18088" y="4299"/>
                    <a:pt x="24901" y="4250"/>
                    <a:pt x="31494" y="4176"/>
                  </a:cubicBezTo>
                  <a:cubicBezTo>
                    <a:pt x="32842" y="4176"/>
                    <a:pt x="34166" y="4152"/>
                    <a:pt x="35513" y="4127"/>
                  </a:cubicBezTo>
                  <a:cubicBezTo>
                    <a:pt x="37474" y="4103"/>
                    <a:pt x="39459" y="4103"/>
                    <a:pt x="41469" y="4103"/>
                  </a:cubicBezTo>
                  <a:close/>
                  <a:moveTo>
                    <a:pt x="41243" y="0"/>
                  </a:moveTo>
                  <a:cubicBezTo>
                    <a:pt x="39292" y="0"/>
                    <a:pt x="37363" y="16"/>
                    <a:pt x="35464" y="34"/>
                  </a:cubicBezTo>
                  <a:cubicBezTo>
                    <a:pt x="34116" y="59"/>
                    <a:pt x="32793" y="83"/>
                    <a:pt x="31445" y="83"/>
                  </a:cubicBezTo>
                  <a:cubicBezTo>
                    <a:pt x="24803" y="157"/>
                    <a:pt x="17941" y="206"/>
                    <a:pt x="11176" y="598"/>
                  </a:cubicBezTo>
                  <a:cubicBezTo>
                    <a:pt x="10098" y="672"/>
                    <a:pt x="8431" y="770"/>
                    <a:pt x="7034" y="1725"/>
                  </a:cubicBezTo>
                  <a:cubicBezTo>
                    <a:pt x="5490" y="2779"/>
                    <a:pt x="4829" y="4397"/>
                    <a:pt x="4314" y="6014"/>
                  </a:cubicBezTo>
                  <a:cubicBezTo>
                    <a:pt x="2157" y="12877"/>
                    <a:pt x="1863" y="19960"/>
                    <a:pt x="1593" y="26798"/>
                  </a:cubicBezTo>
                  <a:cubicBezTo>
                    <a:pt x="1520" y="29175"/>
                    <a:pt x="1422" y="31651"/>
                    <a:pt x="1226" y="34052"/>
                  </a:cubicBezTo>
                  <a:cubicBezTo>
                    <a:pt x="1128" y="35474"/>
                    <a:pt x="981" y="36945"/>
                    <a:pt x="858" y="38366"/>
                  </a:cubicBezTo>
                  <a:cubicBezTo>
                    <a:pt x="441" y="42729"/>
                    <a:pt x="0" y="47238"/>
                    <a:pt x="466" y="51797"/>
                  </a:cubicBezTo>
                  <a:cubicBezTo>
                    <a:pt x="981" y="56919"/>
                    <a:pt x="2476" y="62238"/>
                    <a:pt x="9853" y="62875"/>
                  </a:cubicBezTo>
                  <a:cubicBezTo>
                    <a:pt x="18700" y="63635"/>
                    <a:pt x="27989" y="64076"/>
                    <a:pt x="37450" y="64174"/>
                  </a:cubicBezTo>
                  <a:lnTo>
                    <a:pt x="39876" y="64198"/>
                  </a:lnTo>
                  <a:cubicBezTo>
                    <a:pt x="42351" y="64223"/>
                    <a:pt x="44851" y="64247"/>
                    <a:pt x="47376" y="64247"/>
                  </a:cubicBezTo>
                  <a:cubicBezTo>
                    <a:pt x="53307" y="64247"/>
                    <a:pt x="59312" y="64100"/>
                    <a:pt x="65194" y="63414"/>
                  </a:cubicBezTo>
                  <a:cubicBezTo>
                    <a:pt x="65316" y="63414"/>
                    <a:pt x="65463" y="63389"/>
                    <a:pt x="65586" y="63365"/>
                  </a:cubicBezTo>
                  <a:lnTo>
                    <a:pt x="65610" y="63365"/>
                  </a:lnTo>
                  <a:cubicBezTo>
                    <a:pt x="66444" y="63267"/>
                    <a:pt x="67546" y="63046"/>
                    <a:pt x="68502" y="62336"/>
                  </a:cubicBezTo>
                  <a:cubicBezTo>
                    <a:pt x="70071" y="61184"/>
                    <a:pt x="70537" y="59370"/>
                    <a:pt x="70782" y="57900"/>
                  </a:cubicBezTo>
                  <a:cubicBezTo>
                    <a:pt x="71786" y="51699"/>
                    <a:pt x="71468" y="45204"/>
                    <a:pt x="71149" y="38930"/>
                  </a:cubicBezTo>
                  <a:cubicBezTo>
                    <a:pt x="71051" y="36920"/>
                    <a:pt x="70953" y="34837"/>
                    <a:pt x="70880" y="32827"/>
                  </a:cubicBezTo>
                  <a:lnTo>
                    <a:pt x="70733" y="26822"/>
                  </a:lnTo>
                  <a:cubicBezTo>
                    <a:pt x="70561" y="20475"/>
                    <a:pt x="70389" y="14102"/>
                    <a:pt x="70218" y="7755"/>
                  </a:cubicBezTo>
                  <a:cubicBezTo>
                    <a:pt x="70193" y="6970"/>
                    <a:pt x="70169" y="5892"/>
                    <a:pt x="69630" y="4838"/>
                  </a:cubicBezTo>
                  <a:cubicBezTo>
                    <a:pt x="68796" y="3196"/>
                    <a:pt x="67179" y="2485"/>
                    <a:pt x="66027" y="2069"/>
                  </a:cubicBezTo>
                  <a:cubicBezTo>
                    <a:pt x="63601" y="1235"/>
                    <a:pt x="61076" y="941"/>
                    <a:pt x="58919" y="721"/>
                  </a:cubicBezTo>
                  <a:cubicBezTo>
                    <a:pt x="52952" y="135"/>
                    <a:pt x="46999" y="0"/>
                    <a:pt x="4124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56"/>
            <p:cNvSpPr/>
            <p:nvPr/>
          </p:nvSpPr>
          <p:spPr>
            <a:xfrm>
              <a:off x="1460825" y="1036250"/>
              <a:ext cx="1794675" cy="1606200"/>
            </a:xfrm>
            <a:custGeom>
              <a:avLst/>
              <a:gdLst/>
              <a:ahLst/>
              <a:cxnLst/>
              <a:rect l="l" t="t" r="r" b="b"/>
              <a:pathLst>
                <a:path w="71787" h="64248" extrusionOk="0">
                  <a:moveTo>
                    <a:pt x="41469" y="4103"/>
                  </a:moveTo>
                  <a:cubicBezTo>
                    <a:pt x="47033" y="4103"/>
                    <a:pt x="52792" y="4225"/>
                    <a:pt x="58503" y="4789"/>
                  </a:cubicBezTo>
                  <a:cubicBezTo>
                    <a:pt x="60439" y="4985"/>
                    <a:pt x="62669" y="5230"/>
                    <a:pt x="64655" y="5941"/>
                  </a:cubicBezTo>
                  <a:cubicBezTo>
                    <a:pt x="65684" y="6284"/>
                    <a:pt x="65929" y="6578"/>
                    <a:pt x="65978" y="6701"/>
                  </a:cubicBezTo>
                  <a:cubicBezTo>
                    <a:pt x="66101" y="6921"/>
                    <a:pt x="66101" y="7461"/>
                    <a:pt x="66125" y="7853"/>
                  </a:cubicBezTo>
                  <a:cubicBezTo>
                    <a:pt x="66297" y="14691"/>
                    <a:pt x="66468" y="21553"/>
                    <a:pt x="66664" y="28391"/>
                  </a:cubicBezTo>
                  <a:lnTo>
                    <a:pt x="66787" y="32950"/>
                  </a:lnTo>
                  <a:cubicBezTo>
                    <a:pt x="66836" y="34984"/>
                    <a:pt x="66958" y="37092"/>
                    <a:pt x="67056" y="39126"/>
                  </a:cubicBezTo>
                  <a:cubicBezTo>
                    <a:pt x="67350" y="45204"/>
                    <a:pt x="67669" y="51454"/>
                    <a:pt x="66738" y="57238"/>
                  </a:cubicBezTo>
                  <a:cubicBezTo>
                    <a:pt x="66566" y="58218"/>
                    <a:pt x="66346" y="58831"/>
                    <a:pt x="66076" y="59027"/>
                  </a:cubicBezTo>
                  <a:cubicBezTo>
                    <a:pt x="65831" y="59199"/>
                    <a:pt x="65267" y="59272"/>
                    <a:pt x="65047" y="59321"/>
                  </a:cubicBezTo>
                  <a:cubicBezTo>
                    <a:pt x="64924" y="59321"/>
                    <a:pt x="64826" y="59346"/>
                    <a:pt x="64704" y="59346"/>
                  </a:cubicBezTo>
                  <a:cubicBezTo>
                    <a:pt x="58931" y="60008"/>
                    <a:pt x="52972" y="60150"/>
                    <a:pt x="47065" y="60150"/>
                  </a:cubicBezTo>
                  <a:cubicBezTo>
                    <a:pt x="44671" y="60150"/>
                    <a:pt x="42286" y="60127"/>
                    <a:pt x="39925" y="60105"/>
                  </a:cubicBezTo>
                  <a:lnTo>
                    <a:pt x="37474" y="60056"/>
                  </a:lnTo>
                  <a:cubicBezTo>
                    <a:pt x="28112" y="59983"/>
                    <a:pt x="18921" y="59542"/>
                    <a:pt x="10196" y="58782"/>
                  </a:cubicBezTo>
                  <a:cubicBezTo>
                    <a:pt x="6422" y="58463"/>
                    <a:pt x="5049" y="56650"/>
                    <a:pt x="4510" y="51380"/>
                  </a:cubicBezTo>
                  <a:cubicBezTo>
                    <a:pt x="4093" y="47238"/>
                    <a:pt x="4485" y="43121"/>
                    <a:pt x="4927" y="38758"/>
                  </a:cubicBezTo>
                  <a:cubicBezTo>
                    <a:pt x="5049" y="37312"/>
                    <a:pt x="5196" y="35817"/>
                    <a:pt x="5294" y="34347"/>
                  </a:cubicBezTo>
                  <a:cubicBezTo>
                    <a:pt x="5490" y="31871"/>
                    <a:pt x="5588" y="29371"/>
                    <a:pt x="5686" y="26945"/>
                  </a:cubicBezTo>
                  <a:cubicBezTo>
                    <a:pt x="5956" y="20083"/>
                    <a:pt x="6201" y="13588"/>
                    <a:pt x="8211" y="7240"/>
                  </a:cubicBezTo>
                  <a:cubicBezTo>
                    <a:pt x="8480" y="6333"/>
                    <a:pt x="8824" y="5451"/>
                    <a:pt x="9338" y="5108"/>
                  </a:cubicBezTo>
                  <a:cubicBezTo>
                    <a:pt x="9804" y="4789"/>
                    <a:pt x="10735" y="4716"/>
                    <a:pt x="11397" y="4691"/>
                  </a:cubicBezTo>
                  <a:cubicBezTo>
                    <a:pt x="18063" y="4299"/>
                    <a:pt x="24901" y="4250"/>
                    <a:pt x="31494" y="4176"/>
                  </a:cubicBezTo>
                  <a:cubicBezTo>
                    <a:pt x="32818" y="4152"/>
                    <a:pt x="34166" y="4152"/>
                    <a:pt x="35489" y="4127"/>
                  </a:cubicBezTo>
                  <a:cubicBezTo>
                    <a:pt x="37450" y="4103"/>
                    <a:pt x="39459" y="4103"/>
                    <a:pt x="41469" y="4103"/>
                  </a:cubicBezTo>
                  <a:close/>
                  <a:moveTo>
                    <a:pt x="41222" y="0"/>
                  </a:moveTo>
                  <a:cubicBezTo>
                    <a:pt x="39269" y="0"/>
                    <a:pt x="37339" y="16"/>
                    <a:pt x="35440" y="34"/>
                  </a:cubicBezTo>
                  <a:cubicBezTo>
                    <a:pt x="34117" y="59"/>
                    <a:pt x="32793" y="59"/>
                    <a:pt x="31445" y="83"/>
                  </a:cubicBezTo>
                  <a:cubicBezTo>
                    <a:pt x="24803" y="157"/>
                    <a:pt x="17941" y="206"/>
                    <a:pt x="11176" y="598"/>
                  </a:cubicBezTo>
                  <a:cubicBezTo>
                    <a:pt x="10073" y="672"/>
                    <a:pt x="8431" y="770"/>
                    <a:pt x="7034" y="1726"/>
                  </a:cubicBezTo>
                  <a:cubicBezTo>
                    <a:pt x="5490" y="2755"/>
                    <a:pt x="4804" y="4397"/>
                    <a:pt x="4289" y="6015"/>
                  </a:cubicBezTo>
                  <a:cubicBezTo>
                    <a:pt x="2133" y="12877"/>
                    <a:pt x="1863" y="19960"/>
                    <a:pt x="1593" y="26798"/>
                  </a:cubicBezTo>
                  <a:cubicBezTo>
                    <a:pt x="1495" y="29175"/>
                    <a:pt x="1397" y="31651"/>
                    <a:pt x="1226" y="34053"/>
                  </a:cubicBezTo>
                  <a:cubicBezTo>
                    <a:pt x="1128" y="35474"/>
                    <a:pt x="981" y="36945"/>
                    <a:pt x="834" y="38366"/>
                  </a:cubicBezTo>
                  <a:cubicBezTo>
                    <a:pt x="417" y="42729"/>
                    <a:pt x="0" y="47238"/>
                    <a:pt x="442" y="51797"/>
                  </a:cubicBezTo>
                  <a:cubicBezTo>
                    <a:pt x="956" y="56895"/>
                    <a:pt x="2476" y="62213"/>
                    <a:pt x="9828" y="62875"/>
                  </a:cubicBezTo>
                  <a:cubicBezTo>
                    <a:pt x="18676" y="63635"/>
                    <a:pt x="27965" y="64076"/>
                    <a:pt x="37450" y="64149"/>
                  </a:cubicBezTo>
                  <a:lnTo>
                    <a:pt x="39876" y="64174"/>
                  </a:lnTo>
                  <a:cubicBezTo>
                    <a:pt x="42352" y="64223"/>
                    <a:pt x="44851" y="64247"/>
                    <a:pt x="47376" y="64247"/>
                  </a:cubicBezTo>
                  <a:cubicBezTo>
                    <a:pt x="53307" y="64247"/>
                    <a:pt x="59312" y="64076"/>
                    <a:pt x="65169" y="63414"/>
                  </a:cubicBezTo>
                  <a:cubicBezTo>
                    <a:pt x="65316" y="63414"/>
                    <a:pt x="65439" y="63390"/>
                    <a:pt x="65586" y="63365"/>
                  </a:cubicBezTo>
                  <a:cubicBezTo>
                    <a:pt x="66444" y="63267"/>
                    <a:pt x="67547" y="63046"/>
                    <a:pt x="68502" y="62336"/>
                  </a:cubicBezTo>
                  <a:cubicBezTo>
                    <a:pt x="70046" y="61184"/>
                    <a:pt x="70537" y="59370"/>
                    <a:pt x="70757" y="57900"/>
                  </a:cubicBezTo>
                  <a:cubicBezTo>
                    <a:pt x="71787" y="51699"/>
                    <a:pt x="71468" y="45204"/>
                    <a:pt x="71149" y="38930"/>
                  </a:cubicBezTo>
                  <a:cubicBezTo>
                    <a:pt x="71027" y="36920"/>
                    <a:pt x="70929" y="34837"/>
                    <a:pt x="70880" y="32827"/>
                  </a:cubicBezTo>
                  <a:lnTo>
                    <a:pt x="70757" y="28269"/>
                  </a:lnTo>
                  <a:cubicBezTo>
                    <a:pt x="70561" y="21431"/>
                    <a:pt x="70390" y="14593"/>
                    <a:pt x="70218" y="7755"/>
                  </a:cubicBezTo>
                  <a:cubicBezTo>
                    <a:pt x="70193" y="6970"/>
                    <a:pt x="70169" y="5892"/>
                    <a:pt x="69630" y="4838"/>
                  </a:cubicBezTo>
                  <a:cubicBezTo>
                    <a:pt x="68796" y="3196"/>
                    <a:pt x="67154" y="2485"/>
                    <a:pt x="66002" y="2069"/>
                  </a:cubicBezTo>
                  <a:cubicBezTo>
                    <a:pt x="63576" y="1235"/>
                    <a:pt x="61076" y="941"/>
                    <a:pt x="58895" y="721"/>
                  </a:cubicBezTo>
                  <a:cubicBezTo>
                    <a:pt x="52946" y="135"/>
                    <a:pt x="46984" y="0"/>
                    <a:pt x="4122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56"/>
            <p:cNvSpPr/>
            <p:nvPr/>
          </p:nvSpPr>
          <p:spPr>
            <a:xfrm>
              <a:off x="1898925" y="1279725"/>
              <a:ext cx="979150" cy="1139075"/>
            </a:xfrm>
            <a:custGeom>
              <a:avLst/>
              <a:gdLst/>
              <a:ahLst/>
              <a:cxnLst/>
              <a:rect l="l" t="t" r="r" b="b"/>
              <a:pathLst>
                <a:path w="39166" h="45563" extrusionOk="0">
                  <a:moveTo>
                    <a:pt x="27082" y="4094"/>
                  </a:moveTo>
                  <a:lnTo>
                    <a:pt x="27082" y="4094"/>
                  </a:lnTo>
                  <a:cubicBezTo>
                    <a:pt x="28822" y="4118"/>
                    <a:pt x="30563" y="4216"/>
                    <a:pt x="32278" y="4388"/>
                  </a:cubicBezTo>
                  <a:cubicBezTo>
                    <a:pt x="32842" y="4437"/>
                    <a:pt x="33087" y="4511"/>
                    <a:pt x="33185" y="4560"/>
                  </a:cubicBezTo>
                  <a:cubicBezTo>
                    <a:pt x="33283" y="4756"/>
                    <a:pt x="33308" y="5368"/>
                    <a:pt x="33332" y="5564"/>
                  </a:cubicBezTo>
                  <a:lnTo>
                    <a:pt x="34852" y="33651"/>
                  </a:lnTo>
                  <a:cubicBezTo>
                    <a:pt x="34901" y="34215"/>
                    <a:pt x="34974" y="35539"/>
                    <a:pt x="34582" y="35931"/>
                  </a:cubicBezTo>
                  <a:cubicBezTo>
                    <a:pt x="34312" y="36200"/>
                    <a:pt x="33406" y="36323"/>
                    <a:pt x="32891" y="36396"/>
                  </a:cubicBezTo>
                  <a:lnTo>
                    <a:pt x="20048" y="38210"/>
                  </a:lnTo>
                  <a:cubicBezTo>
                    <a:pt x="19828" y="37279"/>
                    <a:pt x="19656" y="36347"/>
                    <a:pt x="19460" y="35367"/>
                  </a:cubicBezTo>
                  <a:cubicBezTo>
                    <a:pt x="19215" y="34117"/>
                    <a:pt x="18970" y="32843"/>
                    <a:pt x="18627" y="31568"/>
                  </a:cubicBezTo>
                  <a:cubicBezTo>
                    <a:pt x="17695" y="28039"/>
                    <a:pt x="16249" y="25466"/>
                    <a:pt x="14240" y="23652"/>
                  </a:cubicBezTo>
                  <a:cubicBezTo>
                    <a:pt x="13856" y="23303"/>
                    <a:pt x="13362" y="23116"/>
                    <a:pt x="12852" y="23116"/>
                  </a:cubicBezTo>
                  <a:cubicBezTo>
                    <a:pt x="12645" y="23116"/>
                    <a:pt x="12435" y="23147"/>
                    <a:pt x="12230" y="23211"/>
                  </a:cubicBezTo>
                  <a:cubicBezTo>
                    <a:pt x="11544" y="23456"/>
                    <a:pt x="11029" y="24020"/>
                    <a:pt x="10882" y="24755"/>
                  </a:cubicBezTo>
                  <a:cubicBezTo>
                    <a:pt x="9877" y="29608"/>
                    <a:pt x="9191" y="34583"/>
                    <a:pt x="8897" y="39509"/>
                  </a:cubicBezTo>
                  <a:cubicBezTo>
                    <a:pt x="8774" y="41102"/>
                    <a:pt x="8554" y="41323"/>
                    <a:pt x="8505" y="41347"/>
                  </a:cubicBezTo>
                  <a:cubicBezTo>
                    <a:pt x="8480" y="41372"/>
                    <a:pt x="8333" y="41421"/>
                    <a:pt x="7818" y="41445"/>
                  </a:cubicBezTo>
                  <a:cubicBezTo>
                    <a:pt x="7578" y="41461"/>
                    <a:pt x="7337" y="41469"/>
                    <a:pt x="7096" y="41469"/>
                  </a:cubicBezTo>
                  <a:cubicBezTo>
                    <a:pt x="6227" y="41469"/>
                    <a:pt x="5353" y="41367"/>
                    <a:pt x="4510" y="41176"/>
                  </a:cubicBezTo>
                  <a:cubicBezTo>
                    <a:pt x="4142" y="39975"/>
                    <a:pt x="4240" y="38725"/>
                    <a:pt x="4338" y="37279"/>
                  </a:cubicBezTo>
                  <a:cubicBezTo>
                    <a:pt x="4387" y="36470"/>
                    <a:pt x="4461" y="35661"/>
                    <a:pt x="4436" y="34779"/>
                  </a:cubicBezTo>
                  <a:cubicBezTo>
                    <a:pt x="4412" y="32034"/>
                    <a:pt x="4412" y="29142"/>
                    <a:pt x="4485" y="25931"/>
                  </a:cubicBezTo>
                  <a:cubicBezTo>
                    <a:pt x="4632" y="20098"/>
                    <a:pt x="4951" y="14167"/>
                    <a:pt x="5245" y="8432"/>
                  </a:cubicBezTo>
                  <a:lnTo>
                    <a:pt x="12818" y="7403"/>
                  </a:lnTo>
                  <a:cubicBezTo>
                    <a:pt x="15392" y="13726"/>
                    <a:pt x="18798" y="19681"/>
                    <a:pt x="22940" y="25098"/>
                  </a:cubicBezTo>
                  <a:cubicBezTo>
                    <a:pt x="23337" y="25627"/>
                    <a:pt x="23938" y="25908"/>
                    <a:pt x="24563" y="25908"/>
                  </a:cubicBezTo>
                  <a:cubicBezTo>
                    <a:pt x="24749" y="25908"/>
                    <a:pt x="24936" y="25884"/>
                    <a:pt x="25122" y="25833"/>
                  </a:cubicBezTo>
                  <a:cubicBezTo>
                    <a:pt x="25930" y="25588"/>
                    <a:pt x="26519" y="24902"/>
                    <a:pt x="26617" y="24069"/>
                  </a:cubicBezTo>
                  <a:cubicBezTo>
                    <a:pt x="27229" y="17451"/>
                    <a:pt x="27401" y="10736"/>
                    <a:pt x="27082" y="4094"/>
                  </a:cubicBezTo>
                  <a:close/>
                  <a:moveTo>
                    <a:pt x="26102" y="1"/>
                  </a:moveTo>
                  <a:cubicBezTo>
                    <a:pt x="25808" y="1"/>
                    <a:pt x="25293" y="1"/>
                    <a:pt x="24705" y="246"/>
                  </a:cubicBezTo>
                  <a:cubicBezTo>
                    <a:pt x="24019" y="565"/>
                    <a:pt x="22842" y="1422"/>
                    <a:pt x="22965" y="3726"/>
                  </a:cubicBezTo>
                  <a:cubicBezTo>
                    <a:pt x="23210" y="8456"/>
                    <a:pt x="23210" y="13260"/>
                    <a:pt x="22965" y="18015"/>
                  </a:cubicBezTo>
                  <a:cubicBezTo>
                    <a:pt x="20391" y="14069"/>
                    <a:pt x="18210" y="9853"/>
                    <a:pt x="16446" y="5466"/>
                  </a:cubicBezTo>
                  <a:cubicBezTo>
                    <a:pt x="16249" y="5025"/>
                    <a:pt x="15833" y="3971"/>
                    <a:pt x="14730" y="3481"/>
                  </a:cubicBezTo>
                  <a:cubicBezTo>
                    <a:pt x="14284" y="3286"/>
                    <a:pt x="13854" y="3234"/>
                    <a:pt x="13499" y="3234"/>
                  </a:cubicBezTo>
                  <a:cubicBezTo>
                    <a:pt x="13229" y="3234"/>
                    <a:pt x="13001" y="3264"/>
                    <a:pt x="12843" y="3285"/>
                  </a:cubicBezTo>
                  <a:lnTo>
                    <a:pt x="4265" y="4437"/>
                  </a:lnTo>
                  <a:cubicBezTo>
                    <a:pt x="3995" y="4462"/>
                    <a:pt x="3505" y="4535"/>
                    <a:pt x="3015" y="4780"/>
                  </a:cubicBezTo>
                  <a:cubicBezTo>
                    <a:pt x="1299" y="5638"/>
                    <a:pt x="1201" y="7574"/>
                    <a:pt x="1177" y="8211"/>
                  </a:cubicBezTo>
                  <a:cubicBezTo>
                    <a:pt x="858" y="13971"/>
                    <a:pt x="539" y="19927"/>
                    <a:pt x="392" y="25833"/>
                  </a:cubicBezTo>
                  <a:cubicBezTo>
                    <a:pt x="319" y="29093"/>
                    <a:pt x="319" y="32058"/>
                    <a:pt x="343" y="34852"/>
                  </a:cubicBezTo>
                  <a:cubicBezTo>
                    <a:pt x="368" y="35539"/>
                    <a:pt x="319" y="36225"/>
                    <a:pt x="270" y="36985"/>
                  </a:cubicBezTo>
                  <a:cubicBezTo>
                    <a:pt x="147" y="38602"/>
                    <a:pt x="0" y="40465"/>
                    <a:pt x="588" y="42401"/>
                  </a:cubicBezTo>
                  <a:cubicBezTo>
                    <a:pt x="784" y="43038"/>
                    <a:pt x="1103" y="43847"/>
                    <a:pt x="1863" y="44435"/>
                  </a:cubicBezTo>
                  <a:cubicBezTo>
                    <a:pt x="2476" y="44901"/>
                    <a:pt x="3137" y="45073"/>
                    <a:pt x="3456" y="45146"/>
                  </a:cubicBezTo>
                  <a:cubicBezTo>
                    <a:pt x="4657" y="45440"/>
                    <a:pt x="5882" y="45563"/>
                    <a:pt x="7132" y="45563"/>
                  </a:cubicBezTo>
                  <a:cubicBezTo>
                    <a:pt x="7426" y="45563"/>
                    <a:pt x="7745" y="45563"/>
                    <a:pt x="8064" y="45538"/>
                  </a:cubicBezTo>
                  <a:cubicBezTo>
                    <a:pt x="8848" y="45489"/>
                    <a:pt x="9779" y="45367"/>
                    <a:pt x="10637" y="44827"/>
                  </a:cubicBezTo>
                  <a:cubicBezTo>
                    <a:pt x="12745" y="43553"/>
                    <a:pt x="12892" y="41004"/>
                    <a:pt x="12965" y="39779"/>
                  </a:cubicBezTo>
                  <a:cubicBezTo>
                    <a:pt x="13161" y="36691"/>
                    <a:pt x="13504" y="33578"/>
                    <a:pt x="13995" y="30514"/>
                  </a:cubicBezTo>
                  <a:cubicBezTo>
                    <a:pt x="14240" y="31152"/>
                    <a:pt x="14460" y="31838"/>
                    <a:pt x="14656" y="32622"/>
                  </a:cubicBezTo>
                  <a:cubicBezTo>
                    <a:pt x="14975" y="33749"/>
                    <a:pt x="15196" y="34926"/>
                    <a:pt x="15441" y="36151"/>
                  </a:cubicBezTo>
                  <a:cubicBezTo>
                    <a:pt x="15710" y="37573"/>
                    <a:pt x="16004" y="39019"/>
                    <a:pt x="16397" y="40440"/>
                  </a:cubicBezTo>
                  <a:cubicBezTo>
                    <a:pt x="16740" y="41641"/>
                    <a:pt x="17475" y="42131"/>
                    <a:pt x="18014" y="42328"/>
                  </a:cubicBezTo>
                  <a:cubicBezTo>
                    <a:pt x="18340" y="42450"/>
                    <a:pt x="18643" y="42482"/>
                    <a:pt x="18887" y="42482"/>
                  </a:cubicBezTo>
                  <a:cubicBezTo>
                    <a:pt x="19082" y="42482"/>
                    <a:pt x="19239" y="42461"/>
                    <a:pt x="19338" y="42450"/>
                  </a:cubicBezTo>
                  <a:lnTo>
                    <a:pt x="33455" y="40465"/>
                  </a:lnTo>
                  <a:cubicBezTo>
                    <a:pt x="34558" y="40293"/>
                    <a:pt x="36224" y="40073"/>
                    <a:pt x="37474" y="38823"/>
                  </a:cubicBezTo>
                  <a:cubicBezTo>
                    <a:pt x="39165" y="37156"/>
                    <a:pt x="39018" y="34730"/>
                    <a:pt x="38945" y="33431"/>
                  </a:cubicBezTo>
                  <a:lnTo>
                    <a:pt x="37401" y="5344"/>
                  </a:lnTo>
                  <a:cubicBezTo>
                    <a:pt x="37352" y="4412"/>
                    <a:pt x="37278" y="2868"/>
                    <a:pt x="36126" y="1692"/>
                  </a:cubicBezTo>
                  <a:cubicBezTo>
                    <a:pt x="34999" y="540"/>
                    <a:pt x="33479" y="393"/>
                    <a:pt x="32670" y="320"/>
                  </a:cubicBezTo>
                  <a:cubicBezTo>
                    <a:pt x="30489" y="99"/>
                    <a:pt x="28283" y="1"/>
                    <a:pt x="2610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56"/>
            <p:cNvSpPr/>
            <p:nvPr/>
          </p:nvSpPr>
          <p:spPr>
            <a:xfrm>
              <a:off x="4265250" y="1350450"/>
              <a:ext cx="992625" cy="1000950"/>
            </a:xfrm>
            <a:custGeom>
              <a:avLst/>
              <a:gdLst/>
              <a:ahLst/>
              <a:cxnLst/>
              <a:rect l="l" t="t" r="r" b="b"/>
              <a:pathLst>
                <a:path w="39705" h="40038" extrusionOk="0">
                  <a:moveTo>
                    <a:pt x="21847" y="4089"/>
                  </a:moveTo>
                  <a:cubicBezTo>
                    <a:pt x="23020" y="4089"/>
                    <a:pt x="24238" y="4290"/>
                    <a:pt x="25661" y="4672"/>
                  </a:cubicBezTo>
                  <a:cubicBezTo>
                    <a:pt x="30146" y="5873"/>
                    <a:pt x="33332" y="8691"/>
                    <a:pt x="34655" y="12612"/>
                  </a:cubicBezTo>
                  <a:cubicBezTo>
                    <a:pt x="35513" y="15137"/>
                    <a:pt x="35538" y="18078"/>
                    <a:pt x="34778" y="21117"/>
                  </a:cubicBezTo>
                  <a:cubicBezTo>
                    <a:pt x="34141" y="23715"/>
                    <a:pt x="32891" y="26411"/>
                    <a:pt x="30979" y="29401"/>
                  </a:cubicBezTo>
                  <a:cubicBezTo>
                    <a:pt x="29827" y="31215"/>
                    <a:pt x="28381" y="33224"/>
                    <a:pt x="26371" y="34425"/>
                  </a:cubicBezTo>
                  <a:cubicBezTo>
                    <a:pt x="25048" y="35210"/>
                    <a:pt x="23406" y="35675"/>
                    <a:pt x="21323" y="35871"/>
                  </a:cubicBezTo>
                  <a:cubicBezTo>
                    <a:pt x="20696" y="35931"/>
                    <a:pt x="20070" y="35960"/>
                    <a:pt x="19445" y="35960"/>
                  </a:cubicBezTo>
                  <a:cubicBezTo>
                    <a:pt x="17747" y="35960"/>
                    <a:pt x="16060" y="35744"/>
                    <a:pt x="14411" y="35332"/>
                  </a:cubicBezTo>
                  <a:cubicBezTo>
                    <a:pt x="12475" y="34842"/>
                    <a:pt x="10833" y="34107"/>
                    <a:pt x="9485" y="33151"/>
                  </a:cubicBezTo>
                  <a:cubicBezTo>
                    <a:pt x="6152" y="30798"/>
                    <a:pt x="4117" y="26582"/>
                    <a:pt x="4167" y="22171"/>
                  </a:cubicBezTo>
                  <a:cubicBezTo>
                    <a:pt x="4216" y="18004"/>
                    <a:pt x="6078" y="13740"/>
                    <a:pt x="9264" y="10431"/>
                  </a:cubicBezTo>
                  <a:cubicBezTo>
                    <a:pt x="11053" y="8593"/>
                    <a:pt x="13235" y="7024"/>
                    <a:pt x="15759" y="5799"/>
                  </a:cubicBezTo>
                  <a:cubicBezTo>
                    <a:pt x="18132" y="4628"/>
                    <a:pt x="19929" y="4089"/>
                    <a:pt x="21847" y="4089"/>
                  </a:cubicBezTo>
                  <a:close/>
                  <a:moveTo>
                    <a:pt x="21848" y="0"/>
                  </a:moveTo>
                  <a:cubicBezTo>
                    <a:pt x="19298" y="0"/>
                    <a:pt x="16885" y="684"/>
                    <a:pt x="13946" y="2123"/>
                  </a:cubicBezTo>
                  <a:cubicBezTo>
                    <a:pt x="11004" y="3569"/>
                    <a:pt x="8431" y="5407"/>
                    <a:pt x="6323" y="7588"/>
                  </a:cubicBezTo>
                  <a:cubicBezTo>
                    <a:pt x="2402" y="11632"/>
                    <a:pt x="123" y="16926"/>
                    <a:pt x="74" y="22122"/>
                  </a:cubicBezTo>
                  <a:cubicBezTo>
                    <a:pt x="0" y="27857"/>
                    <a:pt x="2696" y="33371"/>
                    <a:pt x="7108" y="36484"/>
                  </a:cubicBezTo>
                  <a:cubicBezTo>
                    <a:pt x="8872" y="37734"/>
                    <a:pt x="10980" y="38665"/>
                    <a:pt x="13382" y="39278"/>
                  </a:cubicBezTo>
                  <a:cubicBezTo>
                    <a:pt x="15367" y="39793"/>
                    <a:pt x="17377" y="40038"/>
                    <a:pt x="19435" y="40038"/>
                  </a:cubicBezTo>
                  <a:cubicBezTo>
                    <a:pt x="20195" y="40038"/>
                    <a:pt x="20931" y="40013"/>
                    <a:pt x="21690" y="39940"/>
                  </a:cubicBezTo>
                  <a:cubicBezTo>
                    <a:pt x="24386" y="39695"/>
                    <a:pt x="26617" y="39033"/>
                    <a:pt x="28479" y="37930"/>
                  </a:cubicBezTo>
                  <a:cubicBezTo>
                    <a:pt x="31224" y="36312"/>
                    <a:pt x="33111" y="33690"/>
                    <a:pt x="34435" y="31607"/>
                  </a:cubicBezTo>
                  <a:cubicBezTo>
                    <a:pt x="36567" y="28249"/>
                    <a:pt x="37989" y="25136"/>
                    <a:pt x="38748" y="22122"/>
                  </a:cubicBezTo>
                  <a:cubicBezTo>
                    <a:pt x="39704" y="18323"/>
                    <a:pt x="39631" y="14573"/>
                    <a:pt x="38528" y="11313"/>
                  </a:cubicBezTo>
                  <a:cubicBezTo>
                    <a:pt x="36788" y="6118"/>
                    <a:pt x="32499" y="2270"/>
                    <a:pt x="26739" y="726"/>
                  </a:cubicBezTo>
                  <a:cubicBezTo>
                    <a:pt x="24963" y="247"/>
                    <a:pt x="23381" y="0"/>
                    <a:pt x="218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56"/>
            <p:cNvSpPr/>
            <p:nvPr/>
          </p:nvSpPr>
          <p:spPr>
            <a:xfrm>
              <a:off x="4543425" y="1633075"/>
              <a:ext cx="433200" cy="435875"/>
            </a:xfrm>
            <a:custGeom>
              <a:avLst/>
              <a:gdLst/>
              <a:ahLst/>
              <a:cxnLst/>
              <a:rect l="l" t="t" r="r" b="b"/>
              <a:pathLst>
                <a:path w="17328" h="17435" extrusionOk="0">
                  <a:moveTo>
                    <a:pt x="9386" y="4096"/>
                  </a:moveTo>
                  <a:cubicBezTo>
                    <a:pt x="9714" y="4096"/>
                    <a:pt x="10059" y="4158"/>
                    <a:pt x="10490" y="4273"/>
                  </a:cubicBezTo>
                  <a:cubicBezTo>
                    <a:pt x="11201" y="4445"/>
                    <a:pt x="12450" y="4984"/>
                    <a:pt x="12916" y="6381"/>
                  </a:cubicBezTo>
                  <a:cubicBezTo>
                    <a:pt x="13235" y="7263"/>
                    <a:pt x="13112" y="8194"/>
                    <a:pt x="12941" y="8807"/>
                  </a:cubicBezTo>
                  <a:cubicBezTo>
                    <a:pt x="12745" y="9640"/>
                    <a:pt x="12328" y="10523"/>
                    <a:pt x="11691" y="11503"/>
                  </a:cubicBezTo>
                  <a:cubicBezTo>
                    <a:pt x="11372" y="12018"/>
                    <a:pt x="10931" y="12655"/>
                    <a:pt x="10416" y="12949"/>
                  </a:cubicBezTo>
                  <a:cubicBezTo>
                    <a:pt x="10098" y="13145"/>
                    <a:pt x="9656" y="13268"/>
                    <a:pt x="9093" y="13317"/>
                  </a:cubicBezTo>
                  <a:cubicBezTo>
                    <a:pt x="8901" y="13336"/>
                    <a:pt x="8710" y="13345"/>
                    <a:pt x="8521" y="13345"/>
                  </a:cubicBezTo>
                  <a:cubicBezTo>
                    <a:pt x="7988" y="13345"/>
                    <a:pt x="7467" y="13272"/>
                    <a:pt x="6960" y="13145"/>
                  </a:cubicBezTo>
                  <a:cubicBezTo>
                    <a:pt x="6397" y="12998"/>
                    <a:pt x="5931" y="12802"/>
                    <a:pt x="5539" y="12532"/>
                  </a:cubicBezTo>
                  <a:cubicBezTo>
                    <a:pt x="4657" y="11920"/>
                    <a:pt x="4117" y="10743"/>
                    <a:pt x="4117" y="9518"/>
                  </a:cubicBezTo>
                  <a:cubicBezTo>
                    <a:pt x="4142" y="8317"/>
                    <a:pt x="4706" y="7042"/>
                    <a:pt x="5662" y="6062"/>
                  </a:cubicBezTo>
                  <a:cubicBezTo>
                    <a:pt x="6201" y="5474"/>
                    <a:pt x="6887" y="4984"/>
                    <a:pt x="7696" y="4592"/>
                  </a:cubicBezTo>
                  <a:cubicBezTo>
                    <a:pt x="8398" y="4248"/>
                    <a:pt x="8872" y="4096"/>
                    <a:pt x="9386" y="4096"/>
                  </a:cubicBezTo>
                  <a:close/>
                  <a:moveTo>
                    <a:pt x="9413" y="1"/>
                  </a:moveTo>
                  <a:cubicBezTo>
                    <a:pt x="8264" y="1"/>
                    <a:pt x="7173" y="298"/>
                    <a:pt x="5907" y="915"/>
                  </a:cubicBezTo>
                  <a:cubicBezTo>
                    <a:pt x="4681" y="1528"/>
                    <a:pt x="3603" y="2288"/>
                    <a:pt x="2720" y="3195"/>
                  </a:cubicBezTo>
                  <a:lnTo>
                    <a:pt x="2720" y="3219"/>
                  </a:lnTo>
                  <a:cubicBezTo>
                    <a:pt x="1029" y="4935"/>
                    <a:pt x="49" y="7239"/>
                    <a:pt x="25" y="9469"/>
                  </a:cubicBezTo>
                  <a:cubicBezTo>
                    <a:pt x="0" y="12018"/>
                    <a:pt x="1201" y="14469"/>
                    <a:pt x="3186" y="15890"/>
                  </a:cubicBezTo>
                  <a:cubicBezTo>
                    <a:pt x="3970" y="16429"/>
                    <a:pt x="4902" y="16846"/>
                    <a:pt x="5931" y="17116"/>
                  </a:cubicBezTo>
                  <a:cubicBezTo>
                    <a:pt x="6764" y="17336"/>
                    <a:pt x="7622" y="17434"/>
                    <a:pt x="8505" y="17434"/>
                  </a:cubicBezTo>
                  <a:cubicBezTo>
                    <a:pt x="8823" y="17434"/>
                    <a:pt x="9142" y="17410"/>
                    <a:pt x="9460" y="17385"/>
                  </a:cubicBezTo>
                  <a:cubicBezTo>
                    <a:pt x="10661" y="17287"/>
                    <a:pt x="11642" y="16969"/>
                    <a:pt x="12499" y="16478"/>
                  </a:cubicBezTo>
                  <a:cubicBezTo>
                    <a:pt x="13749" y="15719"/>
                    <a:pt x="14583" y="14591"/>
                    <a:pt x="15146" y="13709"/>
                  </a:cubicBezTo>
                  <a:cubicBezTo>
                    <a:pt x="16029" y="12336"/>
                    <a:pt x="16592" y="11062"/>
                    <a:pt x="16911" y="9812"/>
                  </a:cubicBezTo>
                  <a:cubicBezTo>
                    <a:pt x="17328" y="8170"/>
                    <a:pt x="17303" y="6528"/>
                    <a:pt x="16813" y="5082"/>
                  </a:cubicBezTo>
                  <a:cubicBezTo>
                    <a:pt x="16029" y="2729"/>
                    <a:pt x="14093" y="989"/>
                    <a:pt x="11544" y="303"/>
                  </a:cubicBezTo>
                  <a:cubicBezTo>
                    <a:pt x="10782" y="103"/>
                    <a:pt x="10088" y="1"/>
                    <a:pt x="94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56"/>
            <p:cNvSpPr/>
            <p:nvPr/>
          </p:nvSpPr>
          <p:spPr>
            <a:xfrm>
              <a:off x="2316800" y="3289975"/>
              <a:ext cx="863325" cy="1152650"/>
            </a:xfrm>
            <a:custGeom>
              <a:avLst/>
              <a:gdLst/>
              <a:ahLst/>
              <a:cxnLst/>
              <a:rect l="l" t="t" r="r" b="b"/>
              <a:pathLst>
                <a:path w="34533" h="46106" extrusionOk="0">
                  <a:moveTo>
                    <a:pt x="21908" y="4097"/>
                  </a:moveTo>
                  <a:cubicBezTo>
                    <a:pt x="24121" y="4097"/>
                    <a:pt x="26365" y="4179"/>
                    <a:pt x="28528" y="4416"/>
                  </a:cubicBezTo>
                  <a:cubicBezTo>
                    <a:pt x="28896" y="4465"/>
                    <a:pt x="28994" y="4563"/>
                    <a:pt x="29068" y="4710"/>
                  </a:cubicBezTo>
                  <a:cubicBezTo>
                    <a:pt x="29607" y="5568"/>
                    <a:pt x="29435" y="7945"/>
                    <a:pt x="28700" y="9930"/>
                  </a:cubicBezTo>
                  <a:cubicBezTo>
                    <a:pt x="28357" y="10911"/>
                    <a:pt x="27867" y="11548"/>
                    <a:pt x="27401" y="11719"/>
                  </a:cubicBezTo>
                  <a:cubicBezTo>
                    <a:pt x="27107" y="11842"/>
                    <a:pt x="26617" y="11842"/>
                    <a:pt x="26151" y="11842"/>
                  </a:cubicBezTo>
                  <a:cubicBezTo>
                    <a:pt x="24166" y="11768"/>
                    <a:pt x="22205" y="11450"/>
                    <a:pt x="20318" y="10886"/>
                  </a:cubicBezTo>
                  <a:lnTo>
                    <a:pt x="20195" y="10837"/>
                  </a:lnTo>
                  <a:cubicBezTo>
                    <a:pt x="19391" y="10593"/>
                    <a:pt x="18419" y="10298"/>
                    <a:pt x="17386" y="10298"/>
                  </a:cubicBezTo>
                  <a:cubicBezTo>
                    <a:pt x="16657" y="10298"/>
                    <a:pt x="15898" y="10445"/>
                    <a:pt x="15147" y="10862"/>
                  </a:cubicBezTo>
                  <a:cubicBezTo>
                    <a:pt x="13333" y="11866"/>
                    <a:pt x="12451" y="14097"/>
                    <a:pt x="12818" y="16817"/>
                  </a:cubicBezTo>
                  <a:cubicBezTo>
                    <a:pt x="13039" y="18410"/>
                    <a:pt x="13504" y="19930"/>
                    <a:pt x="14191" y="21376"/>
                  </a:cubicBezTo>
                  <a:cubicBezTo>
                    <a:pt x="14387" y="21768"/>
                    <a:pt x="14828" y="22650"/>
                    <a:pt x="15735" y="23214"/>
                  </a:cubicBezTo>
                  <a:cubicBezTo>
                    <a:pt x="16477" y="23667"/>
                    <a:pt x="17273" y="23745"/>
                    <a:pt x="17846" y="23745"/>
                  </a:cubicBezTo>
                  <a:cubicBezTo>
                    <a:pt x="18048" y="23745"/>
                    <a:pt x="18223" y="23735"/>
                    <a:pt x="18357" y="23729"/>
                  </a:cubicBezTo>
                  <a:cubicBezTo>
                    <a:pt x="20220" y="23606"/>
                    <a:pt x="22058" y="23263"/>
                    <a:pt x="23823" y="22724"/>
                  </a:cubicBezTo>
                  <a:cubicBezTo>
                    <a:pt x="24187" y="22610"/>
                    <a:pt x="25081" y="22327"/>
                    <a:pt x="25520" y="22327"/>
                  </a:cubicBezTo>
                  <a:cubicBezTo>
                    <a:pt x="25553" y="22327"/>
                    <a:pt x="25584" y="22328"/>
                    <a:pt x="25612" y="22332"/>
                  </a:cubicBezTo>
                  <a:cubicBezTo>
                    <a:pt x="25636" y="22479"/>
                    <a:pt x="25685" y="22846"/>
                    <a:pt x="25514" y="23753"/>
                  </a:cubicBezTo>
                  <a:cubicBezTo>
                    <a:pt x="25342" y="24783"/>
                    <a:pt x="25171" y="25763"/>
                    <a:pt x="24778" y="26547"/>
                  </a:cubicBezTo>
                  <a:cubicBezTo>
                    <a:pt x="24484" y="27160"/>
                    <a:pt x="24043" y="27601"/>
                    <a:pt x="23602" y="27724"/>
                  </a:cubicBezTo>
                  <a:cubicBezTo>
                    <a:pt x="23482" y="27755"/>
                    <a:pt x="23345" y="27769"/>
                    <a:pt x="23193" y="27769"/>
                  </a:cubicBezTo>
                  <a:cubicBezTo>
                    <a:pt x="22755" y="27769"/>
                    <a:pt x="22199" y="27655"/>
                    <a:pt x="21617" y="27528"/>
                  </a:cubicBezTo>
                  <a:lnTo>
                    <a:pt x="21421" y="27479"/>
                  </a:lnTo>
                  <a:cubicBezTo>
                    <a:pt x="19730" y="27111"/>
                    <a:pt x="17990" y="26866"/>
                    <a:pt x="16274" y="26743"/>
                  </a:cubicBezTo>
                  <a:cubicBezTo>
                    <a:pt x="16112" y="26729"/>
                    <a:pt x="15955" y="26722"/>
                    <a:pt x="15803" y="26722"/>
                  </a:cubicBezTo>
                  <a:cubicBezTo>
                    <a:pt x="14623" y="26722"/>
                    <a:pt x="13753" y="27143"/>
                    <a:pt x="13210" y="27969"/>
                  </a:cubicBezTo>
                  <a:cubicBezTo>
                    <a:pt x="12598" y="28851"/>
                    <a:pt x="12696" y="29782"/>
                    <a:pt x="12745" y="30199"/>
                  </a:cubicBezTo>
                  <a:cubicBezTo>
                    <a:pt x="12892" y="31522"/>
                    <a:pt x="13112" y="32870"/>
                    <a:pt x="13406" y="34194"/>
                  </a:cubicBezTo>
                  <a:cubicBezTo>
                    <a:pt x="13553" y="34905"/>
                    <a:pt x="14044" y="37037"/>
                    <a:pt x="16053" y="37748"/>
                  </a:cubicBezTo>
                  <a:cubicBezTo>
                    <a:pt x="16501" y="37893"/>
                    <a:pt x="16927" y="37938"/>
                    <a:pt x="17302" y="37938"/>
                  </a:cubicBezTo>
                  <a:cubicBezTo>
                    <a:pt x="17625" y="37938"/>
                    <a:pt x="17910" y="37904"/>
                    <a:pt x="18137" y="37870"/>
                  </a:cubicBezTo>
                  <a:lnTo>
                    <a:pt x="24729" y="37061"/>
                  </a:lnTo>
                  <a:cubicBezTo>
                    <a:pt x="25612" y="36949"/>
                    <a:pt x="26566" y="36829"/>
                    <a:pt x="27483" y="36829"/>
                  </a:cubicBezTo>
                  <a:cubicBezTo>
                    <a:pt x="28170" y="36829"/>
                    <a:pt x="28836" y="36897"/>
                    <a:pt x="29435" y="37086"/>
                  </a:cubicBezTo>
                  <a:cubicBezTo>
                    <a:pt x="29337" y="38704"/>
                    <a:pt x="29141" y="40321"/>
                    <a:pt x="28798" y="41890"/>
                  </a:cubicBezTo>
                  <a:cubicBezTo>
                    <a:pt x="26642" y="41978"/>
                    <a:pt x="24473" y="42023"/>
                    <a:pt x="22304" y="42023"/>
                  </a:cubicBezTo>
                  <a:cubicBezTo>
                    <a:pt x="19074" y="42023"/>
                    <a:pt x="15843" y="41923"/>
                    <a:pt x="12647" y="41718"/>
                  </a:cubicBezTo>
                  <a:cubicBezTo>
                    <a:pt x="10343" y="41571"/>
                    <a:pt x="7916" y="41375"/>
                    <a:pt x="5637" y="40689"/>
                  </a:cubicBezTo>
                  <a:cubicBezTo>
                    <a:pt x="5319" y="40591"/>
                    <a:pt x="5147" y="40542"/>
                    <a:pt x="5073" y="40493"/>
                  </a:cubicBezTo>
                  <a:cubicBezTo>
                    <a:pt x="5024" y="40321"/>
                    <a:pt x="5024" y="39904"/>
                    <a:pt x="5024" y="39733"/>
                  </a:cubicBezTo>
                  <a:lnTo>
                    <a:pt x="4363" y="19905"/>
                  </a:lnTo>
                  <a:cubicBezTo>
                    <a:pt x="4240" y="16033"/>
                    <a:pt x="4093" y="12038"/>
                    <a:pt x="4363" y="8166"/>
                  </a:cubicBezTo>
                  <a:cubicBezTo>
                    <a:pt x="4436" y="7406"/>
                    <a:pt x="4510" y="6548"/>
                    <a:pt x="4828" y="6107"/>
                  </a:cubicBezTo>
                  <a:cubicBezTo>
                    <a:pt x="5270" y="5519"/>
                    <a:pt x="6397" y="5274"/>
                    <a:pt x="7451" y="5102"/>
                  </a:cubicBezTo>
                  <a:cubicBezTo>
                    <a:pt x="9804" y="4685"/>
                    <a:pt x="12279" y="4440"/>
                    <a:pt x="15024" y="4293"/>
                  </a:cubicBezTo>
                  <a:cubicBezTo>
                    <a:pt x="17193" y="4192"/>
                    <a:pt x="19533" y="4097"/>
                    <a:pt x="21908" y="4097"/>
                  </a:cubicBezTo>
                  <a:close/>
                  <a:moveTo>
                    <a:pt x="22077" y="0"/>
                  </a:moveTo>
                  <a:cubicBezTo>
                    <a:pt x="19560" y="0"/>
                    <a:pt x="17100" y="109"/>
                    <a:pt x="14828" y="225"/>
                  </a:cubicBezTo>
                  <a:cubicBezTo>
                    <a:pt x="11936" y="347"/>
                    <a:pt x="9289" y="641"/>
                    <a:pt x="6789" y="1058"/>
                  </a:cubicBezTo>
                  <a:cubicBezTo>
                    <a:pt x="4926" y="1377"/>
                    <a:pt x="2843" y="1916"/>
                    <a:pt x="1544" y="3681"/>
                  </a:cubicBezTo>
                  <a:cubicBezTo>
                    <a:pt x="564" y="5004"/>
                    <a:pt x="392" y="6524"/>
                    <a:pt x="294" y="7872"/>
                  </a:cubicBezTo>
                  <a:cubicBezTo>
                    <a:pt x="0" y="11940"/>
                    <a:pt x="123" y="16057"/>
                    <a:pt x="270" y="20028"/>
                  </a:cubicBezTo>
                  <a:lnTo>
                    <a:pt x="931" y="39855"/>
                  </a:lnTo>
                  <a:cubicBezTo>
                    <a:pt x="956" y="40640"/>
                    <a:pt x="980" y="41939"/>
                    <a:pt x="1838" y="43042"/>
                  </a:cubicBezTo>
                  <a:cubicBezTo>
                    <a:pt x="2574" y="43973"/>
                    <a:pt x="3578" y="44365"/>
                    <a:pt x="4485" y="44635"/>
                  </a:cubicBezTo>
                  <a:cubicBezTo>
                    <a:pt x="7157" y="45419"/>
                    <a:pt x="9951" y="45640"/>
                    <a:pt x="12377" y="45787"/>
                  </a:cubicBezTo>
                  <a:cubicBezTo>
                    <a:pt x="15759" y="46007"/>
                    <a:pt x="19141" y="46105"/>
                    <a:pt x="22548" y="46105"/>
                  </a:cubicBezTo>
                  <a:cubicBezTo>
                    <a:pt x="24778" y="46105"/>
                    <a:pt x="27009" y="46081"/>
                    <a:pt x="29239" y="45983"/>
                  </a:cubicBezTo>
                  <a:cubicBezTo>
                    <a:pt x="29705" y="45958"/>
                    <a:pt x="30612" y="45909"/>
                    <a:pt x="31420" y="45321"/>
                  </a:cubicBezTo>
                  <a:cubicBezTo>
                    <a:pt x="32401" y="44586"/>
                    <a:pt x="32646" y="43458"/>
                    <a:pt x="32768" y="42968"/>
                  </a:cubicBezTo>
                  <a:cubicBezTo>
                    <a:pt x="33160" y="41056"/>
                    <a:pt x="33430" y="39120"/>
                    <a:pt x="33528" y="37159"/>
                  </a:cubicBezTo>
                  <a:cubicBezTo>
                    <a:pt x="33553" y="36669"/>
                    <a:pt x="33602" y="35689"/>
                    <a:pt x="33013" y="34782"/>
                  </a:cubicBezTo>
                  <a:cubicBezTo>
                    <a:pt x="32499" y="33949"/>
                    <a:pt x="31714" y="33581"/>
                    <a:pt x="31175" y="33361"/>
                  </a:cubicBezTo>
                  <a:cubicBezTo>
                    <a:pt x="29949" y="32885"/>
                    <a:pt x="28691" y="32735"/>
                    <a:pt x="27482" y="32735"/>
                  </a:cubicBezTo>
                  <a:cubicBezTo>
                    <a:pt x="26324" y="32735"/>
                    <a:pt x="25210" y="32873"/>
                    <a:pt x="24215" y="32993"/>
                  </a:cubicBezTo>
                  <a:lnTo>
                    <a:pt x="17646" y="33802"/>
                  </a:lnTo>
                  <a:cubicBezTo>
                    <a:pt x="17622" y="33802"/>
                    <a:pt x="17573" y="33802"/>
                    <a:pt x="17548" y="33826"/>
                  </a:cubicBezTo>
                  <a:cubicBezTo>
                    <a:pt x="17499" y="33704"/>
                    <a:pt x="17450" y="33532"/>
                    <a:pt x="17401" y="33287"/>
                  </a:cubicBezTo>
                  <a:cubicBezTo>
                    <a:pt x="17205" y="32503"/>
                    <a:pt x="17058" y="31719"/>
                    <a:pt x="16960" y="30910"/>
                  </a:cubicBezTo>
                  <a:lnTo>
                    <a:pt x="16960" y="30910"/>
                  </a:lnTo>
                  <a:cubicBezTo>
                    <a:pt x="18161" y="31032"/>
                    <a:pt x="19362" y="31228"/>
                    <a:pt x="20538" y="31473"/>
                  </a:cubicBezTo>
                  <a:lnTo>
                    <a:pt x="20759" y="31522"/>
                  </a:lnTo>
                  <a:cubicBezTo>
                    <a:pt x="21474" y="31681"/>
                    <a:pt x="22301" y="31861"/>
                    <a:pt x="23182" y="31861"/>
                  </a:cubicBezTo>
                  <a:cubicBezTo>
                    <a:pt x="23661" y="31861"/>
                    <a:pt x="24155" y="31808"/>
                    <a:pt x="24656" y="31670"/>
                  </a:cubicBezTo>
                  <a:cubicBezTo>
                    <a:pt x="26249" y="31253"/>
                    <a:pt x="27622" y="30027"/>
                    <a:pt x="28455" y="28336"/>
                  </a:cubicBezTo>
                  <a:cubicBezTo>
                    <a:pt x="29092" y="27037"/>
                    <a:pt x="29337" y="25665"/>
                    <a:pt x="29558" y="24464"/>
                  </a:cubicBezTo>
                  <a:cubicBezTo>
                    <a:pt x="29729" y="23410"/>
                    <a:pt x="30170" y="20935"/>
                    <a:pt x="28381" y="19293"/>
                  </a:cubicBezTo>
                  <a:cubicBezTo>
                    <a:pt x="27507" y="18498"/>
                    <a:pt x="26502" y="18245"/>
                    <a:pt x="25533" y="18245"/>
                  </a:cubicBezTo>
                  <a:cubicBezTo>
                    <a:pt x="24438" y="18245"/>
                    <a:pt x="23389" y="18568"/>
                    <a:pt x="22622" y="18802"/>
                  </a:cubicBezTo>
                  <a:cubicBezTo>
                    <a:pt x="21151" y="19268"/>
                    <a:pt x="19632" y="19538"/>
                    <a:pt x="18088" y="19636"/>
                  </a:cubicBezTo>
                  <a:lnTo>
                    <a:pt x="17916" y="19636"/>
                  </a:lnTo>
                  <a:cubicBezTo>
                    <a:pt x="17892" y="19611"/>
                    <a:pt x="17892" y="19587"/>
                    <a:pt x="17867" y="19562"/>
                  </a:cubicBezTo>
                  <a:cubicBezTo>
                    <a:pt x="17352" y="18533"/>
                    <a:pt x="17034" y="17430"/>
                    <a:pt x="16862" y="16278"/>
                  </a:cubicBezTo>
                  <a:cubicBezTo>
                    <a:pt x="16740" y="15224"/>
                    <a:pt x="16960" y="14538"/>
                    <a:pt x="17132" y="14440"/>
                  </a:cubicBezTo>
                  <a:cubicBezTo>
                    <a:pt x="17191" y="14405"/>
                    <a:pt x="17279" y="14391"/>
                    <a:pt x="17387" y="14391"/>
                  </a:cubicBezTo>
                  <a:cubicBezTo>
                    <a:pt x="17814" y="14391"/>
                    <a:pt x="18549" y="14621"/>
                    <a:pt x="19019" y="14758"/>
                  </a:cubicBezTo>
                  <a:lnTo>
                    <a:pt x="19141" y="14807"/>
                  </a:lnTo>
                  <a:cubicBezTo>
                    <a:pt x="21372" y="15469"/>
                    <a:pt x="23676" y="15837"/>
                    <a:pt x="26004" y="15910"/>
                  </a:cubicBezTo>
                  <a:cubicBezTo>
                    <a:pt x="26216" y="15922"/>
                    <a:pt x="26430" y="15929"/>
                    <a:pt x="26647" y="15929"/>
                  </a:cubicBezTo>
                  <a:cubicBezTo>
                    <a:pt x="27358" y="15929"/>
                    <a:pt x="28095" y="15849"/>
                    <a:pt x="28847" y="15567"/>
                  </a:cubicBezTo>
                  <a:cubicBezTo>
                    <a:pt x="30489" y="14955"/>
                    <a:pt x="31763" y="13484"/>
                    <a:pt x="32548" y="11352"/>
                  </a:cubicBezTo>
                  <a:cubicBezTo>
                    <a:pt x="32744" y="10788"/>
                    <a:pt x="34533" y="5739"/>
                    <a:pt x="32572" y="2553"/>
                  </a:cubicBezTo>
                  <a:cubicBezTo>
                    <a:pt x="31763" y="1279"/>
                    <a:pt x="30538" y="519"/>
                    <a:pt x="28994" y="347"/>
                  </a:cubicBezTo>
                  <a:cubicBezTo>
                    <a:pt x="26706" y="90"/>
                    <a:pt x="24368" y="0"/>
                    <a:pt x="2207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56"/>
            <p:cNvSpPr/>
            <p:nvPr/>
          </p:nvSpPr>
          <p:spPr>
            <a:xfrm>
              <a:off x="4830175" y="3303075"/>
              <a:ext cx="933175" cy="1129750"/>
            </a:xfrm>
            <a:custGeom>
              <a:avLst/>
              <a:gdLst/>
              <a:ahLst/>
              <a:cxnLst/>
              <a:rect l="l" t="t" r="r" b="b"/>
              <a:pathLst>
                <a:path w="37327" h="45190" extrusionOk="0">
                  <a:moveTo>
                    <a:pt x="8725" y="4097"/>
                  </a:moveTo>
                  <a:cubicBezTo>
                    <a:pt x="10743" y="4097"/>
                    <a:pt x="13302" y="4624"/>
                    <a:pt x="14509" y="4872"/>
                  </a:cubicBezTo>
                  <a:cubicBezTo>
                    <a:pt x="14803" y="4921"/>
                    <a:pt x="15098" y="4995"/>
                    <a:pt x="15343" y="5044"/>
                  </a:cubicBezTo>
                  <a:cubicBezTo>
                    <a:pt x="15563" y="5068"/>
                    <a:pt x="16200" y="5215"/>
                    <a:pt x="16347" y="5338"/>
                  </a:cubicBezTo>
                  <a:cubicBezTo>
                    <a:pt x="16445" y="5436"/>
                    <a:pt x="16593" y="5779"/>
                    <a:pt x="16544" y="7151"/>
                  </a:cubicBezTo>
                  <a:lnTo>
                    <a:pt x="16176" y="14234"/>
                  </a:lnTo>
                  <a:cubicBezTo>
                    <a:pt x="15931" y="19553"/>
                    <a:pt x="15661" y="25067"/>
                    <a:pt x="14681" y="30312"/>
                  </a:cubicBezTo>
                  <a:cubicBezTo>
                    <a:pt x="14583" y="30851"/>
                    <a:pt x="14313" y="32224"/>
                    <a:pt x="15294" y="33327"/>
                  </a:cubicBezTo>
                  <a:cubicBezTo>
                    <a:pt x="16147" y="34315"/>
                    <a:pt x="17331" y="34357"/>
                    <a:pt x="17918" y="34357"/>
                  </a:cubicBezTo>
                  <a:cubicBezTo>
                    <a:pt x="17972" y="34357"/>
                    <a:pt x="18020" y="34356"/>
                    <a:pt x="18063" y="34356"/>
                  </a:cubicBezTo>
                  <a:cubicBezTo>
                    <a:pt x="20195" y="34283"/>
                    <a:pt x="22303" y="34062"/>
                    <a:pt x="24337" y="33817"/>
                  </a:cubicBezTo>
                  <a:cubicBezTo>
                    <a:pt x="26627" y="33558"/>
                    <a:pt x="28806" y="33314"/>
                    <a:pt x="30968" y="33314"/>
                  </a:cubicBezTo>
                  <a:cubicBezTo>
                    <a:pt x="31675" y="33314"/>
                    <a:pt x="32380" y="33340"/>
                    <a:pt x="33087" y="33400"/>
                  </a:cubicBezTo>
                  <a:cubicBezTo>
                    <a:pt x="33209" y="35949"/>
                    <a:pt x="33111" y="38523"/>
                    <a:pt x="32768" y="41047"/>
                  </a:cubicBezTo>
                  <a:cubicBezTo>
                    <a:pt x="31472" y="41067"/>
                    <a:pt x="30173" y="41077"/>
                    <a:pt x="28873" y="41077"/>
                  </a:cubicBezTo>
                  <a:cubicBezTo>
                    <a:pt x="20642" y="41077"/>
                    <a:pt x="12365" y="40675"/>
                    <a:pt x="4216" y="39871"/>
                  </a:cubicBezTo>
                  <a:lnTo>
                    <a:pt x="4167" y="39871"/>
                  </a:lnTo>
                  <a:cubicBezTo>
                    <a:pt x="4118" y="36758"/>
                    <a:pt x="4436" y="33547"/>
                    <a:pt x="4730" y="30435"/>
                  </a:cubicBezTo>
                  <a:cubicBezTo>
                    <a:pt x="4779" y="29920"/>
                    <a:pt x="4853" y="29405"/>
                    <a:pt x="4902" y="28891"/>
                  </a:cubicBezTo>
                  <a:cubicBezTo>
                    <a:pt x="5196" y="25754"/>
                    <a:pt x="5441" y="22567"/>
                    <a:pt x="5637" y="19406"/>
                  </a:cubicBezTo>
                  <a:cubicBezTo>
                    <a:pt x="5809" y="16587"/>
                    <a:pt x="5931" y="13720"/>
                    <a:pt x="6005" y="10877"/>
                  </a:cubicBezTo>
                  <a:cubicBezTo>
                    <a:pt x="6029" y="10142"/>
                    <a:pt x="6005" y="9382"/>
                    <a:pt x="5980" y="8646"/>
                  </a:cubicBezTo>
                  <a:cubicBezTo>
                    <a:pt x="5931" y="7397"/>
                    <a:pt x="5882" y="6098"/>
                    <a:pt x="6078" y="5044"/>
                  </a:cubicBezTo>
                  <a:cubicBezTo>
                    <a:pt x="6127" y="4799"/>
                    <a:pt x="6225" y="4676"/>
                    <a:pt x="6397" y="4554"/>
                  </a:cubicBezTo>
                  <a:cubicBezTo>
                    <a:pt x="6907" y="4219"/>
                    <a:pt x="7753" y="4097"/>
                    <a:pt x="8725" y="4097"/>
                  </a:cubicBezTo>
                  <a:close/>
                  <a:moveTo>
                    <a:pt x="8805" y="0"/>
                  </a:moveTo>
                  <a:cubicBezTo>
                    <a:pt x="7029" y="0"/>
                    <a:pt x="5404" y="302"/>
                    <a:pt x="4142" y="1147"/>
                  </a:cubicBezTo>
                  <a:cubicBezTo>
                    <a:pt x="3039" y="1882"/>
                    <a:pt x="2328" y="2936"/>
                    <a:pt x="2059" y="4259"/>
                  </a:cubicBezTo>
                  <a:cubicBezTo>
                    <a:pt x="1765" y="5754"/>
                    <a:pt x="1838" y="7298"/>
                    <a:pt x="1887" y="8794"/>
                  </a:cubicBezTo>
                  <a:cubicBezTo>
                    <a:pt x="1912" y="9504"/>
                    <a:pt x="1936" y="10166"/>
                    <a:pt x="1912" y="10779"/>
                  </a:cubicBezTo>
                  <a:cubicBezTo>
                    <a:pt x="1838" y="13548"/>
                    <a:pt x="1716" y="16367"/>
                    <a:pt x="1544" y="19161"/>
                  </a:cubicBezTo>
                  <a:cubicBezTo>
                    <a:pt x="1373" y="22273"/>
                    <a:pt x="1128" y="25410"/>
                    <a:pt x="809" y="28499"/>
                  </a:cubicBezTo>
                  <a:cubicBezTo>
                    <a:pt x="760" y="29013"/>
                    <a:pt x="711" y="29528"/>
                    <a:pt x="662" y="30043"/>
                  </a:cubicBezTo>
                  <a:cubicBezTo>
                    <a:pt x="343" y="33278"/>
                    <a:pt x="0" y="36635"/>
                    <a:pt x="74" y="40018"/>
                  </a:cubicBezTo>
                  <a:cubicBezTo>
                    <a:pt x="74" y="40557"/>
                    <a:pt x="98" y="41684"/>
                    <a:pt x="882" y="42640"/>
                  </a:cubicBezTo>
                  <a:cubicBezTo>
                    <a:pt x="1814" y="43743"/>
                    <a:pt x="3162" y="43866"/>
                    <a:pt x="3799" y="43939"/>
                  </a:cubicBezTo>
                  <a:cubicBezTo>
                    <a:pt x="12107" y="44772"/>
                    <a:pt x="20563" y="45189"/>
                    <a:pt x="28920" y="45189"/>
                  </a:cubicBezTo>
                  <a:cubicBezTo>
                    <a:pt x="30342" y="45189"/>
                    <a:pt x="31763" y="45165"/>
                    <a:pt x="33185" y="45140"/>
                  </a:cubicBezTo>
                  <a:cubicBezTo>
                    <a:pt x="33724" y="45140"/>
                    <a:pt x="35146" y="45116"/>
                    <a:pt x="36053" y="43964"/>
                  </a:cubicBezTo>
                  <a:cubicBezTo>
                    <a:pt x="36567" y="43302"/>
                    <a:pt x="36665" y="42591"/>
                    <a:pt x="36714" y="42248"/>
                  </a:cubicBezTo>
                  <a:cubicBezTo>
                    <a:pt x="37180" y="39160"/>
                    <a:pt x="37327" y="36023"/>
                    <a:pt x="37155" y="32935"/>
                  </a:cubicBezTo>
                  <a:cubicBezTo>
                    <a:pt x="37131" y="32494"/>
                    <a:pt x="37082" y="31685"/>
                    <a:pt x="36567" y="30900"/>
                  </a:cubicBezTo>
                  <a:cubicBezTo>
                    <a:pt x="35660" y="29503"/>
                    <a:pt x="33969" y="29356"/>
                    <a:pt x="33406" y="29307"/>
                  </a:cubicBezTo>
                  <a:cubicBezTo>
                    <a:pt x="32641" y="29249"/>
                    <a:pt x="31880" y="29224"/>
                    <a:pt x="31122" y="29224"/>
                  </a:cubicBezTo>
                  <a:cubicBezTo>
                    <a:pt x="28671" y="29224"/>
                    <a:pt x="26255" y="29486"/>
                    <a:pt x="23896" y="29749"/>
                  </a:cubicBezTo>
                  <a:cubicBezTo>
                    <a:pt x="22156" y="29945"/>
                    <a:pt x="20514" y="30141"/>
                    <a:pt x="18847" y="30214"/>
                  </a:cubicBezTo>
                  <a:cubicBezTo>
                    <a:pt x="19754" y="24969"/>
                    <a:pt x="20024" y="19602"/>
                    <a:pt x="20269" y="14431"/>
                  </a:cubicBezTo>
                  <a:lnTo>
                    <a:pt x="20612" y="7348"/>
                  </a:lnTo>
                  <a:cubicBezTo>
                    <a:pt x="20686" y="6220"/>
                    <a:pt x="20784" y="3892"/>
                    <a:pt x="19141" y="2348"/>
                  </a:cubicBezTo>
                  <a:cubicBezTo>
                    <a:pt x="18137" y="1416"/>
                    <a:pt x="16813" y="1147"/>
                    <a:pt x="16127" y="1024"/>
                  </a:cubicBezTo>
                  <a:cubicBezTo>
                    <a:pt x="15882" y="975"/>
                    <a:pt x="15612" y="926"/>
                    <a:pt x="15343" y="853"/>
                  </a:cubicBezTo>
                  <a:cubicBezTo>
                    <a:pt x="13185" y="416"/>
                    <a:pt x="10891" y="0"/>
                    <a:pt x="880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2" name="Google Shape;2432;p56"/>
          <p:cNvSpPr/>
          <p:nvPr/>
        </p:nvSpPr>
        <p:spPr>
          <a:xfrm>
            <a:off x="1798763" y="1886913"/>
            <a:ext cx="518070" cy="537518"/>
          </a:xfrm>
          <a:custGeom>
            <a:avLst/>
            <a:gdLst/>
            <a:ahLst/>
            <a:cxnLst/>
            <a:rect l="l" t="t" r="r" b="b"/>
            <a:pathLst>
              <a:path w="200997" h="208745" extrusionOk="0">
                <a:moveTo>
                  <a:pt x="82639" y="30373"/>
                </a:moveTo>
                <a:cubicBezTo>
                  <a:pt x="93926" y="30373"/>
                  <a:pt x="105331" y="31079"/>
                  <a:pt x="116417" y="31766"/>
                </a:cubicBezTo>
                <a:cubicBezTo>
                  <a:pt x="127642" y="32453"/>
                  <a:pt x="139161" y="33163"/>
                  <a:pt x="150631" y="33163"/>
                </a:cubicBezTo>
                <a:cubicBezTo>
                  <a:pt x="152764" y="33163"/>
                  <a:pt x="154896" y="33139"/>
                  <a:pt x="157028" y="33090"/>
                </a:cubicBezTo>
                <a:cubicBezTo>
                  <a:pt x="157224" y="33090"/>
                  <a:pt x="157445" y="33041"/>
                  <a:pt x="157616" y="32992"/>
                </a:cubicBezTo>
                <a:lnTo>
                  <a:pt x="157616" y="32992"/>
                </a:lnTo>
                <a:cubicBezTo>
                  <a:pt x="157469" y="35026"/>
                  <a:pt x="157396" y="37256"/>
                  <a:pt x="157690" y="39536"/>
                </a:cubicBezTo>
                <a:lnTo>
                  <a:pt x="75929" y="39732"/>
                </a:lnTo>
                <a:cubicBezTo>
                  <a:pt x="76492" y="36668"/>
                  <a:pt x="76664" y="33531"/>
                  <a:pt x="76419" y="30418"/>
                </a:cubicBezTo>
                <a:cubicBezTo>
                  <a:pt x="76492" y="30418"/>
                  <a:pt x="76566" y="30443"/>
                  <a:pt x="76639" y="30443"/>
                </a:cubicBezTo>
                <a:lnTo>
                  <a:pt x="76688" y="30443"/>
                </a:lnTo>
                <a:cubicBezTo>
                  <a:pt x="78667" y="30395"/>
                  <a:pt x="80651" y="30373"/>
                  <a:pt x="82639" y="30373"/>
                </a:cubicBezTo>
                <a:close/>
                <a:moveTo>
                  <a:pt x="170223" y="20733"/>
                </a:moveTo>
                <a:cubicBezTo>
                  <a:pt x="170991" y="20733"/>
                  <a:pt x="171753" y="20854"/>
                  <a:pt x="172469" y="21105"/>
                </a:cubicBezTo>
                <a:cubicBezTo>
                  <a:pt x="172665" y="21179"/>
                  <a:pt x="172861" y="21203"/>
                  <a:pt x="173057" y="21203"/>
                </a:cubicBezTo>
                <a:cubicBezTo>
                  <a:pt x="173057" y="21497"/>
                  <a:pt x="173081" y="21791"/>
                  <a:pt x="173081" y="22085"/>
                </a:cubicBezTo>
                <a:cubicBezTo>
                  <a:pt x="173204" y="24977"/>
                  <a:pt x="173327" y="27845"/>
                  <a:pt x="173425" y="30737"/>
                </a:cubicBezTo>
                <a:cubicBezTo>
                  <a:pt x="173670" y="36742"/>
                  <a:pt x="173915" y="42795"/>
                  <a:pt x="174160" y="48898"/>
                </a:cubicBezTo>
                <a:cubicBezTo>
                  <a:pt x="173389" y="49028"/>
                  <a:pt x="172499" y="49126"/>
                  <a:pt x="171558" y="49126"/>
                </a:cubicBezTo>
                <a:cubicBezTo>
                  <a:pt x="170016" y="49126"/>
                  <a:pt x="168339" y="48862"/>
                  <a:pt x="166832" y="48040"/>
                </a:cubicBezTo>
                <a:cubicBezTo>
                  <a:pt x="164699" y="46839"/>
                  <a:pt x="163008" y="44486"/>
                  <a:pt x="162224" y="41570"/>
                </a:cubicBezTo>
                <a:cubicBezTo>
                  <a:pt x="161391" y="38531"/>
                  <a:pt x="161538" y="35296"/>
                  <a:pt x="161758" y="32526"/>
                </a:cubicBezTo>
                <a:cubicBezTo>
                  <a:pt x="162053" y="29070"/>
                  <a:pt x="162763" y="24806"/>
                  <a:pt x="165508" y="22429"/>
                </a:cubicBezTo>
                <a:cubicBezTo>
                  <a:pt x="166793" y="21330"/>
                  <a:pt x="168520" y="20733"/>
                  <a:pt x="170223" y="20733"/>
                </a:cubicBezTo>
                <a:close/>
                <a:moveTo>
                  <a:pt x="47525" y="21307"/>
                </a:moveTo>
                <a:cubicBezTo>
                  <a:pt x="47853" y="21307"/>
                  <a:pt x="48180" y="21329"/>
                  <a:pt x="48503" y="21375"/>
                </a:cubicBezTo>
                <a:cubicBezTo>
                  <a:pt x="50832" y="21693"/>
                  <a:pt x="53013" y="23139"/>
                  <a:pt x="54165" y="25174"/>
                </a:cubicBezTo>
                <a:cubicBezTo>
                  <a:pt x="54827" y="26325"/>
                  <a:pt x="55243" y="27722"/>
                  <a:pt x="55513" y="29585"/>
                </a:cubicBezTo>
                <a:cubicBezTo>
                  <a:pt x="56028" y="33310"/>
                  <a:pt x="55733" y="37354"/>
                  <a:pt x="54606" y="41962"/>
                </a:cubicBezTo>
                <a:cubicBezTo>
                  <a:pt x="54165" y="43702"/>
                  <a:pt x="53626" y="45516"/>
                  <a:pt x="52547" y="46913"/>
                </a:cubicBezTo>
                <a:cubicBezTo>
                  <a:pt x="51395" y="48383"/>
                  <a:pt x="49606" y="49364"/>
                  <a:pt x="47719" y="49511"/>
                </a:cubicBezTo>
                <a:cubicBezTo>
                  <a:pt x="47548" y="49524"/>
                  <a:pt x="47376" y="49531"/>
                  <a:pt x="47204" y="49531"/>
                </a:cubicBezTo>
                <a:cubicBezTo>
                  <a:pt x="45505" y="49531"/>
                  <a:pt x="43794" y="48879"/>
                  <a:pt x="42548" y="47722"/>
                </a:cubicBezTo>
                <a:cubicBezTo>
                  <a:pt x="42499" y="47648"/>
                  <a:pt x="42425" y="47599"/>
                  <a:pt x="42352" y="47550"/>
                </a:cubicBezTo>
                <a:cubicBezTo>
                  <a:pt x="43209" y="45834"/>
                  <a:pt x="43847" y="43727"/>
                  <a:pt x="44214" y="41227"/>
                </a:cubicBezTo>
                <a:cubicBezTo>
                  <a:pt x="45023" y="35982"/>
                  <a:pt x="44925" y="31203"/>
                  <a:pt x="43920" y="26987"/>
                </a:cubicBezTo>
                <a:cubicBezTo>
                  <a:pt x="43651" y="25933"/>
                  <a:pt x="43259" y="24512"/>
                  <a:pt x="42499" y="23139"/>
                </a:cubicBezTo>
                <a:cubicBezTo>
                  <a:pt x="43889" y="21978"/>
                  <a:pt x="45718" y="21307"/>
                  <a:pt x="47525" y="21307"/>
                </a:cubicBezTo>
                <a:close/>
                <a:moveTo>
                  <a:pt x="33092" y="21984"/>
                </a:moveTo>
                <a:cubicBezTo>
                  <a:pt x="33617" y="21984"/>
                  <a:pt x="34151" y="22041"/>
                  <a:pt x="34680" y="22159"/>
                </a:cubicBezTo>
                <a:cubicBezTo>
                  <a:pt x="36224" y="22502"/>
                  <a:pt x="37548" y="23262"/>
                  <a:pt x="38381" y="24291"/>
                </a:cubicBezTo>
                <a:cubicBezTo>
                  <a:pt x="39043" y="25124"/>
                  <a:pt x="39533" y="26252"/>
                  <a:pt x="39925" y="27943"/>
                </a:cubicBezTo>
                <a:cubicBezTo>
                  <a:pt x="40808" y="31644"/>
                  <a:pt x="40906" y="35884"/>
                  <a:pt x="40170" y="40590"/>
                </a:cubicBezTo>
                <a:cubicBezTo>
                  <a:pt x="39558" y="44658"/>
                  <a:pt x="38308" y="47231"/>
                  <a:pt x="36396" y="48408"/>
                </a:cubicBezTo>
                <a:cubicBezTo>
                  <a:pt x="34827" y="49364"/>
                  <a:pt x="32744" y="49486"/>
                  <a:pt x="30710" y="49535"/>
                </a:cubicBezTo>
                <a:cubicBezTo>
                  <a:pt x="30586" y="49538"/>
                  <a:pt x="30456" y="49540"/>
                  <a:pt x="30322" y="49540"/>
                </a:cubicBezTo>
                <a:cubicBezTo>
                  <a:pt x="29346" y="49540"/>
                  <a:pt x="28176" y="49440"/>
                  <a:pt x="27744" y="48923"/>
                </a:cubicBezTo>
                <a:cubicBezTo>
                  <a:pt x="27499" y="48628"/>
                  <a:pt x="27205" y="48408"/>
                  <a:pt x="26887" y="48285"/>
                </a:cubicBezTo>
                <a:cubicBezTo>
                  <a:pt x="27107" y="42403"/>
                  <a:pt x="27328" y="36546"/>
                  <a:pt x="27573" y="30737"/>
                </a:cubicBezTo>
                <a:cubicBezTo>
                  <a:pt x="27646" y="28678"/>
                  <a:pt x="27744" y="26644"/>
                  <a:pt x="27818" y="24610"/>
                </a:cubicBezTo>
                <a:cubicBezTo>
                  <a:pt x="27990" y="24487"/>
                  <a:pt x="28161" y="24340"/>
                  <a:pt x="28284" y="24144"/>
                </a:cubicBezTo>
                <a:cubicBezTo>
                  <a:pt x="29271" y="22789"/>
                  <a:pt x="31116" y="21984"/>
                  <a:pt x="33092" y="21984"/>
                </a:cubicBezTo>
                <a:close/>
                <a:moveTo>
                  <a:pt x="65435" y="19955"/>
                </a:moveTo>
                <a:cubicBezTo>
                  <a:pt x="66409" y="19955"/>
                  <a:pt x="67229" y="20111"/>
                  <a:pt x="67914" y="20419"/>
                </a:cubicBezTo>
                <a:cubicBezTo>
                  <a:pt x="70390" y="21546"/>
                  <a:pt x="71468" y="24830"/>
                  <a:pt x="71934" y="27379"/>
                </a:cubicBezTo>
                <a:cubicBezTo>
                  <a:pt x="72890" y="32722"/>
                  <a:pt x="72497" y="38261"/>
                  <a:pt x="70782" y="43384"/>
                </a:cubicBezTo>
                <a:cubicBezTo>
                  <a:pt x="70022" y="45638"/>
                  <a:pt x="69164" y="47231"/>
                  <a:pt x="68110" y="48334"/>
                </a:cubicBezTo>
                <a:cubicBezTo>
                  <a:pt x="66567" y="49967"/>
                  <a:pt x="64215" y="50826"/>
                  <a:pt x="61768" y="50826"/>
                </a:cubicBezTo>
                <a:cubicBezTo>
                  <a:pt x="60172" y="50826"/>
                  <a:pt x="58537" y="50461"/>
                  <a:pt x="57057" y="49707"/>
                </a:cubicBezTo>
                <a:cubicBezTo>
                  <a:pt x="57032" y="49217"/>
                  <a:pt x="56812" y="48775"/>
                  <a:pt x="56444" y="48408"/>
                </a:cubicBezTo>
                <a:cubicBezTo>
                  <a:pt x="57547" y="46643"/>
                  <a:pt x="58135" y="44682"/>
                  <a:pt x="58576" y="42942"/>
                </a:cubicBezTo>
                <a:cubicBezTo>
                  <a:pt x="59851" y="37820"/>
                  <a:pt x="60170" y="33261"/>
                  <a:pt x="59557" y="28997"/>
                </a:cubicBezTo>
                <a:cubicBezTo>
                  <a:pt x="59263" y="26767"/>
                  <a:pt x="58699" y="24928"/>
                  <a:pt x="57841" y="23384"/>
                </a:cubicBezTo>
                <a:cubicBezTo>
                  <a:pt x="57915" y="23286"/>
                  <a:pt x="57988" y="23164"/>
                  <a:pt x="58037" y="23041"/>
                </a:cubicBezTo>
                <a:cubicBezTo>
                  <a:pt x="58846" y="21350"/>
                  <a:pt x="61150" y="20590"/>
                  <a:pt x="62964" y="20223"/>
                </a:cubicBezTo>
                <a:cubicBezTo>
                  <a:pt x="63880" y="20044"/>
                  <a:pt x="64701" y="19955"/>
                  <a:pt x="65435" y="19955"/>
                </a:cubicBezTo>
                <a:close/>
                <a:moveTo>
                  <a:pt x="158548" y="43580"/>
                </a:moveTo>
                <a:cubicBezTo>
                  <a:pt x="159749" y="47133"/>
                  <a:pt x="162004" y="50025"/>
                  <a:pt x="164847" y="51618"/>
                </a:cubicBezTo>
                <a:cubicBezTo>
                  <a:pt x="167052" y="52844"/>
                  <a:pt x="169405" y="53212"/>
                  <a:pt x="171537" y="53212"/>
                </a:cubicBezTo>
                <a:cubicBezTo>
                  <a:pt x="172518" y="53212"/>
                  <a:pt x="173449" y="53138"/>
                  <a:pt x="174307" y="53015"/>
                </a:cubicBezTo>
                <a:cubicBezTo>
                  <a:pt x="174503" y="58873"/>
                  <a:pt x="174675" y="64755"/>
                  <a:pt x="174822" y="70637"/>
                </a:cubicBezTo>
                <a:cubicBezTo>
                  <a:pt x="174699" y="70613"/>
                  <a:pt x="174552" y="70588"/>
                  <a:pt x="174405" y="70588"/>
                </a:cubicBezTo>
                <a:lnTo>
                  <a:pt x="174380" y="70588"/>
                </a:lnTo>
                <a:cubicBezTo>
                  <a:pt x="154896" y="70760"/>
                  <a:pt x="135142" y="71152"/>
                  <a:pt x="115633" y="71716"/>
                </a:cubicBezTo>
                <a:cubicBezTo>
                  <a:pt x="115584" y="71299"/>
                  <a:pt x="115559" y="70858"/>
                  <a:pt x="115510" y="70417"/>
                </a:cubicBezTo>
                <a:cubicBezTo>
                  <a:pt x="115241" y="67819"/>
                  <a:pt x="114751" y="65098"/>
                  <a:pt x="112961" y="62917"/>
                </a:cubicBezTo>
                <a:cubicBezTo>
                  <a:pt x="111148" y="60682"/>
                  <a:pt x="108101" y="59408"/>
                  <a:pt x="104788" y="59408"/>
                </a:cubicBezTo>
                <a:cubicBezTo>
                  <a:pt x="104250" y="59408"/>
                  <a:pt x="103706" y="59442"/>
                  <a:pt x="103158" y="59510"/>
                </a:cubicBezTo>
                <a:cubicBezTo>
                  <a:pt x="99898" y="59927"/>
                  <a:pt x="96957" y="61373"/>
                  <a:pt x="94359" y="62672"/>
                </a:cubicBezTo>
                <a:cubicBezTo>
                  <a:pt x="93894" y="62280"/>
                  <a:pt x="93428" y="61937"/>
                  <a:pt x="92938" y="61618"/>
                </a:cubicBezTo>
                <a:cubicBezTo>
                  <a:pt x="90866" y="60278"/>
                  <a:pt x="88443" y="59590"/>
                  <a:pt x="86000" y="59590"/>
                </a:cubicBezTo>
                <a:cubicBezTo>
                  <a:pt x="85091" y="59590"/>
                  <a:pt x="84179" y="59685"/>
                  <a:pt x="83281" y="59878"/>
                </a:cubicBezTo>
                <a:cubicBezTo>
                  <a:pt x="80267" y="60564"/>
                  <a:pt x="77546" y="62353"/>
                  <a:pt x="75733" y="64853"/>
                </a:cubicBezTo>
                <a:cubicBezTo>
                  <a:pt x="73723" y="63285"/>
                  <a:pt x="71297" y="62255"/>
                  <a:pt x="68772" y="61986"/>
                </a:cubicBezTo>
                <a:cubicBezTo>
                  <a:pt x="68360" y="61943"/>
                  <a:pt x="67952" y="61922"/>
                  <a:pt x="67548" y="61922"/>
                </a:cubicBezTo>
                <a:cubicBezTo>
                  <a:pt x="64252" y="61922"/>
                  <a:pt x="61266" y="63333"/>
                  <a:pt x="59214" y="65932"/>
                </a:cubicBezTo>
                <a:cubicBezTo>
                  <a:pt x="57449" y="68186"/>
                  <a:pt x="56518" y="70833"/>
                  <a:pt x="56052" y="73333"/>
                </a:cubicBezTo>
                <a:cubicBezTo>
                  <a:pt x="50243" y="73204"/>
                  <a:pt x="44400" y="73143"/>
                  <a:pt x="38568" y="73143"/>
                </a:cubicBezTo>
                <a:cubicBezTo>
                  <a:pt x="34411" y="73143"/>
                  <a:pt x="30258" y="73174"/>
                  <a:pt x="26127" y="73235"/>
                </a:cubicBezTo>
                <a:cubicBezTo>
                  <a:pt x="26274" y="66495"/>
                  <a:pt x="26470" y="59755"/>
                  <a:pt x="26715" y="53040"/>
                </a:cubicBezTo>
                <a:cubicBezTo>
                  <a:pt x="27941" y="53555"/>
                  <a:pt x="29264" y="53628"/>
                  <a:pt x="30220" y="53628"/>
                </a:cubicBezTo>
                <a:lnTo>
                  <a:pt x="30808" y="53628"/>
                </a:lnTo>
                <a:cubicBezTo>
                  <a:pt x="33283" y="53579"/>
                  <a:pt x="36102" y="53383"/>
                  <a:pt x="38528" y="51888"/>
                </a:cubicBezTo>
                <a:cubicBezTo>
                  <a:pt x="39018" y="51594"/>
                  <a:pt x="39484" y="51251"/>
                  <a:pt x="39925" y="50834"/>
                </a:cubicBezTo>
                <a:cubicBezTo>
                  <a:pt x="41911" y="52623"/>
                  <a:pt x="44557" y="53628"/>
                  <a:pt x="47229" y="53628"/>
                </a:cubicBezTo>
                <a:cubicBezTo>
                  <a:pt x="47499" y="53628"/>
                  <a:pt x="47768" y="53628"/>
                  <a:pt x="48062" y="53604"/>
                </a:cubicBezTo>
                <a:cubicBezTo>
                  <a:pt x="49925" y="53457"/>
                  <a:pt x="51763" y="52770"/>
                  <a:pt x="53332" y="51692"/>
                </a:cubicBezTo>
                <a:cubicBezTo>
                  <a:pt x="53724" y="52354"/>
                  <a:pt x="54336" y="52917"/>
                  <a:pt x="55170" y="53334"/>
                </a:cubicBezTo>
                <a:cubicBezTo>
                  <a:pt x="57253" y="54412"/>
                  <a:pt x="59532" y="54927"/>
                  <a:pt x="61763" y="54927"/>
                </a:cubicBezTo>
                <a:cubicBezTo>
                  <a:pt x="65316" y="54927"/>
                  <a:pt x="68723" y="53628"/>
                  <a:pt x="71076" y="51153"/>
                </a:cubicBezTo>
                <a:cubicBezTo>
                  <a:pt x="73037" y="49094"/>
                  <a:pt x="74042" y="46496"/>
                  <a:pt x="74654" y="44707"/>
                </a:cubicBezTo>
                <a:cubicBezTo>
                  <a:pt x="74752" y="44413"/>
                  <a:pt x="74850" y="44119"/>
                  <a:pt x="74924" y="43825"/>
                </a:cubicBezTo>
                <a:lnTo>
                  <a:pt x="158082" y="43629"/>
                </a:lnTo>
                <a:cubicBezTo>
                  <a:pt x="158254" y="43629"/>
                  <a:pt x="158401" y="43604"/>
                  <a:pt x="158548" y="43580"/>
                </a:cubicBezTo>
                <a:close/>
                <a:moveTo>
                  <a:pt x="174920" y="74608"/>
                </a:moveTo>
                <a:cubicBezTo>
                  <a:pt x="174969" y="77230"/>
                  <a:pt x="174993" y="79828"/>
                  <a:pt x="175042" y="82451"/>
                </a:cubicBezTo>
                <a:cubicBezTo>
                  <a:pt x="174871" y="82426"/>
                  <a:pt x="174699" y="82377"/>
                  <a:pt x="174527" y="82377"/>
                </a:cubicBezTo>
                <a:lnTo>
                  <a:pt x="174503" y="82377"/>
                </a:lnTo>
                <a:cubicBezTo>
                  <a:pt x="166793" y="82513"/>
                  <a:pt x="159045" y="82580"/>
                  <a:pt x="151289" y="82580"/>
                </a:cubicBezTo>
                <a:cubicBezTo>
                  <a:pt x="139541" y="82580"/>
                  <a:pt x="127776" y="82427"/>
                  <a:pt x="116099" y="82132"/>
                </a:cubicBezTo>
                <a:cubicBezTo>
                  <a:pt x="115952" y="82132"/>
                  <a:pt x="115780" y="82132"/>
                  <a:pt x="115633" y="82181"/>
                </a:cubicBezTo>
                <a:cubicBezTo>
                  <a:pt x="115804" y="80049"/>
                  <a:pt x="115878" y="77941"/>
                  <a:pt x="115829" y="75809"/>
                </a:cubicBezTo>
                <a:cubicBezTo>
                  <a:pt x="135289" y="75245"/>
                  <a:pt x="154994" y="74853"/>
                  <a:pt x="174429" y="74681"/>
                </a:cubicBezTo>
                <a:cubicBezTo>
                  <a:pt x="174601" y="74681"/>
                  <a:pt x="174748" y="74657"/>
                  <a:pt x="174920" y="74608"/>
                </a:cubicBezTo>
                <a:close/>
                <a:moveTo>
                  <a:pt x="38320" y="77235"/>
                </a:moveTo>
                <a:cubicBezTo>
                  <a:pt x="44074" y="77235"/>
                  <a:pt x="49839" y="77297"/>
                  <a:pt x="55562" y="77426"/>
                </a:cubicBezTo>
                <a:cubicBezTo>
                  <a:pt x="55537" y="77794"/>
                  <a:pt x="55513" y="78161"/>
                  <a:pt x="55513" y="78505"/>
                </a:cubicBezTo>
                <a:cubicBezTo>
                  <a:pt x="55439" y="80710"/>
                  <a:pt x="55537" y="82696"/>
                  <a:pt x="55782" y="84485"/>
                </a:cubicBezTo>
                <a:lnTo>
                  <a:pt x="25931" y="85294"/>
                </a:lnTo>
                <a:cubicBezTo>
                  <a:pt x="25955" y="82647"/>
                  <a:pt x="26004" y="79975"/>
                  <a:pt x="26053" y="77328"/>
                </a:cubicBezTo>
                <a:cubicBezTo>
                  <a:pt x="30123" y="77267"/>
                  <a:pt x="34219" y="77235"/>
                  <a:pt x="38320" y="77235"/>
                </a:cubicBezTo>
                <a:close/>
                <a:moveTo>
                  <a:pt x="67498" y="66005"/>
                </a:moveTo>
                <a:cubicBezTo>
                  <a:pt x="67792" y="66005"/>
                  <a:pt x="68086" y="66030"/>
                  <a:pt x="68331" y="66054"/>
                </a:cubicBezTo>
                <a:cubicBezTo>
                  <a:pt x="71444" y="66397"/>
                  <a:pt x="74483" y="68481"/>
                  <a:pt x="75831" y="71275"/>
                </a:cubicBezTo>
                <a:cubicBezTo>
                  <a:pt x="77497" y="74657"/>
                  <a:pt x="77497" y="78848"/>
                  <a:pt x="77252" y="82475"/>
                </a:cubicBezTo>
                <a:cubicBezTo>
                  <a:pt x="77032" y="85955"/>
                  <a:pt x="76590" y="89509"/>
                  <a:pt x="74703" y="92180"/>
                </a:cubicBezTo>
                <a:cubicBezTo>
                  <a:pt x="74164" y="92916"/>
                  <a:pt x="73576" y="93528"/>
                  <a:pt x="72939" y="93970"/>
                </a:cubicBezTo>
                <a:cubicBezTo>
                  <a:pt x="71945" y="94641"/>
                  <a:pt x="70711" y="94978"/>
                  <a:pt x="69427" y="94978"/>
                </a:cubicBezTo>
                <a:cubicBezTo>
                  <a:pt x="68178" y="94978"/>
                  <a:pt x="66881" y="94659"/>
                  <a:pt x="65709" y="94019"/>
                </a:cubicBezTo>
                <a:cubicBezTo>
                  <a:pt x="63478" y="92793"/>
                  <a:pt x="61689" y="90514"/>
                  <a:pt x="60684" y="87622"/>
                </a:cubicBezTo>
                <a:cubicBezTo>
                  <a:pt x="59826" y="85195"/>
                  <a:pt x="59483" y="82328"/>
                  <a:pt x="59606" y="78627"/>
                </a:cubicBezTo>
                <a:cubicBezTo>
                  <a:pt x="59753" y="73970"/>
                  <a:pt x="60660" y="70735"/>
                  <a:pt x="62424" y="68456"/>
                </a:cubicBezTo>
                <a:cubicBezTo>
                  <a:pt x="63968" y="66520"/>
                  <a:pt x="65929" y="66005"/>
                  <a:pt x="67498" y="66005"/>
                </a:cubicBezTo>
                <a:close/>
                <a:moveTo>
                  <a:pt x="104815" y="63502"/>
                </a:moveTo>
                <a:cubicBezTo>
                  <a:pt x="106601" y="63502"/>
                  <a:pt x="108600" y="64035"/>
                  <a:pt x="109800" y="65515"/>
                </a:cubicBezTo>
                <a:cubicBezTo>
                  <a:pt x="110903" y="66863"/>
                  <a:pt x="111221" y="68873"/>
                  <a:pt x="111442" y="70833"/>
                </a:cubicBezTo>
                <a:cubicBezTo>
                  <a:pt x="111932" y="75539"/>
                  <a:pt x="111859" y="80294"/>
                  <a:pt x="111221" y="84975"/>
                </a:cubicBezTo>
                <a:cubicBezTo>
                  <a:pt x="110976" y="86862"/>
                  <a:pt x="110609" y="88847"/>
                  <a:pt x="109677" y="90416"/>
                </a:cubicBezTo>
                <a:cubicBezTo>
                  <a:pt x="108967" y="91617"/>
                  <a:pt x="107839" y="92720"/>
                  <a:pt x="106393" y="93577"/>
                </a:cubicBezTo>
                <a:cubicBezTo>
                  <a:pt x="104820" y="94540"/>
                  <a:pt x="103201" y="95076"/>
                  <a:pt x="101646" y="95076"/>
                </a:cubicBezTo>
                <a:cubicBezTo>
                  <a:pt x="101578" y="95076"/>
                  <a:pt x="101510" y="95075"/>
                  <a:pt x="101442" y="95073"/>
                </a:cubicBezTo>
                <a:cubicBezTo>
                  <a:pt x="99776" y="95073"/>
                  <a:pt x="98183" y="94411"/>
                  <a:pt x="97202" y="93332"/>
                </a:cubicBezTo>
                <a:cubicBezTo>
                  <a:pt x="97178" y="93308"/>
                  <a:pt x="97153" y="93283"/>
                  <a:pt x="97129" y="93259"/>
                </a:cubicBezTo>
                <a:cubicBezTo>
                  <a:pt x="98648" y="90489"/>
                  <a:pt x="99139" y="87377"/>
                  <a:pt x="99531" y="84411"/>
                </a:cubicBezTo>
                <a:cubicBezTo>
                  <a:pt x="99972" y="80759"/>
                  <a:pt x="100413" y="76519"/>
                  <a:pt x="99653" y="72426"/>
                </a:cubicBezTo>
                <a:cubicBezTo>
                  <a:pt x="99188" y="69976"/>
                  <a:pt x="98305" y="67770"/>
                  <a:pt x="97104" y="65883"/>
                </a:cubicBezTo>
                <a:cubicBezTo>
                  <a:pt x="99237" y="64829"/>
                  <a:pt x="101418" y="63848"/>
                  <a:pt x="103648" y="63579"/>
                </a:cubicBezTo>
                <a:cubicBezTo>
                  <a:pt x="104018" y="63529"/>
                  <a:pt x="104411" y="63502"/>
                  <a:pt x="104815" y="63502"/>
                </a:cubicBezTo>
                <a:close/>
                <a:moveTo>
                  <a:pt x="85988" y="63701"/>
                </a:moveTo>
                <a:cubicBezTo>
                  <a:pt x="87653" y="63701"/>
                  <a:pt x="89336" y="64172"/>
                  <a:pt x="90732" y="65049"/>
                </a:cubicBezTo>
                <a:cubicBezTo>
                  <a:pt x="93158" y="66618"/>
                  <a:pt x="94948" y="69583"/>
                  <a:pt x="95609" y="73162"/>
                </a:cubicBezTo>
                <a:cubicBezTo>
                  <a:pt x="96271" y="76691"/>
                  <a:pt x="95903" y="80392"/>
                  <a:pt x="95462" y="83897"/>
                </a:cubicBezTo>
                <a:cubicBezTo>
                  <a:pt x="95119" y="86568"/>
                  <a:pt x="94727" y="89141"/>
                  <a:pt x="93551" y="91274"/>
                </a:cubicBezTo>
                <a:cubicBezTo>
                  <a:pt x="92104" y="93872"/>
                  <a:pt x="89360" y="95759"/>
                  <a:pt x="86394" y="96175"/>
                </a:cubicBezTo>
                <a:cubicBezTo>
                  <a:pt x="85971" y="96235"/>
                  <a:pt x="85543" y="96264"/>
                  <a:pt x="85116" y="96264"/>
                </a:cubicBezTo>
                <a:cubicBezTo>
                  <a:pt x="82721" y="96264"/>
                  <a:pt x="80319" y="95354"/>
                  <a:pt x="78551" y="93774"/>
                </a:cubicBezTo>
                <a:cubicBezTo>
                  <a:pt x="80585" y="90440"/>
                  <a:pt x="81100" y="86519"/>
                  <a:pt x="81345" y="82745"/>
                </a:cubicBezTo>
                <a:cubicBezTo>
                  <a:pt x="81615" y="78554"/>
                  <a:pt x="81590" y="73725"/>
                  <a:pt x="79507" y="69485"/>
                </a:cubicBezTo>
                <a:cubicBezTo>
                  <a:pt x="79237" y="68922"/>
                  <a:pt x="78943" y="68407"/>
                  <a:pt x="78576" y="67892"/>
                </a:cubicBezTo>
                <a:cubicBezTo>
                  <a:pt x="78625" y="67843"/>
                  <a:pt x="78674" y="67770"/>
                  <a:pt x="78723" y="67721"/>
                </a:cubicBezTo>
                <a:cubicBezTo>
                  <a:pt x="79924" y="65809"/>
                  <a:pt x="81982" y="64363"/>
                  <a:pt x="84164" y="63897"/>
                </a:cubicBezTo>
                <a:cubicBezTo>
                  <a:pt x="84759" y="63765"/>
                  <a:pt x="85372" y="63701"/>
                  <a:pt x="85988" y="63701"/>
                </a:cubicBezTo>
                <a:close/>
                <a:moveTo>
                  <a:pt x="115216" y="86053"/>
                </a:moveTo>
                <a:cubicBezTo>
                  <a:pt x="115461" y="86151"/>
                  <a:pt x="115706" y="86225"/>
                  <a:pt x="116001" y="86225"/>
                </a:cubicBezTo>
                <a:cubicBezTo>
                  <a:pt x="127716" y="86519"/>
                  <a:pt x="139529" y="86666"/>
                  <a:pt x="151318" y="86666"/>
                </a:cubicBezTo>
                <a:cubicBezTo>
                  <a:pt x="159087" y="86666"/>
                  <a:pt x="166856" y="86617"/>
                  <a:pt x="174577" y="86470"/>
                </a:cubicBezTo>
                <a:cubicBezTo>
                  <a:pt x="174748" y="86470"/>
                  <a:pt x="174920" y="86445"/>
                  <a:pt x="175067" y="86396"/>
                </a:cubicBezTo>
                <a:lnTo>
                  <a:pt x="175067" y="86396"/>
                </a:lnTo>
                <a:cubicBezTo>
                  <a:pt x="175165" y="98675"/>
                  <a:pt x="174993" y="110954"/>
                  <a:pt x="174356" y="123135"/>
                </a:cubicBezTo>
                <a:lnTo>
                  <a:pt x="166096" y="122743"/>
                </a:lnTo>
                <a:cubicBezTo>
                  <a:pt x="165974" y="122743"/>
                  <a:pt x="165876" y="122743"/>
                  <a:pt x="165753" y="122767"/>
                </a:cubicBezTo>
                <a:cubicBezTo>
                  <a:pt x="165729" y="122449"/>
                  <a:pt x="165704" y="122130"/>
                  <a:pt x="165680" y="121836"/>
                </a:cubicBezTo>
                <a:cubicBezTo>
                  <a:pt x="165410" y="119214"/>
                  <a:pt x="164920" y="116518"/>
                  <a:pt x="163131" y="114336"/>
                </a:cubicBezTo>
                <a:cubicBezTo>
                  <a:pt x="161325" y="112110"/>
                  <a:pt x="158295" y="110820"/>
                  <a:pt x="154998" y="110820"/>
                </a:cubicBezTo>
                <a:cubicBezTo>
                  <a:pt x="154447" y="110820"/>
                  <a:pt x="153889" y="110856"/>
                  <a:pt x="153327" y="110930"/>
                </a:cubicBezTo>
                <a:cubicBezTo>
                  <a:pt x="150068" y="111322"/>
                  <a:pt x="147127" y="112792"/>
                  <a:pt x="144529" y="114091"/>
                </a:cubicBezTo>
                <a:cubicBezTo>
                  <a:pt x="144063" y="113699"/>
                  <a:pt x="143597" y="113332"/>
                  <a:pt x="143107" y="113037"/>
                </a:cubicBezTo>
                <a:cubicBezTo>
                  <a:pt x="141039" y="111700"/>
                  <a:pt x="138620" y="110999"/>
                  <a:pt x="136182" y="110999"/>
                </a:cubicBezTo>
                <a:cubicBezTo>
                  <a:pt x="135269" y="110999"/>
                  <a:pt x="134352" y="111097"/>
                  <a:pt x="133451" y="111297"/>
                </a:cubicBezTo>
                <a:cubicBezTo>
                  <a:pt x="130436" y="111959"/>
                  <a:pt x="127716" y="113773"/>
                  <a:pt x="125902" y="116273"/>
                </a:cubicBezTo>
                <a:cubicBezTo>
                  <a:pt x="123892" y="114704"/>
                  <a:pt x="121466" y="113675"/>
                  <a:pt x="118942" y="113405"/>
                </a:cubicBezTo>
                <a:cubicBezTo>
                  <a:pt x="118514" y="113358"/>
                  <a:pt x="118090" y="113335"/>
                  <a:pt x="117672" y="113335"/>
                </a:cubicBezTo>
                <a:cubicBezTo>
                  <a:pt x="114394" y="113335"/>
                  <a:pt x="111426" y="114762"/>
                  <a:pt x="109383" y="117326"/>
                </a:cubicBezTo>
                <a:cubicBezTo>
                  <a:pt x="107521" y="119704"/>
                  <a:pt x="106614" y="122522"/>
                  <a:pt x="106148" y="125145"/>
                </a:cubicBezTo>
                <a:lnTo>
                  <a:pt x="84948" y="124630"/>
                </a:lnTo>
                <a:cubicBezTo>
                  <a:pt x="84801" y="124630"/>
                  <a:pt x="84678" y="124630"/>
                  <a:pt x="84556" y="124655"/>
                </a:cubicBezTo>
                <a:cubicBezTo>
                  <a:pt x="84360" y="122841"/>
                  <a:pt x="84090" y="121027"/>
                  <a:pt x="83698" y="119238"/>
                </a:cubicBezTo>
                <a:cubicBezTo>
                  <a:pt x="83355" y="117621"/>
                  <a:pt x="82889" y="115929"/>
                  <a:pt x="81835" y="114483"/>
                </a:cubicBezTo>
                <a:cubicBezTo>
                  <a:pt x="80216" y="112283"/>
                  <a:pt x="77367" y="110997"/>
                  <a:pt x="74285" y="110997"/>
                </a:cubicBezTo>
                <a:cubicBezTo>
                  <a:pt x="73727" y="110997"/>
                  <a:pt x="73162" y="111039"/>
                  <a:pt x="72596" y="111126"/>
                </a:cubicBezTo>
                <a:cubicBezTo>
                  <a:pt x="69581" y="111591"/>
                  <a:pt x="66909" y="113135"/>
                  <a:pt x="64459" y="114729"/>
                </a:cubicBezTo>
                <a:cubicBezTo>
                  <a:pt x="64336" y="114802"/>
                  <a:pt x="64214" y="114900"/>
                  <a:pt x="64115" y="114998"/>
                </a:cubicBezTo>
                <a:cubicBezTo>
                  <a:pt x="63380" y="114263"/>
                  <a:pt x="62571" y="113675"/>
                  <a:pt x="61665" y="113234"/>
                </a:cubicBezTo>
                <a:cubicBezTo>
                  <a:pt x="60295" y="112571"/>
                  <a:pt x="58764" y="112252"/>
                  <a:pt x="57228" y="112252"/>
                </a:cubicBezTo>
                <a:cubicBezTo>
                  <a:pt x="54503" y="112252"/>
                  <a:pt x="51766" y="113255"/>
                  <a:pt x="49900" y="115121"/>
                </a:cubicBezTo>
                <a:cubicBezTo>
                  <a:pt x="47915" y="117155"/>
                  <a:pt x="47033" y="119826"/>
                  <a:pt x="46494" y="121934"/>
                </a:cubicBezTo>
                <a:cubicBezTo>
                  <a:pt x="46445" y="122179"/>
                  <a:pt x="46371" y="122424"/>
                  <a:pt x="46322" y="122669"/>
                </a:cubicBezTo>
                <a:cubicBezTo>
                  <a:pt x="46126" y="122620"/>
                  <a:pt x="45930" y="122571"/>
                  <a:pt x="45734" y="122571"/>
                </a:cubicBezTo>
                <a:lnTo>
                  <a:pt x="26789" y="122253"/>
                </a:lnTo>
                <a:cubicBezTo>
                  <a:pt x="26740" y="122253"/>
                  <a:pt x="26666" y="122277"/>
                  <a:pt x="26593" y="122277"/>
                </a:cubicBezTo>
                <a:cubicBezTo>
                  <a:pt x="26053" y="111346"/>
                  <a:pt x="25857" y="100366"/>
                  <a:pt x="25906" y="89386"/>
                </a:cubicBezTo>
                <a:lnTo>
                  <a:pt x="56493" y="88553"/>
                </a:lnTo>
                <a:cubicBezTo>
                  <a:pt x="56542" y="88553"/>
                  <a:pt x="56616" y="88529"/>
                  <a:pt x="56689" y="88529"/>
                </a:cubicBezTo>
                <a:cubicBezTo>
                  <a:pt x="56714" y="88676"/>
                  <a:pt x="56763" y="88823"/>
                  <a:pt x="56812" y="88970"/>
                </a:cubicBezTo>
                <a:cubicBezTo>
                  <a:pt x="58160" y="92842"/>
                  <a:pt x="60635" y="95906"/>
                  <a:pt x="63748" y="97621"/>
                </a:cubicBezTo>
                <a:cubicBezTo>
                  <a:pt x="65537" y="98602"/>
                  <a:pt x="67498" y="99092"/>
                  <a:pt x="69409" y="99092"/>
                </a:cubicBezTo>
                <a:cubicBezTo>
                  <a:pt x="71517" y="99092"/>
                  <a:pt x="73551" y="98504"/>
                  <a:pt x="75242" y="97327"/>
                </a:cubicBezTo>
                <a:cubicBezTo>
                  <a:pt x="75463" y="97180"/>
                  <a:pt x="75659" y="97033"/>
                  <a:pt x="75880" y="96862"/>
                </a:cubicBezTo>
                <a:cubicBezTo>
                  <a:pt x="78404" y="99092"/>
                  <a:pt x="81762" y="100342"/>
                  <a:pt x="85144" y="100342"/>
                </a:cubicBezTo>
                <a:cubicBezTo>
                  <a:pt x="85732" y="100342"/>
                  <a:pt x="86345" y="100317"/>
                  <a:pt x="86958" y="100219"/>
                </a:cubicBezTo>
                <a:cubicBezTo>
                  <a:pt x="89801" y="99827"/>
                  <a:pt x="92497" y="98479"/>
                  <a:pt x="94580" y="96494"/>
                </a:cubicBezTo>
                <a:cubicBezTo>
                  <a:pt x="96320" y="98185"/>
                  <a:pt x="98771" y="99141"/>
                  <a:pt x="101393" y="99190"/>
                </a:cubicBezTo>
                <a:lnTo>
                  <a:pt x="101540" y="99190"/>
                </a:lnTo>
                <a:cubicBezTo>
                  <a:pt x="103869" y="99190"/>
                  <a:pt x="106271" y="98455"/>
                  <a:pt x="108525" y="97082"/>
                </a:cubicBezTo>
                <a:cubicBezTo>
                  <a:pt x="110535" y="95857"/>
                  <a:pt x="112153" y="94264"/>
                  <a:pt x="113207" y="92499"/>
                </a:cubicBezTo>
                <a:cubicBezTo>
                  <a:pt x="114407" y="90465"/>
                  <a:pt x="114898" y="88210"/>
                  <a:pt x="115216" y="86053"/>
                </a:cubicBezTo>
                <a:close/>
                <a:moveTo>
                  <a:pt x="26813" y="126346"/>
                </a:moveTo>
                <a:lnTo>
                  <a:pt x="45611" y="126664"/>
                </a:lnTo>
                <a:cubicBezTo>
                  <a:pt x="45293" y="129140"/>
                  <a:pt x="45219" y="131640"/>
                  <a:pt x="45391" y="134140"/>
                </a:cubicBezTo>
                <a:lnTo>
                  <a:pt x="27254" y="133429"/>
                </a:lnTo>
                <a:cubicBezTo>
                  <a:pt x="27083" y="131076"/>
                  <a:pt x="26936" y="128699"/>
                  <a:pt x="26813" y="126346"/>
                </a:cubicBezTo>
                <a:close/>
                <a:moveTo>
                  <a:pt x="84850" y="128723"/>
                </a:moveTo>
                <a:lnTo>
                  <a:pt x="105707" y="129238"/>
                </a:lnTo>
                <a:cubicBezTo>
                  <a:pt x="105707" y="129458"/>
                  <a:pt x="105682" y="129703"/>
                  <a:pt x="105682" y="129924"/>
                </a:cubicBezTo>
                <a:cubicBezTo>
                  <a:pt x="105609" y="132032"/>
                  <a:pt x="105682" y="133919"/>
                  <a:pt x="105903" y="135635"/>
                </a:cubicBezTo>
                <a:lnTo>
                  <a:pt x="84433" y="135512"/>
                </a:lnTo>
                <a:cubicBezTo>
                  <a:pt x="84703" y="133257"/>
                  <a:pt x="84825" y="131002"/>
                  <a:pt x="84776" y="128723"/>
                </a:cubicBezTo>
                <a:close/>
                <a:moveTo>
                  <a:pt x="165998" y="126836"/>
                </a:moveTo>
                <a:lnTo>
                  <a:pt x="174135" y="127228"/>
                </a:lnTo>
                <a:cubicBezTo>
                  <a:pt x="173964" y="130439"/>
                  <a:pt x="173743" y="133674"/>
                  <a:pt x="173523" y="136884"/>
                </a:cubicBezTo>
                <a:cubicBezTo>
                  <a:pt x="172078" y="136832"/>
                  <a:pt x="170633" y="136808"/>
                  <a:pt x="169192" y="136808"/>
                </a:cubicBezTo>
                <a:cubicBezTo>
                  <a:pt x="167944" y="136808"/>
                  <a:pt x="166699" y="136826"/>
                  <a:pt x="165459" y="136860"/>
                </a:cubicBezTo>
                <a:cubicBezTo>
                  <a:pt x="165900" y="133527"/>
                  <a:pt x="166072" y="130169"/>
                  <a:pt x="165998" y="126836"/>
                </a:cubicBezTo>
                <a:close/>
                <a:moveTo>
                  <a:pt x="57227" y="116338"/>
                </a:moveTo>
                <a:cubicBezTo>
                  <a:pt x="58155" y="116338"/>
                  <a:pt x="59075" y="116523"/>
                  <a:pt x="59875" y="116910"/>
                </a:cubicBezTo>
                <a:cubicBezTo>
                  <a:pt x="61346" y="117645"/>
                  <a:pt x="62547" y="119165"/>
                  <a:pt x="63160" y="121125"/>
                </a:cubicBezTo>
                <a:cubicBezTo>
                  <a:pt x="63821" y="123209"/>
                  <a:pt x="63797" y="125488"/>
                  <a:pt x="63699" y="127449"/>
                </a:cubicBezTo>
                <a:cubicBezTo>
                  <a:pt x="63552" y="130194"/>
                  <a:pt x="63184" y="133135"/>
                  <a:pt x="62473" y="136983"/>
                </a:cubicBezTo>
                <a:cubicBezTo>
                  <a:pt x="62155" y="138747"/>
                  <a:pt x="61836" y="140316"/>
                  <a:pt x="61101" y="141615"/>
                </a:cubicBezTo>
                <a:cubicBezTo>
                  <a:pt x="60537" y="142620"/>
                  <a:pt x="59753" y="143330"/>
                  <a:pt x="58920" y="143600"/>
                </a:cubicBezTo>
                <a:cubicBezTo>
                  <a:pt x="58578" y="143703"/>
                  <a:pt x="58201" y="143741"/>
                  <a:pt x="57806" y="143741"/>
                </a:cubicBezTo>
                <a:cubicBezTo>
                  <a:pt x="57266" y="143741"/>
                  <a:pt x="56692" y="143671"/>
                  <a:pt x="56126" y="143600"/>
                </a:cubicBezTo>
                <a:cubicBezTo>
                  <a:pt x="54435" y="143355"/>
                  <a:pt x="53087" y="143036"/>
                  <a:pt x="52155" y="142325"/>
                </a:cubicBezTo>
                <a:cubicBezTo>
                  <a:pt x="51003" y="141419"/>
                  <a:pt x="50244" y="139777"/>
                  <a:pt x="49827" y="137081"/>
                </a:cubicBezTo>
                <a:cubicBezTo>
                  <a:pt x="49067" y="132424"/>
                  <a:pt x="49288" y="127522"/>
                  <a:pt x="50464" y="122939"/>
                </a:cubicBezTo>
                <a:cubicBezTo>
                  <a:pt x="50881" y="121346"/>
                  <a:pt x="51518" y="119336"/>
                  <a:pt x="52817" y="118013"/>
                </a:cubicBezTo>
                <a:cubicBezTo>
                  <a:pt x="53885" y="116928"/>
                  <a:pt x="55569" y="116338"/>
                  <a:pt x="57227" y="116338"/>
                </a:cubicBezTo>
                <a:close/>
                <a:moveTo>
                  <a:pt x="74244" y="115096"/>
                </a:moveTo>
                <a:cubicBezTo>
                  <a:pt x="75831" y="115096"/>
                  <a:pt x="77582" y="115624"/>
                  <a:pt x="78527" y="116910"/>
                </a:cubicBezTo>
                <a:cubicBezTo>
                  <a:pt x="79115" y="117694"/>
                  <a:pt x="79409" y="118748"/>
                  <a:pt x="79703" y="120096"/>
                </a:cubicBezTo>
                <a:cubicBezTo>
                  <a:pt x="80928" y="125782"/>
                  <a:pt x="81027" y="131787"/>
                  <a:pt x="79997" y="137497"/>
                </a:cubicBezTo>
                <a:cubicBezTo>
                  <a:pt x="79311" y="141321"/>
                  <a:pt x="78012" y="143673"/>
                  <a:pt x="76100" y="144507"/>
                </a:cubicBezTo>
                <a:cubicBezTo>
                  <a:pt x="75226" y="144891"/>
                  <a:pt x="74129" y="144978"/>
                  <a:pt x="73117" y="144978"/>
                </a:cubicBezTo>
                <a:cubicBezTo>
                  <a:pt x="72965" y="144978"/>
                  <a:pt x="72816" y="144976"/>
                  <a:pt x="72669" y="144972"/>
                </a:cubicBezTo>
                <a:cubicBezTo>
                  <a:pt x="69287" y="144899"/>
                  <a:pt x="66738" y="144188"/>
                  <a:pt x="65071" y="142840"/>
                </a:cubicBezTo>
                <a:cubicBezTo>
                  <a:pt x="65831" y="141198"/>
                  <a:pt x="66199" y="139482"/>
                  <a:pt x="66517" y="137693"/>
                </a:cubicBezTo>
                <a:cubicBezTo>
                  <a:pt x="67228" y="133674"/>
                  <a:pt x="67620" y="130586"/>
                  <a:pt x="67792" y="127669"/>
                </a:cubicBezTo>
                <a:cubicBezTo>
                  <a:pt x="67890" y="125463"/>
                  <a:pt x="67914" y="122620"/>
                  <a:pt x="67057" y="119875"/>
                </a:cubicBezTo>
                <a:cubicBezTo>
                  <a:pt x="66885" y="119336"/>
                  <a:pt x="66664" y="118797"/>
                  <a:pt x="66444" y="118282"/>
                </a:cubicBezTo>
                <a:cubicBezTo>
                  <a:pt x="66517" y="118233"/>
                  <a:pt x="66615" y="118209"/>
                  <a:pt x="66689" y="118160"/>
                </a:cubicBezTo>
                <a:cubicBezTo>
                  <a:pt x="69066" y="116616"/>
                  <a:pt x="71076" y="115513"/>
                  <a:pt x="73233" y="115170"/>
                </a:cubicBezTo>
                <a:cubicBezTo>
                  <a:pt x="73555" y="115121"/>
                  <a:pt x="73896" y="115096"/>
                  <a:pt x="74244" y="115096"/>
                </a:cubicBezTo>
                <a:close/>
                <a:moveTo>
                  <a:pt x="117683" y="117431"/>
                </a:moveTo>
                <a:cubicBezTo>
                  <a:pt x="117969" y="117431"/>
                  <a:pt x="118243" y="117447"/>
                  <a:pt x="118500" y="117474"/>
                </a:cubicBezTo>
                <a:cubicBezTo>
                  <a:pt x="121613" y="117792"/>
                  <a:pt x="124652" y="119900"/>
                  <a:pt x="126000" y="122694"/>
                </a:cubicBezTo>
                <a:cubicBezTo>
                  <a:pt x="127667" y="126052"/>
                  <a:pt x="127667" y="130071"/>
                  <a:pt x="127422" y="133894"/>
                </a:cubicBezTo>
                <a:cubicBezTo>
                  <a:pt x="127201" y="137350"/>
                  <a:pt x="126760" y="140928"/>
                  <a:pt x="124873" y="143575"/>
                </a:cubicBezTo>
                <a:cubicBezTo>
                  <a:pt x="124334" y="144335"/>
                  <a:pt x="123745" y="144923"/>
                  <a:pt x="123108" y="145365"/>
                </a:cubicBezTo>
                <a:cubicBezTo>
                  <a:pt x="122110" y="146051"/>
                  <a:pt x="120870" y="146394"/>
                  <a:pt x="119579" y="146394"/>
                </a:cubicBezTo>
                <a:cubicBezTo>
                  <a:pt x="118335" y="146394"/>
                  <a:pt x="117045" y="146076"/>
                  <a:pt x="115878" y="145438"/>
                </a:cubicBezTo>
                <a:cubicBezTo>
                  <a:pt x="113648" y="144213"/>
                  <a:pt x="111859" y="141933"/>
                  <a:pt x="110854" y="139017"/>
                </a:cubicBezTo>
                <a:cubicBezTo>
                  <a:pt x="109996" y="136590"/>
                  <a:pt x="109653" y="133747"/>
                  <a:pt x="109775" y="130047"/>
                </a:cubicBezTo>
                <a:cubicBezTo>
                  <a:pt x="109922" y="125365"/>
                  <a:pt x="110829" y="122130"/>
                  <a:pt x="112594" y="119875"/>
                </a:cubicBezTo>
                <a:cubicBezTo>
                  <a:pt x="114152" y="117923"/>
                  <a:pt x="116097" y="117431"/>
                  <a:pt x="117683" y="117431"/>
                </a:cubicBezTo>
                <a:close/>
                <a:moveTo>
                  <a:pt x="154946" y="114906"/>
                </a:moveTo>
                <a:cubicBezTo>
                  <a:pt x="156742" y="114906"/>
                  <a:pt x="158761" y="115420"/>
                  <a:pt x="159969" y="116910"/>
                </a:cubicBezTo>
                <a:cubicBezTo>
                  <a:pt x="161072" y="118258"/>
                  <a:pt x="161391" y="120268"/>
                  <a:pt x="161611" y="122253"/>
                </a:cubicBezTo>
                <a:cubicBezTo>
                  <a:pt x="162102" y="126958"/>
                  <a:pt x="162028" y="131713"/>
                  <a:pt x="161391" y="136394"/>
                </a:cubicBezTo>
                <a:cubicBezTo>
                  <a:pt x="161146" y="138281"/>
                  <a:pt x="160778" y="140242"/>
                  <a:pt x="159847" y="141811"/>
                </a:cubicBezTo>
                <a:cubicBezTo>
                  <a:pt x="159136" y="143012"/>
                  <a:pt x="158009" y="144115"/>
                  <a:pt x="156563" y="144997"/>
                </a:cubicBezTo>
                <a:cubicBezTo>
                  <a:pt x="154958" y="145979"/>
                  <a:pt x="153306" y="146493"/>
                  <a:pt x="151722" y="146493"/>
                </a:cubicBezTo>
                <a:cubicBezTo>
                  <a:pt x="151685" y="146493"/>
                  <a:pt x="151649" y="146492"/>
                  <a:pt x="151612" y="146492"/>
                </a:cubicBezTo>
                <a:cubicBezTo>
                  <a:pt x="149945" y="146467"/>
                  <a:pt x="148352" y="145830"/>
                  <a:pt x="147372" y="144752"/>
                </a:cubicBezTo>
                <a:cubicBezTo>
                  <a:pt x="147347" y="144703"/>
                  <a:pt x="147323" y="144678"/>
                  <a:pt x="147298" y="144654"/>
                </a:cubicBezTo>
                <a:cubicBezTo>
                  <a:pt x="148818" y="141909"/>
                  <a:pt x="149308" y="138772"/>
                  <a:pt x="149700" y="135806"/>
                </a:cubicBezTo>
                <a:cubicBezTo>
                  <a:pt x="150141" y="132179"/>
                  <a:pt x="150582" y="127939"/>
                  <a:pt x="149823" y="123821"/>
                </a:cubicBezTo>
                <a:cubicBezTo>
                  <a:pt x="149357" y="121395"/>
                  <a:pt x="148475" y="119165"/>
                  <a:pt x="147274" y="117277"/>
                </a:cubicBezTo>
                <a:cubicBezTo>
                  <a:pt x="149406" y="116248"/>
                  <a:pt x="151587" y="115268"/>
                  <a:pt x="153818" y="114974"/>
                </a:cubicBezTo>
                <a:cubicBezTo>
                  <a:pt x="154176" y="114930"/>
                  <a:pt x="154556" y="114906"/>
                  <a:pt x="154946" y="114906"/>
                </a:cubicBezTo>
                <a:close/>
                <a:moveTo>
                  <a:pt x="136150" y="115096"/>
                </a:moveTo>
                <a:cubicBezTo>
                  <a:pt x="137818" y="115096"/>
                  <a:pt x="139504" y="115573"/>
                  <a:pt x="140901" y="116469"/>
                </a:cubicBezTo>
                <a:cubicBezTo>
                  <a:pt x="143328" y="118037"/>
                  <a:pt x="145117" y="121003"/>
                  <a:pt x="145779" y="124581"/>
                </a:cubicBezTo>
                <a:cubicBezTo>
                  <a:pt x="146440" y="128110"/>
                  <a:pt x="146073" y="131811"/>
                  <a:pt x="145632" y="135291"/>
                </a:cubicBezTo>
                <a:cubicBezTo>
                  <a:pt x="145289" y="137987"/>
                  <a:pt x="144896" y="140561"/>
                  <a:pt x="143720" y="142669"/>
                </a:cubicBezTo>
                <a:cubicBezTo>
                  <a:pt x="142249" y="145291"/>
                  <a:pt x="139529" y="147178"/>
                  <a:pt x="136563" y="147570"/>
                </a:cubicBezTo>
                <a:cubicBezTo>
                  <a:pt x="136134" y="147631"/>
                  <a:pt x="135700" y="147660"/>
                  <a:pt x="135266" y="147660"/>
                </a:cubicBezTo>
                <a:cubicBezTo>
                  <a:pt x="132878" y="147660"/>
                  <a:pt x="130483" y="146765"/>
                  <a:pt x="128721" y="145168"/>
                </a:cubicBezTo>
                <a:cubicBezTo>
                  <a:pt x="130755" y="141835"/>
                  <a:pt x="131270" y="137914"/>
                  <a:pt x="131515" y="134164"/>
                </a:cubicBezTo>
                <a:cubicBezTo>
                  <a:pt x="131784" y="129973"/>
                  <a:pt x="131760" y="125120"/>
                  <a:pt x="129676" y="120880"/>
                </a:cubicBezTo>
                <a:cubicBezTo>
                  <a:pt x="129407" y="120341"/>
                  <a:pt x="129113" y="119802"/>
                  <a:pt x="128745" y="119312"/>
                </a:cubicBezTo>
                <a:cubicBezTo>
                  <a:pt x="128794" y="119238"/>
                  <a:pt x="128843" y="119189"/>
                  <a:pt x="128892" y="119116"/>
                </a:cubicBezTo>
                <a:cubicBezTo>
                  <a:pt x="130093" y="117204"/>
                  <a:pt x="132127" y="115782"/>
                  <a:pt x="134333" y="115292"/>
                </a:cubicBezTo>
                <a:cubicBezTo>
                  <a:pt x="134926" y="115160"/>
                  <a:pt x="135537" y="115096"/>
                  <a:pt x="136150" y="115096"/>
                </a:cubicBezTo>
                <a:close/>
                <a:moveTo>
                  <a:pt x="27548" y="137546"/>
                </a:moveTo>
                <a:lnTo>
                  <a:pt x="45881" y="138257"/>
                </a:lnTo>
                <a:cubicBezTo>
                  <a:pt x="46273" y="140585"/>
                  <a:pt x="47155" y="143649"/>
                  <a:pt x="49655" y="145561"/>
                </a:cubicBezTo>
                <a:cubicBezTo>
                  <a:pt x="51420" y="146909"/>
                  <a:pt x="53528" y="147350"/>
                  <a:pt x="55562" y="147644"/>
                </a:cubicBezTo>
                <a:cubicBezTo>
                  <a:pt x="56248" y="147742"/>
                  <a:pt x="57008" y="147840"/>
                  <a:pt x="57792" y="147840"/>
                </a:cubicBezTo>
                <a:cubicBezTo>
                  <a:pt x="58552" y="147840"/>
                  <a:pt x="59336" y="147742"/>
                  <a:pt x="60121" y="147497"/>
                </a:cubicBezTo>
                <a:cubicBezTo>
                  <a:pt x="61027" y="147227"/>
                  <a:pt x="61885" y="146762"/>
                  <a:pt x="62620" y="146124"/>
                </a:cubicBezTo>
                <a:cubicBezTo>
                  <a:pt x="65022" y="147987"/>
                  <a:pt x="68355" y="148967"/>
                  <a:pt x="72596" y="149065"/>
                </a:cubicBezTo>
                <a:lnTo>
                  <a:pt x="73135" y="149065"/>
                </a:lnTo>
                <a:cubicBezTo>
                  <a:pt x="74581" y="149065"/>
                  <a:pt x="76198" y="148943"/>
                  <a:pt x="77718" y="148257"/>
                </a:cubicBezTo>
                <a:cubicBezTo>
                  <a:pt x="80683" y="146982"/>
                  <a:pt x="82718" y="144041"/>
                  <a:pt x="83747" y="139531"/>
                </a:cubicBezTo>
                <a:cubicBezTo>
                  <a:pt x="83919" y="139580"/>
                  <a:pt x="84115" y="139605"/>
                  <a:pt x="84286" y="139605"/>
                </a:cubicBezTo>
                <a:lnTo>
                  <a:pt x="106540" y="139728"/>
                </a:lnTo>
                <a:lnTo>
                  <a:pt x="106565" y="139728"/>
                </a:lnTo>
                <a:cubicBezTo>
                  <a:pt x="106638" y="139728"/>
                  <a:pt x="106712" y="139728"/>
                  <a:pt x="106785" y="139703"/>
                </a:cubicBezTo>
                <a:cubicBezTo>
                  <a:pt x="106834" y="139924"/>
                  <a:pt x="106908" y="140144"/>
                  <a:pt x="106981" y="140365"/>
                </a:cubicBezTo>
                <a:cubicBezTo>
                  <a:pt x="108329" y="144237"/>
                  <a:pt x="110805" y="147325"/>
                  <a:pt x="113917" y="149016"/>
                </a:cubicBezTo>
                <a:cubicBezTo>
                  <a:pt x="115706" y="149997"/>
                  <a:pt x="117667" y="150487"/>
                  <a:pt x="119579" y="150487"/>
                </a:cubicBezTo>
                <a:cubicBezTo>
                  <a:pt x="121687" y="150487"/>
                  <a:pt x="123721" y="149899"/>
                  <a:pt x="125412" y="148747"/>
                </a:cubicBezTo>
                <a:cubicBezTo>
                  <a:pt x="125632" y="148600"/>
                  <a:pt x="125829" y="148453"/>
                  <a:pt x="126049" y="148281"/>
                </a:cubicBezTo>
                <a:cubicBezTo>
                  <a:pt x="128549" y="150511"/>
                  <a:pt x="131931" y="151761"/>
                  <a:pt x="135313" y="151761"/>
                </a:cubicBezTo>
                <a:cubicBezTo>
                  <a:pt x="135902" y="151761"/>
                  <a:pt x="136514" y="151712"/>
                  <a:pt x="137127" y="151639"/>
                </a:cubicBezTo>
                <a:cubicBezTo>
                  <a:pt x="139970" y="151247"/>
                  <a:pt x="142666" y="149899"/>
                  <a:pt x="144749" y="147913"/>
                </a:cubicBezTo>
                <a:cubicBezTo>
                  <a:pt x="146489" y="149580"/>
                  <a:pt x="148940" y="150560"/>
                  <a:pt x="151563" y="150585"/>
                </a:cubicBezTo>
                <a:lnTo>
                  <a:pt x="151710" y="150585"/>
                </a:lnTo>
                <a:cubicBezTo>
                  <a:pt x="154038" y="150585"/>
                  <a:pt x="156440" y="149874"/>
                  <a:pt x="158695" y="148477"/>
                </a:cubicBezTo>
                <a:cubicBezTo>
                  <a:pt x="160705" y="147276"/>
                  <a:pt x="162322" y="145683"/>
                  <a:pt x="163376" y="143894"/>
                </a:cubicBezTo>
                <a:cubicBezTo>
                  <a:pt x="163940" y="142963"/>
                  <a:pt x="164332" y="141982"/>
                  <a:pt x="164626" y="140977"/>
                </a:cubicBezTo>
                <a:lnTo>
                  <a:pt x="164650" y="140977"/>
                </a:lnTo>
                <a:cubicBezTo>
                  <a:pt x="166072" y="140928"/>
                  <a:pt x="167500" y="140904"/>
                  <a:pt x="168930" y="140904"/>
                </a:cubicBezTo>
                <a:cubicBezTo>
                  <a:pt x="170361" y="140904"/>
                  <a:pt x="171795" y="140928"/>
                  <a:pt x="173229" y="140977"/>
                </a:cubicBezTo>
                <a:cubicBezTo>
                  <a:pt x="173204" y="141100"/>
                  <a:pt x="173204" y="141198"/>
                  <a:pt x="173204" y="141321"/>
                </a:cubicBezTo>
                <a:cubicBezTo>
                  <a:pt x="172910" y="145266"/>
                  <a:pt x="172616" y="149237"/>
                  <a:pt x="172371" y="153207"/>
                </a:cubicBezTo>
                <a:cubicBezTo>
                  <a:pt x="171436" y="152974"/>
                  <a:pt x="170463" y="152859"/>
                  <a:pt x="169478" y="152859"/>
                </a:cubicBezTo>
                <a:cubicBezTo>
                  <a:pt x="166744" y="152859"/>
                  <a:pt x="163916" y="153744"/>
                  <a:pt x="161538" y="155438"/>
                </a:cubicBezTo>
                <a:cubicBezTo>
                  <a:pt x="160582" y="156148"/>
                  <a:pt x="159724" y="156908"/>
                  <a:pt x="159013" y="157717"/>
                </a:cubicBezTo>
                <a:cubicBezTo>
                  <a:pt x="156145" y="155713"/>
                  <a:pt x="152740" y="154622"/>
                  <a:pt x="149368" y="154622"/>
                </a:cubicBezTo>
                <a:cubicBezTo>
                  <a:pt x="148535" y="154622"/>
                  <a:pt x="147703" y="154689"/>
                  <a:pt x="146882" y="154825"/>
                </a:cubicBezTo>
                <a:cubicBezTo>
                  <a:pt x="144259" y="155242"/>
                  <a:pt x="141784" y="156393"/>
                  <a:pt x="139774" y="158060"/>
                </a:cubicBezTo>
                <a:cubicBezTo>
                  <a:pt x="139602" y="157521"/>
                  <a:pt x="139210" y="157055"/>
                  <a:pt x="138671" y="156810"/>
                </a:cubicBezTo>
                <a:cubicBezTo>
                  <a:pt x="135750" y="155484"/>
                  <a:pt x="133100" y="154821"/>
                  <a:pt x="130651" y="154821"/>
                </a:cubicBezTo>
                <a:cubicBezTo>
                  <a:pt x="129976" y="154821"/>
                  <a:pt x="129317" y="154871"/>
                  <a:pt x="128672" y="154972"/>
                </a:cubicBezTo>
                <a:cubicBezTo>
                  <a:pt x="125853" y="155389"/>
                  <a:pt x="123255" y="156810"/>
                  <a:pt x="121147" y="158893"/>
                </a:cubicBezTo>
                <a:cubicBezTo>
                  <a:pt x="121074" y="158820"/>
                  <a:pt x="121000" y="158722"/>
                  <a:pt x="120927" y="158648"/>
                </a:cubicBezTo>
                <a:cubicBezTo>
                  <a:pt x="119115" y="156820"/>
                  <a:pt x="116181" y="155462"/>
                  <a:pt x="112754" y="155462"/>
                </a:cubicBezTo>
                <a:cubicBezTo>
                  <a:pt x="110989" y="155462"/>
                  <a:pt x="109094" y="155822"/>
                  <a:pt x="107153" y="156663"/>
                </a:cubicBezTo>
                <a:cubicBezTo>
                  <a:pt x="105829" y="157251"/>
                  <a:pt x="104776" y="157913"/>
                  <a:pt x="103918" y="158746"/>
                </a:cubicBezTo>
                <a:cubicBezTo>
                  <a:pt x="102080" y="160560"/>
                  <a:pt x="101295" y="162986"/>
                  <a:pt x="100903" y="165388"/>
                </a:cubicBezTo>
                <a:lnTo>
                  <a:pt x="100781" y="165388"/>
                </a:lnTo>
                <a:cubicBezTo>
                  <a:pt x="86737" y="165217"/>
                  <a:pt x="72473" y="164972"/>
                  <a:pt x="58405" y="164653"/>
                </a:cubicBezTo>
                <a:cubicBezTo>
                  <a:pt x="58282" y="164653"/>
                  <a:pt x="58160" y="164677"/>
                  <a:pt x="58037" y="164702"/>
                </a:cubicBezTo>
                <a:cubicBezTo>
                  <a:pt x="57768" y="163820"/>
                  <a:pt x="57474" y="162962"/>
                  <a:pt x="57155" y="162153"/>
                </a:cubicBezTo>
                <a:cubicBezTo>
                  <a:pt x="56248" y="160021"/>
                  <a:pt x="55145" y="158428"/>
                  <a:pt x="53773" y="157325"/>
                </a:cubicBezTo>
                <a:cubicBezTo>
                  <a:pt x="52400" y="156197"/>
                  <a:pt x="50685" y="155438"/>
                  <a:pt x="48479" y="155021"/>
                </a:cubicBezTo>
                <a:cubicBezTo>
                  <a:pt x="47575" y="154846"/>
                  <a:pt x="46490" y="154710"/>
                  <a:pt x="45303" y="154710"/>
                </a:cubicBezTo>
                <a:cubicBezTo>
                  <a:pt x="43497" y="154710"/>
                  <a:pt x="41456" y="155025"/>
                  <a:pt x="39460" y="156001"/>
                </a:cubicBezTo>
                <a:cubicBezTo>
                  <a:pt x="39239" y="156124"/>
                  <a:pt x="39068" y="156271"/>
                  <a:pt x="38896" y="156442"/>
                </a:cubicBezTo>
                <a:cubicBezTo>
                  <a:pt x="37695" y="155609"/>
                  <a:pt x="36274" y="154996"/>
                  <a:pt x="34754" y="154678"/>
                </a:cubicBezTo>
                <a:cubicBezTo>
                  <a:pt x="33916" y="154501"/>
                  <a:pt x="33038" y="154414"/>
                  <a:pt x="32133" y="154414"/>
                </a:cubicBezTo>
                <a:cubicBezTo>
                  <a:pt x="31028" y="154414"/>
                  <a:pt x="29884" y="154544"/>
                  <a:pt x="28725" y="154800"/>
                </a:cubicBezTo>
                <a:cubicBezTo>
                  <a:pt x="28455" y="150266"/>
                  <a:pt x="28137" y="145781"/>
                  <a:pt x="27818" y="141321"/>
                </a:cubicBezTo>
                <a:cubicBezTo>
                  <a:pt x="27720" y="140071"/>
                  <a:pt x="27622" y="138796"/>
                  <a:pt x="27548" y="137546"/>
                </a:cubicBezTo>
                <a:close/>
                <a:moveTo>
                  <a:pt x="58920" y="168770"/>
                </a:moveTo>
                <a:lnTo>
                  <a:pt x="58920" y="168770"/>
                </a:lnTo>
                <a:cubicBezTo>
                  <a:pt x="72743" y="169065"/>
                  <a:pt x="86713" y="169310"/>
                  <a:pt x="100511" y="169457"/>
                </a:cubicBezTo>
                <a:cubicBezTo>
                  <a:pt x="100364" y="171883"/>
                  <a:pt x="100339" y="174334"/>
                  <a:pt x="100413" y="176760"/>
                </a:cubicBezTo>
                <a:cubicBezTo>
                  <a:pt x="92891" y="176464"/>
                  <a:pt x="85318" y="176315"/>
                  <a:pt x="77749" y="176315"/>
                </a:cubicBezTo>
                <a:cubicBezTo>
                  <a:pt x="71557" y="176315"/>
                  <a:pt x="65368" y="176415"/>
                  <a:pt x="59214" y="176613"/>
                </a:cubicBezTo>
                <a:cubicBezTo>
                  <a:pt x="59214" y="176368"/>
                  <a:pt x="59238" y="176123"/>
                  <a:pt x="59238" y="175878"/>
                </a:cubicBezTo>
                <a:cubicBezTo>
                  <a:pt x="59336" y="173305"/>
                  <a:pt x="59214" y="170952"/>
                  <a:pt x="58920" y="168770"/>
                </a:cubicBezTo>
                <a:close/>
                <a:moveTo>
                  <a:pt x="32083" y="158499"/>
                </a:moveTo>
                <a:cubicBezTo>
                  <a:pt x="32721" y="158499"/>
                  <a:pt x="33338" y="158558"/>
                  <a:pt x="33921" y="158673"/>
                </a:cubicBezTo>
                <a:cubicBezTo>
                  <a:pt x="35710" y="159065"/>
                  <a:pt x="37229" y="160021"/>
                  <a:pt x="38136" y="161344"/>
                </a:cubicBezTo>
                <a:cubicBezTo>
                  <a:pt x="38969" y="162594"/>
                  <a:pt x="39313" y="164285"/>
                  <a:pt x="39558" y="165927"/>
                </a:cubicBezTo>
                <a:cubicBezTo>
                  <a:pt x="39974" y="168623"/>
                  <a:pt x="40170" y="171393"/>
                  <a:pt x="40121" y="174138"/>
                </a:cubicBezTo>
                <a:cubicBezTo>
                  <a:pt x="40048" y="178770"/>
                  <a:pt x="39190" y="181907"/>
                  <a:pt x="37401" y="184064"/>
                </a:cubicBezTo>
                <a:cubicBezTo>
                  <a:pt x="35784" y="186000"/>
                  <a:pt x="33273" y="187107"/>
                  <a:pt x="30769" y="187107"/>
                </a:cubicBezTo>
                <a:cubicBezTo>
                  <a:pt x="30198" y="187107"/>
                  <a:pt x="29627" y="187050"/>
                  <a:pt x="29068" y="186931"/>
                </a:cubicBezTo>
                <a:cubicBezTo>
                  <a:pt x="29632" y="177618"/>
                  <a:pt x="29436" y="168231"/>
                  <a:pt x="28970" y="158942"/>
                </a:cubicBezTo>
                <a:cubicBezTo>
                  <a:pt x="30032" y="158643"/>
                  <a:pt x="31084" y="158499"/>
                  <a:pt x="32083" y="158499"/>
                </a:cubicBezTo>
                <a:close/>
                <a:moveTo>
                  <a:pt x="45354" y="158808"/>
                </a:moveTo>
                <a:cubicBezTo>
                  <a:pt x="46122" y="158808"/>
                  <a:pt x="46916" y="158885"/>
                  <a:pt x="47719" y="159040"/>
                </a:cubicBezTo>
                <a:cubicBezTo>
                  <a:pt x="49190" y="159310"/>
                  <a:pt x="50366" y="159800"/>
                  <a:pt x="51175" y="160486"/>
                </a:cubicBezTo>
                <a:cubicBezTo>
                  <a:pt x="52008" y="161173"/>
                  <a:pt x="52743" y="162227"/>
                  <a:pt x="53381" y="163746"/>
                </a:cubicBezTo>
                <a:cubicBezTo>
                  <a:pt x="54753" y="167006"/>
                  <a:pt x="55317" y="170927"/>
                  <a:pt x="55145" y="175731"/>
                </a:cubicBezTo>
                <a:cubicBezTo>
                  <a:pt x="55072" y="177814"/>
                  <a:pt x="54851" y="180216"/>
                  <a:pt x="53895" y="182275"/>
                </a:cubicBezTo>
                <a:cubicBezTo>
                  <a:pt x="52743" y="184701"/>
                  <a:pt x="50513" y="186564"/>
                  <a:pt x="47915" y="187275"/>
                </a:cubicBezTo>
                <a:cubicBezTo>
                  <a:pt x="47143" y="187482"/>
                  <a:pt x="46348" y="187582"/>
                  <a:pt x="45553" y="187582"/>
                </a:cubicBezTo>
                <a:cubicBezTo>
                  <a:pt x="43902" y="187582"/>
                  <a:pt x="42255" y="187146"/>
                  <a:pt x="40832" y="186319"/>
                </a:cubicBezTo>
                <a:cubicBezTo>
                  <a:pt x="43749" y="182520"/>
                  <a:pt x="44165" y="177618"/>
                  <a:pt x="44214" y="174211"/>
                </a:cubicBezTo>
                <a:cubicBezTo>
                  <a:pt x="44263" y="171246"/>
                  <a:pt x="44067" y="168256"/>
                  <a:pt x="43626" y="165315"/>
                </a:cubicBezTo>
                <a:cubicBezTo>
                  <a:pt x="43332" y="163354"/>
                  <a:pt x="42891" y="161295"/>
                  <a:pt x="41763" y="159457"/>
                </a:cubicBezTo>
                <a:cubicBezTo>
                  <a:pt x="42840" y="159027"/>
                  <a:pt x="44061" y="158808"/>
                  <a:pt x="45354" y="158808"/>
                </a:cubicBezTo>
                <a:close/>
                <a:moveTo>
                  <a:pt x="169455" y="156945"/>
                </a:moveTo>
                <a:cubicBezTo>
                  <a:pt x="170286" y="156945"/>
                  <a:pt x="171097" y="157069"/>
                  <a:pt x="171856" y="157325"/>
                </a:cubicBezTo>
                <a:cubicBezTo>
                  <a:pt x="171954" y="157349"/>
                  <a:pt x="172028" y="157374"/>
                  <a:pt x="172126" y="157374"/>
                </a:cubicBezTo>
                <a:cubicBezTo>
                  <a:pt x="171562" y="167790"/>
                  <a:pt x="171317" y="178280"/>
                  <a:pt x="172052" y="188696"/>
                </a:cubicBezTo>
                <a:cubicBezTo>
                  <a:pt x="171906" y="188698"/>
                  <a:pt x="171761" y="188700"/>
                  <a:pt x="171617" y="188700"/>
                </a:cubicBezTo>
                <a:cubicBezTo>
                  <a:pt x="168884" y="188700"/>
                  <a:pt x="166503" y="188259"/>
                  <a:pt x="164454" y="187397"/>
                </a:cubicBezTo>
                <a:cubicBezTo>
                  <a:pt x="161856" y="186270"/>
                  <a:pt x="159798" y="184382"/>
                  <a:pt x="158793" y="182152"/>
                </a:cubicBezTo>
                <a:cubicBezTo>
                  <a:pt x="157886" y="180142"/>
                  <a:pt x="157739" y="177716"/>
                  <a:pt x="157714" y="175584"/>
                </a:cubicBezTo>
                <a:cubicBezTo>
                  <a:pt x="157665" y="171711"/>
                  <a:pt x="158058" y="168697"/>
                  <a:pt x="158915" y="166074"/>
                </a:cubicBezTo>
                <a:cubicBezTo>
                  <a:pt x="159920" y="162962"/>
                  <a:pt x="161709" y="160364"/>
                  <a:pt x="163915" y="158771"/>
                </a:cubicBezTo>
                <a:cubicBezTo>
                  <a:pt x="165598" y="157581"/>
                  <a:pt x="167575" y="156945"/>
                  <a:pt x="169455" y="156945"/>
                </a:cubicBezTo>
                <a:close/>
                <a:moveTo>
                  <a:pt x="149353" y="158719"/>
                </a:moveTo>
                <a:cubicBezTo>
                  <a:pt x="151875" y="158719"/>
                  <a:pt x="154486" y="159556"/>
                  <a:pt x="156636" y="161075"/>
                </a:cubicBezTo>
                <a:cubicBezTo>
                  <a:pt x="155901" y="162398"/>
                  <a:pt x="155386" y="163673"/>
                  <a:pt x="155019" y="164800"/>
                </a:cubicBezTo>
                <a:cubicBezTo>
                  <a:pt x="154014" y="167864"/>
                  <a:pt x="153572" y="171295"/>
                  <a:pt x="153622" y="175633"/>
                </a:cubicBezTo>
                <a:cubicBezTo>
                  <a:pt x="153646" y="178182"/>
                  <a:pt x="153842" y="181147"/>
                  <a:pt x="155068" y="183868"/>
                </a:cubicBezTo>
                <a:cubicBezTo>
                  <a:pt x="155386" y="184554"/>
                  <a:pt x="155778" y="185240"/>
                  <a:pt x="156219" y="185878"/>
                </a:cubicBezTo>
                <a:cubicBezTo>
                  <a:pt x="156072" y="186000"/>
                  <a:pt x="155901" y="186123"/>
                  <a:pt x="155778" y="186294"/>
                </a:cubicBezTo>
                <a:cubicBezTo>
                  <a:pt x="153991" y="188512"/>
                  <a:pt x="151096" y="189852"/>
                  <a:pt x="148252" y="189852"/>
                </a:cubicBezTo>
                <a:cubicBezTo>
                  <a:pt x="148015" y="189852"/>
                  <a:pt x="147779" y="189842"/>
                  <a:pt x="147543" y="189823"/>
                </a:cubicBezTo>
                <a:cubicBezTo>
                  <a:pt x="144480" y="189554"/>
                  <a:pt x="141514" y="187667"/>
                  <a:pt x="140019" y="184971"/>
                </a:cubicBezTo>
                <a:cubicBezTo>
                  <a:pt x="138941" y="183035"/>
                  <a:pt x="138549" y="180706"/>
                  <a:pt x="138328" y="178917"/>
                </a:cubicBezTo>
                <a:cubicBezTo>
                  <a:pt x="137960" y="175780"/>
                  <a:pt x="137936" y="172692"/>
                  <a:pt x="138304" y="169751"/>
                </a:cubicBezTo>
                <a:cubicBezTo>
                  <a:pt x="138598" y="167398"/>
                  <a:pt x="139088" y="165633"/>
                  <a:pt x="139848" y="164212"/>
                </a:cubicBezTo>
                <a:cubicBezTo>
                  <a:pt x="141343" y="161442"/>
                  <a:pt x="144284" y="159384"/>
                  <a:pt x="147543" y="158869"/>
                </a:cubicBezTo>
                <a:cubicBezTo>
                  <a:pt x="148136" y="158768"/>
                  <a:pt x="148742" y="158719"/>
                  <a:pt x="149353" y="158719"/>
                </a:cubicBezTo>
                <a:close/>
                <a:moveTo>
                  <a:pt x="130668" y="158910"/>
                </a:moveTo>
                <a:cubicBezTo>
                  <a:pt x="132518" y="158910"/>
                  <a:pt x="134602" y="159444"/>
                  <a:pt x="136980" y="160535"/>
                </a:cubicBezTo>
                <a:cubicBezTo>
                  <a:pt x="137078" y="160584"/>
                  <a:pt x="137176" y="160609"/>
                  <a:pt x="137299" y="160633"/>
                </a:cubicBezTo>
                <a:cubicBezTo>
                  <a:pt x="136907" y="161173"/>
                  <a:pt x="136539" y="161712"/>
                  <a:pt x="136245" y="162276"/>
                </a:cubicBezTo>
                <a:cubicBezTo>
                  <a:pt x="135240" y="164163"/>
                  <a:pt x="134603" y="166393"/>
                  <a:pt x="134235" y="169261"/>
                </a:cubicBezTo>
                <a:cubicBezTo>
                  <a:pt x="133843" y="172520"/>
                  <a:pt x="133843" y="175927"/>
                  <a:pt x="134260" y="179407"/>
                </a:cubicBezTo>
                <a:cubicBezTo>
                  <a:pt x="134529" y="181588"/>
                  <a:pt x="135019" y="184407"/>
                  <a:pt x="136441" y="186980"/>
                </a:cubicBezTo>
                <a:cubicBezTo>
                  <a:pt x="136637" y="187324"/>
                  <a:pt x="136858" y="187667"/>
                  <a:pt x="137078" y="187985"/>
                </a:cubicBezTo>
                <a:cubicBezTo>
                  <a:pt x="137029" y="188059"/>
                  <a:pt x="136956" y="188108"/>
                  <a:pt x="136907" y="188181"/>
                </a:cubicBezTo>
                <a:cubicBezTo>
                  <a:pt x="135483" y="189931"/>
                  <a:pt x="132945" y="190903"/>
                  <a:pt x="129909" y="190903"/>
                </a:cubicBezTo>
                <a:cubicBezTo>
                  <a:pt x="129287" y="190903"/>
                  <a:pt x="128644" y="190863"/>
                  <a:pt x="127985" y="190779"/>
                </a:cubicBezTo>
                <a:cubicBezTo>
                  <a:pt x="126172" y="190559"/>
                  <a:pt x="124824" y="190093"/>
                  <a:pt x="123892" y="189382"/>
                </a:cubicBezTo>
                <a:cubicBezTo>
                  <a:pt x="121858" y="187863"/>
                  <a:pt x="121098" y="184897"/>
                  <a:pt x="120584" y="181907"/>
                </a:cubicBezTo>
                <a:cubicBezTo>
                  <a:pt x="119775" y="177226"/>
                  <a:pt x="119211" y="172251"/>
                  <a:pt x="120559" y="167692"/>
                </a:cubicBezTo>
                <a:cubicBezTo>
                  <a:pt x="121711" y="163844"/>
                  <a:pt x="124848" y="159678"/>
                  <a:pt x="129284" y="159016"/>
                </a:cubicBezTo>
                <a:cubicBezTo>
                  <a:pt x="129731" y="158946"/>
                  <a:pt x="130191" y="158910"/>
                  <a:pt x="130668" y="158910"/>
                </a:cubicBezTo>
                <a:close/>
                <a:moveTo>
                  <a:pt x="112863" y="159581"/>
                </a:moveTo>
                <a:cubicBezTo>
                  <a:pt x="114744" y="159581"/>
                  <a:pt x="116637" y="160128"/>
                  <a:pt x="118010" y="161516"/>
                </a:cubicBezTo>
                <a:cubicBezTo>
                  <a:pt x="118206" y="161712"/>
                  <a:pt x="118451" y="161883"/>
                  <a:pt x="118697" y="161981"/>
                </a:cubicBezTo>
                <a:cubicBezTo>
                  <a:pt x="117839" y="163354"/>
                  <a:pt x="117128" y="164874"/>
                  <a:pt x="116638" y="166516"/>
                </a:cubicBezTo>
                <a:cubicBezTo>
                  <a:pt x="115045" y="171908"/>
                  <a:pt x="115682" y="177667"/>
                  <a:pt x="116540" y="182593"/>
                </a:cubicBezTo>
                <a:cubicBezTo>
                  <a:pt x="116981" y="185167"/>
                  <a:pt x="117618" y="187765"/>
                  <a:pt x="118942" y="189921"/>
                </a:cubicBezTo>
                <a:cubicBezTo>
                  <a:pt x="117647" y="191276"/>
                  <a:pt x="115686" y="192064"/>
                  <a:pt x="113717" y="192064"/>
                </a:cubicBezTo>
                <a:cubicBezTo>
                  <a:pt x="113300" y="192064"/>
                  <a:pt x="112883" y="192029"/>
                  <a:pt x="112471" y="191956"/>
                </a:cubicBezTo>
                <a:cubicBezTo>
                  <a:pt x="110020" y="191539"/>
                  <a:pt x="107692" y="189823"/>
                  <a:pt x="106418" y="187495"/>
                </a:cubicBezTo>
                <a:cubicBezTo>
                  <a:pt x="105217" y="185289"/>
                  <a:pt x="104874" y="182593"/>
                  <a:pt x="104677" y="180044"/>
                </a:cubicBezTo>
                <a:cubicBezTo>
                  <a:pt x="104359" y="176025"/>
                  <a:pt x="104383" y="171957"/>
                  <a:pt x="104727" y="167937"/>
                </a:cubicBezTo>
                <a:cubicBezTo>
                  <a:pt x="104923" y="165511"/>
                  <a:pt x="105315" y="163109"/>
                  <a:pt x="106785" y="161687"/>
                </a:cubicBezTo>
                <a:cubicBezTo>
                  <a:pt x="107275" y="161197"/>
                  <a:pt x="107913" y="160805"/>
                  <a:pt x="108795" y="160413"/>
                </a:cubicBezTo>
                <a:cubicBezTo>
                  <a:pt x="109986" y="159903"/>
                  <a:pt x="111421" y="159581"/>
                  <a:pt x="112863" y="159581"/>
                </a:cubicBezTo>
                <a:close/>
                <a:moveTo>
                  <a:pt x="14637" y="4076"/>
                </a:moveTo>
                <a:cubicBezTo>
                  <a:pt x="16314" y="4076"/>
                  <a:pt x="17990" y="4575"/>
                  <a:pt x="19338" y="5566"/>
                </a:cubicBezTo>
                <a:cubicBezTo>
                  <a:pt x="23725" y="8728"/>
                  <a:pt x="24093" y="15296"/>
                  <a:pt x="23823" y="21914"/>
                </a:cubicBezTo>
                <a:cubicBezTo>
                  <a:pt x="23725" y="24806"/>
                  <a:pt x="23602" y="27673"/>
                  <a:pt x="23480" y="30565"/>
                </a:cubicBezTo>
                <a:cubicBezTo>
                  <a:pt x="22205" y="61790"/>
                  <a:pt x="20882" y="94068"/>
                  <a:pt x="22671" y="125807"/>
                </a:cubicBezTo>
                <a:cubicBezTo>
                  <a:pt x="22965" y="131076"/>
                  <a:pt x="23357" y="136419"/>
                  <a:pt x="23725" y="141615"/>
                </a:cubicBezTo>
                <a:cubicBezTo>
                  <a:pt x="25073" y="160266"/>
                  <a:pt x="26445" y="179530"/>
                  <a:pt x="23872" y="198205"/>
                </a:cubicBezTo>
                <a:cubicBezTo>
                  <a:pt x="23553" y="200509"/>
                  <a:pt x="23014" y="202985"/>
                  <a:pt x="21421" y="203965"/>
                </a:cubicBezTo>
                <a:cubicBezTo>
                  <a:pt x="20392" y="204578"/>
                  <a:pt x="18848" y="204602"/>
                  <a:pt x="17475" y="204627"/>
                </a:cubicBezTo>
                <a:cubicBezTo>
                  <a:pt x="17049" y="204634"/>
                  <a:pt x="16618" y="204639"/>
                  <a:pt x="16185" y="204639"/>
                </a:cubicBezTo>
                <a:cubicBezTo>
                  <a:pt x="12212" y="204639"/>
                  <a:pt x="8075" y="204230"/>
                  <a:pt x="5932" y="201490"/>
                </a:cubicBezTo>
                <a:cubicBezTo>
                  <a:pt x="4118" y="199161"/>
                  <a:pt x="4192" y="195632"/>
                  <a:pt x="4437" y="191931"/>
                </a:cubicBezTo>
                <a:cubicBezTo>
                  <a:pt x="5392" y="177986"/>
                  <a:pt x="6079" y="163771"/>
                  <a:pt x="6544" y="148477"/>
                </a:cubicBezTo>
                <a:cubicBezTo>
                  <a:pt x="7206" y="125708"/>
                  <a:pt x="7378" y="101273"/>
                  <a:pt x="7010" y="71593"/>
                </a:cubicBezTo>
                <a:cubicBezTo>
                  <a:pt x="6887" y="60466"/>
                  <a:pt x="6691" y="48628"/>
                  <a:pt x="6373" y="33163"/>
                </a:cubicBezTo>
                <a:cubicBezTo>
                  <a:pt x="6348" y="31105"/>
                  <a:pt x="6250" y="29021"/>
                  <a:pt x="6152" y="26987"/>
                </a:cubicBezTo>
                <a:cubicBezTo>
                  <a:pt x="5956" y="22894"/>
                  <a:pt x="5760" y="18654"/>
                  <a:pt x="6005" y="14610"/>
                </a:cubicBezTo>
                <a:cubicBezTo>
                  <a:pt x="6152" y="12527"/>
                  <a:pt x="6863" y="7405"/>
                  <a:pt x="10539" y="5174"/>
                </a:cubicBezTo>
                <a:cubicBezTo>
                  <a:pt x="11770" y="4440"/>
                  <a:pt x="13204" y="4076"/>
                  <a:pt x="14637" y="4076"/>
                </a:cubicBezTo>
                <a:close/>
                <a:moveTo>
                  <a:pt x="186365" y="4071"/>
                </a:moveTo>
                <a:cubicBezTo>
                  <a:pt x="187787" y="4071"/>
                  <a:pt x="189233" y="4439"/>
                  <a:pt x="190458" y="5174"/>
                </a:cubicBezTo>
                <a:cubicBezTo>
                  <a:pt x="194159" y="7405"/>
                  <a:pt x="194845" y="12527"/>
                  <a:pt x="194992" y="14610"/>
                </a:cubicBezTo>
                <a:cubicBezTo>
                  <a:pt x="195237" y="18654"/>
                  <a:pt x="195041" y="22894"/>
                  <a:pt x="194845" y="26987"/>
                </a:cubicBezTo>
                <a:cubicBezTo>
                  <a:pt x="194772" y="29021"/>
                  <a:pt x="194674" y="31105"/>
                  <a:pt x="194625" y="33163"/>
                </a:cubicBezTo>
                <a:cubicBezTo>
                  <a:pt x="194306" y="48579"/>
                  <a:pt x="194110" y="60417"/>
                  <a:pt x="193987" y="71593"/>
                </a:cubicBezTo>
                <a:cubicBezTo>
                  <a:pt x="193644" y="101273"/>
                  <a:pt x="193791" y="125708"/>
                  <a:pt x="194478" y="148477"/>
                </a:cubicBezTo>
                <a:cubicBezTo>
                  <a:pt x="194919" y="163771"/>
                  <a:pt x="195605" y="177986"/>
                  <a:pt x="196561" y="191931"/>
                </a:cubicBezTo>
                <a:cubicBezTo>
                  <a:pt x="196806" y="195632"/>
                  <a:pt x="196879" y="199161"/>
                  <a:pt x="195066" y="201490"/>
                </a:cubicBezTo>
                <a:cubicBezTo>
                  <a:pt x="192944" y="204230"/>
                  <a:pt x="188790" y="204639"/>
                  <a:pt x="184814" y="204639"/>
                </a:cubicBezTo>
                <a:cubicBezTo>
                  <a:pt x="184380" y="204639"/>
                  <a:pt x="183949" y="204634"/>
                  <a:pt x="183522" y="204627"/>
                </a:cubicBezTo>
                <a:cubicBezTo>
                  <a:pt x="182150" y="204602"/>
                  <a:pt x="180606" y="204578"/>
                  <a:pt x="179576" y="203965"/>
                </a:cubicBezTo>
                <a:cubicBezTo>
                  <a:pt x="177983" y="202985"/>
                  <a:pt x="177444" y="200509"/>
                  <a:pt x="177125" y="198205"/>
                </a:cubicBezTo>
                <a:cubicBezTo>
                  <a:pt x="174552" y="179530"/>
                  <a:pt x="175924" y="160266"/>
                  <a:pt x="177272" y="141615"/>
                </a:cubicBezTo>
                <a:cubicBezTo>
                  <a:pt x="177640" y="136419"/>
                  <a:pt x="178032" y="131076"/>
                  <a:pt x="178326" y="125807"/>
                </a:cubicBezTo>
                <a:cubicBezTo>
                  <a:pt x="180115" y="94068"/>
                  <a:pt x="178792" y="61790"/>
                  <a:pt x="177518" y="30565"/>
                </a:cubicBezTo>
                <a:cubicBezTo>
                  <a:pt x="177395" y="27673"/>
                  <a:pt x="177297" y="24806"/>
                  <a:pt x="177174" y="21914"/>
                </a:cubicBezTo>
                <a:cubicBezTo>
                  <a:pt x="176905" y="15296"/>
                  <a:pt x="177272" y="8728"/>
                  <a:pt x="181660" y="5566"/>
                </a:cubicBezTo>
                <a:cubicBezTo>
                  <a:pt x="183008" y="4562"/>
                  <a:pt x="184674" y="4071"/>
                  <a:pt x="186365" y="4071"/>
                </a:cubicBezTo>
                <a:close/>
                <a:moveTo>
                  <a:pt x="14627" y="0"/>
                </a:moveTo>
                <a:cubicBezTo>
                  <a:pt x="12462" y="0"/>
                  <a:pt x="10296" y="551"/>
                  <a:pt x="8432" y="1670"/>
                </a:cubicBezTo>
                <a:cubicBezTo>
                  <a:pt x="4657" y="3949"/>
                  <a:pt x="2304" y="8581"/>
                  <a:pt x="1937" y="14365"/>
                </a:cubicBezTo>
                <a:cubicBezTo>
                  <a:pt x="1667" y="18605"/>
                  <a:pt x="1863" y="22968"/>
                  <a:pt x="2059" y="27183"/>
                </a:cubicBezTo>
                <a:cubicBezTo>
                  <a:pt x="2157" y="29193"/>
                  <a:pt x="2255" y="31252"/>
                  <a:pt x="2280" y="33261"/>
                </a:cubicBezTo>
                <a:cubicBezTo>
                  <a:pt x="2598" y="48677"/>
                  <a:pt x="2795" y="60540"/>
                  <a:pt x="2917" y="71642"/>
                </a:cubicBezTo>
                <a:cubicBezTo>
                  <a:pt x="3285" y="101273"/>
                  <a:pt x="3113" y="125635"/>
                  <a:pt x="2451" y="148355"/>
                </a:cubicBezTo>
                <a:cubicBezTo>
                  <a:pt x="1986" y="163599"/>
                  <a:pt x="1299" y="177765"/>
                  <a:pt x="368" y="191662"/>
                </a:cubicBezTo>
                <a:cubicBezTo>
                  <a:pt x="50" y="196196"/>
                  <a:pt x="1" y="200534"/>
                  <a:pt x="2696" y="204014"/>
                </a:cubicBezTo>
                <a:cubicBezTo>
                  <a:pt x="5834" y="208033"/>
                  <a:pt x="11078" y="208744"/>
                  <a:pt x="16397" y="208744"/>
                </a:cubicBezTo>
                <a:cubicBezTo>
                  <a:pt x="16789" y="208744"/>
                  <a:pt x="17181" y="208720"/>
                  <a:pt x="17549" y="208720"/>
                </a:cubicBezTo>
                <a:cubicBezTo>
                  <a:pt x="19240" y="208695"/>
                  <a:pt x="21568" y="208671"/>
                  <a:pt x="23553" y="207445"/>
                </a:cubicBezTo>
                <a:cubicBezTo>
                  <a:pt x="26617" y="205607"/>
                  <a:pt x="27475" y="202004"/>
                  <a:pt x="27941" y="198769"/>
                </a:cubicBezTo>
                <a:cubicBezTo>
                  <a:pt x="28284" y="196196"/>
                  <a:pt x="28553" y="193622"/>
                  <a:pt x="28774" y="191024"/>
                </a:cubicBezTo>
                <a:cubicBezTo>
                  <a:pt x="29411" y="191147"/>
                  <a:pt x="30073" y="191196"/>
                  <a:pt x="30710" y="191196"/>
                </a:cubicBezTo>
                <a:cubicBezTo>
                  <a:pt x="33185" y="191196"/>
                  <a:pt x="35636" y="190461"/>
                  <a:pt x="37720" y="189137"/>
                </a:cubicBezTo>
                <a:cubicBezTo>
                  <a:pt x="37793" y="189211"/>
                  <a:pt x="37842" y="189260"/>
                  <a:pt x="37916" y="189309"/>
                </a:cubicBezTo>
                <a:cubicBezTo>
                  <a:pt x="40146" y="190853"/>
                  <a:pt x="42842" y="191662"/>
                  <a:pt x="45562" y="191662"/>
                </a:cubicBezTo>
                <a:cubicBezTo>
                  <a:pt x="46714" y="191662"/>
                  <a:pt x="47866" y="191515"/>
                  <a:pt x="48969" y="191220"/>
                </a:cubicBezTo>
                <a:cubicBezTo>
                  <a:pt x="52719" y="190216"/>
                  <a:pt x="55954" y="187520"/>
                  <a:pt x="57596" y="184015"/>
                </a:cubicBezTo>
                <a:cubicBezTo>
                  <a:pt x="58111" y="182936"/>
                  <a:pt x="58454" y="181834"/>
                  <a:pt x="58699" y="180731"/>
                </a:cubicBezTo>
                <a:cubicBezTo>
                  <a:pt x="65066" y="180518"/>
                  <a:pt x="71469" y="180412"/>
                  <a:pt x="77875" y="180412"/>
                </a:cubicBezTo>
                <a:cubicBezTo>
                  <a:pt x="85475" y="180412"/>
                  <a:pt x="93079" y="180561"/>
                  <a:pt x="100634" y="180853"/>
                </a:cubicBezTo>
                <a:cubicBezTo>
                  <a:pt x="100879" y="183745"/>
                  <a:pt x="101344" y="186735"/>
                  <a:pt x="102815" y="189431"/>
                </a:cubicBezTo>
                <a:cubicBezTo>
                  <a:pt x="104702" y="192912"/>
                  <a:pt x="108060" y="195362"/>
                  <a:pt x="111785" y="196000"/>
                </a:cubicBezTo>
                <a:cubicBezTo>
                  <a:pt x="112422" y="196098"/>
                  <a:pt x="113059" y="196171"/>
                  <a:pt x="113697" y="196171"/>
                </a:cubicBezTo>
                <a:cubicBezTo>
                  <a:pt x="116736" y="196171"/>
                  <a:pt x="119677" y="194970"/>
                  <a:pt x="121760" y="192887"/>
                </a:cubicBezTo>
                <a:cubicBezTo>
                  <a:pt x="123231" y="193892"/>
                  <a:pt x="125093" y="194529"/>
                  <a:pt x="127471" y="194848"/>
                </a:cubicBezTo>
                <a:cubicBezTo>
                  <a:pt x="128279" y="194946"/>
                  <a:pt x="129113" y="194995"/>
                  <a:pt x="129897" y="194995"/>
                </a:cubicBezTo>
                <a:cubicBezTo>
                  <a:pt x="134064" y="194995"/>
                  <a:pt x="137666" y="193573"/>
                  <a:pt x="139897" y="190975"/>
                </a:cubicBezTo>
                <a:cubicBezTo>
                  <a:pt x="141980" y="192617"/>
                  <a:pt x="144529" y="193671"/>
                  <a:pt x="147200" y="193892"/>
                </a:cubicBezTo>
                <a:cubicBezTo>
                  <a:pt x="147568" y="193941"/>
                  <a:pt x="147935" y="193941"/>
                  <a:pt x="148303" y="193941"/>
                </a:cubicBezTo>
                <a:cubicBezTo>
                  <a:pt x="152396" y="193941"/>
                  <a:pt x="156391" y="192054"/>
                  <a:pt x="158964" y="188843"/>
                </a:cubicBezTo>
                <a:cubicBezTo>
                  <a:pt x="158964" y="188843"/>
                  <a:pt x="158964" y="188843"/>
                  <a:pt x="158989" y="188819"/>
                </a:cubicBezTo>
                <a:cubicBezTo>
                  <a:pt x="160116" y="189750"/>
                  <a:pt x="161415" y="190534"/>
                  <a:pt x="162861" y="191147"/>
                </a:cubicBezTo>
                <a:cubicBezTo>
                  <a:pt x="165410" y="192250"/>
                  <a:pt x="168376" y="192814"/>
                  <a:pt x="171660" y="192814"/>
                </a:cubicBezTo>
                <a:cubicBezTo>
                  <a:pt x="171905" y="192814"/>
                  <a:pt x="172150" y="192789"/>
                  <a:pt x="172371" y="192789"/>
                </a:cubicBezTo>
                <a:cubicBezTo>
                  <a:pt x="172567" y="194774"/>
                  <a:pt x="172787" y="196784"/>
                  <a:pt x="173081" y="198769"/>
                </a:cubicBezTo>
                <a:cubicBezTo>
                  <a:pt x="173523" y="202004"/>
                  <a:pt x="174405" y="205607"/>
                  <a:pt x="177444" y="207445"/>
                </a:cubicBezTo>
                <a:cubicBezTo>
                  <a:pt x="179429" y="208671"/>
                  <a:pt x="181758" y="208695"/>
                  <a:pt x="183449" y="208720"/>
                </a:cubicBezTo>
                <a:cubicBezTo>
                  <a:pt x="183841" y="208720"/>
                  <a:pt x="184208" y="208744"/>
                  <a:pt x="184601" y="208744"/>
                </a:cubicBezTo>
                <a:cubicBezTo>
                  <a:pt x="189944" y="208744"/>
                  <a:pt x="195164" y="208033"/>
                  <a:pt x="198301" y="204014"/>
                </a:cubicBezTo>
                <a:cubicBezTo>
                  <a:pt x="200997" y="200558"/>
                  <a:pt x="200948" y="196196"/>
                  <a:pt x="200629" y="191662"/>
                </a:cubicBezTo>
                <a:cubicBezTo>
                  <a:pt x="199698" y="177765"/>
                  <a:pt x="199012" y="163599"/>
                  <a:pt x="198571" y="148355"/>
                </a:cubicBezTo>
                <a:cubicBezTo>
                  <a:pt x="197884" y="125635"/>
                  <a:pt x="197737" y="101273"/>
                  <a:pt x="198080" y="71642"/>
                </a:cubicBezTo>
                <a:cubicBezTo>
                  <a:pt x="198203" y="60491"/>
                  <a:pt x="198399" y="48653"/>
                  <a:pt x="198718" y="33261"/>
                </a:cubicBezTo>
                <a:cubicBezTo>
                  <a:pt x="198767" y="31252"/>
                  <a:pt x="198865" y="29193"/>
                  <a:pt x="198938" y="27183"/>
                </a:cubicBezTo>
                <a:cubicBezTo>
                  <a:pt x="199134" y="22968"/>
                  <a:pt x="199330" y="18605"/>
                  <a:pt x="199085" y="14365"/>
                </a:cubicBezTo>
                <a:cubicBezTo>
                  <a:pt x="198718" y="8581"/>
                  <a:pt x="196340" y="3949"/>
                  <a:pt x="192566" y="1670"/>
                </a:cubicBezTo>
                <a:cubicBezTo>
                  <a:pt x="190713" y="551"/>
                  <a:pt x="188548" y="0"/>
                  <a:pt x="186380" y="0"/>
                </a:cubicBezTo>
                <a:cubicBezTo>
                  <a:pt x="183845" y="0"/>
                  <a:pt x="181305" y="754"/>
                  <a:pt x="179258" y="2233"/>
                </a:cubicBezTo>
                <a:cubicBezTo>
                  <a:pt x="174650" y="5566"/>
                  <a:pt x="173302" y="11204"/>
                  <a:pt x="173057" y="17012"/>
                </a:cubicBezTo>
                <a:cubicBezTo>
                  <a:pt x="172126" y="16765"/>
                  <a:pt x="171164" y="16644"/>
                  <a:pt x="170201" y="16644"/>
                </a:cubicBezTo>
                <a:cubicBezTo>
                  <a:pt x="167539" y="16644"/>
                  <a:pt x="164871" y="17570"/>
                  <a:pt x="162837" y="19316"/>
                </a:cubicBezTo>
                <a:cubicBezTo>
                  <a:pt x="159798" y="21938"/>
                  <a:pt x="158597" y="25737"/>
                  <a:pt x="158033" y="29291"/>
                </a:cubicBezTo>
                <a:cubicBezTo>
                  <a:pt x="157714" y="29095"/>
                  <a:pt x="157322" y="28997"/>
                  <a:pt x="156906" y="28997"/>
                </a:cubicBezTo>
                <a:cubicBezTo>
                  <a:pt x="154786" y="29051"/>
                  <a:pt x="152660" y="29076"/>
                  <a:pt x="150530" y="29076"/>
                </a:cubicBezTo>
                <a:cubicBezTo>
                  <a:pt x="139212" y="29076"/>
                  <a:pt x="127784" y="28375"/>
                  <a:pt x="116687" y="27673"/>
                </a:cubicBezTo>
                <a:cubicBezTo>
                  <a:pt x="105517" y="26986"/>
                  <a:pt x="94029" y="26280"/>
                  <a:pt x="82613" y="26280"/>
                </a:cubicBezTo>
                <a:cubicBezTo>
                  <a:pt x="80603" y="26280"/>
                  <a:pt x="78594" y="26302"/>
                  <a:pt x="76590" y="26350"/>
                </a:cubicBezTo>
                <a:cubicBezTo>
                  <a:pt x="76345" y="26350"/>
                  <a:pt x="76125" y="26399"/>
                  <a:pt x="75929" y="26472"/>
                </a:cubicBezTo>
                <a:cubicBezTo>
                  <a:pt x="74973" y="21546"/>
                  <a:pt x="72792" y="18164"/>
                  <a:pt x="69605" y="16693"/>
                </a:cubicBezTo>
                <a:cubicBezTo>
                  <a:pt x="68379" y="16140"/>
                  <a:pt x="66996" y="15860"/>
                  <a:pt x="65420" y="15860"/>
                </a:cubicBezTo>
                <a:cubicBezTo>
                  <a:pt x="64414" y="15860"/>
                  <a:pt x="63329" y="15974"/>
                  <a:pt x="62155" y="16203"/>
                </a:cubicBezTo>
                <a:cubicBezTo>
                  <a:pt x="58944" y="16841"/>
                  <a:pt x="56542" y="18164"/>
                  <a:pt x="55121" y="20051"/>
                </a:cubicBezTo>
                <a:cubicBezTo>
                  <a:pt x="53405" y="18581"/>
                  <a:pt x="51273" y="17625"/>
                  <a:pt x="49067" y="17306"/>
                </a:cubicBezTo>
                <a:cubicBezTo>
                  <a:pt x="48572" y="17240"/>
                  <a:pt x="48073" y="17207"/>
                  <a:pt x="47574" y="17207"/>
                </a:cubicBezTo>
                <a:cubicBezTo>
                  <a:pt x="44762" y="17207"/>
                  <a:pt x="41947" y="18240"/>
                  <a:pt x="39803" y="20051"/>
                </a:cubicBezTo>
                <a:cubicBezTo>
                  <a:pt x="38602" y="19169"/>
                  <a:pt x="37156" y="18507"/>
                  <a:pt x="35563" y="18164"/>
                </a:cubicBezTo>
                <a:cubicBezTo>
                  <a:pt x="34736" y="17982"/>
                  <a:pt x="33904" y="17894"/>
                  <a:pt x="33085" y="17894"/>
                </a:cubicBezTo>
                <a:cubicBezTo>
                  <a:pt x="31259" y="17894"/>
                  <a:pt x="29496" y="18332"/>
                  <a:pt x="27990" y="19144"/>
                </a:cubicBezTo>
                <a:cubicBezTo>
                  <a:pt x="27990" y="12625"/>
                  <a:pt x="26936" y="5983"/>
                  <a:pt x="21740" y="2233"/>
                </a:cubicBezTo>
                <a:cubicBezTo>
                  <a:pt x="19692" y="754"/>
                  <a:pt x="17160" y="0"/>
                  <a:pt x="14627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3" name="Google Shape;2433;p56"/>
          <p:cNvSpPr/>
          <p:nvPr/>
        </p:nvSpPr>
        <p:spPr>
          <a:xfrm>
            <a:off x="4321058" y="1917341"/>
            <a:ext cx="498106" cy="503998"/>
          </a:xfrm>
          <a:custGeom>
            <a:avLst/>
            <a:gdLst/>
            <a:ahLst/>
            <a:cxnLst/>
            <a:rect l="l" t="t" r="r" b="b"/>
            <a:pathLst>
              <a:path w="206683" h="209128" extrusionOk="0">
                <a:moveTo>
                  <a:pt x="62084" y="4094"/>
                </a:moveTo>
                <a:cubicBezTo>
                  <a:pt x="75596" y="4094"/>
                  <a:pt x="89136" y="4291"/>
                  <a:pt x="102570" y="4847"/>
                </a:cubicBezTo>
                <a:cubicBezTo>
                  <a:pt x="104775" y="4945"/>
                  <a:pt x="105437" y="5386"/>
                  <a:pt x="105609" y="5729"/>
                </a:cubicBezTo>
                <a:cubicBezTo>
                  <a:pt x="105780" y="6072"/>
                  <a:pt x="105682" y="6881"/>
                  <a:pt x="105633" y="7396"/>
                </a:cubicBezTo>
                <a:cubicBezTo>
                  <a:pt x="105462" y="8891"/>
                  <a:pt x="105266" y="10386"/>
                  <a:pt x="105070" y="11856"/>
                </a:cubicBezTo>
                <a:cubicBezTo>
                  <a:pt x="104138" y="18964"/>
                  <a:pt x="103182" y="26316"/>
                  <a:pt x="104016" y="33645"/>
                </a:cubicBezTo>
                <a:cubicBezTo>
                  <a:pt x="104212" y="35311"/>
                  <a:pt x="104530" y="37076"/>
                  <a:pt x="105609" y="38571"/>
                </a:cubicBezTo>
                <a:cubicBezTo>
                  <a:pt x="106747" y="40213"/>
                  <a:pt x="109108" y="41770"/>
                  <a:pt x="112442" y="41770"/>
                </a:cubicBezTo>
                <a:cubicBezTo>
                  <a:pt x="113486" y="41770"/>
                  <a:pt x="114626" y="41618"/>
                  <a:pt x="115853" y="41267"/>
                </a:cubicBezTo>
                <a:cubicBezTo>
                  <a:pt x="117324" y="40850"/>
                  <a:pt x="118672" y="40237"/>
                  <a:pt x="119995" y="39649"/>
                </a:cubicBezTo>
                <a:cubicBezTo>
                  <a:pt x="121368" y="39036"/>
                  <a:pt x="122667" y="38473"/>
                  <a:pt x="123990" y="38130"/>
                </a:cubicBezTo>
                <a:cubicBezTo>
                  <a:pt x="124768" y="37939"/>
                  <a:pt x="125569" y="37847"/>
                  <a:pt x="126377" y="37847"/>
                </a:cubicBezTo>
                <a:cubicBezTo>
                  <a:pt x="131067" y="37847"/>
                  <a:pt x="136003" y="40928"/>
                  <a:pt x="138156" y="45507"/>
                </a:cubicBezTo>
                <a:cubicBezTo>
                  <a:pt x="140558" y="50629"/>
                  <a:pt x="139799" y="57345"/>
                  <a:pt x="136245" y="62589"/>
                </a:cubicBezTo>
                <a:cubicBezTo>
                  <a:pt x="133893" y="66039"/>
                  <a:pt x="129769" y="68807"/>
                  <a:pt x="125885" y="68807"/>
                </a:cubicBezTo>
                <a:cubicBezTo>
                  <a:pt x="124830" y="68807"/>
                  <a:pt x="123793" y="68603"/>
                  <a:pt x="122814" y="68153"/>
                </a:cubicBezTo>
                <a:cubicBezTo>
                  <a:pt x="121319" y="67467"/>
                  <a:pt x="120020" y="66241"/>
                  <a:pt x="118647" y="64967"/>
                </a:cubicBezTo>
                <a:cubicBezTo>
                  <a:pt x="117961" y="64330"/>
                  <a:pt x="117226" y="63643"/>
                  <a:pt x="116466" y="63031"/>
                </a:cubicBezTo>
                <a:cubicBezTo>
                  <a:pt x="114139" y="61136"/>
                  <a:pt x="111643" y="60154"/>
                  <a:pt x="109353" y="60154"/>
                </a:cubicBezTo>
                <a:cubicBezTo>
                  <a:pt x="108266" y="60154"/>
                  <a:pt x="107225" y="60375"/>
                  <a:pt x="106271" y="60825"/>
                </a:cubicBezTo>
                <a:cubicBezTo>
                  <a:pt x="103869" y="61977"/>
                  <a:pt x="102202" y="64501"/>
                  <a:pt x="101761" y="67614"/>
                </a:cubicBezTo>
                <a:cubicBezTo>
                  <a:pt x="101442" y="69893"/>
                  <a:pt x="101810" y="72050"/>
                  <a:pt x="102153" y="74158"/>
                </a:cubicBezTo>
                <a:lnTo>
                  <a:pt x="102227" y="74599"/>
                </a:lnTo>
                <a:cubicBezTo>
                  <a:pt x="103575" y="83152"/>
                  <a:pt x="104016" y="91877"/>
                  <a:pt x="103477" y="100529"/>
                </a:cubicBezTo>
                <a:cubicBezTo>
                  <a:pt x="103452" y="100946"/>
                  <a:pt x="103378" y="101926"/>
                  <a:pt x="103133" y="102196"/>
                </a:cubicBezTo>
                <a:cubicBezTo>
                  <a:pt x="102839" y="102490"/>
                  <a:pt x="101736" y="102514"/>
                  <a:pt x="101271" y="102539"/>
                </a:cubicBezTo>
                <a:cubicBezTo>
                  <a:pt x="96056" y="102707"/>
                  <a:pt x="90800" y="102793"/>
                  <a:pt x="85543" y="102793"/>
                </a:cubicBezTo>
                <a:cubicBezTo>
                  <a:pt x="80102" y="102793"/>
                  <a:pt x="74660" y="102701"/>
                  <a:pt x="69262" y="102514"/>
                </a:cubicBezTo>
                <a:cubicBezTo>
                  <a:pt x="67130" y="102441"/>
                  <a:pt x="65782" y="102000"/>
                  <a:pt x="65561" y="101313"/>
                </a:cubicBezTo>
                <a:cubicBezTo>
                  <a:pt x="65439" y="100946"/>
                  <a:pt x="65561" y="100308"/>
                  <a:pt x="65659" y="99794"/>
                </a:cubicBezTo>
                <a:cubicBezTo>
                  <a:pt x="66076" y="97980"/>
                  <a:pt x="66713" y="96240"/>
                  <a:pt x="67400" y="94402"/>
                </a:cubicBezTo>
                <a:cubicBezTo>
                  <a:pt x="68233" y="92098"/>
                  <a:pt x="69115" y="89745"/>
                  <a:pt x="69532" y="87196"/>
                </a:cubicBezTo>
                <a:cubicBezTo>
                  <a:pt x="70782" y="79893"/>
                  <a:pt x="67988" y="72246"/>
                  <a:pt x="62400" y="67712"/>
                </a:cubicBezTo>
                <a:cubicBezTo>
                  <a:pt x="58993" y="64967"/>
                  <a:pt x="54680" y="63545"/>
                  <a:pt x="50391" y="63545"/>
                </a:cubicBezTo>
                <a:cubicBezTo>
                  <a:pt x="47376" y="63545"/>
                  <a:pt x="44386" y="64231"/>
                  <a:pt x="41763" y="65678"/>
                </a:cubicBezTo>
                <a:cubicBezTo>
                  <a:pt x="35171" y="69305"/>
                  <a:pt x="31519" y="77442"/>
                  <a:pt x="33283" y="84574"/>
                </a:cubicBezTo>
                <a:cubicBezTo>
                  <a:pt x="34068" y="87784"/>
                  <a:pt x="35783" y="90529"/>
                  <a:pt x="37425" y="93176"/>
                </a:cubicBezTo>
                <a:cubicBezTo>
                  <a:pt x="38406" y="94745"/>
                  <a:pt x="39337" y="96240"/>
                  <a:pt x="40048" y="97784"/>
                </a:cubicBezTo>
                <a:cubicBezTo>
                  <a:pt x="40219" y="98103"/>
                  <a:pt x="40612" y="98936"/>
                  <a:pt x="40513" y="99402"/>
                </a:cubicBezTo>
                <a:cubicBezTo>
                  <a:pt x="40366" y="100039"/>
                  <a:pt x="39043" y="100578"/>
                  <a:pt x="37131" y="100774"/>
                </a:cubicBezTo>
                <a:cubicBezTo>
                  <a:pt x="32094" y="101271"/>
                  <a:pt x="27027" y="101522"/>
                  <a:pt x="21960" y="101522"/>
                </a:cubicBezTo>
                <a:cubicBezTo>
                  <a:pt x="16770" y="101522"/>
                  <a:pt x="11580" y="101258"/>
                  <a:pt x="6422" y="100725"/>
                </a:cubicBezTo>
                <a:lnTo>
                  <a:pt x="6422" y="100652"/>
                </a:lnTo>
                <a:cubicBezTo>
                  <a:pt x="6030" y="92735"/>
                  <a:pt x="5613" y="84574"/>
                  <a:pt x="5294" y="76510"/>
                </a:cubicBezTo>
                <a:cubicBezTo>
                  <a:pt x="4559" y="59330"/>
                  <a:pt x="4314" y="46070"/>
                  <a:pt x="4437" y="33596"/>
                </a:cubicBezTo>
                <a:cubicBezTo>
                  <a:pt x="4535" y="26047"/>
                  <a:pt x="4755" y="19037"/>
                  <a:pt x="5123" y="12199"/>
                </a:cubicBezTo>
                <a:cubicBezTo>
                  <a:pt x="5172" y="11636"/>
                  <a:pt x="5172" y="11096"/>
                  <a:pt x="5172" y="10582"/>
                </a:cubicBezTo>
                <a:cubicBezTo>
                  <a:pt x="5196" y="8401"/>
                  <a:pt x="5270" y="7028"/>
                  <a:pt x="6299" y="6097"/>
                </a:cubicBezTo>
                <a:cubicBezTo>
                  <a:pt x="7598" y="4945"/>
                  <a:pt x="9755" y="4749"/>
                  <a:pt x="11912" y="4700"/>
                </a:cubicBezTo>
                <a:cubicBezTo>
                  <a:pt x="28414" y="4400"/>
                  <a:pt x="45227" y="4094"/>
                  <a:pt x="62084" y="4094"/>
                </a:cubicBezTo>
                <a:close/>
                <a:moveTo>
                  <a:pt x="186073" y="4689"/>
                </a:moveTo>
                <a:cubicBezTo>
                  <a:pt x="190727" y="4689"/>
                  <a:pt x="195617" y="5146"/>
                  <a:pt x="198301" y="8278"/>
                </a:cubicBezTo>
                <a:cubicBezTo>
                  <a:pt x="200580" y="10925"/>
                  <a:pt x="200801" y="14993"/>
                  <a:pt x="200825" y="19282"/>
                </a:cubicBezTo>
                <a:lnTo>
                  <a:pt x="201365" y="82025"/>
                </a:lnTo>
                <a:cubicBezTo>
                  <a:pt x="201414" y="87980"/>
                  <a:pt x="200850" y="94304"/>
                  <a:pt x="200311" y="100406"/>
                </a:cubicBezTo>
                <a:cubicBezTo>
                  <a:pt x="200188" y="101803"/>
                  <a:pt x="200041" y="103225"/>
                  <a:pt x="199919" y="104671"/>
                </a:cubicBezTo>
                <a:cubicBezTo>
                  <a:pt x="198987" y="104303"/>
                  <a:pt x="198031" y="104132"/>
                  <a:pt x="197125" y="103985"/>
                </a:cubicBezTo>
                <a:cubicBezTo>
                  <a:pt x="193102" y="103335"/>
                  <a:pt x="189059" y="103014"/>
                  <a:pt x="185017" y="103014"/>
                </a:cubicBezTo>
                <a:cubicBezTo>
                  <a:pt x="180364" y="103014"/>
                  <a:pt x="175713" y="103440"/>
                  <a:pt x="171096" y="104279"/>
                </a:cubicBezTo>
                <a:cubicBezTo>
                  <a:pt x="170018" y="104475"/>
                  <a:pt x="167763" y="104892"/>
                  <a:pt x="166562" y="106779"/>
                </a:cubicBezTo>
                <a:cubicBezTo>
                  <a:pt x="165778" y="108004"/>
                  <a:pt x="165729" y="109352"/>
                  <a:pt x="165802" y="110529"/>
                </a:cubicBezTo>
                <a:cubicBezTo>
                  <a:pt x="165925" y="113004"/>
                  <a:pt x="166415" y="115479"/>
                  <a:pt x="166905" y="117881"/>
                </a:cubicBezTo>
                <a:cubicBezTo>
                  <a:pt x="167763" y="122195"/>
                  <a:pt x="168572" y="126312"/>
                  <a:pt x="167224" y="129989"/>
                </a:cubicBezTo>
                <a:cubicBezTo>
                  <a:pt x="166072" y="133150"/>
                  <a:pt x="163229" y="135797"/>
                  <a:pt x="159651" y="137072"/>
                </a:cubicBezTo>
                <a:cubicBezTo>
                  <a:pt x="157886" y="137713"/>
                  <a:pt x="155932" y="138034"/>
                  <a:pt x="153868" y="138034"/>
                </a:cubicBezTo>
                <a:cubicBezTo>
                  <a:pt x="152147" y="138034"/>
                  <a:pt x="150351" y="137811"/>
                  <a:pt x="148524" y="137366"/>
                </a:cubicBezTo>
                <a:cubicBezTo>
                  <a:pt x="145681" y="136679"/>
                  <a:pt x="141710" y="135160"/>
                  <a:pt x="139014" y="131925"/>
                </a:cubicBezTo>
                <a:cubicBezTo>
                  <a:pt x="136637" y="129082"/>
                  <a:pt x="135828" y="125307"/>
                  <a:pt x="136931" y="122293"/>
                </a:cubicBezTo>
                <a:cubicBezTo>
                  <a:pt x="137397" y="121067"/>
                  <a:pt x="138156" y="119891"/>
                  <a:pt x="138990" y="118641"/>
                </a:cubicBezTo>
                <a:cubicBezTo>
                  <a:pt x="139774" y="117489"/>
                  <a:pt x="140558" y="116288"/>
                  <a:pt x="141171" y="114916"/>
                </a:cubicBezTo>
                <a:cubicBezTo>
                  <a:pt x="141931" y="113200"/>
                  <a:pt x="142200" y="111190"/>
                  <a:pt x="141906" y="109401"/>
                </a:cubicBezTo>
                <a:cubicBezTo>
                  <a:pt x="141539" y="107146"/>
                  <a:pt x="140338" y="105455"/>
                  <a:pt x="138524" y="104573"/>
                </a:cubicBezTo>
                <a:cubicBezTo>
                  <a:pt x="137176" y="103936"/>
                  <a:pt x="135779" y="103887"/>
                  <a:pt x="134652" y="103862"/>
                </a:cubicBezTo>
                <a:lnTo>
                  <a:pt x="107177" y="103151"/>
                </a:lnTo>
                <a:cubicBezTo>
                  <a:pt x="107471" y="102245"/>
                  <a:pt x="107520" y="101362"/>
                  <a:pt x="107569" y="100799"/>
                </a:cubicBezTo>
                <a:cubicBezTo>
                  <a:pt x="108109" y="91828"/>
                  <a:pt x="107692" y="82809"/>
                  <a:pt x="106271" y="73961"/>
                </a:cubicBezTo>
                <a:lnTo>
                  <a:pt x="106197" y="73496"/>
                </a:lnTo>
                <a:cubicBezTo>
                  <a:pt x="105878" y="71609"/>
                  <a:pt x="105609" y="69844"/>
                  <a:pt x="105829" y="68153"/>
                </a:cubicBezTo>
                <a:cubicBezTo>
                  <a:pt x="106001" y="66829"/>
                  <a:pt x="106687" y="65187"/>
                  <a:pt x="108035" y="64550"/>
                </a:cubicBezTo>
                <a:cubicBezTo>
                  <a:pt x="108457" y="64345"/>
                  <a:pt x="108914" y="64255"/>
                  <a:pt x="109390" y="64255"/>
                </a:cubicBezTo>
                <a:cubicBezTo>
                  <a:pt x="110905" y="64255"/>
                  <a:pt x="112600" y="65172"/>
                  <a:pt x="113868" y="66217"/>
                </a:cubicBezTo>
                <a:cubicBezTo>
                  <a:pt x="114554" y="66756"/>
                  <a:pt x="115192" y="67344"/>
                  <a:pt x="115853" y="67981"/>
                </a:cubicBezTo>
                <a:cubicBezTo>
                  <a:pt x="117397" y="69403"/>
                  <a:pt x="119015" y="70898"/>
                  <a:pt x="121098" y="71878"/>
                </a:cubicBezTo>
                <a:cubicBezTo>
                  <a:pt x="122667" y="72600"/>
                  <a:pt x="124289" y="72924"/>
                  <a:pt x="125904" y="72924"/>
                </a:cubicBezTo>
                <a:cubicBezTo>
                  <a:pt x="131304" y="72924"/>
                  <a:pt x="136627" y="69308"/>
                  <a:pt x="139627" y="64893"/>
                </a:cubicBezTo>
                <a:cubicBezTo>
                  <a:pt x="143990" y="58472"/>
                  <a:pt x="144872" y="50188"/>
                  <a:pt x="141857" y="43767"/>
                </a:cubicBezTo>
                <a:cubicBezTo>
                  <a:pt x="139018" y="37716"/>
                  <a:pt x="132658" y="33750"/>
                  <a:pt x="126406" y="33750"/>
                </a:cubicBezTo>
                <a:cubicBezTo>
                  <a:pt x="125263" y="33750"/>
                  <a:pt x="124124" y="33883"/>
                  <a:pt x="123010" y="34159"/>
                </a:cubicBezTo>
                <a:cubicBezTo>
                  <a:pt x="121319" y="34576"/>
                  <a:pt x="119799" y="35262"/>
                  <a:pt x="118329" y="35899"/>
                </a:cubicBezTo>
                <a:cubicBezTo>
                  <a:pt x="117079" y="36463"/>
                  <a:pt x="115927" y="36978"/>
                  <a:pt x="114726" y="37321"/>
                </a:cubicBezTo>
                <a:cubicBezTo>
                  <a:pt x="114021" y="37519"/>
                  <a:pt x="113238" y="37635"/>
                  <a:pt x="112470" y="37635"/>
                </a:cubicBezTo>
                <a:cubicBezTo>
                  <a:pt x="111049" y="37635"/>
                  <a:pt x="109683" y="37236"/>
                  <a:pt x="108966" y="36218"/>
                </a:cubicBezTo>
                <a:cubicBezTo>
                  <a:pt x="108452" y="35507"/>
                  <a:pt x="108256" y="34478"/>
                  <a:pt x="108109" y="33179"/>
                </a:cubicBezTo>
                <a:cubicBezTo>
                  <a:pt x="107324" y="26341"/>
                  <a:pt x="108231" y="19258"/>
                  <a:pt x="109138" y="12395"/>
                </a:cubicBezTo>
                <a:cubicBezTo>
                  <a:pt x="109334" y="10900"/>
                  <a:pt x="109530" y="9381"/>
                  <a:pt x="109702" y="7886"/>
                </a:cubicBezTo>
                <a:cubicBezTo>
                  <a:pt x="109775" y="7322"/>
                  <a:pt x="109849" y="6587"/>
                  <a:pt x="109775" y="5803"/>
                </a:cubicBezTo>
                <a:lnTo>
                  <a:pt x="184748" y="4700"/>
                </a:lnTo>
                <a:cubicBezTo>
                  <a:pt x="185186" y="4693"/>
                  <a:pt x="185629" y="4689"/>
                  <a:pt x="186073" y="4689"/>
                </a:cubicBezTo>
                <a:close/>
                <a:moveTo>
                  <a:pt x="50424" y="67614"/>
                </a:moveTo>
                <a:cubicBezTo>
                  <a:pt x="53767" y="67614"/>
                  <a:pt x="57157" y="68734"/>
                  <a:pt x="59826" y="70898"/>
                </a:cubicBezTo>
                <a:cubicBezTo>
                  <a:pt x="64213" y="74452"/>
                  <a:pt x="66468" y="80726"/>
                  <a:pt x="65488" y="86510"/>
                </a:cubicBezTo>
                <a:cubicBezTo>
                  <a:pt x="65120" y="88667"/>
                  <a:pt x="64361" y="90774"/>
                  <a:pt x="63552" y="92980"/>
                </a:cubicBezTo>
                <a:cubicBezTo>
                  <a:pt x="62865" y="94867"/>
                  <a:pt x="62155" y="96828"/>
                  <a:pt x="61665" y="98862"/>
                </a:cubicBezTo>
                <a:cubicBezTo>
                  <a:pt x="61419" y="99965"/>
                  <a:pt x="61223" y="101289"/>
                  <a:pt x="61665" y="102612"/>
                </a:cubicBezTo>
                <a:cubicBezTo>
                  <a:pt x="62498" y="105137"/>
                  <a:pt x="65022" y="106485"/>
                  <a:pt x="69115" y="106632"/>
                </a:cubicBezTo>
                <a:cubicBezTo>
                  <a:pt x="74556" y="106803"/>
                  <a:pt x="79997" y="106901"/>
                  <a:pt x="85463" y="106901"/>
                </a:cubicBezTo>
                <a:cubicBezTo>
                  <a:pt x="90560" y="106901"/>
                  <a:pt x="95634" y="106803"/>
                  <a:pt x="100683" y="106656"/>
                </a:cubicBezTo>
                <a:lnTo>
                  <a:pt x="100683" y="106656"/>
                </a:lnTo>
                <a:cubicBezTo>
                  <a:pt x="100609" y="112048"/>
                  <a:pt x="100928" y="117489"/>
                  <a:pt x="101687" y="122856"/>
                </a:cubicBezTo>
                <a:cubicBezTo>
                  <a:pt x="101761" y="123420"/>
                  <a:pt x="101859" y="124008"/>
                  <a:pt x="101932" y="124597"/>
                </a:cubicBezTo>
                <a:cubicBezTo>
                  <a:pt x="102570" y="128763"/>
                  <a:pt x="103133" y="132684"/>
                  <a:pt x="102129" y="136361"/>
                </a:cubicBezTo>
                <a:cubicBezTo>
                  <a:pt x="101220" y="139640"/>
                  <a:pt x="98208" y="142820"/>
                  <a:pt x="95030" y="142820"/>
                </a:cubicBezTo>
                <a:cubicBezTo>
                  <a:pt x="94693" y="142820"/>
                  <a:pt x="94355" y="142784"/>
                  <a:pt x="94016" y="142709"/>
                </a:cubicBezTo>
                <a:cubicBezTo>
                  <a:pt x="92619" y="142414"/>
                  <a:pt x="91296" y="141483"/>
                  <a:pt x="89899" y="140527"/>
                </a:cubicBezTo>
                <a:cubicBezTo>
                  <a:pt x="88575" y="139596"/>
                  <a:pt x="87178" y="138616"/>
                  <a:pt x="85512" y="138003"/>
                </a:cubicBezTo>
                <a:cubicBezTo>
                  <a:pt x="84332" y="137578"/>
                  <a:pt x="83069" y="137369"/>
                  <a:pt x="81761" y="137369"/>
                </a:cubicBezTo>
                <a:cubicBezTo>
                  <a:pt x="78396" y="137369"/>
                  <a:pt x="74730" y="138749"/>
                  <a:pt x="71395" y="141361"/>
                </a:cubicBezTo>
                <a:cubicBezTo>
                  <a:pt x="66150" y="145503"/>
                  <a:pt x="62939" y="151434"/>
                  <a:pt x="62792" y="157218"/>
                </a:cubicBezTo>
                <a:cubicBezTo>
                  <a:pt x="62620" y="164056"/>
                  <a:pt x="67056" y="170477"/>
                  <a:pt x="73086" y="172193"/>
                </a:cubicBezTo>
                <a:cubicBezTo>
                  <a:pt x="74379" y="172556"/>
                  <a:pt x="75653" y="172714"/>
                  <a:pt x="76910" y="172714"/>
                </a:cubicBezTo>
                <a:cubicBezTo>
                  <a:pt x="81248" y="172714"/>
                  <a:pt x="85380" y="170831"/>
                  <a:pt x="89408" y="169006"/>
                </a:cubicBezTo>
                <a:cubicBezTo>
                  <a:pt x="91026" y="168271"/>
                  <a:pt x="92570" y="167560"/>
                  <a:pt x="94114" y="166997"/>
                </a:cubicBezTo>
                <a:cubicBezTo>
                  <a:pt x="94932" y="166684"/>
                  <a:pt x="95633" y="166526"/>
                  <a:pt x="96145" y="166526"/>
                </a:cubicBezTo>
                <a:cubicBezTo>
                  <a:pt x="96477" y="166526"/>
                  <a:pt x="96729" y="166592"/>
                  <a:pt x="96884" y="166727"/>
                </a:cubicBezTo>
                <a:cubicBezTo>
                  <a:pt x="97227" y="167021"/>
                  <a:pt x="97447" y="167977"/>
                  <a:pt x="97570" y="168492"/>
                </a:cubicBezTo>
                <a:cubicBezTo>
                  <a:pt x="99849" y="178687"/>
                  <a:pt x="100143" y="189545"/>
                  <a:pt x="98428" y="199839"/>
                </a:cubicBezTo>
                <a:cubicBezTo>
                  <a:pt x="98232" y="201088"/>
                  <a:pt x="97938" y="202461"/>
                  <a:pt x="97178" y="203123"/>
                </a:cubicBezTo>
                <a:cubicBezTo>
                  <a:pt x="96492" y="203735"/>
                  <a:pt x="95217" y="203858"/>
                  <a:pt x="93894" y="203956"/>
                </a:cubicBezTo>
                <a:cubicBezTo>
                  <a:pt x="87295" y="204412"/>
                  <a:pt x="80635" y="204579"/>
                  <a:pt x="73981" y="204579"/>
                </a:cubicBezTo>
                <a:cubicBezTo>
                  <a:pt x="64891" y="204579"/>
                  <a:pt x="55811" y="204267"/>
                  <a:pt x="46910" y="203956"/>
                </a:cubicBezTo>
                <a:lnTo>
                  <a:pt x="15098" y="202878"/>
                </a:lnTo>
                <a:cubicBezTo>
                  <a:pt x="11618" y="202755"/>
                  <a:pt x="8186" y="202338"/>
                  <a:pt x="6716" y="200157"/>
                </a:cubicBezTo>
                <a:cubicBezTo>
                  <a:pt x="5907" y="198932"/>
                  <a:pt x="5760" y="197241"/>
                  <a:pt x="5662" y="195182"/>
                </a:cubicBezTo>
                <a:cubicBezTo>
                  <a:pt x="4142" y="165183"/>
                  <a:pt x="4191" y="134792"/>
                  <a:pt x="5785" y="104794"/>
                </a:cubicBezTo>
                <a:cubicBezTo>
                  <a:pt x="5858" y="104794"/>
                  <a:pt x="5932" y="104794"/>
                  <a:pt x="6005" y="104818"/>
                </a:cubicBezTo>
                <a:cubicBezTo>
                  <a:pt x="11268" y="105360"/>
                  <a:pt x="16562" y="105630"/>
                  <a:pt x="21855" y="105630"/>
                </a:cubicBezTo>
                <a:cubicBezTo>
                  <a:pt x="27088" y="105630"/>
                  <a:pt x="32321" y="105366"/>
                  <a:pt x="37523" y="104843"/>
                </a:cubicBezTo>
                <a:cubicBezTo>
                  <a:pt x="42597" y="104328"/>
                  <a:pt x="44116" y="102073"/>
                  <a:pt x="44508" y="100259"/>
                </a:cubicBezTo>
                <a:cubicBezTo>
                  <a:pt x="44852" y="98666"/>
                  <a:pt x="44288" y="97171"/>
                  <a:pt x="43773" y="96044"/>
                </a:cubicBezTo>
                <a:cubicBezTo>
                  <a:pt x="42940" y="94279"/>
                  <a:pt x="41910" y="92613"/>
                  <a:pt x="40906" y="91020"/>
                </a:cubicBezTo>
                <a:cubicBezTo>
                  <a:pt x="39362" y="88520"/>
                  <a:pt x="37891" y="86167"/>
                  <a:pt x="37254" y="83593"/>
                </a:cubicBezTo>
                <a:cubicBezTo>
                  <a:pt x="35955" y="78275"/>
                  <a:pt x="38798" y="72001"/>
                  <a:pt x="43749" y="69280"/>
                </a:cubicBezTo>
                <a:cubicBezTo>
                  <a:pt x="45775" y="68161"/>
                  <a:pt x="48088" y="67614"/>
                  <a:pt x="50424" y="67614"/>
                </a:cubicBezTo>
                <a:close/>
                <a:moveTo>
                  <a:pt x="185018" y="107123"/>
                </a:moveTo>
                <a:cubicBezTo>
                  <a:pt x="188849" y="107123"/>
                  <a:pt x="192682" y="107425"/>
                  <a:pt x="196487" y="108029"/>
                </a:cubicBezTo>
                <a:cubicBezTo>
                  <a:pt x="197590" y="108200"/>
                  <a:pt x="198742" y="108421"/>
                  <a:pt x="199428" y="109009"/>
                </a:cubicBezTo>
                <a:cubicBezTo>
                  <a:pt x="200115" y="109597"/>
                  <a:pt x="200507" y="110725"/>
                  <a:pt x="200752" y="111656"/>
                </a:cubicBezTo>
                <a:cubicBezTo>
                  <a:pt x="201659" y="114965"/>
                  <a:pt x="201879" y="118567"/>
                  <a:pt x="202026" y="121974"/>
                </a:cubicBezTo>
                <a:cubicBezTo>
                  <a:pt x="202565" y="134768"/>
                  <a:pt x="202222" y="147806"/>
                  <a:pt x="201904" y="160428"/>
                </a:cubicBezTo>
                <a:cubicBezTo>
                  <a:pt x="201610" y="171188"/>
                  <a:pt x="201316" y="182339"/>
                  <a:pt x="201561" y="193295"/>
                </a:cubicBezTo>
                <a:cubicBezTo>
                  <a:pt x="201659" y="196677"/>
                  <a:pt x="201585" y="199618"/>
                  <a:pt x="199968" y="201456"/>
                </a:cubicBezTo>
                <a:cubicBezTo>
                  <a:pt x="198154" y="203539"/>
                  <a:pt x="194723" y="203809"/>
                  <a:pt x="191389" y="203931"/>
                </a:cubicBezTo>
                <a:cubicBezTo>
                  <a:pt x="175602" y="204484"/>
                  <a:pt x="159540" y="205036"/>
                  <a:pt x="143437" y="205036"/>
                </a:cubicBezTo>
                <a:cubicBezTo>
                  <a:pt x="129516" y="205036"/>
                  <a:pt x="115566" y="204623"/>
                  <a:pt x="101736" y="203441"/>
                </a:cubicBezTo>
                <a:cubicBezTo>
                  <a:pt x="102178" y="202338"/>
                  <a:pt x="102349" y="201260"/>
                  <a:pt x="102472" y="200525"/>
                </a:cubicBezTo>
                <a:cubicBezTo>
                  <a:pt x="104285" y="189692"/>
                  <a:pt x="103967" y="178295"/>
                  <a:pt x="101565" y="167585"/>
                </a:cubicBezTo>
                <a:cubicBezTo>
                  <a:pt x="101271" y="166237"/>
                  <a:pt x="100830" y="164668"/>
                  <a:pt x="99506" y="163566"/>
                </a:cubicBezTo>
                <a:cubicBezTo>
                  <a:pt x="98603" y="162813"/>
                  <a:pt x="97487" y="162435"/>
                  <a:pt x="96174" y="162435"/>
                </a:cubicBezTo>
                <a:cubicBezTo>
                  <a:pt x="95134" y="162435"/>
                  <a:pt x="93971" y="162672"/>
                  <a:pt x="92693" y="163149"/>
                </a:cubicBezTo>
                <a:cubicBezTo>
                  <a:pt x="91002" y="163762"/>
                  <a:pt x="89335" y="164521"/>
                  <a:pt x="87693" y="165281"/>
                </a:cubicBezTo>
                <a:cubicBezTo>
                  <a:pt x="83958" y="166974"/>
                  <a:pt x="80377" y="168604"/>
                  <a:pt x="76901" y="168604"/>
                </a:cubicBezTo>
                <a:cubicBezTo>
                  <a:pt x="75998" y="168604"/>
                  <a:pt x="75103" y="168494"/>
                  <a:pt x="74213" y="168247"/>
                </a:cubicBezTo>
                <a:cubicBezTo>
                  <a:pt x="69998" y="167046"/>
                  <a:pt x="66762" y="162242"/>
                  <a:pt x="66885" y="157316"/>
                </a:cubicBezTo>
                <a:cubicBezTo>
                  <a:pt x="67007" y="152733"/>
                  <a:pt x="69630" y="147978"/>
                  <a:pt x="73943" y="144596"/>
                </a:cubicBezTo>
                <a:cubicBezTo>
                  <a:pt x="76516" y="142549"/>
                  <a:pt x="79276" y="141466"/>
                  <a:pt x="81699" y="141466"/>
                </a:cubicBezTo>
                <a:cubicBezTo>
                  <a:pt x="82554" y="141466"/>
                  <a:pt x="83367" y="141600"/>
                  <a:pt x="84115" y="141875"/>
                </a:cubicBezTo>
                <a:cubicBezTo>
                  <a:pt x="85291" y="142292"/>
                  <a:pt x="86394" y="143052"/>
                  <a:pt x="87570" y="143885"/>
                </a:cubicBezTo>
                <a:cubicBezTo>
                  <a:pt x="89237" y="145037"/>
                  <a:pt x="90953" y="146238"/>
                  <a:pt x="93134" y="146728"/>
                </a:cubicBezTo>
                <a:cubicBezTo>
                  <a:pt x="93760" y="146864"/>
                  <a:pt x="94392" y="146931"/>
                  <a:pt x="95023" y="146931"/>
                </a:cubicBezTo>
                <a:cubicBezTo>
                  <a:pt x="97231" y="146931"/>
                  <a:pt x="99436" y="146110"/>
                  <a:pt x="101418" y="144547"/>
                </a:cubicBezTo>
                <a:cubicBezTo>
                  <a:pt x="103624" y="142782"/>
                  <a:pt x="105315" y="140184"/>
                  <a:pt x="106074" y="137464"/>
                </a:cubicBezTo>
                <a:cubicBezTo>
                  <a:pt x="107324" y="132954"/>
                  <a:pt x="106663" y="128395"/>
                  <a:pt x="106001" y="124008"/>
                </a:cubicBezTo>
                <a:cubicBezTo>
                  <a:pt x="105903" y="123420"/>
                  <a:pt x="105829" y="122856"/>
                  <a:pt x="105756" y="122268"/>
                </a:cubicBezTo>
                <a:cubicBezTo>
                  <a:pt x="105045" y="117293"/>
                  <a:pt x="104726" y="112220"/>
                  <a:pt x="104775" y="107195"/>
                </a:cubicBezTo>
                <a:lnTo>
                  <a:pt x="104775" y="107195"/>
                </a:lnTo>
                <a:lnTo>
                  <a:pt x="134554" y="107955"/>
                </a:lnTo>
                <a:cubicBezTo>
                  <a:pt x="135362" y="107980"/>
                  <a:pt x="136196" y="108004"/>
                  <a:pt x="136759" y="108274"/>
                </a:cubicBezTo>
                <a:cubicBezTo>
                  <a:pt x="138107" y="108911"/>
                  <a:pt x="138230" y="111435"/>
                  <a:pt x="137421" y="113249"/>
                </a:cubicBezTo>
                <a:cubicBezTo>
                  <a:pt x="136955" y="114303"/>
                  <a:pt x="136294" y="115308"/>
                  <a:pt x="135583" y="116386"/>
                </a:cubicBezTo>
                <a:cubicBezTo>
                  <a:pt x="134652" y="117759"/>
                  <a:pt x="133696" y="119205"/>
                  <a:pt x="133083" y="120896"/>
                </a:cubicBezTo>
                <a:cubicBezTo>
                  <a:pt x="131490" y="125234"/>
                  <a:pt x="132568" y="130601"/>
                  <a:pt x="135853" y="134547"/>
                </a:cubicBezTo>
                <a:cubicBezTo>
                  <a:pt x="139259" y="138640"/>
                  <a:pt x="144112" y="140503"/>
                  <a:pt x="147543" y="141361"/>
                </a:cubicBezTo>
                <a:cubicBezTo>
                  <a:pt x="149693" y="141874"/>
                  <a:pt x="151809" y="142129"/>
                  <a:pt x="153850" y="142129"/>
                </a:cubicBezTo>
                <a:cubicBezTo>
                  <a:pt x="156392" y="142129"/>
                  <a:pt x="158818" y="141733"/>
                  <a:pt x="161048" y="140944"/>
                </a:cubicBezTo>
                <a:cubicBezTo>
                  <a:pt x="165753" y="139253"/>
                  <a:pt x="169503" y="135675"/>
                  <a:pt x="171072" y="131410"/>
                </a:cubicBezTo>
                <a:cubicBezTo>
                  <a:pt x="172836" y="126631"/>
                  <a:pt x="171856" y="121778"/>
                  <a:pt x="170925" y="117072"/>
                </a:cubicBezTo>
                <a:cubicBezTo>
                  <a:pt x="170459" y="114720"/>
                  <a:pt x="170018" y="112489"/>
                  <a:pt x="169895" y="110283"/>
                </a:cubicBezTo>
                <a:cubicBezTo>
                  <a:pt x="169871" y="110038"/>
                  <a:pt x="169846" y="109254"/>
                  <a:pt x="170018" y="108985"/>
                </a:cubicBezTo>
                <a:cubicBezTo>
                  <a:pt x="170263" y="108592"/>
                  <a:pt x="171439" y="108372"/>
                  <a:pt x="171831" y="108323"/>
                </a:cubicBezTo>
                <a:cubicBezTo>
                  <a:pt x="176199" y="107523"/>
                  <a:pt x="180608" y="107123"/>
                  <a:pt x="185018" y="107123"/>
                </a:cubicBezTo>
                <a:close/>
                <a:moveTo>
                  <a:pt x="62119" y="1"/>
                </a:moveTo>
                <a:cubicBezTo>
                  <a:pt x="45215" y="1"/>
                  <a:pt x="28368" y="307"/>
                  <a:pt x="11838" y="607"/>
                </a:cubicBezTo>
                <a:cubicBezTo>
                  <a:pt x="8897" y="656"/>
                  <a:pt x="5858" y="999"/>
                  <a:pt x="3579" y="3033"/>
                </a:cubicBezTo>
                <a:cubicBezTo>
                  <a:pt x="1152" y="5214"/>
                  <a:pt x="1103" y="8155"/>
                  <a:pt x="1079" y="10533"/>
                </a:cubicBezTo>
                <a:cubicBezTo>
                  <a:pt x="1079" y="11023"/>
                  <a:pt x="1054" y="11513"/>
                  <a:pt x="1030" y="11979"/>
                </a:cubicBezTo>
                <a:cubicBezTo>
                  <a:pt x="662" y="18890"/>
                  <a:pt x="417" y="25949"/>
                  <a:pt x="344" y="33547"/>
                </a:cubicBezTo>
                <a:cubicBezTo>
                  <a:pt x="221" y="46120"/>
                  <a:pt x="466" y="59403"/>
                  <a:pt x="1201" y="76682"/>
                </a:cubicBezTo>
                <a:cubicBezTo>
                  <a:pt x="1520" y="84745"/>
                  <a:pt x="1937" y="92931"/>
                  <a:pt x="2329" y="100872"/>
                </a:cubicBezTo>
                <a:lnTo>
                  <a:pt x="2329" y="101019"/>
                </a:lnTo>
                <a:cubicBezTo>
                  <a:pt x="2329" y="101166"/>
                  <a:pt x="2353" y="101362"/>
                  <a:pt x="2378" y="101583"/>
                </a:cubicBezTo>
                <a:cubicBezTo>
                  <a:pt x="2035" y="101926"/>
                  <a:pt x="1814" y="102392"/>
                  <a:pt x="1790" y="102906"/>
                </a:cubicBezTo>
                <a:cubicBezTo>
                  <a:pt x="74" y="133591"/>
                  <a:pt x="0" y="164693"/>
                  <a:pt x="1545" y="195378"/>
                </a:cubicBezTo>
                <a:cubicBezTo>
                  <a:pt x="1667" y="197412"/>
                  <a:pt x="1790" y="200182"/>
                  <a:pt x="3309" y="202436"/>
                </a:cubicBezTo>
                <a:cubicBezTo>
                  <a:pt x="5809" y="206162"/>
                  <a:pt x="10392" y="206824"/>
                  <a:pt x="14951" y="206971"/>
                </a:cubicBezTo>
                <a:lnTo>
                  <a:pt x="46763" y="208073"/>
                </a:lnTo>
                <a:cubicBezTo>
                  <a:pt x="55684" y="208368"/>
                  <a:pt x="64802" y="208686"/>
                  <a:pt x="73943" y="208686"/>
                </a:cubicBezTo>
                <a:cubicBezTo>
                  <a:pt x="80683" y="208686"/>
                  <a:pt x="87448" y="208515"/>
                  <a:pt x="94163" y="208049"/>
                </a:cubicBezTo>
                <a:cubicBezTo>
                  <a:pt x="95560" y="207951"/>
                  <a:pt x="96982" y="207804"/>
                  <a:pt x="98305" y="207216"/>
                </a:cubicBezTo>
                <a:cubicBezTo>
                  <a:pt x="98403" y="207240"/>
                  <a:pt x="98501" y="207265"/>
                  <a:pt x="98624" y="207265"/>
                </a:cubicBezTo>
                <a:cubicBezTo>
                  <a:pt x="113452" y="208662"/>
                  <a:pt x="128426" y="209127"/>
                  <a:pt x="143352" y="209127"/>
                </a:cubicBezTo>
                <a:cubicBezTo>
                  <a:pt x="159553" y="209127"/>
                  <a:pt x="175679" y="208588"/>
                  <a:pt x="191512" y="208024"/>
                </a:cubicBezTo>
                <a:cubicBezTo>
                  <a:pt x="195580" y="207902"/>
                  <a:pt x="200164" y="207461"/>
                  <a:pt x="203056" y="204152"/>
                </a:cubicBezTo>
                <a:cubicBezTo>
                  <a:pt x="205850" y="200941"/>
                  <a:pt x="205752" y="196481"/>
                  <a:pt x="205678" y="193197"/>
                </a:cubicBezTo>
                <a:cubicBezTo>
                  <a:pt x="205408" y="182339"/>
                  <a:pt x="205703" y="171261"/>
                  <a:pt x="205997" y="160526"/>
                </a:cubicBezTo>
                <a:cubicBezTo>
                  <a:pt x="206340" y="147855"/>
                  <a:pt x="206683" y="134719"/>
                  <a:pt x="206119" y="121803"/>
                </a:cubicBezTo>
                <a:cubicBezTo>
                  <a:pt x="205972" y="118151"/>
                  <a:pt x="205727" y="114303"/>
                  <a:pt x="204698" y="110578"/>
                </a:cubicBezTo>
                <a:cubicBezTo>
                  <a:pt x="204477" y="109793"/>
                  <a:pt x="204183" y="108886"/>
                  <a:pt x="203742" y="108029"/>
                </a:cubicBezTo>
                <a:cubicBezTo>
                  <a:pt x="203766" y="107906"/>
                  <a:pt x="203791" y="107808"/>
                  <a:pt x="203791" y="107710"/>
                </a:cubicBezTo>
                <a:cubicBezTo>
                  <a:pt x="203962" y="105431"/>
                  <a:pt x="204183" y="103053"/>
                  <a:pt x="204379" y="100774"/>
                </a:cubicBezTo>
                <a:cubicBezTo>
                  <a:pt x="204943" y="94573"/>
                  <a:pt x="205531" y="88152"/>
                  <a:pt x="205458" y="82000"/>
                </a:cubicBezTo>
                <a:lnTo>
                  <a:pt x="204918" y="19258"/>
                </a:lnTo>
                <a:cubicBezTo>
                  <a:pt x="204894" y="14185"/>
                  <a:pt x="204575" y="9307"/>
                  <a:pt x="201414" y="5607"/>
                </a:cubicBezTo>
                <a:cubicBezTo>
                  <a:pt x="197663" y="1227"/>
                  <a:pt x="191731" y="593"/>
                  <a:pt x="186201" y="593"/>
                </a:cubicBezTo>
                <a:cubicBezTo>
                  <a:pt x="185696" y="593"/>
                  <a:pt x="185195" y="599"/>
                  <a:pt x="184699" y="607"/>
                </a:cubicBezTo>
                <a:lnTo>
                  <a:pt x="107569" y="1734"/>
                </a:lnTo>
                <a:cubicBezTo>
                  <a:pt x="107447" y="1734"/>
                  <a:pt x="107324" y="1734"/>
                  <a:pt x="107202" y="1759"/>
                </a:cubicBezTo>
                <a:cubicBezTo>
                  <a:pt x="105584" y="876"/>
                  <a:pt x="103648" y="803"/>
                  <a:pt x="102741" y="754"/>
                </a:cubicBezTo>
                <a:cubicBezTo>
                  <a:pt x="89253" y="198"/>
                  <a:pt x="75668" y="1"/>
                  <a:pt x="62119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4" name="Google Shape;2434;p56"/>
          <p:cNvGrpSpPr/>
          <p:nvPr/>
        </p:nvGrpSpPr>
        <p:grpSpPr>
          <a:xfrm rot="2065613">
            <a:off x="8712594" y="2991974"/>
            <a:ext cx="1653875" cy="539976"/>
            <a:chOff x="2564525" y="5223525"/>
            <a:chExt cx="2556110" cy="834547"/>
          </a:xfrm>
        </p:grpSpPr>
        <p:sp>
          <p:nvSpPr>
            <p:cNvPr id="2435" name="Google Shape;2435;p56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56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56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56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56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56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56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56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56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56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5" name="Google Shape;2445;p56"/>
          <p:cNvGrpSpPr/>
          <p:nvPr/>
        </p:nvGrpSpPr>
        <p:grpSpPr>
          <a:xfrm rot="390124">
            <a:off x="-711125" y="318230"/>
            <a:ext cx="1719442" cy="916249"/>
            <a:chOff x="7463504" y="3075665"/>
            <a:chExt cx="2603050" cy="1387103"/>
          </a:xfrm>
        </p:grpSpPr>
        <p:sp>
          <p:nvSpPr>
            <p:cNvPr id="2446" name="Google Shape;2446;p56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56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56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6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56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56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6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6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6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6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6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6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6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6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6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56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56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56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6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6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6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56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6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56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56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56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56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6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56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6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56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6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6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57"/>
          <p:cNvSpPr txBox="1">
            <a:spLocks noGrp="1"/>
          </p:cNvSpPr>
          <p:nvPr>
            <p:ph type="title"/>
          </p:nvPr>
        </p:nvSpPr>
        <p:spPr>
          <a:xfrm>
            <a:off x="2102221" y="16898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484" name="Google Shape;2484;p57"/>
          <p:cNvSpPr txBox="1">
            <a:spLocks noGrp="1"/>
          </p:cNvSpPr>
          <p:nvPr>
            <p:ph type="subTitle" idx="1"/>
          </p:nvPr>
        </p:nvSpPr>
        <p:spPr>
          <a:xfrm>
            <a:off x="2102221" y="211252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2485" name="Google Shape;2485;p57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activities</a:t>
            </a:r>
            <a:endParaRPr/>
          </a:p>
        </p:txBody>
      </p:sp>
      <p:sp>
        <p:nvSpPr>
          <p:cNvPr id="2486" name="Google Shape;2486;p57"/>
          <p:cNvSpPr txBox="1">
            <a:spLocks noGrp="1"/>
          </p:cNvSpPr>
          <p:nvPr>
            <p:ph type="title" idx="3"/>
          </p:nvPr>
        </p:nvSpPr>
        <p:spPr>
          <a:xfrm>
            <a:off x="5788724" y="16898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487" name="Google Shape;2487;p57"/>
          <p:cNvSpPr txBox="1">
            <a:spLocks noGrp="1"/>
          </p:cNvSpPr>
          <p:nvPr>
            <p:ph type="subTitle" idx="4"/>
          </p:nvPr>
        </p:nvSpPr>
        <p:spPr>
          <a:xfrm>
            <a:off x="5788732" y="211252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biggest planet in the Solar System</a:t>
            </a:r>
            <a:endParaRPr/>
          </a:p>
        </p:txBody>
      </p:sp>
      <p:sp>
        <p:nvSpPr>
          <p:cNvPr id="2488" name="Google Shape;2488;p57"/>
          <p:cNvSpPr txBox="1">
            <a:spLocks noGrp="1"/>
          </p:cNvSpPr>
          <p:nvPr>
            <p:ph type="title" idx="5"/>
          </p:nvPr>
        </p:nvSpPr>
        <p:spPr>
          <a:xfrm>
            <a:off x="2102221" y="31460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489" name="Google Shape;2489;p57"/>
          <p:cNvSpPr txBox="1">
            <a:spLocks noGrp="1"/>
          </p:cNvSpPr>
          <p:nvPr>
            <p:ph type="subTitle" idx="6"/>
          </p:nvPr>
        </p:nvSpPr>
        <p:spPr>
          <a:xfrm>
            <a:off x="2102221" y="356867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 cold place</a:t>
            </a:r>
            <a:endParaRPr/>
          </a:p>
        </p:txBody>
      </p:sp>
      <p:sp>
        <p:nvSpPr>
          <p:cNvPr id="2490" name="Google Shape;2490;p57"/>
          <p:cNvSpPr txBox="1">
            <a:spLocks noGrp="1"/>
          </p:cNvSpPr>
          <p:nvPr>
            <p:ph type="title" idx="7"/>
          </p:nvPr>
        </p:nvSpPr>
        <p:spPr>
          <a:xfrm>
            <a:off x="5788724" y="31460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491" name="Google Shape;2491;p57"/>
          <p:cNvSpPr txBox="1">
            <a:spLocks noGrp="1"/>
          </p:cNvSpPr>
          <p:nvPr>
            <p:ph type="subTitle" idx="8"/>
          </p:nvPr>
        </p:nvSpPr>
        <p:spPr>
          <a:xfrm>
            <a:off x="5788732" y="356867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 is a gas giant and has several rings</a:t>
            </a:r>
            <a:endParaRPr/>
          </a:p>
        </p:txBody>
      </p:sp>
      <p:grpSp>
        <p:nvGrpSpPr>
          <p:cNvPr id="2492" name="Google Shape;2492;p57"/>
          <p:cNvGrpSpPr/>
          <p:nvPr/>
        </p:nvGrpSpPr>
        <p:grpSpPr>
          <a:xfrm>
            <a:off x="5045574" y="2015401"/>
            <a:ext cx="619062" cy="333196"/>
            <a:chOff x="1190000" y="1443025"/>
            <a:chExt cx="5241850" cy="2821300"/>
          </a:xfrm>
        </p:grpSpPr>
        <p:sp>
          <p:nvSpPr>
            <p:cNvPr id="2493" name="Google Shape;2493;p57"/>
            <p:cNvSpPr/>
            <p:nvPr/>
          </p:nvSpPr>
          <p:spPr>
            <a:xfrm>
              <a:off x="1190000" y="1443025"/>
              <a:ext cx="5241850" cy="2821300"/>
            </a:xfrm>
            <a:custGeom>
              <a:avLst/>
              <a:gdLst/>
              <a:ahLst/>
              <a:cxnLst/>
              <a:rect l="l" t="t" r="r" b="b"/>
              <a:pathLst>
                <a:path w="209674" h="112852" extrusionOk="0">
                  <a:moveTo>
                    <a:pt x="53528" y="39374"/>
                  </a:moveTo>
                  <a:lnTo>
                    <a:pt x="55586" y="72975"/>
                  </a:lnTo>
                  <a:cubicBezTo>
                    <a:pt x="51444" y="73220"/>
                    <a:pt x="47278" y="73368"/>
                    <a:pt x="43160" y="73441"/>
                  </a:cubicBezTo>
                  <a:cubicBezTo>
                    <a:pt x="42376" y="62290"/>
                    <a:pt x="42107" y="50991"/>
                    <a:pt x="42278" y="39790"/>
                  </a:cubicBezTo>
                  <a:cubicBezTo>
                    <a:pt x="46003" y="39643"/>
                    <a:pt x="49753" y="39496"/>
                    <a:pt x="53528" y="39374"/>
                  </a:cubicBezTo>
                  <a:close/>
                  <a:moveTo>
                    <a:pt x="79703" y="38541"/>
                  </a:moveTo>
                  <a:cubicBezTo>
                    <a:pt x="80855" y="50158"/>
                    <a:pt x="82056" y="62118"/>
                    <a:pt x="81590" y="73931"/>
                  </a:cubicBezTo>
                  <a:cubicBezTo>
                    <a:pt x="77179" y="73858"/>
                    <a:pt x="72718" y="73637"/>
                    <a:pt x="68331" y="73269"/>
                  </a:cubicBezTo>
                  <a:cubicBezTo>
                    <a:pt x="68086" y="61848"/>
                    <a:pt x="68208" y="50280"/>
                    <a:pt x="68699" y="38859"/>
                  </a:cubicBezTo>
                  <a:cubicBezTo>
                    <a:pt x="72350" y="38737"/>
                    <a:pt x="76027" y="38639"/>
                    <a:pt x="79703" y="38541"/>
                  </a:cubicBezTo>
                  <a:close/>
                  <a:moveTo>
                    <a:pt x="127985" y="38222"/>
                  </a:moveTo>
                  <a:cubicBezTo>
                    <a:pt x="132348" y="38271"/>
                    <a:pt x="136686" y="38393"/>
                    <a:pt x="141024" y="38516"/>
                  </a:cubicBezTo>
                  <a:lnTo>
                    <a:pt x="140705" y="74348"/>
                  </a:lnTo>
                  <a:lnTo>
                    <a:pt x="127422" y="74348"/>
                  </a:lnTo>
                  <a:lnTo>
                    <a:pt x="127985" y="38222"/>
                  </a:lnTo>
                  <a:close/>
                  <a:moveTo>
                    <a:pt x="156489" y="39178"/>
                  </a:moveTo>
                  <a:cubicBezTo>
                    <a:pt x="160165" y="39374"/>
                    <a:pt x="163842" y="39594"/>
                    <a:pt x="167518" y="39864"/>
                  </a:cubicBezTo>
                  <a:cubicBezTo>
                    <a:pt x="168278" y="51702"/>
                    <a:pt x="168229" y="63662"/>
                    <a:pt x="167371" y="75500"/>
                  </a:cubicBezTo>
                  <a:cubicBezTo>
                    <a:pt x="165749" y="75561"/>
                    <a:pt x="164123" y="75592"/>
                    <a:pt x="162496" y="75592"/>
                  </a:cubicBezTo>
                  <a:cubicBezTo>
                    <a:pt x="160214" y="75592"/>
                    <a:pt x="157931" y="75531"/>
                    <a:pt x="155656" y="75402"/>
                  </a:cubicBezTo>
                  <a:cubicBezTo>
                    <a:pt x="154920" y="63343"/>
                    <a:pt x="155215" y="51187"/>
                    <a:pt x="156489" y="39178"/>
                  </a:cubicBezTo>
                  <a:close/>
                  <a:moveTo>
                    <a:pt x="38185" y="39938"/>
                  </a:moveTo>
                  <a:cubicBezTo>
                    <a:pt x="37989" y="51187"/>
                    <a:pt x="38283" y="62559"/>
                    <a:pt x="39067" y="73760"/>
                  </a:cubicBezTo>
                  <a:cubicBezTo>
                    <a:pt x="39116" y="74397"/>
                    <a:pt x="39215" y="75892"/>
                    <a:pt x="40440" y="76823"/>
                  </a:cubicBezTo>
                  <a:cubicBezTo>
                    <a:pt x="41273" y="77485"/>
                    <a:pt x="42205" y="77534"/>
                    <a:pt x="42842" y="77534"/>
                  </a:cubicBezTo>
                  <a:lnTo>
                    <a:pt x="43062" y="77534"/>
                  </a:lnTo>
                  <a:cubicBezTo>
                    <a:pt x="44484" y="77509"/>
                    <a:pt x="45905" y="77485"/>
                    <a:pt x="47327" y="77436"/>
                  </a:cubicBezTo>
                  <a:lnTo>
                    <a:pt x="47400" y="106920"/>
                  </a:lnTo>
                  <a:lnTo>
                    <a:pt x="27205" y="106675"/>
                  </a:lnTo>
                  <a:cubicBezTo>
                    <a:pt x="27205" y="106650"/>
                    <a:pt x="27205" y="106601"/>
                    <a:pt x="27205" y="106552"/>
                  </a:cubicBezTo>
                  <a:lnTo>
                    <a:pt x="25955" y="44570"/>
                  </a:lnTo>
                  <a:cubicBezTo>
                    <a:pt x="25931" y="43614"/>
                    <a:pt x="25906" y="42535"/>
                    <a:pt x="26274" y="41849"/>
                  </a:cubicBezTo>
                  <a:cubicBezTo>
                    <a:pt x="26985" y="40550"/>
                    <a:pt x="29337" y="40305"/>
                    <a:pt x="31323" y="40207"/>
                  </a:cubicBezTo>
                  <a:cubicBezTo>
                    <a:pt x="33602" y="40134"/>
                    <a:pt x="35881" y="40036"/>
                    <a:pt x="38185" y="39938"/>
                  </a:cubicBezTo>
                  <a:close/>
                  <a:moveTo>
                    <a:pt x="64581" y="38982"/>
                  </a:moveTo>
                  <a:lnTo>
                    <a:pt x="64581" y="38982"/>
                  </a:lnTo>
                  <a:cubicBezTo>
                    <a:pt x="64091" y="50574"/>
                    <a:pt x="63968" y="62314"/>
                    <a:pt x="64238" y="73907"/>
                  </a:cubicBezTo>
                  <a:cubicBezTo>
                    <a:pt x="64262" y="74348"/>
                    <a:pt x="64287" y="75157"/>
                    <a:pt x="64802" y="75941"/>
                  </a:cubicBezTo>
                  <a:cubicBezTo>
                    <a:pt x="65659" y="77166"/>
                    <a:pt x="67106" y="77289"/>
                    <a:pt x="67645" y="77338"/>
                  </a:cubicBezTo>
                  <a:cubicBezTo>
                    <a:pt x="69752" y="77509"/>
                    <a:pt x="71885" y="77657"/>
                    <a:pt x="74017" y="77755"/>
                  </a:cubicBezTo>
                  <a:lnTo>
                    <a:pt x="73943" y="107239"/>
                  </a:lnTo>
                  <a:lnTo>
                    <a:pt x="51493" y="106969"/>
                  </a:lnTo>
                  <a:lnTo>
                    <a:pt x="51420" y="77289"/>
                  </a:lnTo>
                  <a:cubicBezTo>
                    <a:pt x="53577" y="77191"/>
                    <a:pt x="55733" y="77068"/>
                    <a:pt x="57890" y="76921"/>
                  </a:cubicBezTo>
                  <a:cubicBezTo>
                    <a:pt x="59018" y="76848"/>
                    <a:pt x="59875" y="75892"/>
                    <a:pt x="59802" y="74765"/>
                  </a:cubicBezTo>
                  <a:lnTo>
                    <a:pt x="57621" y="39227"/>
                  </a:lnTo>
                  <a:cubicBezTo>
                    <a:pt x="59949" y="39129"/>
                    <a:pt x="62253" y="39055"/>
                    <a:pt x="64581" y="38982"/>
                  </a:cubicBezTo>
                  <a:close/>
                  <a:moveTo>
                    <a:pt x="102325" y="38148"/>
                  </a:moveTo>
                  <a:lnTo>
                    <a:pt x="98795" y="107557"/>
                  </a:lnTo>
                  <a:lnTo>
                    <a:pt x="78036" y="107288"/>
                  </a:lnTo>
                  <a:lnTo>
                    <a:pt x="78110" y="77926"/>
                  </a:lnTo>
                  <a:cubicBezTo>
                    <a:pt x="79924" y="78000"/>
                    <a:pt x="81737" y="78049"/>
                    <a:pt x="83526" y="78049"/>
                  </a:cubicBezTo>
                  <a:lnTo>
                    <a:pt x="83551" y="78049"/>
                  </a:lnTo>
                  <a:cubicBezTo>
                    <a:pt x="84629" y="78049"/>
                    <a:pt x="85536" y="77191"/>
                    <a:pt x="85585" y="76112"/>
                  </a:cubicBezTo>
                  <a:cubicBezTo>
                    <a:pt x="86296" y="63466"/>
                    <a:pt x="85046" y="50746"/>
                    <a:pt x="83796" y="38443"/>
                  </a:cubicBezTo>
                  <a:cubicBezTo>
                    <a:pt x="89972" y="38295"/>
                    <a:pt x="96148" y="38197"/>
                    <a:pt x="102325" y="38148"/>
                  </a:cubicBezTo>
                  <a:close/>
                  <a:moveTo>
                    <a:pt x="111106" y="38090"/>
                  </a:moveTo>
                  <a:cubicBezTo>
                    <a:pt x="115375" y="38090"/>
                    <a:pt x="119640" y="38113"/>
                    <a:pt x="123892" y="38148"/>
                  </a:cubicBezTo>
                  <a:lnTo>
                    <a:pt x="123304" y="76358"/>
                  </a:lnTo>
                  <a:cubicBezTo>
                    <a:pt x="123280" y="76897"/>
                    <a:pt x="123500" y="77436"/>
                    <a:pt x="123892" y="77828"/>
                  </a:cubicBezTo>
                  <a:cubicBezTo>
                    <a:pt x="124260" y="78220"/>
                    <a:pt x="124799" y="78441"/>
                    <a:pt x="125338" y="78441"/>
                  </a:cubicBezTo>
                  <a:lnTo>
                    <a:pt x="131245" y="78441"/>
                  </a:lnTo>
                  <a:lnTo>
                    <a:pt x="131171" y="107949"/>
                  </a:lnTo>
                  <a:lnTo>
                    <a:pt x="102888" y="107606"/>
                  </a:lnTo>
                  <a:lnTo>
                    <a:pt x="106418" y="38099"/>
                  </a:lnTo>
                  <a:cubicBezTo>
                    <a:pt x="107981" y="38093"/>
                    <a:pt x="109544" y="38090"/>
                    <a:pt x="111106" y="38090"/>
                  </a:cubicBezTo>
                  <a:close/>
                  <a:moveTo>
                    <a:pt x="145117" y="38663"/>
                  </a:moveTo>
                  <a:cubicBezTo>
                    <a:pt x="147543" y="38761"/>
                    <a:pt x="149970" y="38859"/>
                    <a:pt x="152396" y="38957"/>
                  </a:cubicBezTo>
                  <a:cubicBezTo>
                    <a:pt x="151048" y="51726"/>
                    <a:pt x="150803" y="64691"/>
                    <a:pt x="151685" y="77485"/>
                  </a:cubicBezTo>
                  <a:cubicBezTo>
                    <a:pt x="151759" y="78514"/>
                    <a:pt x="152568" y="79323"/>
                    <a:pt x="153597" y="79397"/>
                  </a:cubicBezTo>
                  <a:cubicBezTo>
                    <a:pt x="155582" y="79519"/>
                    <a:pt x="157567" y="79617"/>
                    <a:pt x="159553" y="79642"/>
                  </a:cubicBezTo>
                  <a:cubicBezTo>
                    <a:pt x="159455" y="89176"/>
                    <a:pt x="158940" y="98808"/>
                    <a:pt x="158009" y="108268"/>
                  </a:cubicBezTo>
                  <a:lnTo>
                    <a:pt x="135264" y="107998"/>
                  </a:lnTo>
                  <a:lnTo>
                    <a:pt x="135338" y="78441"/>
                  </a:lnTo>
                  <a:lnTo>
                    <a:pt x="142740" y="78465"/>
                  </a:lnTo>
                  <a:cubicBezTo>
                    <a:pt x="143867" y="78465"/>
                    <a:pt x="144774" y="77559"/>
                    <a:pt x="144798" y="76431"/>
                  </a:cubicBezTo>
                  <a:lnTo>
                    <a:pt x="145117" y="38663"/>
                  </a:lnTo>
                  <a:close/>
                  <a:moveTo>
                    <a:pt x="171660" y="40158"/>
                  </a:moveTo>
                  <a:cubicBezTo>
                    <a:pt x="174797" y="40403"/>
                    <a:pt x="177934" y="40673"/>
                    <a:pt x="181096" y="40967"/>
                  </a:cubicBezTo>
                  <a:cubicBezTo>
                    <a:pt x="181218" y="40967"/>
                    <a:pt x="181561" y="41016"/>
                    <a:pt x="181758" y="41065"/>
                  </a:cubicBezTo>
                  <a:cubicBezTo>
                    <a:pt x="181782" y="41212"/>
                    <a:pt x="181782" y="41457"/>
                    <a:pt x="181782" y="41800"/>
                  </a:cubicBezTo>
                  <a:cubicBezTo>
                    <a:pt x="181807" y="63956"/>
                    <a:pt x="181292" y="86431"/>
                    <a:pt x="180312" y="108538"/>
                  </a:cubicBezTo>
                  <a:lnTo>
                    <a:pt x="162126" y="108317"/>
                  </a:lnTo>
                  <a:cubicBezTo>
                    <a:pt x="163033" y="98832"/>
                    <a:pt x="163548" y="89200"/>
                    <a:pt x="163670" y="79691"/>
                  </a:cubicBezTo>
                  <a:cubicBezTo>
                    <a:pt x="165557" y="79666"/>
                    <a:pt x="167469" y="79617"/>
                    <a:pt x="169381" y="79519"/>
                  </a:cubicBezTo>
                  <a:cubicBezTo>
                    <a:pt x="170410" y="79470"/>
                    <a:pt x="171219" y="78661"/>
                    <a:pt x="171317" y="77632"/>
                  </a:cubicBezTo>
                  <a:cubicBezTo>
                    <a:pt x="172322" y="65206"/>
                    <a:pt x="172420" y="52609"/>
                    <a:pt x="171660" y="40158"/>
                  </a:cubicBezTo>
                  <a:close/>
                  <a:moveTo>
                    <a:pt x="60684" y="4106"/>
                  </a:moveTo>
                  <a:cubicBezTo>
                    <a:pt x="64606" y="4106"/>
                    <a:pt x="68527" y="4130"/>
                    <a:pt x="72399" y="4155"/>
                  </a:cubicBezTo>
                  <a:lnTo>
                    <a:pt x="101981" y="4302"/>
                  </a:lnTo>
                  <a:cubicBezTo>
                    <a:pt x="107815" y="4326"/>
                    <a:pt x="113648" y="4351"/>
                    <a:pt x="119481" y="4375"/>
                  </a:cubicBezTo>
                  <a:cubicBezTo>
                    <a:pt x="131147" y="4449"/>
                    <a:pt x="142789" y="4498"/>
                    <a:pt x="154455" y="4571"/>
                  </a:cubicBezTo>
                  <a:cubicBezTo>
                    <a:pt x="167248" y="4645"/>
                    <a:pt x="180875" y="5503"/>
                    <a:pt x="194943" y="7096"/>
                  </a:cubicBezTo>
                  <a:cubicBezTo>
                    <a:pt x="197884" y="7439"/>
                    <a:pt x="201168" y="7954"/>
                    <a:pt x="202835" y="10012"/>
                  </a:cubicBezTo>
                  <a:cubicBezTo>
                    <a:pt x="204159" y="11654"/>
                    <a:pt x="204355" y="14105"/>
                    <a:pt x="204477" y="16899"/>
                  </a:cubicBezTo>
                  <a:cubicBezTo>
                    <a:pt x="205580" y="45256"/>
                    <a:pt x="205139" y="74029"/>
                    <a:pt x="203203" y="102361"/>
                  </a:cubicBezTo>
                  <a:cubicBezTo>
                    <a:pt x="203080" y="104420"/>
                    <a:pt x="202860" y="106381"/>
                    <a:pt x="201781" y="107459"/>
                  </a:cubicBezTo>
                  <a:cubicBezTo>
                    <a:pt x="200661" y="108580"/>
                    <a:pt x="198639" y="108737"/>
                    <a:pt x="196558" y="108737"/>
                  </a:cubicBezTo>
                  <a:cubicBezTo>
                    <a:pt x="196363" y="108737"/>
                    <a:pt x="196168" y="108736"/>
                    <a:pt x="195973" y="108734"/>
                  </a:cubicBezTo>
                  <a:lnTo>
                    <a:pt x="184404" y="108587"/>
                  </a:lnTo>
                  <a:cubicBezTo>
                    <a:pt x="185409" y="86455"/>
                    <a:pt x="185900" y="63981"/>
                    <a:pt x="185900" y="41800"/>
                  </a:cubicBezTo>
                  <a:cubicBezTo>
                    <a:pt x="185900" y="40942"/>
                    <a:pt x="185900" y="39374"/>
                    <a:pt x="184748" y="38173"/>
                  </a:cubicBezTo>
                  <a:cubicBezTo>
                    <a:pt x="183694" y="37095"/>
                    <a:pt x="182248" y="36947"/>
                    <a:pt x="181463" y="36874"/>
                  </a:cubicBezTo>
                  <a:cubicBezTo>
                    <a:pt x="158691" y="34733"/>
                    <a:pt x="135726" y="33982"/>
                    <a:pt x="112815" y="33982"/>
                  </a:cubicBezTo>
                  <a:cubicBezTo>
                    <a:pt x="85374" y="33982"/>
                    <a:pt x="58012" y="35059"/>
                    <a:pt x="31151" y="36114"/>
                  </a:cubicBezTo>
                  <a:cubicBezTo>
                    <a:pt x="29190" y="36188"/>
                    <a:pt x="24583" y="36384"/>
                    <a:pt x="22671" y="39913"/>
                  </a:cubicBezTo>
                  <a:cubicBezTo>
                    <a:pt x="21789" y="41531"/>
                    <a:pt x="21813" y="43344"/>
                    <a:pt x="21838" y="44643"/>
                  </a:cubicBezTo>
                  <a:lnTo>
                    <a:pt x="23112" y="106626"/>
                  </a:lnTo>
                  <a:lnTo>
                    <a:pt x="9608" y="106454"/>
                  </a:lnTo>
                  <a:cubicBezTo>
                    <a:pt x="8873" y="106454"/>
                    <a:pt x="7182" y="106430"/>
                    <a:pt x="6691" y="105817"/>
                  </a:cubicBezTo>
                  <a:cubicBezTo>
                    <a:pt x="6373" y="105400"/>
                    <a:pt x="6348" y="104469"/>
                    <a:pt x="6324" y="103783"/>
                  </a:cubicBezTo>
                  <a:cubicBezTo>
                    <a:pt x="5123" y="74961"/>
                    <a:pt x="4388" y="45697"/>
                    <a:pt x="4118" y="16850"/>
                  </a:cubicBezTo>
                  <a:cubicBezTo>
                    <a:pt x="4093" y="13664"/>
                    <a:pt x="4241" y="10135"/>
                    <a:pt x="6299" y="8346"/>
                  </a:cubicBezTo>
                  <a:cubicBezTo>
                    <a:pt x="7647" y="7169"/>
                    <a:pt x="9706" y="6826"/>
                    <a:pt x="11912" y="6532"/>
                  </a:cubicBezTo>
                  <a:cubicBezTo>
                    <a:pt x="28014" y="4449"/>
                    <a:pt x="44484" y="4106"/>
                    <a:pt x="60684" y="4106"/>
                  </a:cubicBezTo>
                  <a:close/>
                  <a:moveTo>
                    <a:pt x="60942" y="0"/>
                  </a:moveTo>
                  <a:cubicBezTo>
                    <a:pt x="44528" y="0"/>
                    <a:pt x="27814" y="339"/>
                    <a:pt x="11373" y="2464"/>
                  </a:cubicBezTo>
                  <a:cubicBezTo>
                    <a:pt x="8652" y="2831"/>
                    <a:pt x="5809" y="3321"/>
                    <a:pt x="3603" y="5233"/>
                  </a:cubicBezTo>
                  <a:cubicBezTo>
                    <a:pt x="246" y="8174"/>
                    <a:pt x="0" y="12782"/>
                    <a:pt x="25" y="16875"/>
                  </a:cubicBezTo>
                  <a:cubicBezTo>
                    <a:pt x="295" y="45795"/>
                    <a:pt x="1005" y="75083"/>
                    <a:pt x="2206" y="103954"/>
                  </a:cubicBezTo>
                  <a:cubicBezTo>
                    <a:pt x="2255" y="105106"/>
                    <a:pt x="2329" y="106871"/>
                    <a:pt x="3432" y="108317"/>
                  </a:cubicBezTo>
                  <a:cubicBezTo>
                    <a:pt x="5123" y="110523"/>
                    <a:pt x="8137" y="110547"/>
                    <a:pt x="9559" y="110572"/>
                  </a:cubicBezTo>
                  <a:lnTo>
                    <a:pt x="195924" y="112827"/>
                  </a:lnTo>
                  <a:cubicBezTo>
                    <a:pt x="196193" y="112851"/>
                    <a:pt x="196463" y="112851"/>
                    <a:pt x="196757" y="112851"/>
                  </a:cubicBezTo>
                  <a:cubicBezTo>
                    <a:pt x="199110" y="112851"/>
                    <a:pt x="202418" y="112631"/>
                    <a:pt x="204673" y="110351"/>
                  </a:cubicBezTo>
                  <a:cubicBezTo>
                    <a:pt x="206756" y="108268"/>
                    <a:pt x="207124" y="105400"/>
                    <a:pt x="207296" y="102631"/>
                  </a:cubicBezTo>
                  <a:cubicBezTo>
                    <a:pt x="209256" y="74152"/>
                    <a:pt x="209673" y="45256"/>
                    <a:pt x="208570" y="16728"/>
                  </a:cubicBezTo>
                  <a:cubicBezTo>
                    <a:pt x="208423" y="13321"/>
                    <a:pt x="208129" y="10061"/>
                    <a:pt x="206021" y="7439"/>
                  </a:cubicBezTo>
                  <a:cubicBezTo>
                    <a:pt x="203399" y="4179"/>
                    <a:pt x="199159" y="3444"/>
                    <a:pt x="195409" y="3027"/>
                  </a:cubicBezTo>
                  <a:cubicBezTo>
                    <a:pt x="181194" y="1410"/>
                    <a:pt x="167420" y="552"/>
                    <a:pt x="154479" y="454"/>
                  </a:cubicBezTo>
                  <a:cubicBezTo>
                    <a:pt x="142813" y="380"/>
                    <a:pt x="131147" y="331"/>
                    <a:pt x="119505" y="282"/>
                  </a:cubicBezTo>
                  <a:cubicBezTo>
                    <a:pt x="113672" y="258"/>
                    <a:pt x="107839" y="233"/>
                    <a:pt x="102006" y="184"/>
                  </a:cubicBezTo>
                  <a:lnTo>
                    <a:pt x="72424" y="37"/>
                  </a:lnTo>
                  <a:cubicBezTo>
                    <a:pt x="68618" y="19"/>
                    <a:pt x="64789" y="0"/>
                    <a:pt x="6094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7"/>
            <p:cNvSpPr/>
            <p:nvPr/>
          </p:nvSpPr>
          <p:spPr>
            <a:xfrm>
              <a:off x="5368750" y="1715525"/>
              <a:ext cx="691775" cy="586250"/>
            </a:xfrm>
            <a:custGeom>
              <a:avLst/>
              <a:gdLst/>
              <a:ahLst/>
              <a:cxnLst/>
              <a:rect l="l" t="t" r="r" b="b"/>
              <a:pathLst>
                <a:path w="27671" h="23450" extrusionOk="0">
                  <a:moveTo>
                    <a:pt x="13283" y="4112"/>
                  </a:moveTo>
                  <a:cubicBezTo>
                    <a:pt x="14705" y="4112"/>
                    <a:pt x="16153" y="4400"/>
                    <a:pt x="17475" y="4970"/>
                  </a:cubicBezTo>
                  <a:cubicBezTo>
                    <a:pt x="19852" y="5999"/>
                    <a:pt x="21544" y="7813"/>
                    <a:pt x="22230" y="10092"/>
                  </a:cubicBezTo>
                  <a:cubicBezTo>
                    <a:pt x="23186" y="13131"/>
                    <a:pt x="21666" y="16832"/>
                    <a:pt x="18872" y="18376"/>
                  </a:cubicBezTo>
                  <a:cubicBezTo>
                    <a:pt x="17532" y="19108"/>
                    <a:pt x="16041" y="19359"/>
                    <a:pt x="14638" y="19359"/>
                  </a:cubicBezTo>
                  <a:cubicBezTo>
                    <a:pt x="12989" y="19359"/>
                    <a:pt x="11461" y="19013"/>
                    <a:pt x="10441" y="18695"/>
                  </a:cubicBezTo>
                  <a:cubicBezTo>
                    <a:pt x="8946" y="18254"/>
                    <a:pt x="7794" y="17714"/>
                    <a:pt x="6936" y="17053"/>
                  </a:cubicBezTo>
                  <a:cubicBezTo>
                    <a:pt x="4608" y="15264"/>
                    <a:pt x="4314" y="13033"/>
                    <a:pt x="4461" y="11514"/>
                  </a:cubicBezTo>
                  <a:cubicBezTo>
                    <a:pt x="4731" y="8818"/>
                    <a:pt x="6569" y="6269"/>
                    <a:pt x="9167" y="5019"/>
                  </a:cubicBezTo>
                  <a:cubicBezTo>
                    <a:pt x="10405" y="4412"/>
                    <a:pt x="11831" y="4112"/>
                    <a:pt x="13283" y="4112"/>
                  </a:cubicBezTo>
                  <a:close/>
                  <a:moveTo>
                    <a:pt x="13287" y="0"/>
                  </a:moveTo>
                  <a:cubicBezTo>
                    <a:pt x="11226" y="0"/>
                    <a:pt x="9193" y="442"/>
                    <a:pt x="7377" y="1318"/>
                  </a:cubicBezTo>
                  <a:cubicBezTo>
                    <a:pt x="3554" y="3181"/>
                    <a:pt x="809" y="7004"/>
                    <a:pt x="392" y="11073"/>
                  </a:cubicBezTo>
                  <a:cubicBezTo>
                    <a:pt x="0" y="14675"/>
                    <a:pt x="1495" y="18033"/>
                    <a:pt x="4412" y="20288"/>
                  </a:cubicBezTo>
                  <a:cubicBezTo>
                    <a:pt x="5686" y="21293"/>
                    <a:pt x="7279" y="22053"/>
                    <a:pt x="9265" y="22641"/>
                  </a:cubicBezTo>
                  <a:cubicBezTo>
                    <a:pt x="11103" y="23180"/>
                    <a:pt x="12916" y="23450"/>
                    <a:pt x="14608" y="23450"/>
                  </a:cubicBezTo>
                  <a:cubicBezTo>
                    <a:pt x="16936" y="23450"/>
                    <a:pt x="19044" y="22959"/>
                    <a:pt x="20857" y="21955"/>
                  </a:cubicBezTo>
                  <a:cubicBezTo>
                    <a:pt x="25342" y="19504"/>
                    <a:pt x="27671" y="13744"/>
                    <a:pt x="26151" y="8867"/>
                  </a:cubicBezTo>
                  <a:cubicBezTo>
                    <a:pt x="25097" y="5436"/>
                    <a:pt x="22597" y="2715"/>
                    <a:pt x="19117" y="1220"/>
                  </a:cubicBezTo>
                  <a:cubicBezTo>
                    <a:pt x="17259" y="405"/>
                    <a:pt x="15260" y="0"/>
                    <a:pt x="1328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7"/>
            <p:cNvSpPr/>
            <p:nvPr/>
          </p:nvSpPr>
          <p:spPr>
            <a:xfrm>
              <a:off x="1476750" y="1648725"/>
              <a:ext cx="717525" cy="627925"/>
            </a:xfrm>
            <a:custGeom>
              <a:avLst/>
              <a:gdLst/>
              <a:ahLst/>
              <a:cxnLst/>
              <a:rect l="l" t="t" r="r" b="b"/>
              <a:pathLst>
                <a:path w="28701" h="25117" extrusionOk="0">
                  <a:moveTo>
                    <a:pt x="14692" y="4099"/>
                  </a:moveTo>
                  <a:cubicBezTo>
                    <a:pt x="17731" y="4099"/>
                    <a:pt x="20362" y="5509"/>
                    <a:pt x="21985" y="8059"/>
                  </a:cubicBezTo>
                  <a:cubicBezTo>
                    <a:pt x="24117" y="11416"/>
                    <a:pt x="23308" y="16465"/>
                    <a:pt x="20269" y="18891"/>
                  </a:cubicBezTo>
                  <a:cubicBezTo>
                    <a:pt x="19044" y="19847"/>
                    <a:pt x="17402" y="20534"/>
                    <a:pt x="15539" y="20852"/>
                  </a:cubicBezTo>
                  <a:cubicBezTo>
                    <a:pt x="14887" y="20969"/>
                    <a:pt x="14197" y="21031"/>
                    <a:pt x="13493" y="21031"/>
                  </a:cubicBezTo>
                  <a:cubicBezTo>
                    <a:pt x="10648" y="21031"/>
                    <a:pt x="7577" y="20024"/>
                    <a:pt x="5907" y="17568"/>
                  </a:cubicBezTo>
                  <a:cubicBezTo>
                    <a:pt x="4461" y="15411"/>
                    <a:pt x="4339" y="12250"/>
                    <a:pt x="5589" y="9676"/>
                  </a:cubicBezTo>
                  <a:cubicBezTo>
                    <a:pt x="7157" y="6515"/>
                    <a:pt x="10515" y="4333"/>
                    <a:pt x="14167" y="4113"/>
                  </a:cubicBezTo>
                  <a:cubicBezTo>
                    <a:pt x="14343" y="4103"/>
                    <a:pt x="14518" y="4099"/>
                    <a:pt x="14692" y="4099"/>
                  </a:cubicBezTo>
                  <a:close/>
                  <a:moveTo>
                    <a:pt x="14692" y="0"/>
                  </a:moveTo>
                  <a:cubicBezTo>
                    <a:pt x="14445" y="0"/>
                    <a:pt x="14196" y="7"/>
                    <a:pt x="13946" y="20"/>
                  </a:cubicBezTo>
                  <a:cubicBezTo>
                    <a:pt x="8750" y="314"/>
                    <a:pt x="4143" y="3328"/>
                    <a:pt x="1912" y="7863"/>
                  </a:cubicBezTo>
                  <a:cubicBezTo>
                    <a:pt x="1" y="11784"/>
                    <a:pt x="221" y="16490"/>
                    <a:pt x="2500" y="19847"/>
                  </a:cubicBezTo>
                  <a:cubicBezTo>
                    <a:pt x="5025" y="23597"/>
                    <a:pt x="9510" y="25117"/>
                    <a:pt x="13578" y="25117"/>
                  </a:cubicBezTo>
                  <a:cubicBezTo>
                    <a:pt x="14510" y="25117"/>
                    <a:pt x="15392" y="25043"/>
                    <a:pt x="16250" y="24896"/>
                  </a:cubicBezTo>
                  <a:cubicBezTo>
                    <a:pt x="18774" y="24455"/>
                    <a:pt x="21054" y="23499"/>
                    <a:pt x="22818" y="22102"/>
                  </a:cubicBezTo>
                  <a:cubicBezTo>
                    <a:pt x="27499" y="18401"/>
                    <a:pt x="28700" y="10951"/>
                    <a:pt x="25441" y="5853"/>
                  </a:cubicBezTo>
                  <a:cubicBezTo>
                    <a:pt x="23049" y="2090"/>
                    <a:pt x="19160" y="0"/>
                    <a:pt x="1469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7"/>
            <p:cNvSpPr/>
            <p:nvPr/>
          </p:nvSpPr>
          <p:spPr>
            <a:xfrm>
              <a:off x="2530625" y="1737375"/>
              <a:ext cx="2432525" cy="129375"/>
            </a:xfrm>
            <a:custGeom>
              <a:avLst/>
              <a:gdLst/>
              <a:ahLst/>
              <a:cxnLst/>
              <a:rect l="l" t="t" r="r" b="b"/>
              <a:pathLst>
                <a:path w="97301" h="5175" extrusionOk="0">
                  <a:moveTo>
                    <a:pt x="31957" y="1"/>
                  </a:moveTo>
                  <a:cubicBezTo>
                    <a:pt x="21957" y="1"/>
                    <a:pt x="11973" y="83"/>
                    <a:pt x="2035" y="248"/>
                  </a:cubicBezTo>
                  <a:cubicBezTo>
                    <a:pt x="908" y="273"/>
                    <a:pt x="1" y="1204"/>
                    <a:pt x="25" y="2331"/>
                  </a:cubicBezTo>
                  <a:cubicBezTo>
                    <a:pt x="25" y="3459"/>
                    <a:pt x="957" y="4366"/>
                    <a:pt x="2059" y="4366"/>
                  </a:cubicBezTo>
                  <a:cubicBezTo>
                    <a:pt x="2084" y="4366"/>
                    <a:pt x="2084" y="4366"/>
                    <a:pt x="2108" y="4341"/>
                  </a:cubicBezTo>
                  <a:cubicBezTo>
                    <a:pt x="12011" y="4184"/>
                    <a:pt x="21961" y="4105"/>
                    <a:pt x="31929" y="4105"/>
                  </a:cubicBezTo>
                  <a:cubicBezTo>
                    <a:pt x="53021" y="4105"/>
                    <a:pt x="74190" y="4459"/>
                    <a:pt x="95144" y="5174"/>
                  </a:cubicBezTo>
                  <a:lnTo>
                    <a:pt x="95217" y="5174"/>
                  </a:lnTo>
                  <a:cubicBezTo>
                    <a:pt x="96296" y="5174"/>
                    <a:pt x="97227" y="4292"/>
                    <a:pt x="97251" y="3189"/>
                  </a:cubicBezTo>
                  <a:cubicBezTo>
                    <a:pt x="97301" y="2062"/>
                    <a:pt x="96418" y="1106"/>
                    <a:pt x="95266" y="1081"/>
                  </a:cubicBezTo>
                  <a:cubicBezTo>
                    <a:pt x="74274" y="366"/>
                    <a:pt x="53079" y="1"/>
                    <a:pt x="3195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7"/>
            <p:cNvSpPr/>
            <p:nvPr/>
          </p:nvSpPr>
          <p:spPr>
            <a:xfrm>
              <a:off x="2602325" y="1976025"/>
              <a:ext cx="2252375" cy="121725"/>
            </a:xfrm>
            <a:custGeom>
              <a:avLst/>
              <a:gdLst/>
              <a:ahLst/>
              <a:cxnLst/>
              <a:rect l="l" t="t" r="r" b="b"/>
              <a:pathLst>
                <a:path w="90095" h="4869" extrusionOk="0">
                  <a:moveTo>
                    <a:pt x="52222" y="0"/>
                  </a:moveTo>
                  <a:cubicBezTo>
                    <a:pt x="35455" y="0"/>
                    <a:pt x="18666" y="250"/>
                    <a:pt x="2010" y="751"/>
                  </a:cubicBezTo>
                  <a:cubicBezTo>
                    <a:pt x="883" y="800"/>
                    <a:pt x="0" y="1731"/>
                    <a:pt x="25" y="2883"/>
                  </a:cubicBezTo>
                  <a:cubicBezTo>
                    <a:pt x="49" y="3986"/>
                    <a:pt x="956" y="4868"/>
                    <a:pt x="2059" y="4868"/>
                  </a:cubicBezTo>
                  <a:lnTo>
                    <a:pt x="2132" y="4868"/>
                  </a:lnTo>
                  <a:cubicBezTo>
                    <a:pt x="18827" y="4351"/>
                    <a:pt x="35664" y="4095"/>
                    <a:pt x="52477" y="4095"/>
                  </a:cubicBezTo>
                  <a:cubicBezTo>
                    <a:pt x="64345" y="4095"/>
                    <a:pt x="76202" y="4222"/>
                    <a:pt x="87987" y="4476"/>
                  </a:cubicBezTo>
                  <a:cubicBezTo>
                    <a:pt x="88001" y="4476"/>
                    <a:pt x="88016" y="4476"/>
                    <a:pt x="88030" y="4476"/>
                  </a:cubicBezTo>
                  <a:cubicBezTo>
                    <a:pt x="89115" y="4476"/>
                    <a:pt x="90046" y="3579"/>
                    <a:pt x="90070" y="2466"/>
                  </a:cubicBezTo>
                  <a:cubicBezTo>
                    <a:pt x="90094" y="1339"/>
                    <a:pt x="89188" y="408"/>
                    <a:pt x="88060" y="383"/>
                  </a:cubicBezTo>
                  <a:cubicBezTo>
                    <a:pt x="76163" y="128"/>
                    <a:pt x="64198" y="0"/>
                    <a:pt x="5222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8" name="Google Shape;2498;p57"/>
          <p:cNvSpPr/>
          <p:nvPr/>
        </p:nvSpPr>
        <p:spPr>
          <a:xfrm>
            <a:off x="5050640" y="3280569"/>
            <a:ext cx="608930" cy="617456"/>
          </a:xfrm>
          <a:custGeom>
            <a:avLst/>
            <a:gdLst/>
            <a:ahLst/>
            <a:cxnLst/>
            <a:rect l="l" t="t" r="r" b="b"/>
            <a:pathLst>
              <a:path w="206242" h="209130" extrusionOk="0">
                <a:moveTo>
                  <a:pt x="123268" y="18865"/>
                </a:moveTo>
                <a:cubicBezTo>
                  <a:pt x="123312" y="18865"/>
                  <a:pt x="123357" y="18866"/>
                  <a:pt x="123402" y="18868"/>
                </a:cubicBezTo>
                <a:cubicBezTo>
                  <a:pt x="127961" y="19039"/>
                  <a:pt x="134014" y="23868"/>
                  <a:pt x="134235" y="28745"/>
                </a:cubicBezTo>
                <a:cubicBezTo>
                  <a:pt x="134358" y="32323"/>
                  <a:pt x="131833" y="35656"/>
                  <a:pt x="129309" y="38426"/>
                </a:cubicBezTo>
                <a:cubicBezTo>
                  <a:pt x="124284" y="43989"/>
                  <a:pt x="118745" y="48695"/>
                  <a:pt x="112863" y="52396"/>
                </a:cubicBezTo>
                <a:cubicBezTo>
                  <a:pt x="110088" y="54157"/>
                  <a:pt x="107855" y="55015"/>
                  <a:pt x="106005" y="55015"/>
                </a:cubicBezTo>
                <a:cubicBezTo>
                  <a:pt x="105306" y="55015"/>
                  <a:pt x="104662" y="54892"/>
                  <a:pt x="104065" y="54651"/>
                </a:cubicBezTo>
                <a:cubicBezTo>
                  <a:pt x="102741" y="54111"/>
                  <a:pt x="101614" y="52935"/>
                  <a:pt x="100364" y="51342"/>
                </a:cubicBezTo>
                <a:cubicBezTo>
                  <a:pt x="98795" y="49357"/>
                  <a:pt x="97055" y="46759"/>
                  <a:pt x="97398" y="44259"/>
                </a:cubicBezTo>
                <a:cubicBezTo>
                  <a:pt x="97643" y="42519"/>
                  <a:pt x="98942" y="40877"/>
                  <a:pt x="100241" y="39308"/>
                </a:cubicBezTo>
                <a:cubicBezTo>
                  <a:pt x="102986" y="36048"/>
                  <a:pt x="105903" y="32887"/>
                  <a:pt x="108942" y="29921"/>
                </a:cubicBezTo>
                <a:cubicBezTo>
                  <a:pt x="111736" y="27152"/>
                  <a:pt x="114653" y="24505"/>
                  <a:pt x="117618" y="22078"/>
                </a:cubicBezTo>
                <a:lnTo>
                  <a:pt x="118084" y="21686"/>
                </a:lnTo>
                <a:cubicBezTo>
                  <a:pt x="119758" y="20299"/>
                  <a:pt x="121456" y="18865"/>
                  <a:pt x="123268" y="18865"/>
                </a:cubicBezTo>
                <a:close/>
                <a:moveTo>
                  <a:pt x="127471" y="46171"/>
                </a:moveTo>
                <a:lnTo>
                  <a:pt x="132593" y="51121"/>
                </a:lnTo>
                <a:cubicBezTo>
                  <a:pt x="130926" y="52592"/>
                  <a:pt x="129186" y="54136"/>
                  <a:pt x="127348" y="55827"/>
                </a:cubicBezTo>
                <a:cubicBezTo>
                  <a:pt x="126245" y="55165"/>
                  <a:pt x="125314" y="54062"/>
                  <a:pt x="124333" y="52861"/>
                </a:cubicBezTo>
                <a:cubicBezTo>
                  <a:pt x="123721" y="52126"/>
                  <a:pt x="123084" y="51342"/>
                  <a:pt x="122373" y="50631"/>
                </a:cubicBezTo>
                <a:cubicBezTo>
                  <a:pt x="124113" y="49234"/>
                  <a:pt x="125804" y="47739"/>
                  <a:pt x="127471" y="46171"/>
                </a:cubicBezTo>
                <a:close/>
                <a:moveTo>
                  <a:pt x="165017" y="4100"/>
                </a:moveTo>
                <a:cubicBezTo>
                  <a:pt x="165719" y="4100"/>
                  <a:pt x="166423" y="4121"/>
                  <a:pt x="167126" y="4162"/>
                </a:cubicBezTo>
                <a:cubicBezTo>
                  <a:pt x="180262" y="4922"/>
                  <a:pt x="192541" y="13035"/>
                  <a:pt x="198423" y="24799"/>
                </a:cubicBezTo>
                <a:cubicBezTo>
                  <a:pt x="200433" y="28794"/>
                  <a:pt x="201561" y="32838"/>
                  <a:pt x="201781" y="36784"/>
                </a:cubicBezTo>
                <a:cubicBezTo>
                  <a:pt x="202124" y="42935"/>
                  <a:pt x="200237" y="49626"/>
                  <a:pt x="196340" y="56195"/>
                </a:cubicBezTo>
                <a:cubicBezTo>
                  <a:pt x="192934" y="61905"/>
                  <a:pt x="188350" y="67052"/>
                  <a:pt x="183865" y="71831"/>
                </a:cubicBezTo>
                <a:cubicBezTo>
                  <a:pt x="183007" y="71169"/>
                  <a:pt x="182125" y="70630"/>
                  <a:pt x="181194" y="70189"/>
                </a:cubicBezTo>
                <a:cubicBezTo>
                  <a:pt x="179906" y="69604"/>
                  <a:pt x="178397" y="69245"/>
                  <a:pt x="176886" y="69245"/>
                </a:cubicBezTo>
                <a:cubicBezTo>
                  <a:pt x="174918" y="69245"/>
                  <a:pt x="172948" y="69854"/>
                  <a:pt x="171464" y="71366"/>
                </a:cubicBezTo>
                <a:lnTo>
                  <a:pt x="170655" y="72199"/>
                </a:lnTo>
                <a:cubicBezTo>
                  <a:pt x="168939" y="73988"/>
                  <a:pt x="167297" y="75679"/>
                  <a:pt x="165435" y="77297"/>
                </a:cubicBezTo>
                <a:cubicBezTo>
                  <a:pt x="165141" y="77566"/>
                  <a:pt x="164846" y="77836"/>
                  <a:pt x="164528" y="78081"/>
                </a:cubicBezTo>
                <a:cubicBezTo>
                  <a:pt x="162690" y="76120"/>
                  <a:pt x="160778" y="74135"/>
                  <a:pt x="158891" y="72223"/>
                </a:cubicBezTo>
                <a:cubicBezTo>
                  <a:pt x="158842" y="72174"/>
                  <a:pt x="158793" y="72150"/>
                  <a:pt x="158744" y="72101"/>
                </a:cubicBezTo>
                <a:cubicBezTo>
                  <a:pt x="160239" y="70312"/>
                  <a:pt x="161611" y="68400"/>
                  <a:pt x="162861" y="66415"/>
                </a:cubicBezTo>
                <a:cubicBezTo>
                  <a:pt x="163768" y="64969"/>
                  <a:pt x="164626" y="63376"/>
                  <a:pt x="164822" y="61513"/>
                </a:cubicBezTo>
                <a:cubicBezTo>
                  <a:pt x="165116" y="58768"/>
                  <a:pt x="163866" y="56317"/>
                  <a:pt x="162886" y="54700"/>
                </a:cubicBezTo>
                <a:cubicBezTo>
                  <a:pt x="160754" y="51219"/>
                  <a:pt x="157837" y="48180"/>
                  <a:pt x="154406" y="45925"/>
                </a:cubicBezTo>
                <a:cubicBezTo>
                  <a:pt x="151700" y="44130"/>
                  <a:pt x="148884" y="43236"/>
                  <a:pt x="146198" y="43236"/>
                </a:cubicBezTo>
                <a:cubicBezTo>
                  <a:pt x="143531" y="43236"/>
                  <a:pt x="140992" y="44118"/>
                  <a:pt x="138818" y="45876"/>
                </a:cubicBezTo>
                <a:cubicBezTo>
                  <a:pt x="137789" y="46710"/>
                  <a:pt x="136759" y="47543"/>
                  <a:pt x="135706" y="48450"/>
                </a:cubicBezTo>
                <a:lnTo>
                  <a:pt x="130387" y="43278"/>
                </a:lnTo>
                <a:cubicBezTo>
                  <a:pt x="131049" y="42592"/>
                  <a:pt x="131711" y="41881"/>
                  <a:pt x="132348" y="41171"/>
                </a:cubicBezTo>
                <a:cubicBezTo>
                  <a:pt x="135240" y="37985"/>
                  <a:pt x="138524" y="33671"/>
                  <a:pt x="138328" y="28598"/>
                </a:cubicBezTo>
                <a:cubicBezTo>
                  <a:pt x="138205" y="25559"/>
                  <a:pt x="136637" y="22495"/>
                  <a:pt x="134284" y="20020"/>
                </a:cubicBezTo>
                <a:cubicBezTo>
                  <a:pt x="141231" y="10178"/>
                  <a:pt x="152991" y="4100"/>
                  <a:pt x="165017" y="4100"/>
                </a:cubicBezTo>
                <a:close/>
                <a:moveTo>
                  <a:pt x="146171" y="47322"/>
                </a:moveTo>
                <a:cubicBezTo>
                  <a:pt x="148573" y="47322"/>
                  <a:pt x="150778" y="48425"/>
                  <a:pt x="152151" y="49332"/>
                </a:cubicBezTo>
                <a:cubicBezTo>
                  <a:pt x="155067" y="51268"/>
                  <a:pt x="157567" y="53866"/>
                  <a:pt x="159381" y="56832"/>
                </a:cubicBezTo>
                <a:cubicBezTo>
                  <a:pt x="160435" y="58572"/>
                  <a:pt x="160876" y="59920"/>
                  <a:pt x="160754" y="61072"/>
                </a:cubicBezTo>
                <a:cubicBezTo>
                  <a:pt x="160631" y="62150"/>
                  <a:pt x="159969" y="63278"/>
                  <a:pt x="159381" y="64258"/>
                </a:cubicBezTo>
                <a:cubicBezTo>
                  <a:pt x="155386" y="70679"/>
                  <a:pt x="149847" y="76120"/>
                  <a:pt x="143352" y="80017"/>
                </a:cubicBezTo>
                <a:cubicBezTo>
                  <a:pt x="140093" y="81964"/>
                  <a:pt x="137401" y="82906"/>
                  <a:pt x="135022" y="82906"/>
                </a:cubicBezTo>
                <a:cubicBezTo>
                  <a:pt x="134646" y="82906"/>
                  <a:pt x="134278" y="82882"/>
                  <a:pt x="133916" y="82836"/>
                </a:cubicBezTo>
                <a:cubicBezTo>
                  <a:pt x="131367" y="82517"/>
                  <a:pt x="129039" y="81047"/>
                  <a:pt x="127250" y="79797"/>
                </a:cubicBezTo>
                <a:cubicBezTo>
                  <a:pt x="125730" y="78694"/>
                  <a:pt x="124088" y="77370"/>
                  <a:pt x="123329" y="75655"/>
                </a:cubicBezTo>
                <a:cubicBezTo>
                  <a:pt x="122691" y="74233"/>
                  <a:pt x="122642" y="72468"/>
                  <a:pt x="122642" y="70924"/>
                </a:cubicBezTo>
                <a:cubicBezTo>
                  <a:pt x="122667" y="68915"/>
                  <a:pt x="122789" y="67322"/>
                  <a:pt x="123402" y="65974"/>
                </a:cubicBezTo>
                <a:cubicBezTo>
                  <a:pt x="124039" y="64552"/>
                  <a:pt x="125240" y="63376"/>
                  <a:pt x="126711" y="61979"/>
                </a:cubicBezTo>
                <a:cubicBezTo>
                  <a:pt x="132348" y="56734"/>
                  <a:pt x="137005" y="52616"/>
                  <a:pt x="141392" y="49063"/>
                </a:cubicBezTo>
                <a:cubicBezTo>
                  <a:pt x="142985" y="47788"/>
                  <a:pt x="144627" y="47322"/>
                  <a:pt x="146171" y="47322"/>
                </a:cubicBezTo>
                <a:close/>
                <a:moveTo>
                  <a:pt x="156023" y="75140"/>
                </a:moveTo>
                <a:cubicBezTo>
                  <a:pt x="157861" y="77003"/>
                  <a:pt x="159700" y="78914"/>
                  <a:pt x="161489" y="80826"/>
                </a:cubicBezTo>
                <a:cubicBezTo>
                  <a:pt x="159553" y="82615"/>
                  <a:pt x="157641" y="84453"/>
                  <a:pt x="155778" y="86291"/>
                </a:cubicBezTo>
                <a:cubicBezTo>
                  <a:pt x="154920" y="85262"/>
                  <a:pt x="153940" y="84355"/>
                  <a:pt x="153009" y="83497"/>
                </a:cubicBezTo>
                <a:cubicBezTo>
                  <a:pt x="151906" y="82468"/>
                  <a:pt x="150852" y="81488"/>
                  <a:pt x="150092" y="80385"/>
                </a:cubicBezTo>
                <a:cubicBezTo>
                  <a:pt x="152200" y="78792"/>
                  <a:pt x="154185" y="77052"/>
                  <a:pt x="156023" y="75140"/>
                </a:cubicBezTo>
                <a:close/>
                <a:moveTo>
                  <a:pt x="120780" y="79355"/>
                </a:moveTo>
                <a:cubicBezTo>
                  <a:pt x="121956" y="80924"/>
                  <a:pt x="123476" y="82125"/>
                  <a:pt x="124873" y="83130"/>
                </a:cubicBezTo>
                <a:cubicBezTo>
                  <a:pt x="125804" y="83767"/>
                  <a:pt x="126858" y="84478"/>
                  <a:pt x="128034" y="85115"/>
                </a:cubicBezTo>
                <a:cubicBezTo>
                  <a:pt x="127054" y="86218"/>
                  <a:pt x="126049" y="87321"/>
                  <a:pt x="124897" y="88032"/>
                </a:cubicBezTo>
                <a:cubicBezTo>
                  <a:pt x="124038" y="88580"/>
                  <a:pt x="123111" y="88869"/>
                  <a:pt x="122299" y="88869"/>
                </a:cubicBezTo>
                <a:cubicBezTo>
                  <a:pt x="122022" y="88869"/>
                  <a:pt x="121758" y="88835"/>
                  <a:pt x="121515" y="88767"/>
                </a:cubicBezTo>
                <a:cubicBezTo>
                  <a:pt x="119995" y="88301"/>
                  <a:pt x="118868" y="86463"/>
                  <a:pt x="117863" y="84600"/>
                </a:cubicBezTo>
                <a:cubicBezTo>
                  <a:pt x="117618" y="84184"/>
                  <a:pt x="117299" y="83571"/>
                  <a:pt x="117299" y="83252"/>
                </a:cubicBezTo>
                <a:cubicBezTo>
                  <a:pt x="117324" y="82811"/>
                  <a:pt x="118010" y="82076"/>
                  <a:pt x="118231" y="81831"/>
                </a:cubicBezTo>
                <a:cubicBezTo>
                  <a:pt x="119015" y="80948"/>
                  <a:pt x="119873" y="80115"/>
                  <a:pt x="120780" y="79355"/>
                </a:cubicBezTo>
                <a:close/>
                <a:moveTo>
                  <a:pt x="176880" y="73351"/>
                </a:moveTo>
                <a:cubicBezTo>
                  <a:pt x="177787" y="73351"/>
                  <a:pt x="178718" y="73571"/>
                  <a:pt x="179503" y="73939"/>
                </a:cubicBezTo>
                <a:cubicBezTo>
                  <a:pt x="181341" y="74772"/>
                  <a:pt x="183007" y="76390"/>
                  <a:pt x="184552" y="78914"/>
                </a:cubicBezTo>
                <a:cubicBezTo>
                  <a:pt x="185679" y="80703"/>
                  <a:pt x="186218" y="82174"/>
                  <a:pt x="186267" y="83473"/>
                </a:cubicBezTo>
                <a:cubicBezTo>
                  <a:pt x="186390" y="86610"/>
                  <a:pt x="183792" y="89478"/>
                  <a:pt x="181145" y="92149"/>
                </a:cubicBezTo>
                <a:lnTo>
                  <a:pt x="170802" y="102516"/>
                </a:lnTo>
                <a:cubicBezTo>
                  <a:pt x="168964" y="104330"/>
                  <a:pt x="166905" y="106413"/>
                  <a:pt x="164479" y="107148"/>
                </a:cubicBezTo>
                <a:cubicBezTo>
                  <a:pt x="163823" y="107342"/>
                  <a:pt x="163129" y="107436"/>
                  <a:pt x="162420" y="107436"/>
                </a:cubicBezTo>
                <a:cubicBezTo>
                  <a:pt x="160608" y="107436"/>
                  <a:pt x="158697" y="106822"/>
                  <a:pt x="157077" y="105678"/>
                </a:cubicBezTo>
                <a:cubicBezTo>
                  <a:pt x="154430" y="103815"/>
                  <a:pt x="152960" y="100972"/>
                  <a:pt x="152175" y="98938"/>
                </a:cubicBezTo>
                <a:cubicBezTo>
                  <a:pt x="151930" y="98276"/>
                  <a:pt x="151661" y="97467"/>
                  <a:pt x="151783" y="96879"/>
                </a:cubicBezTo>
                <a:cubicBezTo>
                  <a:pt x="151906" y="96291"/>
                  <a:pt x="152470" y="95654"/>
                  <a:pt x="153131" y="94918"/>
                </a:cubicBezTo>
                <a:cubicBezTo>
                  <a:pt x="157861" y="89845"/>
                  <a:pt x="162886" y="84968"/>
                  <a:pt x="168131" y="80385"/>
                </a:cubicBezTo>
                <a:cubicBezTo>
                  <a:pt x="170140" y="78645"/>
                  <a:pt x="171905" y="76831"/>
                  <a:pt x="173596" y="75066"/>
                </a:cubicBezTo>
                <a:lnTo>
                  <a:pt x="174405" y="74233"/>
                </a:lnTo>
                <a:cubicBezTo>
                  <a:pt x="175018" y="73620"/>
                  <a:pt x="175924" y="73351"/>
                  <a:pt x="176880" y="73351"/>
                </a:cubicBezTo>
                <a:close/>
                <a:moveTo>
                  <a:pt x="46065" y="99033"/>
                </a:moveTo>
                <a:cubicBezTo>
                  <a:pt x="46110" y="99033"/>
                  <a:pt x="46155" y="99034"/>
                  <a:pt x="46200" y="99036"/>
                </a:cubicBezTo>
                <a:cubicBezTo>
                  <a:pt x="50758" y="99208"/>
                  <a:pt x="56812" y="104036"/>
                  <a:pt x="57008" y="108937"/>
                </a:cubicBezTo>
                <a:cubicBezTo>
                  <a:pt x="57155" y="112491"/>
                  <a:pt x="54631" y="115824"/>
                  <a:pt x="52106" y="118594"/>
                </a:cubicBezTo>
                <a:cubicBezTo>
                  <a:pt x="47082" y="124157"/>
                  <a:pt x="41543" y="128863"/>
                  <a:pt x="35661" y="132564"/>
                </a:cubicBezTo>
                <a:cubicBezTo>
                  <a:pt x="32885" y="134325"/>
                  <a:pt x="30652" y="135183"/>
                  <a:pt x="28802" y="135183"/>
                </a:cubicBezTo>
                <a:cubicBezTo>
                  <a:pt x="28104" y="135183"/>
                  <a:pt x="27460" y="135061"/>
                  <a:pt x="26862" y="134819"/>
                </a:cubicBezTo>
                <a:cubicBezTo>
                  <a:pt x="25539" y="134280"/>
                  <a:pt x="24411" y="133103"/>
                  <a:pt x="23161" y="131510"/>
                </a:cubicBezTo>
                <a:cubicBezTo>
                  <a:pt x="21593" y="129525"/>
                  <a:pt x="19853" y="126927"/>
                  <a:pt x="20196" y="124427"/>
                </a:cubicBezTo>
                <a:cubicBezTo>
                  <a:pt x="20441" y="122687"/>
                  <a:pt x="21740" y="121045"/>
                  <a:pt x="23039" y="119476"/>
                </a:cubicBezTo>
                <a:cubicBezTo>
                  <a:pt x="25784" y="116217"/>
                  <a:pt x="28700" y="113055"/>
                  <a:pt x="31739" y="110089"/>
                </a:cubicBezTo>
                <a:cubicBezTo>
                  <a:pt x="34533" y="107320"/>
                  <a:pt x="37450" y="104673"/>
                  <a:pt x="40415" y="102247"/>
                </a:cubicBezTo>
                <a:lnTo>
                  <a:pt x="40881" y="101854"/>
                </a:lnTo>
                <a:cubicBezTo>
                  <a:pt x="42555" y="100467"/>
                  <a:pt x="44253" y="99033"/>
                  <a:pt x="46065" y="99033"/>
                </a:cubicBezTo>
                <a:close/>
                <a:moveTo>
                  <a:pt x="50268" y="126339"/>
                </a:moveTo>
                <a:lnTo>
                  <a:pt x="55390" y="131289"/>
                </a:lnTo>
                <a:cubicBezTo>
                  <a:pt x="53724" y="132760"/>
                  <a:pt x="51984" y="134304"/>
                  <a:pt x="50145" y="135995"/>
                </a:cubicBezTo>
                <a:cubicBezTo>
                  <a:pt x="49043" y="135333"/>
                  <a:pt x="48111" y="134231"/>
                  <a:pt x="47131" y="133030"/>
                </a:cubicBezTo>
                <a:cubicBezTo>
                  <a:pt x="46518" y="132294"/>
                  <a:pt x="45905" y="131510"/>
                  <a:pt x="45170" y="130799"/>
                </a:cubicBezTo>
                <a:cubicBezTo>
                  <a:pt x="46910" y="129402"/>
                  <a:pt x="48601" y="127907"/>
                  <a:pt x="50268" y="126339"/>
                </a:cubicBezTo>
                <a:close/>
                <a:moveTo>
                  <a:pt x="119064" y="53156"/>
                </a:moveTo>
                <a:cubicBezTo>
                  <a:pt x="119799" y="53793"/>
                  <a:pt x="120486" y="54602"/>
                  <a:pt x="121172" y="55459"/>
                </a:cubicBezTo>
                <a:cubicBezTo>
                  <a:pt x="122054" y="56538"/>
                  <a:pt x="123035" y="57714"/>
                  <a:pt x="124260" y="58670"/>
                </a:cubicBezTo>
                <a:cubicBezTo>
                  <a:pt x="124137" y="58793"/>
                  <a:pt x="124039" y="58891"/>
                  <a:pt x="123917" y="58989"/>
                </a:cubicBezTo>
                <a:cubicBezTo>
                  <a:pt x="122495" y="60337"/>
                  <a:pt x="120706" y="62003"/>
                  <a:pt x="119677" y="64258"/>
                </a:cubicBezTo>
                <a:cubicBezTo>
                  <a:pt x="118696" y="66390"/>
                  <a:pt x="118549" y="68719"/>
                  <a:pt x="118549" y="70900"/>
                </a:cubicBezTo>
                <a:cubicBezTo>
                  <a:pt x="118549" y="72419"/>
                  <a:pt x="118598" y="73988"/>
                  <a:pt x="118966" y="75532"/>
                </a:cubicBezTo>
                <a:cubicBezTo>
                  <a:pt x="117643" y="76610"/>
                  <a:pt x="116368" y="77787"/>
                  <a:pt x="115192" y="79061"/>
                </a:cubicBezTo>
                <a:cubicBezTo>
                  <a:pt x="114236" y="80091"/>
                  <a:pt x="113256" y="81414"/>
                  <a:pt x="113206" y="83130"/>
                </a:cubicBezTo>
                <a:cubicBezTo>
                  <a:pt x="113157" y="84576"/>
                  <a:pt x="113795" y="85728"/>
                  <a:pt x="114260" y="86585"/>
                </a:cubicBezTo>
                <a:cubicBezTo>
                  <a:pt x="115314" y="88497"/>
                  <a:pt x="117079" y="91732"/>
                  <a:pt x="120363" y="92688"/>
                </a:cubicBezTo>
                <a:cubicBezTo>
                  <a:pt x="121000" y="92884"/>
                  <a:pt x="121662" y="92982"/>
                  <a:pt x="122324" y="92982"/>
                </a:cubicBezTo>
                <a:cubicBezTo>
                  <a:pt x="123917" y="92982"/>
                  <a:pt x="125559" y="92468"/>
                  <a:pt x="127078" y="91512"/>
                </a:cubicBezTo>
                <a:cubicBezTo>
                  <a:pt x="128843" y="90384"/>
                  <a:pt x="130191" y="88865"/>
                  <a:pt x="131367" y="87517"/>
                </a:cubicBezTo>
                <a:cubicBezTo>
                  <a:pt x="131613" y="87247"/>
                  <a:pt x="131735" y="86929"/>
                  <a:pt x="131809" y="86610"/>
                </a:cubicBezTo>
                <a:cubicBezTo>
                  <a:pt x="132323" y="86733"/>
                  <a:pt x="132863" y="86831"/>
                  <a:pt x="133402" y="86904"/>
                </a:cubicBezTo>
                <a:cubicBezTo>
                  <a:pt x="133941" y="86978"/>
                  <a:pt x="134456" y="87002"/>
                  <a:pt x="134995" y="87002"/>
                </a:cubicBezTo>
                <a:cubicBezTo>
                  <a:pt x="139137" y="87002"/>
                  <a:pt x="142887" y="85066"/>
                  <a:pt x="145460" y="83522"/>
                </a:cubicBezTo>
                <a:cubicBezTo>
                  <a:pt x="145901" y="83277"/>
                  <a:pt x="146318" y="83007"/>
                  <a:pt x="146734" y="82738"/>
                </a:cubicBezTo>
                <a:cubicBezTo>
                  <a:pt x="147739" y="84184"/>
                  <a:pt x="148989" y="85336"/>
                  <a:pt x="150215" y="86487"/>
                </a:cubicBezTo>
                <a:cubicBezTo>
                  <a:pt x="151195" y="87394"/>
                  <a:pt x="152126" y="88277"/>
                  <a:pt x="152886" y="89257"/>
                </a:cubicBezTo>
                <a:cubicBezTo>
                  <a:pt x="151955" y="90213"/>
                  <a:pt x="151024" y="91169"/>
                  <a:pt x="150141" y="92124"/>
                </a:cubicBezTo>
                <a:cubicBezTo>
                  <a:pt x="149332" y="92982"/>
                  <a:pt x="148131" y="94281"/>
                  <a:pt x="147764" y="96046"/>
                </a:cubicBezTo>
                <a:cubicBezTo>
                  <a:pt x="147421" y="97663"/>
                  <a:pt x="147886" y="99208"/>
                  <a:pt x="148352" y="100384"/>
                </a:cubicBezTo>
                <a:cubicBezTo>
                  <a:pt x="149283" y="102884"/>
                  <a:pt x="150607" y="105041"/>
                  <a:pt x="152200" y="106781"/>
                </a:cubicBezTo>
                <a:cubicBezTo>
                  <a:pt x="138009" y="122687"/>
                  <a:pt x="123084" y="138201"/>
                  <a:pt x="107766" y="153004"/>
                </a:cubicBezTo>
                <a:cubicBezTo>
                  <a:pt x="106589" y="151852"/>
                  <a:pt x="105339" y="150995"/>
                  <a:pt x="103991" y="150382"/>
                </a:cubicBezTo>
                <a:cubicBezTo>
                  <a:pt x="102694" y="149792"/>
                  <a:pt x="101172" y="149428"/>
                  <a:pt x="99650" y="149428"/>
                </a:cubicBezTo>
                <a:cubicBezTo>
                  <a:pt x="97693" y="149428"/>
                  <a:pt x="95737" y="150031"/>
                  <a:pt x="94261" y="151534"/>
                </a:cubicBezTo>
                <a:lnTo>
                  <a:pt x="93452" y="152392"/>
                </a:lnTo>
                <a:cubicBezTo>
                  <a:pt x="91712" y="154156"/>
                  <a:pt x="90095" y="155847"/>
                  <a:pt x="88232" y="157465"/>
                </a:cubicBezTo>
                <a:cubicBezTo>
                  <a:pt x="87938" y="157734"/>
                  <a:pt x="87619" y="158004"/>
                  <a:pt x="87325" y="158274"/>
                </a:cubicBezTo>
                <a:cubicBezTo>
                  <a:pt x="85487" y="156288"/>
                  <a:pt x="83600" y="154328"/>
                  <a:pt x="81688" y="152392"/>
                </a:cubicBezTo>
                <a:cubicBezTo>
                  <a:pt x="81639" y="152343"/>
                  <a:pt x="81590" y="152318"/>
                  <a:pt x="81541" y="152269"/>
                </a:cubicBezTo>
                <a:cubicBezTo>
                  <a:pt x="83036" y="150480"/>
                  <a:pt x="84409" y="148568"/>
                  <a:pt x="85659" y="146583"/>
                </a:cubicBezTo>
                <a:cubicBezTo>
                  <a:pt x="86565" y="145137"/>
                  <a:pt x="87423" y="143544"/>
                  <a:pt x="87619" y="141681"/>
                </a:cubicBezTo>
                <a:cubicBezTo>
                  <a:pt x="87913" y="138936"/>
                  <a:pt x="86663" y="136485"/>
                  <a:pt x="85683" y="134868"/>
                </a:cubicBezTo>
                <a:cubicBezTo>
                  <a:pt x="83551" y="131388"/>
                  <a:pt x="80634" y="128348"/>
                  <a:pt x="77203" y="126094"/>
                </a:cubicBezTo>
                <a:cubicBezTo>
                  <a:pt x="74498" y="124298"/>
                  <a:pt x="71682" y="123404"/>
                  <a:pt x="68996" y="123404"/>
                </a:cubicBezTo>
                <a:cubicBezTo>
                  <a:pt x="66328" y="123404"/>
                  <a:pt x="63789" y="124286"/>
                  <a:pt x="61616" y="126045"/>
                </a:cubicBezTo>
                <a:cubicBezTo>
                  <a:pt x="60586" y="126878"/>
                  <a:pt x="59557" y="127736"/>
                  <a:pt x="58503" y="128618"/>
                </a:cubicBezTo>
                <a:lnTo>
                  <a:pt x="53185" y="123447"/>
                </a:lnTo>
                <a:cubicBezTo>
                  <a:pt x="53846" y="122760"/>
                  <a:pt x="54508" y="122050"/>
                  <a:pt x="55170" y="121339"/>
                </a:cubicBezTo>
                <a:cubicBezTo>
                  <a:pt x="58037" y="118153"/>
                  <a:pt x="61321" y="113839"/>
                  <a:pt x="61125" y="108766"/>
                </a:cubicBezTo>
                <a:cubicBezTo>
                  <a:pt x="61003" y="105653"/>
                  <a:pt x="59361" y="102516"/>
                  <a:pt x="56934" y="100016"/>
                </a:cubicBezTo>
                <a:lnTo>
                  <a:pt x="78380" y="78669"/>
                </a:lnTo>
                <a:cubicBezTo>
                  <a:pt x="85487" y="71611"/>
                  <a:pt x="92840" y="64283"/>
                  <a:pt x="99335" y="56342"/>
                </a:cubicBezTo>
                <a:cubicBezTo>
                  <a:pt x="100266" y="57199"/>
                  <a:pt x="101295" y="57959"/>
                  <a:pt x="102545" y="58449"/>
                </a:cubicBezTo>
                <a:cubicBezTo>
                  <a:pt x="103697" y="58915"/>
                  <a:pt x="104849" y="59111"/>
                  <a:pt x="106001" y="59111"/>
                </a:cubicBezTo>
                <a:cubicBezTo>
                  <a:pt x="109432" y="59111"/>
                  <a:pt x="112692" y="57371"/>
                  <a:pt x="115069" y="55876"/>
                </a:cubicBezTo>
                <a:cubicBezTo>
                  <a:pt x="116417" y="55018"/>
                  <a:pt x="117741" y="54111"/>
                  <a:pt x="119064" y="53156"/>
                </a:cubicBezTo>
                <a:close/>
                <a:moveTo>
                  <a:pt x="68975" y="127488"/>
                </a:moveTo>
                <a:cubicBezTo>
                  <a:pt x="71382" y="127488"/>
                  <a:pt x="73563" y="128601"/>
                  <a:pt x="74948" y="129525"/>
                </a:cubicBezTo>
                <a:cubicBezTo>
                  <a:pt x="77865" y="131437"/>
                  <a:pt x="80365" y="134034"/>
                  <a:pt x="82178" y="137000"/>
                </a:cubicBezTo>
                <a:cubicBezTo>
                  <a:pt x="83232" y="138740"/>
                  <a:pt x="83673" y="140088"/>
                  <a:pt x="83551" y="141240"/>
                </a:cubicBezTo>
                <a:cubicBezTo>
                  <a:pt x="83428" y="142318"/>
                  <a:pt x="82767" y="143446"/>
                  <a:pt x="82178" y="144426"/>
                </a:cubicBezTo>
                <a:cubicBezTo>
                  <a:pt x="78183" y="150847"/>
                  <a:pt x="72644" y="156288"/>
                  <a:pt x="66150" y="160185"/>
                </a:cubicBezTo>
                <a:cubicBezTo>
                  <a:pt x="62891" y="162132"/>
                  <a:pt x="60216" y="163074"/>
                  <a:pt x="57827" y="163074"/>
                </a:cubicBezTo>
                <a:cubicBezTo>
                  <a:pt x="57449" y="163074"/>
                  <a:pt x="57078" y="163051"/>
                  <a:pt x="56714" y="163004"/>
                </a:cubicBezTo>
                <a:cubicBezTo>
                  <a:pt x="54165" y="162685"/>
                  <a:pt x="51812" y="161215"/>
                  <a:pt x="50047" y="159965"/>
                </a:cubicBezTo>
                <a:cubicBezTo>
                  <a:pt x="48528" y="158862"/>
                  <a:pt x="46886" y="157538"/>
                  <a:pt x="46126" y="155823"/>
                </a:cubicBezTo>
                <a:cubicBezTo>
                  <a:pt x="45489" y="154401"/>
                  <a:pt x="45440" y="152637"/>
                  <a:pt x="45440" y="151093"/>
                </a:cubicBezTo>
                <a:cubicBezTo>
                  <a:pt x="45464" y="149083"/>
                  <a:pt x="45587" y="147490"/>
                  <a:pt x="46200" y="146142"/>
                </a:cubicBezTo>
                <a:cubicBezTo>
                  <a:pt x="46837" y="144720"/>
                  <a:pt x="48038" y="143544"/>
                  <a:pt x="49508" y="142171"/>
                </a:cubicBezTo>
                <a:cubicBezTo>
                  <a:pt x="55145" y="136902"/>
                  <a:pt x="59802" y="132785"/>
                  <a:pt x="64189" y="129231"/>
                </a:cubicBezTo>
                <a:cubicBezTo>
                  <a:pt x="65775" y="127952"/>
                  <a:pt x="67422" y="127488"/>
                  <a:pt x="68975" y="127488"/>
                </a:cubicBezTo>
                <a:close/>
                <a:moveTo>
                  <a:pt x="78821" y="155308"/>
                </a:moveTo>
                <a:cubicBezTo>
                  <a:pt x="80659" y="157195"/>
                  <a:pt x="82497" y="159082"/>
                  <a:pt x="84286" y="161019"/>
                </a:cubicBezTo>
                <a:cubicBezTo>
                  <a:pt x="82350" y="162783"/>
                  <a:pt x="80438" y="164621"/>
                  <a:pt x="78576" y="166484"/>
                </a:cubicBezTo>
                <a:cubicBezTo>
                  <a:pt x="77718" y="165430"/>
                  <a:pt x="76737" y="164548"/>
                  <a:pt x="75806" y="163666"/>
                </a:cubicBezTo>
                <a:cubicBezTo>
                  <a:pt x="74703" y="162636"/>
                  <a:pt x="73674" y="161656"/>
                  <a:pt x="72890" y="160553"/>
                </a:cubicBezTo>
                <a:cubicBezTo>
                  <a:pt x="74997" y="158960"/>
                  <a:pt x="76983" y="157220"/>
                  <a:pt x="78821" y="155308"/>
                </a:cubicBezTo>
                <a:close/>
                <a:moveTo>
                  <a:pt x="43577" y="159524"/>
                </a:moveTo>
                <a:cubicBezTo>
                  <a:pt x="44753" y="161092"/>
                  <a:pt x="46273" y="162293"/>
                  <a:pt x="47670" y="163298"/>
                </a:cubicBezTo>
                <a:cubicBezTo>
                  <a:pt x="48601" y="163935"/>
                  <a:pt x="49655" y="164646"/>
                  <a:pt x="50807" y="165283"/>
                </a:cubicBezTo>
                <a:cubicBezTo>
                  <a:pt x="49851" y="166386"/>
                  <a:pt x="48822" y="167489"/>
                  <a:pt x="47695" y="168224"/>
                </a:cubicBezTo>
                <a:cubicBezTo>
                  <a:pt x="46837" y="168753"/>
                  <a:pt x="45913" y="169038"/>
                  <a:pt x="45102" y="169038"/>
                </a:cubicBezTo>
                <a:cubicBezTo>
                  <a:pt x="44823" y="169038"/>
                  <a:pt x="44557" y="169004"/>
                  <a:pt x="44312" y="168935"/>
                </a:cubicBezTo>
                <a:cubicBezTo>
                  <a:pt x="42793" y="168469"/>
                  <a:pt x="41665" y="166631"/>
                  <a:pt x="40661" y="164793"/>
                </a:cubicBezTo>
                <a:cubicBezTo>
                  <a:pt x="40415" y="164352"/>
                  <a:pt x="40097" y="163739"/>
                  <a:pt x="40097" y="163420"/>
                </a:cubicBezTo>
                <a:cubicBezTo>
                  <a:pt x="40121" y="162979"/>
                  <a:pt x="40808" y="162244"/>
                  <a:pt x="41028" y="161999"/>
                </a:cubicBezTo>
                <a:cubicBezTo>
                  <a:pt x="41812" y="161117"/>
                  <a:pt x="42670" y="160283"/>
                  <a:pt x="43577" y="159524"/>
                </a:cubicBezTo>
                <a:close/>
                <a:moveTo>
                  <a:pt x="99678" y="153519"/>
                </a:moveTo>
                <a:cubicBezTo>
                  <a:pt x="100584" y="153519"/>
                  <a:pt x="101516" y="153740"/>
                  <a:pt x="102300" y="154107"/>
                </a:cubicBezTo>
                <a:cubicBezTo>
                  <a:pt x="104138" y="154940"/>
                  <a:pt x="105805" y="156558"/>
                  <a:pt x="107349" y="159082"/>
                </a:cubicBezTo>
                <a:cubicBezTo>
                  <a:pt x="108476" y="160872"/>
                  <a:pt x="109015" y="162342"/>
                  <a:pt x="109065" y="163641"/>
                </a:cubicBezTo>
                <a:cubicBezTo>
                  <a:pt x="109187" y="166778"/>
                  <a:pt x="106589" y="169646"/>
                  <a:pt x="103942" y="172317"/>
                </a:cubicBezTo>
                <a:lnTo>
                  <a:pt x="93599" y="182684"/>
                </a:lnTo>
                <a:cubicBezTo>
                  <a:pt x="91761" y="184498"/>
                  <a:pt x="89703" y="186581"/>
                  <a:pt x="87276" y="187317"/>
                </a:cubicBezTo>
                <a:cubicBezTo>
                  <a:pt x="86621" y="187510"/>
                  <a:pt x="85927" y="187604"/>
                  <a:pt x="85217" y="187604"/>
                </a:cubicBezTo>
                <a:cubicBezTo>
                  <a:pt x="83406" y="187604"/>
                  <a:pt x="81495" y="186991"/>
                  <a:pt x="79875" y="185846"/>
                </a:cubicBezTo>
                <a:cubicBezTo>
                  <a:pt x="77228" y="183983"/>
                  <a:pt x="75757" y="181140"/>
                  <a:pt x="74973" y="179106"/>
                </a:cubicBezTo>
                <a:cubicBezTo>
                  <a:pt x="74728" y="178444"/>
                  <a:pt x="74458" y="177636"/>
                  <a:pt x="74581" y="177047"/>
                </a:cubicBezTo>
                <a:cubicBezTo>
                  <a:pt x="74703" y="176459"/>
                  <a:pt x="75267" y="175822"/>
                  <a:pt x="75929" y="175087"/>
                </a:cubicBezTo>
                <a:cubicBezTo>
                  <a:pt x="80659" y="170013"/>
                  <a:pt x="85683" y="165136"/>
                  <a:pt x="90928" y="160553"/>
                </a:cubicBezTo>
                <a:cubicBezTo>
                  <a:pt x="92913" y="158813"/>
                  <a:pt x="94678" y="156999"/>
                  <a:pt x="96393" y="155235"/>
                </a:cubicBezTo>
                <a:lnTo>
                  <a:pt x="97202" y="154401"/>
                </a:lnTo>
                <a:cubicBezTo>
                  <a:pt x="97790" y="153789"/>
                  <a:pt x="98722" y="153519"/>
                  <a:pt x="99678" y="153519"/>
                </a:cubicBezTo>
                <a:close/>
                <a:moveTo>
                  <a:pt x="41861" y="133324"/>
                </a:moveTo>
                <a:cubicBezTo>
                  <a:pt x="42597" y="133961"/>
                  <a:pt x="43283" y="134794"/>
                  <a:pt x="43969" y="135628"/>
                </a:cubicBezTo>
                <a:cubicBezTo>
                  <a:pt x="44852" y="136706"/>
                  <a:pt x="45832" y="137882"/>
                  <a:pt x="47057" y="138838"/>
                </a:cubicBezTo>
                <a:cubicBezTo>
                  <a:pt x="46935" y="138961"/>
                  <a:pt x="46837" y="139059"/>
                  <a:pt x="46714" y="139157"/>
                </a:cubicBezTo>
                <a:cubicBezTo>
                  <a:pt x="45293" y="140505"/>
                  <a:pt x="43504" y="142171"/>
                  <a:pt x="42474" y="144426"/>
                </a:cubicBezTo>
                <a:cubicBezTo>
                  <a:pt x="41494" y="146558"/>
                  <a:pt x="41347" y="148887"/>
                  <a:pt x="41347" y="151068"/>
                </a:cubicBezTo>
                <a:cubicBezTo>
                  <a:pt x="41347" y="152588"/>
                  <a:pt x="41396" y="154156"/>
                  <a:pt x="41763" y="155700"/>
                </a:cubicBezTo>
                <a:cubicBezTo>
                  <a:pt x="40440" y="156779"/>
                  <a:pt x="39165" y="157955"/>
                  <a:pt x="37989" y="159229"/>
                </a:cubicBezTo>
                <a:cubicBezTo>
                  <a:pt x="37033" y="160283"/>
                  <a:pt x="36053" y="161582"/>
                  <a:pt x="36004" y="163298"/>
                </a:cubicBezTo>
                <a:cubicBezTo>
                  <a:pt x="35955" y="164744"/>
                  <a:pt x="36617" y="165945"/>
                  <a:pt x="37058" y="166754"/>
                </a:cubicBezTo>
                <a:cubicBezTo>
                  <a:pt x="38112" y="168665"/>
                  <a:pt x="39876" y="171901"/>
                  <a:pt x="43160" y="172856"/>
                </a:cubicBezTo>
                <a:cubicBezTo>
                  <a:pt x="43798" y="173052"/>
                  <a:pt x="44459" y="173150"/>
                  <a:pt x="45121" y="173150"/>
                </a:cubicBezTo>
                <a:cubicBezTo>
                  <a:pt x="46714" y="173150"/>
                  <a:pt x="48356" y="172636"/>
                  <a:pt x="49876" y="171680"/>
                </a:cubicBezTo>
                <a:cubicBezTo>
                  <a:pt x="51640" y="170553"/>
                  <a:pt x="52988" y="169033"/>
                  <a:pt x="54165" y="167685"/>
                </a:cubicBezTo>
                <a:cubicBezTo>
                  <a:pt x="54410" y="167415"/>
                  <a:pt x="54557" y="167097"/>
                  <a:pt x="54606" y="166778"/>
                </a:cubicBezTo>
                <a:cubicBezTo>
                  <a:pt x="55121" y="166901"/>
                  <a:pt x="55660" y="167023"/>
                  <a:pt x="56199" y="167072"/>
                </a:cubicBezTo>
                <a:cubicBezTo>
                  <a:pt x="56738" y="167146"/>
                  <a:pt x="57253" y="167170"/>
                  <a:pt x="57792" y="167170"/>
                </a:cubicBezTo>
                <a:cubicBezTo>
                  <a:pt x="61934" y="167170"/>
                  <a:pt x="65684" y="165234"/>
                  <a:pt x="68257" y="163690"/>
                </a:cubicBezTo>
                <a:cubicBezTo>
                  <a:pt x="68699" y="163445"/>
                  <a:pt x="69115" y="163175"/>
                  <a:pt x="69532" y="162906"/>
                </a:cubicBezTo>
                <a:cubicBezTo>
                  <a:pt x="70537" y="164352"/>
                  <a:pt x="71787" y="165528"/>
                  <a:pt x="73012" y="166656"/>
                </a:cubicBezTo>
                <a:cubicBezTo>
                  <a:pt x="73992" y="167587"/>
                  <a:pt x="74924" y="168445"/>
                  <a:pt x="75684" y="169425"/>
                </a:cubicBezTo>
                <a:cubicBezTo>
                  <a:pt x="74752" y="170381"/>
                  <a:pt x="73821" y="171337"/>
                  <a:pt x="72939" y="172317"/>
                </a:cubicBezTo>
                <a:cubicBezTo>
                  <a:pt x="72130" y="173150"/>
                  <a:pt x="70929" y="174449"/>
                  <a:pt x="70561" y="176214"/>
                </a:cubicBezTo>
                <a:cubicBezTo>
                  <a:pt x="70218" y="177832"/>
                  <a:pt x="70684" y="179400"/>
                  <a:pt x="71149" y="180552"/>
                </a:cubicBezTo>
                <a:cubicBezTo>
                  <a:pt x="72056" y="182978"/>
                  <a:pt x="73306" y="185086"/>
                  <a:pt x="74850" y="186802"/>
                </a:cubicBezTo>
                <a:cubicBezTo>
                  <a:pt x="70463" y="191213"/>
                  <a:pt x="65365" y="196115"/>
                  <a:pt x="59606" y="199644"/>
                </a:cubicBezTo>
                <a:cubicBezTo>
                  <a:pt x="55489" y="202164"/>
                  <a:pt x="49288" y="205034"/>
                  <a:pt x="42365" y="205034"/>
                </a:cubicBezTo>
                <a:cubicBezTo>
                  <a:pt x="41745" y="205034"/>
                  <a:pt x="41119" y="205011"/>
                  <a:pt x="40489" y="204963"/>
                </a:cubicBezTo>
                <a:cubicBezTo>
                  <a:pt x="30612" y="204203"/>
                  <a:pt x="22279" y="197390"/>
                  <a:pt x="17059" y="191826"/>
                </a:cubicBezTo>
                <a:cubicBezTo>
                  <a:pt x="12328" y="186777"/>
                  <a:pt x="9044" y="181900"/>
                  <a:pt x="7034" y="176851"/>
                </a:cubicBezTo>
                <a:cubicBezTo>
                  <a:pt x="4706" y="171018"/>
                  <a:pt x="4191" y="164916"/>
                  <a:pt x="5564" y="159646"/>
                </a:cubicBezTo>
                <a:cubicBezTo>
                  <a:pt x="6789" y="154989"/>
                  <a:pt x="9485" y="150872"/>
                  <a:pt x="11691" y="147808"/>
                </a:cubicBezTo>
                <a:cubicBezTo>
                  <a:pt x="14681" y="143642"/>
                  <a:pt x="18063" y="139696"/>
                  <a:pt x="21740" y="136118"/>
                </a:cubicBezTo>
                <a:cubicBezTo>
                  <a:pt x="22769" y="137147"/>
                  <a:pt x="23921" y="138054"/>
                  <a:pt x="25318" y="138618"/>
                </a:cubicBezTo>
                <a:cubicBezTo>
                  <a:pt x="26494" y="139083"/>
                  <a:pt x="27646" y="139304"/>
                  <a:pt x="28798" y="139304"/>
                </a:cubicBezTo>
                <a:cubicBezTo>
                  <a:pt x="32230" y="139304"/>
                  <a:pt x="35489" y="137539"/>
                  <a:pt x="37867" y="136044"/>
                </a:cubicBezTo>
                <a:cubicBezTo>
                  <a:pt x="39215" y="135186"/>
                  <a:pt x="40538" y="134280"/>
                  <a:pt x="41861" y="133324"/>
                </a:cubicBezTo>
                <a:close/>
                <a:moveTo>
                  <a:pt x="165040" y="0"/>
                </a:moveTo>
                <a:cubicBezTo>
                  <a:pt x="151813" y="0"/>
                  <a:pt x="138854" y="6631"/>
                  <a:pt x="131122" y="17373"/>
                </a:cubicBezTo>
                <a:cubicBezTo>
                  <a:pt x="128819" y="15853"/>
                  <a:pt x="126196" y="14873"/>
                  <a:pt x="123574" y="14750"/>
                </a:cubicBezTo>
                <a:cubicBezTo>
                  <a:pt x="123480" y="14747"/>
                  <a:pt x="123387" y="14745"/>
                  <a:pt x="123294" y="14745"/>
                </a:cubicBezTo>
                <a:cubicBezTo>
                  <a:pt x="120001" y="14745"/>
                  <a:pt x="117488" y="16832"/>
                  <a:pt x="115461" y="18525"/>
                </a:cubicBezTo>
                <a:lnTo>
                  <a:pt x="114996" y="18917"/>
                </a:lnTo>
                <a:cubicBezTo>
                  <a:pt x="111957" y="21417"/>
                  <a:pt x="108942" y="24137"/>
                  <a:pt x="106050" y="26980"/>
                </a:cubicBezTo>
                <a:cubicBezTo>
                  <a:pt x="102937" y="30068"/>
                  <a:pt x="99923" y="33328"/>
                  <a:pt x="97104" y="36686"/>
                </a:cubicBezTo>
                <a:cubicBezTo>
                  <a:pt x="95413" y="38695"/>
                  <a:pt x="93747" y="40877"/>
                  <a:pt x="93354" y="43671"/>
                </a:cubicBezTo>
                <a:cubicBezTo>
                  <a:pt x="92815" y="47371"/>
                  <a:pt x="94702" y="50656"/>
                  <a:pt x="96614" y="53180"/>
                </a:cubicBezTo>
                <a:cubicBezTo>
                  <a:pt x="90144" y="61194"/>
                  <a:pt x="82693" y="68596"/>
                  <a:pt x="75487" y="75777"/>
                </a:cubicBezTo>
                <a:lnTo>
                  <a:pt x="53748" y="97418"/>
                </a:lnTo>
                <a:cubicBezTo>
                  <a:pt x="51493" y="95972"/>
                  <a:pt x="48920" y="95041"/>
                  <a:pt x="46371" y="94943"/>
                </a:cubicBezTo>
                <a:cubicBezTo>
                  <a:pt x="46260" y="94938"/>
                  <a:pt x="46150" y="94936"/>
                  <a:pt x="46041" y="94936"/>
                </a:cubicBezTo>
                <a:cubicBezTo>
                  <a:pt x="42794" y="94936"/>
                  <a:pt x="40274" y="97009"/>
                  <a:pt x="38259" y="98693"/>
                </a:cubicBezTo>
                <a:lnTo>
                  <a:pt x="37793" y="99085"/>
                </a:lnTo>
                <a:cubicBezTo>
                  <a:pt x="34754" y="101585"/>
                  <a:pt x="31739" y="104305"/>
                  <a:pt x="28847" y="107148"/>
                </a:cubicBezTo>
                <a:cubicBezTo>
                  <a:pt x="25735" y="110236"/>
                  <a:pt x="22720" y="113496"/>
                  <a:pt x="19902" y="116854"/>
                </a:cubicBezTo>
                <a:cubicBezTo>
                  <a:pt x="18210" y="118864"/>
                  <a:pt x="16544" y="121045"/>
                  <a:pt x="16152" y="123839"/>
                </a:cubicBezTo>
                <a:cubicBezTo>
                  <a:pt x="15637" y="127344"/>
                  <a:pt x="17304" y="130481"/>
                  <a:pt x="19117" y="132956"/>
                </a:cubicBezTo>
                <a:cubicBezTo>
                  <a:pt x="15171" y="136779"/>
                  <a:pt x="11544" y="140970"/>
                  <a:pt x="8358" y="145407"/>
                </a:cubicBezTo>
                <a:cubicBezTo>
                  <a:pt x="5956" y="148764"/>
                  <a:pt x="2991" y="153298"/>
                  <a:pt x="1618" y="158592"/>
                </a:cubicBezTo>
                <a:cubicBezTo>
                  <a:pt x="0" y="164719"/>
                  <a:pt x="589" y="171729"/>
                  <a:pt x="3236" y="178371"/>
                </a:cubicBezTo>
                <a:cubicBezTo>
                  <a:pt x="5441" y="183885"/>
                  <a:pt x="8971" y="189204"/>
                  <a:pt x="14069" y="194620"/>
                </a:cubicBezTo>
                <a:cubicBezTo>
                  <a:pt x="22279" y="203394"/>
                  <a:pt x="31323" y="208370"/>
                  <a:pt x="40170" y="209056"/>
                </a:cubicBezTo>
                <a:cubicBezTo>
                  <a:pt x="40906" y="209105"/>
                  <a:pt x="41641" y="209129"/>
                  <a:pt x="42352" y="209129"/>
                </a:cubicBezTo>
                <a:cubicBezTo>
                  <a:pt x="50243" y="209129"/>
                  <a:pt x="57179" y="205943"/>
                  <a:pt x="61763" y="203149"/>
                </a:cubicBezTo>
                <a:cubicBezTo>
                  <a:pt x="67988" y="199326"/>
                  <a:pt x="73380" y="194130"/>
                  <a:pt x="77963" y="189473"/>
                </a:cubicBezTo>
                <a:cubicBezTo>
                  <a:pt x="80169" y="190944"/>
                  <a:pt x="82718" y="191704"/>
                  <a:pt x="85193" y="191704"/>
                </a:cubicBezTo>
                <a:cubicBezTo>
                  <a:pt x="86296" y="191704"/>
                  <a:pt x="87399" y="191557"/>
                  <a:pt x="88453" y="191238"/>
                </a:cubicBezTo>
                <a:cubicBezTo>
                  <a:pt x="91859" y="190209"/>
                  <a:pt x="94433" y="187635"/>
                  <a:pt x="96492" y="185576"/>
                </a:cubicBezTo>
                <a:lnTo>
                  <a:pt x="106834" y="175234"/>
                </a:lnTo>
                <a:cubicBezTo>
                  <a:pt x="109996" y="172048"/>
                  <a:pt x="113354" y="168273"/>
                  <a:pt x="113157" y="163470"/>
                </a:cubicBezTo>
                <a:cubicBezTo>
                  <a:pt x="113059" y="160798"/>
                  <a:pt x="111785" y="158445"/>
                  <a:pt x="110829" y="156926"/>
                </a:cubicBezTo>
                <a:cubicBezTo>
                  <a:pt x="110682" y="156681"/>
                  <a:pt x="110535" y="156435"/>
                  <a:pt x="110363" y="156190"/>
                </a:cubicBezTo>
                <a:cubicBezTo>
                  <a:pt x="125878" y="141240"/>
                  <a:pt x="140999" y="125505"/>
                  <a:pt x="155337" y="109428"/>
                </a:cubicBezTo>
                <a:cubicBezTo>
                  <a:pt x="157518" y="110825"/>
                  <a:pt x="159969" y="111535"/>
                  <a:pt x="162396" y="111535"/>
                </a:cubicBezTo>
                <a:cubicBezTo>
                  <a:pt x="163498" y="111535"/>
                  <a:pt x="164601" y="111388"/>
                  <a:pt x="165655" y="111070"/>
                </a:cubicBezTo>
                <a:cubicBezTo>
                  <a:pt x="169062" y="110040"/>
                  <a:pt x="171635" y="107467"/>
                  <a:pt x="173694" y="105408"/>
                </a:cubicBezTo>
                <a:lnTo>
                  <a:pt x="184037" y="95041"/>
                </a:lnTo>
                <a:cubicBezTo>
                  <a:pt x="187198" y="91879"/>
                  <a:pt x="190556" y="88105"/>
                  <a:pt x="190360" y="83301"/>
                </a:cubicBezTo>
                <a:cubicBezTo>
                  <a:pt x="190262" y="80630"/>
                  <a:pt x="188988" y="78277"/>
                  <a:pt x="188032" y="76757"/>
                </a:cubicBezTo>
                <a:cubicBezTo>
                  <a:pt x="187615" y="76047"/>
                  <a:pt x="187149" y="75409"/>
                  <a:pt x="186708" y="74797"/>
                </a:cubicBezTo>
                <a:cubicBezTo>
                  <a:pt x="191389" y="69797"/>
                  <a:pt x="196218" y="64430"/>
                  <a:pt x="199870" y="58302"/>
                </a:cubicBezTo>
                <a:cubicBezTo>
                  <a:pt x="204183" y="51023"/>
                  <a:pt x="206242" y="43524"/>
                  <a:pt x="205874" y="36563"/>
                </a:cubicBezTo>
                <a:cubicBezTo>
                  <a:pt x="205629" y="32053"/>
                  <a:pt x="204355" y="27470"/>
                  <a:pt x="202100" y="22961"/>
                </a:cubicBezTo>
                <a:cubicBezTo>
                  <a:pt x="195580" y="9922"/>
                  <a:pt x="181954" y="927"/>
                  <a:pt x="167371" y="70"/>
                </a:cubicBezTo>
                <a:cubicBezTo>
                  <a:pt x="166594" y="23"/>
                  <a:pt x="165816" y="0"/>
                  <a:pt x="165040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9" name="Google Shape;2499;p57"/>
          <p:cNvGrpSpPr/>
          <p:nvPr/>
        </p:nvGrpSpPr>
        <p:grpSpPr>
          <a:xfrm>
            <a:off x="1437068" y="3347604"/>
            <a:ext cx="585357" cy="550409"/>
            <a:chOff x="1136700" y="370625"/>
            <a:chExt cx="5287775" cy="4972075"/>
          </a:xfrm>
        </p:grpSpPr>
        <p:sp>
          <p:nvSpPr>
            <p:cNvPr id="2500" name="Google Shape;2500;p57"/>
            <p:cNvSpPr/>
            <p:nvPr/>
          </p:nvSpPr>
          <p:spPr>
            <a:xfrm>
              <a:off x="1136700" y="370625"/>
              <a:ext cx="5287775" cy="4972075"/>
            </a:xfrm>
            <a:custGeom>
              <a:avLst/>
              <a:gdLst/>
              <a:ahLst/>
              <a:cxnLst/>
              <a:rect l="l" t="t" r="r" b="b"/>
              <a:pathLst>
                <a:path w="211511" h="198883" extrusionOk="0">
                  <a:moveTo>
                    <a:pt x="74850" y="9675"/>
                  </a:moveTo>
                  <a:lnTo>
                    <a:pt x="74850" y="9675"/>
                  </a:lnTo>
                  <a:cubicBezTo>
                    <a:pt x="64140" y="27370"/>
                    <a:pt x="59581" y="48938"/>
                    <a:pt x="62351" y="69452"/>
                  </a:cubicBezTo>
                  <a:cubicBezTo>
                    <a:pt x="58723" y="69917"/>
                    <a:pt x="55169" y="70653"/>
                    <a:pt x="51689" y="71682"/>
                  </a:cubicBezTo>
                  <a:cubicBezTo>
                    <a:pt x="46567" y="52149"/>
                    <a:pt x="51101" y="30189"/>
                    <a:pt x="63576" y="14307"/>
                  </a:cubicBezTo>
                  <a:cubicBezTo>
                    <a:pt x="63772" y="14037"/>
                    <a:pt x="63895" y="13743"/>
                    <a:pt x="63968" y="13425"/>
                  </a:cubicBezTo>
                  <a:cubicBezTo>
                    <a:pt x="67522" y="12028"/>
                    <a:pt x="71174" y="10778"/>
                    <a:pt x="74850" y="9675"/>
                  </a:cubicBezTo>
                  <a:close/>
                  <a:moveTo>
                    <a:pt x="57057" y="16366"/>
                  </a:moveTo>
                  <a:lnTo>
                    <a:pt x="57057" y="16366"/>
                  </a:lnTo>
                  <a:cubicBezTo>
                    <a:pt x="46297" y="32787"/>
                    <a:pt x="42719" y="53962"/>
                    <a:pt x="47768" y="72957"/>
                  </a:cubicBezTo>
                  <a:cubicBezTo>
                    <a:pt x="47792" y="72957"/>
                    <a:pt x="47792" y="72957"/>
                    <a:pt x="47792" y="72981"/>
                  </a:cubicBezTo>
                  <a:cubicBezTo>
                    <a:pt x="47204" y="73177"/>
                    <a:pt x="46616" y="73398"/>
                    <a:pt x="46028" y="73643"/>
                  </a:cubicBezTo>
                  <a:cubicBezTo>
                    <a:pt x="46003" y="73618"/>
                    <a:pt x="46003" y="73618"/>
                    <a:pt x="45979" y="73594"/>
                  </a:cubicBezTo>
                  <a:cubicBezTo>
                    <a:pt x="35366" y="65016"/>
                    <a:pt x="25538" y="55408"/>
                    <a:pt x="16715" y="44992"/>
                  </a:cubicBezTo>
                  <a:cubicBezTo>
                    <a:pt x="28161" y="32958"/>
                    <a:pt x="41959" y="23277"/>
                    <a:pt x="57057" y="16366"/>
                  </a:cubicBezTo>
                  <a:close/>
                  <a:moveTo>
                    <a:pt x="194477" y="52222"/>
                  </a:moveTo>
                  <a:cubicBezTo>
                    <a:pt x="199208" y="62075"/>
                    <a:pt x="203006" y="73006"/>
                    <a:pt x="206781" y="84623"/>
                  </a:cubicBezTo>
                  <a:cubicBezTo>
                    <a:pt x="199036" y="88667"/>
                    <a:pt x="191120" y="92294"/>
                    <a:pt x="183056" y="95456"/>
                  </a:cubicBezTo>
                  <a:cubicBezTo>
                    <a:pt x="187419" y="88985"/>
                    <a:pt x="189845" y="81020"/>
                    <a:pt x="191193" y="74697"/>
                  </a:cubicBezTo>
                  <a:cubicBezTo>
                    <a:pt x="192737" y="67369"/>
                    <a:pt x="194208" y="59722"/>
                    <a:pt x="194477" y="52222"/>
                  </a:cubicBezTo>
                  <a:close/>
                  <a:moveTo>
                    <a:pt x="173473" y="23449"/>
                  </a:moveTo>
                  <a:cubicBezTo>
                    <a:pt x="180238" y="29257"/>
                    <a:pt x="185605" y="36193"/>
                    <a:pt x="190139" y="43963"/>
                  </a:cubicBezTo>
                  <a:cubicBezTo>
                    <a:pt x="191193" y="53521"/>
                    <a:pt x="189257" y="63962"/>
                    <a:pt x="187174" y="73839"/>
                  </a:cubicBezTo>
                  <a:cubicBezTo>
                    <a:pt x="185507" y="81755"/>
                    <a:pt x="182051" y="92367"/>
                    <a:pt x="175066" y="98397"/>
                  </a:cubicBezTo>
                  <a:cubicBezTo>
                    <a:pt x="169944" y="100186"/>
                    <a:pt x="164773" y="101803"/>
                    <a:pt x="159528" y="103225"/>
                  </a:cubicBezTo>
                  <a:cubicBezTo>
                    <a:pt x="163621" y="98764"/>
                    <a:pt x="166880" y="94108"/>
                    <a:pt x="169233" y="89353"/>
                  </a:cubicBezTo>
                  <a:cubicBezTo>
                    <a:pt x="172714" y="82319"/>
                    <a:pt x="174478" y="74525"/>
                    <a:pt x="175728" y="67834"/>
                  </a:cubicBezTo>
                  <a:cubicBezTo>
                    <a:pt x="177052" y="60923"/>
                    <a:pt x="178302" y="52737"/>
                    <a:pt x="177640" y="44551"/>
                  </a:cubicBezTo>
                  <a:cubicBezTo>
                    <a:pt x="177199" y="39159"/>
                    <a:pt x="175949" y="33890"/>
                    <a:pt x="174748" y="28792"/>
                  </a:cubicBezTo>
                  <a:lnTo>
                    <a:pt x="173473" y="23449"/>
                  </a:lnTo>
                  <a:close/>
                  <a:moveTo>
                    <a:pt x="112561" y="4117"/>
                  </a:moveTo>
                  <a:cubicBezTo>
                    <a:pt x="117302" y="4117"/>
                    <a:pt x="122043" y="4381"/>
                    <a:pt x="126760" y="4920"/>
                  </a:cubicBezTo>
                  <a:cubicBezTo>
                    <a:pt x="143254" y="6807"/>
                    <a:pt x="157641" y="11881"/>
                    <a:pt x="168645" y="19650"/>
                  </a:cubicBezTo>
                  <a:cubicBezTo>
                    <a:pt x="168547" y="19969"/>
                    <a:pt x="168523" y="20312"/>
                    <a:pt x="168621" y="20655"/>
                  </a:cubicBezTo>
                  <a:lnTo>
                    <a:pt x="170753" y="29723"/>
                  </a:lnTo>
                  <a:cubicBezTo>
                    <a:pt x="171929" y="34674"/>
                    <a:pt x="173130" y="39796"/>
                    <a:pt x="173547" y="44894"/>
                  </a:cubicBezTo>
                  <a:cubicBezTo>
                    <a:pt x="174160" y="52590"/>
                    <a:pt x="172959" y="60408"/>
                    <a:pt x="171709" y="67074"/>
                  </a:cubicBezTo>
                  <a:cubicBezTo>
                    <a:pt x="170434" y="73814"/>
                    <a:pt x="168792" y="80971"/>
                    <a:pt x="165557" y="87539"/>
                  </a:cubicBezTo>
                  <a:cubicBezTo>
                    <a:pt x="162567" y="93617"/>
                    <a:pt x="157935" y="99524"/>
                    <a:pt x="151832" y="105137"/>
                  </a:cubicBezTo>
                  <a:cubicBezTo>
                    <a:pt x="151808" y="105161"/>
                    <a:pt x="151783" y="105186"/>
                    <a:pt x="151759" y="105210"/>
                  </a:cubicBezTo>
                  <a:cubicBezTo>
                    <a:pt x="145362" y="106730"/>
                    <a:pt x="138867" y="107980"/>
                    <a:pt x="132299" y="108960"/>
                  </a:cubicBezTo>
                  <a:cubicBezTo>
                    <a:pt x="131122" y="105406"/>
                    <a:pt x="129652" y="101950"/>
                    <a:pt x="127862" y="98666"/>
                  </a:cubicBezTo>
                  <a:cubicBezTo>
                    <a:pt x="122912" y="89524"/>
                    <a:pt x="115804" y="82074"/>
                    <a:pt x="107349" y="77123"/>
                  </a:cubicBezTo>
                  <a:cubicBezTo>
                    <a:pt x="98575" y="72025"/>
                    <a:pt x="86369" y="69084"/>
                    <a:pt x="72987" y="68839"/>
                  </a:cubicBezTo>
                  <a:cubicBezTo>
                    <a:pt x="72537" y="68829"/>
                    <a:pt x="72088" y="68824"/>
                    <a:pt x="71639" y="68824"/>
                  </a:cubicBezTo>
                  <a:cubicBezTo>
                    <a:pt x="69891" y="68824"/>
                    <a:pt x="68155" y="68899"/>
                    <a:pt x="66419" y="69035"/>
                  </a:cubicBezTo>
                  <a:cubicBezTo>
                    <a:pt x="66419" y="68986"/>
                    <a:pt x="66419" y="68962"/>
                    <a:pt x="66419" y="68937"/>
                  </a:cubicBezTo>
                  <a:cubicBezTo>
                    <a:pt x="63600" y="48178"/>
                    <a:pt x="68649" y="26243"/>
                    <a:pt x="80266" y="8793"/>
                  </a:cubicBezTo>
                  <a:cubicBezTo>
                    <a:pt x="80389" y="8572"/>
                    <a:pt x="80487" y="8351"/>
                    <a:pt x="80536" y="8106"/>
                  </a:cubicBezTo>
                  <a:cubicBezTo>
                    <a:pt x="91005" y="5485"/>
                    <a:pt x="101781" y="4117"/>
                    <a:pt x="112561" y="4117"/>
                  </a:cubicBezTo>
                  <a:close/>
                  <a:moveTo>
                    <a:pt x="72914" y="72932"/>
                  </a:moveTo>
                  <a:cubicBezTo>
                    <a:pt x="85609" y="73153"/>
                    <a:pt x="97104" y="75898"/>
                    <a:pt x="105265" y="80677"/>
                  </a:cubicBezTo>
                  <a:cubicBezTo>
                    <a:pt x="105388" y="80726"/>
                    <a:pt x="105486" y="80799"/>
                    <a:pt x="105584" y="80873"/>
                  </a:cubicBezTo>
                  <a:cubicBezTo>
                    <a:pt x="103182" y="82466"/>
                    <a:pt x="101148" y="84990"/>
                    <a:pt x="99751" y="88201"/>
                  </a:cubicBezTo>
                  <a:cubicBezTo>
                    <a:pt x="98525" y="90995"/>
                    <a:pt x="97888" y="93936"/>
                    <a:pt x="97276" y="96779"/>
                  </a:cubicBezTo>
                  <a:cubicBezTo>
                    <a:pt x="97128" y="97465"/>
                    <a:pt x="96981" y="98127"/>
                    <a:pt x="96834" y="98789"/>
                  </a:cubicBezTo>
                  <a:cubicBezTo>
                    <a:pt x="95413" y="104965"/>
                    <a:pt x="93526" y="109940"/>
                    <a:pt x="91026" y="114009"/>
                  </a:cubicBezTo>
                  <a:cubicBezTo>
                    <a:pt x="88158" y="118665"/>
                    <a:pt x="84408" y="122219"/>
                    <a:pt x="80168" y="124278"/>
                  </a:cubicBezTo>
                  <a:cubicBezTo>
                    <a:pt x="76247" y="105480"/>
                    <a:pt x="69287" y="88691"/>
                    <a:pt x="59360" y="74059"/>
                  </a:cubicBezTo>
                  <a:cubicBezTo>
                    <a:pt x="63404" y="73324"/>
                    <a:pt x="67522" y="72932"/>
                    <a:pt x="71688" y="72932"/>
                  </a:cubicBezTo>
                  <a:close/>
                  <a:moveTo>
                    <a:pt x="55047" y="75015"/>
                  </a:moveTo>
                  <a:cubicBezTo>
                    <a:pt x="65267" y="89671"/>
                    <a:pt x="72375" y="106632"/>
                    <a:pt x="76296" y="125724"/>
                  </a:cubicBezTo>
                  <a:cubicBezTo>
                    <a:pt x="74491" y="126195"/>
                    <a:pt x="72627" y="126435"/>
                    <a:pt x="70764" y="126435"/>
                  </a:cubicBezTo>
                  <a:cubicBezTo>
                    <a:pt x="68656" y="126435"/>
                    <a:pt x="66549" y="126128"/>
                    <a:pt x="64532" y="125503"/>
                  </a:cubicBezTo>
                  <a:cubicBezTo>
                    <a:pt x="58748" y="123714"/>
                    <a:pt x="53920" y="119548"/>
                    <a:pt x="49581" y="115308"/>
                  </a:cubicBezTo>
                  <a:cubicBezTo>
                    <a:pt x="48797" y="114548"/>
                    <a:pt x="48013" y="113764"/>
                    <a:pt x="47229" y="113004"/>
                  </a:cubicBezTo>
                  <a:cubicBezTo>
                    <a:pt x="43430" y="109205"/>
                    <a:pt x="39484" y="105284"/>
                    <a:pt x="34729" y="102416"/>
                  </a:cubicBezTo>
                  <a:cubicBezTo>
                    <a:pt x="30329" y="99763"/>
                    <a:pt x="25739" y="98420"/>
                    <a:pt x="21427" y="98420"/>
                  </a:cubicBezTo>
                  <a:cubicBezTo>
                    <a:pt x="20839" y="98420"/>
                    <a:pt x="20257" y="98445"/>
                    <a:pt x="19681" y="98495"/>
                  </a:cubicBezTo>
                  <a:cubicBezTo>
                    <a:pt x="24852" y="91755"/>
                    <a:pt x="31273" y="86044"/>
                    <a:pt x="38577" y="81755"/>
                  </a:cubicBezTo>
                  <a:cubicBezTo>
                    <a:pt x="43724" y="78765"/>
                    <a:pt x="49263" y="76510"/>
                    <a:pt x="55047" y="75015"/>
                  </a:cubicBezTo>
                  <a:close/>
                  <a:moveTo>
                    <a:pt x="109481" y="83446"/>
                  </a:moveTo>
                  <a:cubicBezTo>
                    <a:pt x="115461" y="87858"/>
                    <a:pt x="120510" y="93715"/>
                    <a:pt x="124260" y="100627"/>
                  </a:cubicBezTo>
                  <a:cubicBezTo>
                    <a:pt x="125926" y="103691"/>
                    <a:pt x="127323" y="106926"/>
                    <a:pt x="128402" y="110234"/>
                  </a:cubicBezTo>
                  <a:cubicBezTo>
                    <a:pt x="118672" y="120798"/>
                    <a:pt x="105167" y="129008"/>
                    <a:pt x="89335" y="133983"/>
                  </a:cubicBezTo>
                  <a:cubicBezTo>
                    <a:pt x="87031" y="134719"/>
                    <a:pt x="84654" y="135380"/>
                    <a:pt x="82203" y="135993"/>
                  </a:cubicBezTo>
                  <a:cubicBezTo>
                    <a:pt x="81860" y="133420"/>
                    <a:pt x="81443" y="130920"/>
                    <a:pt x="80977" y="128420"/>
                  </a:cubicBezTo>
                  <a:cubicBezTo>
                    <a:pt x="81075" y="128371"/>
                    <a:pt x="81173" y="128346"/>
                    <a:pt x="81271" y="128297"/>
                  </a:cubicBezTo>
                  <a:cubicBezTo>
                    <a:pt x="86492" y="125944"/>
                    <a:pt x="91075" y="121753"/>
                    <a:pt x="94506" y="116141"/>
                  </a:cubicBezTo>
                  <a:cubicBezTo>
                    <a:pt x="97251" y="111705"/>
                    <a:pt x="99310" y="106313"/>
                    <a:pt x="100829" y="99696"/>
                  </a:cubicBezTo>
                  <a:cubicBezTo>
                    <a:pt x="100976" y="99034"/>
                    <a:pt x="101123" y="98348"/>
                    <a:pt x="101270" y="97661"/>
                  </a:cubicBezTo>
                  <a:cubicBezTo>
                    <a:pt x="101883" y="94892"/>
                    <a:pt x="102447" y="92269"/>
                    <a:pt x="103501" y="89843"/>
                  </a:cubicBezTo>
                  <a:cubicBezTo>
                    <a:pt x="104310" y="87980"/>
                    <a:pt x="106172" y="84672"/>
                    <a:pt x="109481" y="83446"/>
                  </a:cubicBezTo>
                  <a:close/>
                  <a:moveTo>
                    <a:pt x="21425" y="102536"/>
                  </a:moveTo>
                  <a:cubicBezTo>
                    <a:pt x="25003" y="102536"/>
                    <a:pt x="28912" y="103690"/>
                    <a:pt x="32597" y="105921"/>
                  </a:cubicBezTo>
                  <a:cubicBezTo>
                    <a:pt x="36935" y="108543"/>
                    <a:pt x="40709" y="112293"/>
                    <a:pt x="44337" y="115896"/>
                  </a:cubicBezTo>
                  <a:cubicBezTo>
                    <a:pt x="45121" y="116680"/>
                    <a:pt x="45930" y="117489"/>
                    <a:pt x="46714" y="118249"/>
                  </a:cubicBezTo>
                  <a:cubicBezTo>
                    <a:pt x="51420" y="122856"/>
                    <a:pt x="56714" y="127366"/>
                    <a:pt x="63331" y="129425"/>
                  </a:cubicBezTo>
                  <a:cubicBezTo>
                    <a:pt x="65733" y="130160"/>
                    <a:pt x="68257" y="130528"/>
                    <a:pt x="70782" y="130528"/>
                  </a:cubicBezTo>
                  <a:cubicBezTo>
                    <a:pt x="72889" y="130528"/>
                    <a:pt x="75022" y="130258"/>
                    <a:pt x="77056" y="129743"/>
                  </a:cubicBezTo>
                  <a:cubicBezTo>
                    <a:pt x="77472" y="132096"/>
                    <a:pt x="77865" y="134498"/>
                    <a:pt x="78183" y="136900"/>
                  </a:cubicBezTo>
                  <a:cubicBezTo>
                    <a:pt x="67767" y="139130"/>
                    <a:pt x="56223" y="140282"/>
                    <a:pt x="43185" y="140380"/>
                  </a:cubicBezTo>
                  <a:cubicBezTo>
                    <a:pt x="42501" y="140386"/>
                    <a:pt x="41824" y="140389"/>
                    <a:pt x="41152" y="140389"/>
                  </a:cubicBezTo>
                  <a:cubicBezTo>
                    <a:pt x="27545" y="140389"/>
                    <a:pt x="16364" y="139202"/>
                    <a:pt x="6274" y="136679"/>
                  </a:cubicBezTo>
                  <a:cubicBezTo>
                    <a:pt x="6299" y="132219"/>
                    <a:pt x="6863" y="127685"/>
                    <a:pt x="7917" y="123199"/>
                  </a:cubicBezTo>
                  <a:cubicBezTo>
                    <a:pt x="8627" y="120185"/>
                    <a:pt x="9583" y="117195"/>
                    <a:pt x="10735" y="114278"/>
                  </a:cubicBezTo>
                  <a:cubicBezTo>
                    <a:pt x="12230" y="110504"/>
                    <a:pt x="14093" y="106877"/>
                    <a:pt x="16225" y="103470"/>
                  </a:cubicBezTo>
                  <a:cubicBezTo>
                    <a:pt x="17819" y="102844"/>
                    <a:pt x="19578" y="102536"/>
                    <a:pt x="21425" y="102536"/>
                  </a:cubicBezTo>
                  <a:close/>
                  <a:moveTo>
                    <a:pt x="129701" y="114817"/>
                  </a:moveTo>
                  <a:cubicBezTo>
                    <a:pt x="130706" y="118959"/>
                    <a:pt x="131245" y="123224"/>
                    <a:pt x="131318" y="127513"/>
                  </a:cubicBezTo>
                  <a:cubicBezTo>
                    <a:pt x="131563" y="140846"/>
                    <a:pt x="127372" y="154791"/>
                    <a:pt x="119456" y="166825"/>
                  </a:cubicBezTo>
                  <a:cubicBezTo>
                    <a:pt x="118917" y="167658"/>
                    <a:pt x="118353" y="168492"/>
                    <a:pt x="117765" y="169300"/>
                  </a:cubicBezTo>
                  <a:cubicBezTo>
                    <a:pt x="114309" y="168982"/>
                    <a:pt x="110951" y="167438"/>
                    <a:pt x="108476" y="164962"/>
                  </a:cubicBezTo>
                  <a:cubicBezTo>
                    <a:pt x="106760" y="163271"/>
                    <a:pt x="105461" y="161164"/>
                    <a:pt x="104089" y="158933"/>
                  </a:cubicBezTo>
                  <a:cubicBezTo>
                    <a:pt x="102839" y="156899"/>
                    <a:pt x="101565" y="154816"/>
                    <a:pt x="99898" y="152953"/>
                  </a:cubicBezTo>
                  <a:cubicBezTo>
                    <a:pt x="95805" y="148370"/>
                    <a:pt x="89653" y="145723"/>
                    <a:pt x="83257" y="145453"/>
                  </a:cubicBezTo>
                  <a:cubicBezTo>
                    <a:pt x="83109" y="143640"/>
                    <a:pt x="82938" y="141851"/>
                    <a:pt x="82717" y="140086"/>
                  </a:cubicBezTo>
                  <a:cubicBezTo>
                    <a:pt x="85413" y="139424"/>
                    <a:pt x="88011" y="138714"/>
                    <a:pt x="90560" y="137905"/>
                  </a:cubicBezTo>
                  <a:cubicBezTo>
                    <a:pt x="106172" y="133003"/>
                    <a:pt x="119628" y="125038"/>
                    <a:pt x="129701" y="114817"/>
                  </a:cubicBezTo>
                  <a:close/>
                  <a:moveTo>
                    <a:pt x="6373" y="140919"/>
                  </a:moveTo>
                  <a:lnTo>
                    <a:pt x="6373" y="140919"/>
                  </a:lnTo>
                  <a:cubicBezTo>
                    <a:pt x="16519" y="143346"/>
                    <a:pt x="27695" y="144498"/>
                    <a:pt x="41150" y="144498"/>
                  </a:cubicBezTo>
                  <a:lnTo>
                    <a:pt x="43209" y="144498"/>
                  </a:lnTo>
                  <a:cubicBezTo>
                    <a:pt x="56370" y="144375"/>
                    <a:pt x="68086" y="143223"/>
                    <a:pt x="78698" y="140993"/>
                  </a:cubicBezTo>
                  <a:cubicBezTo>
                    <a:pt x="78869" y="142512"/>
                    <a:pt x="79017" y="144056"/>
                    <a:pt x="79164" y="145625"/>
                  </a:cubicBezTo>
                  <a:cubicBezTo>
                    <a:pt x="77816" y="145772"/>
                    <a:pt x="76492" y="146042"/>
                    <a:pt x="75169" y="146434"/>
                  </a:cubicBezTo>
                  <a:cubicBezTo>
                    <a:pt x="67081" y="148787"/>
                    <a:pt x="59973" y="155208"/>
                    <a:pt x="56174" y="163614"/>
                  </a:cubicBezTo>
                  <a:cubicBezTo>
                    <a:pt x="55415" y="165330"/>
                    <a:pt x="54753" y="167119"/>
                    <a:pt x="54140" y="168835"/>
                  </a:cubicBezTo>
                  <a:cubicBezTo>
                    <a:pt x="52915" y="172217"/>
                    <a:pt x="51763" y="175428"/>
                    <a:pt x="49680" y="178001"/>
                  </a:cubicBezTo>
                  <a:cubicBezTo>
                    <a:pt x="46322" y="182217"/>
                    <a:pt x="40905" y="184300"/>
                    <a:pt x="35906" y="185721"/>
                  </a:cubicBezTo>
                  <a:cubicBezTo>
                    <a:pt x="26911" y="180795"/>
                    <a:pt x="19656" y="174349"/>
                    <a:pt x="14705" y="166825"/>
                  </a:cubicBezTo>
                  <a:cubicBezTo>
                    <a:pt x="9779" y="159301"/>
                    <a:pt x="6936" y="150331"/>
                    <a:pt x="6373" y="140919"/>
                  </a:cubicBezTo>
                  <a:close/>
                  <a:moveTo>
                    <a:pt x="83575" y="149571"/>
                  </a:moveTo>
                  <a:cubicBezTo>
                    <a:pt x="88697" y="149890"/>
                    <a:pt x="93575" y="152046"/>
                    <a:pt x="96834" y="155698"/>
                  </a:cubicBezTo>
                  <a:cubicBezTo>
                    <a:pt x="98256" y="157291"/>
                    <a:pt x="99408" y="159129"/>
                    <a:pt x="100609" y="161090"/>
                  </a:cubicBezTo>
                  <a:cubicBezTo>
                    <a:pt x="102055" y="163418"/>
                    <a:pt x="103525" y="165820"/>
                    <a:pt x="105584" y="167879"/>
                  </a:cubicBezTo>
                  <a:cubicBezTo>
                    <a:pt x="108133" y="170403"/>
                    <a:pt x="111442" y="172193"/>
                    <a:pt x="114946" y="172977"/>
                  </a:cubicBezTo>
                  <a:cubicBezTo>
                    <a:pt x="108501" y="180893"/>
                    <a:pt x="100780" y="186873"/>
                    <a:pt x="92325" y="190476"/>
                  </a:cubicBezTo>
                  <a:cubicBezTo>
                    <a:pt x="88550" y="192094"/>
                    <a:pt x="84580" y="193246"/>
                    <a:pt x="80438" y="193956"/>
                  </a:cubicBezTo>
                  <a:cubicBezTo>
                    <a:pt x="82987" y="186604"/>
                    <a:pt x="83600" y="178883"/>
                    <a:pt x="83869" y="171580"/>
                  </a:cubicBezTo>
                  <a:cubicBezTo>
                    <a:pt x="84139" y="164007"/>
                    <a:pt x="84041" y="156678"/>
                    <a:pt x="83575" y="149571"/>
                  </a:cubicBezTo>
                  <a:close/>
                  <a:moveTo>
                    <a:pt x="79482" y="149718"/>
                  </a:moveTo>
                  <a:cubicBezTo>
                    <a:pt x="79923" y="156727"/>
                    <a:pt x="80046" y="163958"/>
                    <a:pt x="79776" y="171433"/>
                  </a:cubicBezTo>
                  <a:cubicBezTo>
                    <a:pt x="79507" y="179055"/>
                    <a:pt x="78845" y="187094"/>
                    <a:pt x="75855" y="194471"/>
                  </a:cubicBezTo>
                  <a:cubicBezTo>
                    <a:pt x="75855" y="194496"/>
                    <a:pt x="75855" y="194520"/>
                    <a:pt x="75830" y="194545"/>
                  </a:cubicBezTo>
                  <a:cubicBezTo>
                    <a:pt x="74014" y="194707"/>
                    <a:pt x="72176" y="194788"/>
                    <a:pt x="70321" y="194788"/>
                  </a:cubicBezTo>
                  <a:cubicBezTo>
                    <a:pt x="61235" y="194788"/>
                    <a:pt x="51755" y="192844"/>
                    <a:pt x="42596" y="188957"/>
                  </a:cubicBezTo>
                  <a:cubicBezTo>
                    <a:pt x="42131" y="188760"/>
                    <a:pt x="41641" y="188540"/>
                    <a:pt x="41175" y="188319"/>
                  </a:cubicBezTo>
                  <a:cubicBezTo>
                    <a:pt x="45415" y="186751"/>
                    <a:pt x="49802" y="184422"/>
                    <a:pt x="52890" y="180575"/>
                  </a:cubicBezTo>
                  <a:cubicBezTo>
                    <a:pt x="55390" y="177462"/>
                    <a:pt x="56714" y="173786"/>
                    <a:pt x="57988" y="170207"/>
                  </a:cubicBezTo>
                  <a:cubicBezTo>
                    <a:pt x="58625" y="168492"/>
                    <a:pt x="59213" y="166874"/>
                    <a:pt x="59924" y="165306"/>
                  </a:cubicBezTo>
                  <a:cubicBezTo>
                    <a:pt x="63233" y="157977"/>
                    <a:pt x="69360" y="152389"/>
                    <a:pt x="76321" y="150355"/>
                  </a:cubicBezTo>
                  <a:cubicBezTo>
                    <a:pt x="77350" y="150061"/>
                    <a:pt x="78404" y="149841"/>
                    <a:pt x="79482" y="149718"/>
                  </a:cubicBezTo>
                  <a:close/>
                  <a:moveTo>
                    <a:pt x="112608" y="0"/>
                  </a:moveTo>
                  <a:cubicBezTo>
                    <a:pt x="75214" y="0"/>
                    <a:pt x="37862" y="15989"/>
                    <a:pt x="12475" y="43521"/>
                  </a:cubicBezTo>
                  <a:cubicBezTo>
                    <a:pt x="11789" y="44281"/>
                    <a:pt x="11740" y="45433"/>
                    <a:pt x="12402" y="46217"/>
                  </a:cubicBezTo>
                  <a:cubicBezTo>
                    <a:pt x="21249" y="56830"/>
                    <a:pt x="31126" y="66658"/>
                    <a:pt x="41788" y="75456"/>
                  </a:cubicBezTo>
                  <a:cubicBezTo>
                    <a:pt x="39999" y="76314"/>
                    <a:pt x="38234" y="77221"/>
                    <a:pt x="36518" y="78226"/>
                  </a:cubicBezTo>
                  <a:cubicBezTo>
                    <a:pt x="23210" y="85995"/>
                    <a:pt x="12720" y="98250"/>
                    <a:pt x="6936" y="112759"/>
                  </a:cubicBezTo>
                  <a:cubicBezTo>
                    <a:pt x="5686" y="115847"/>
                    <a:pt x="4681" y="119058"/>
                    <a:pt x="3922" y="122268"/>
                  </a:cubicBezTo>
                  <a:cubicBezTo>
                    <a:pt x="0" y="138885"/>
                    <a:pt x="2672" y="155968"/>
                    <a:pt x="11274" y="169080"/>
                  </a:cubicBezTo>
                  <a:cubicBezTo>
                    <a:pt x="17843" y="179079"/>
                    <a:pt x="28112" y="187265"/>
                    <a:pt x="41003" y="192731"/>
                  </a:cubicBezTo>
                  <a:cubicBezTo>
                    <a:pt x="50660" y="196824"/>
                    <a:pt x="60659" y="198883"/>
                    <a:pt x="70316" y="198883"/>
                  </a:cubicBezTo>
                  <a:cubicBezTo>
                    <a:pt x="78624" y="198883"/>
                    <a:pt x="86663" y="197363"/>
                    <a:pt x="93918" y="194250"/>
                  </a:cubicBezTo>
                  <a:cubicBezTo>
                    <a:pt x="105216" y="189447"/>
                    <a:pt x="115240" y="180722"/>
                    <a:pt x="122887" y="169080"/>
                  </a:cubicBezTo>
                  <a:cubicBezTo>
                    <a:pt x="131245" y="156360"/>
                    <a:pt x="135681" y="141581"/>
                    <a:pt x="135436" y="127440"/>
                  </a:cubicBezTo>
                  <a:cubicBezTo>
                    <a:pt x="135338" y="122538"/>
                    <a:pt x="134676" y="117661"/>
                    <a:pt x="133450" y="112930"/>
                  </a:cubicBezTo>
                  <a:cubicBezTo>
                    <a:pt x="147984" y="110725"/>
                    <a:pt x="162199" y="107220"/>
                    <a:pt x="175998" y="102416"/>
                  </a:cubicBezTo>
                  <a:cubicBezTo>
                    <a:pt x="176390" y="102416"/>
                    <a:pt x="176782" y="102269"/>
                    <a:pt x="177125" y="102024"/>
                  </a:cubicBezTo>
                  <a:cubicBezTo>
                    <a:pt x="188473" y="98029"/>
                    <a:pt x="199526" y="93152"/>
                    <a:pt x="210212" y="87417"/>
                  </a:cubicBezTo>
                  <a:cubicBezTo>
                    <a:pt x="211094" y="86951"/>
                    <a:pt x="211511" y="85946"/>
                    <a:pt x="211192" y="84990"/>
                  </a:cubicBezTo>
                  <a:cubicBezTo>
                    <a:pt x="207393" y="73128"/>
                    <a:pt x="203202" y="60604"/>
                    <a:pt x="197565" y="49232"/>
                  </a:cubicBezTo>
                  <a:cubicBezTo>
                    <a:pt x="196438" y="46953"/>
                    <a:pt x="195262" y="44771"/>
                    <a:pt x="194061" y="42664"/>
                  </a:cubicBezTo>
                  <a:cubicBezTo>
                    <a:pt x="193987" y="42394"/>
                    <a:pt x="193840" y="42149"/>
                    <a:pt x="193669" y="41953"/>
                  </a:cubicBezTo>
                  <a:cubicBezTo>
                    <a:pt x="188154" y="32517"/>
                    <a:pt x="181904" y="24993"/>
                    <a:pt x="174699" y="19111"/>
                  </a:cubicBezTo>
                  <a:cubicBezTo>
                    <a:pt x="162714" y="9332"/>
                    <a:pt x="146293" y="3008"/>
                    <a:pt x="127225" y="827"/>
                  </a:cubicBezTo>
                  <a:cubicBezTo>
                    <a:pt x="122370" y="273"/>
                    <a:pt x="117489" y="0"/>
                    <a:pt x="11260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7"/>
            <p:cNvSpPr/>
            <p:nvPr/>
          </p:nvSpPr>
          <p:spPr>
            <a:xfrm>
              <a:off x="3312450" y="1293450"/>
              <a:ext cx="1518350" cy="684800"/>
            </a:xfrm>
            <a:custGeom>
              <a:avLst/>
              <a:gdLst/>
              <a:ahLst/>
              <a:cxnLst/>
              <a:rect l="l" t="t" r="r" b="b"/>
              <a:pathLst>
                <a:path w="60734" h="27392" extrusionOk="0">
                  <a:moveTo>
                    <a:pt x="19657" y="4084"/>
                  </a:moveTo>
                  <a:cubicBezTo>
                    <a:pt x="21422" y="4084"/>
                    <a:pt x="23113" y="4182"/>
                    <a:pt x="24706" y="4305"/>
                  </a:cubicBezTo>
                  <a:cubicBezTo>
                    <a:pt x="25441" y="4354"/>
                    <a:pt x="26176" y="4427"/>
                    <a:pt x="26887" y="4476"/>
                  </a:cubicBezTo>
                  <a:lnTo>
                    <a:pt x="18579" y="16608"/>
                  </a:lnTo>
                  <a:cubicBezTo>
                    <a:pt x="16569" y="12736"/>
                    <a:pt x="14755" y="8716"/>
                    <a:pt x="14142" y="4476"/>
                  </a:cubicBezTo>
                  <a:cubicBezTo>
                    <a:pt x="15981" y="4207"/>
                    <a:pt x="17843" y="4084"/>
                    <a:pt x="19657" y="4084"/>
                  </a:cubicBezTo>
                  <a:close/>
                  <a:moveTo>
                    <a:pt x="10123" y="5359"/>
                  </a:moveTo>
                  <a:cubicBezTo>
                    <a:pt x="10932" y="10309"/>
                    <a:pt x="13064" y="14917"/>
                    <a:pt x="15270" y="19108"/>
                  </a:cubicBezTo>
                  <a:cubicBezTo>
                    <a:pt x="13848" y="18618"/>
                    <a:pt x="12476" y="18103"/>
                    <a:pt x="11152" y="17539"/>
                  </a:cubicBezTo>
                  <a:cubicBezTo>
                    <a:pt x="9363" y="16780"/>
                    <a:pt x="7525" y="15922"/>
                    <a:pt x="6177" y="14623"/>
                  </a:cubicBezTo>
                  <a:cubicBezTo>
                    <a:pt x="4903" y="13373"/>
                    <a:pt x="4216" y="11829"/>
                    <a:pt x="4363" y="10456"/>
                  </a:cubicBezTo>
                  <a:cubicBezTo>
                    <a:pt x="4461" y="9304"/>
                    <a:pt x="5172" y="8128"/>
                    <a:pt x="6300" y="7246"/>
                  </a:cubicBezTo>
                  <a:cubicBezTo>
                    <a:pt x="7231" y="6461"/>
                    <a:pt x="8456" y="5873"/>
                    <a:pt x="10123" y="5359"/>
                  </a:cubicBezTo>
                  <a:close/>
                  <a:moveTo>
                    <a:pt x="32450" y="5138"/>
                  </a:moveTo>
                  <a:lnTo>
                    <a:pt x="32450" y="5138"/>
                  </a:lnTo>
                  <a:cubicBezTo>
                    <a:pt x="33161" y="5260"/>
                    <a:pt x="33872" y="5359"/>
                    <a:pt x="34583" y="5481"/>
                  </a:cubicBezTo>
                  <a:cubicBezTo>
                    <a:pt x="37646" y="5996"/>
                    <a:pt x="40734" y="6756"/>
                    <a:pt x="43700" y="7491"/>
                  </a:cubicBezTo>
                  <a:cubicBezTo>
                    <a:pt x="45318" y="7883"/>
                    <a:pt x="46960" y="8275"/>
                    <a:pt x="48626" y="8667"/>
                  </a:cubicBezTo>
                  <a:cubicBezTo>
                    <a:pt x="45734" y="12270"/>
                    <a:pt x="42671" y="15824"/>
                    <a:pt x="39534" y="19230"/>
                  </a:cubicBezTo>
                  <a:lnTo>
                    <a:pt x="32450" y="5138"/>
                  </a:lnTo>
                  <a:close/>
                  <a:moveTo>
                    <a:pt x="29362" y="8128"/>
                  </a:moveTo>
                  <a:lnTo>
                    <a:pt x="36911" y="23127"/>
                  </a:lnTo>
                  <a:cubicBezTo>
                    <a:pt x="31176" y="22809"/>
                    <a:pt x="25784" y="22000"/>
                    <a:pt x="20735" y="20726"/>
                  </a:cubicBezTo>
                  <a:lnTo>
                    <a:pt x="29362" y="8128"/>
                  </a:lnTo>
                  <a:close/>
                  <a:moveTo>
                    <a:pt x="52670" y="9844"/>
                  </a:moveTo>
                  <a:cubicBezTo>
                    <a:pt x="54802" y="10971"/>
                    <a:pt x="56518" y="12981"/>
                    <a:pt x="56371" y="15481"/>
                  </a:cubicBezTo>
                  <a:cubicBezTo>
                    <a:pt x="56175" y="18397"/>
                    <a:pt x="53626" y="20799"/>
                    <a:pt x="51175" y="21877"/>
                  </a:cubicBezTo>
                  <a:cubicBezTo>
                    <a:pt x="48632" y="23025"/>
                    <a:pt x="45736" y="23305"/>
                    <a:pt x="42281" y="23305"/>
                  </a:cubicBezTo>
                  <a:cubicBezTo>
                    <a:pt x="41974" y="23305"/>
                    <a:pt x="41663" y="23303"/>
                    <a:pt x="41347" y="23299"/>
                  </a:cubicBezTo>
                  <a:lnTo>
                    <a:pt x="41323" y="23299"/>
                  </a:lnTo>
                  <a:cubicBezTo>
                    <a:pt x="45146" y="19230"/>
                    <a:pt x="48822" y="14990"/>
                    <a:pt x="52278" y="10677"/>
                  </a:cubicBezTo>
                  <a:cubicBezTo>
                    <a:pt x="52474" y="10432"/>
                    <a:pt x="52597" y="10138"/>
                    <a:pt x="52670" y="9844"/>
                  </a:cubicBezTo>
                  <a:close/>
                  <a:moveTo>
                    <a:pt x="19747" y="0"/>
                  </a:moveTo>
                  <a:cubicBezTo>
                    <a:pt x="16426" y="0"/>
                    <a:pt x="12801" y="298"/>
                    <a:pt x="9314" y="1315"/>
                  </a:cubicBezTo>
                  <a:cubicBezTo>
                    <a:pt x="6937" y="2001"/>
                    <a:pt x="5148" y="2883"/>
                    <a:pt x="3702" y="4060"/>
                  </a:cubicBezTo>
                  <a:cubicBezTo>
                    <a:pt x="1741" y="5653"/>
                    <a:pt x="491" y="7834"/>
                    <a:pt x="270" y="10040"/>
                  </a:cubicBezTo>
                  <a:cubicBezTo>
                    <a:pt x="1" y="12638"/>
                    <a:pt x="1153" y="15456"/>
                    <a:pt x="3334" y="17564"/>
                  </a:cubicBezTo>
                  <a:cubicBezTo>
                    <a:pt x="5172" y="19329"/>
                    <a:pt x="7403" y="20407"/>
                    <a:pt x="9535" y="21314"/>
                  </a:cubicBezTo>
                  <a:cubicBezTo>
                    <a:pt x="18750" y="25186"/>
                    <a:pt x="29436" y="27245"/>
                    <a:pt x="41298" y="27392"/>
                  </a:cubicBezTo>
                  <a:lnTo>
                    <a:pt x="42279" y="27392"/>
                  </a:lnTo>
                  <a:cubicBezTo>
                    <a:pt x="45808" y="27392"/>
                    <a:pt x="49484" y="27122"/>
                    <a:pt x="52842" y="25627"/>
                  </a:cubicBezTo>
                  <a:cubicBezTo>
                    <a:pt x="57204" y="23716"/>
                    <a:pt x="60194" y="19819"/>
                    <a:pt x="60464" y="15750"/>
                  </a:cubicBezTo>
                  <a:cubicBezTo>
                    <a:pt x="60734" y="11412"/>
                    <a:pt x="57646" y="6339"/>
                    <a:pt x="51224" y="5015"/>
                  </a:cubicBezTo>
                  <a:cubicBezTo>
                    <a:pt x="49043" y="4574"/>
                    <a:pt x="46837" y="4035"/>
                    <a:pt x="44680" y="3496"/>
                  </a:cubicBezTo>
                  <a:cubicBezTo>
                    <a:pt x="41641" y="2736"/>
                    <a:pt x="38480" y="1976"/>
                    <a:pt x="35269" y="1437"/>
                  </a:cubicBezTo>
                  <a:cubicBezTo>
                    <a:pt x="31887" y="873"/>
                    <a:pt x="28431" y="457"/>
                    <a:pt x="25024" y="212"/>
                  </a:cubicBezTo>
                  <a:cubicBezTo>
                    <a:pt x="23418" y="96"/>
                    <a:pt x="21632" y="0"/>
                    <a:pt x="19747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7"/>
            <p:cNvSpPr/>
            <p:nvPr/>
          </p:nvSpPr>
          <p:spPr>
            <a:xfrm>
              <a:off x="3079625" y="1094075"/>
              <a:ext cx="1990750" cy="1085150"/>
            </a:xfrm>
            <a:custGeom>
              <a:avLst/>
              <a:gdLst/>
              <a:ahLst/>
              <a:cxnLst/>
              <a:rect l="l" t="t" r="r" b="b"/>
              <a:pathLst>
                <a:path w="79630" h="43406" extrusionOk="0">
                  <a:moveTo>
                    <a:pt x="27558" y="4116"/>
                  </a:moveTo>
                  <a:cubicBezTo>
                    <a:pt x="31639" y="4116"/>
                    <a:pt x="35780" y="4335"/>
                    <a:pt x="39876" y="4731"/>
                  </a:cubicBezTo>
                  <a:cubicBezTo>
                    <a:pt x="51077" y="5834"/>
                    <a:pt x="66444" y="7353"/>
                    <a:pt x="72007" y="18088"/>
                  </a:cubicBezTo>
                  <a:cubicBezTo>
                    <a:pt x="75071" y="23995"/>
                    <a:pt x="73870" y="31666"/>
                    <a:pt x="69262" y="35563"/>
                  </a:cubicBezTo>
                  <a:cubicBezTo>
                    <a:pt x="65692" y="38579"/>
                    <a:pt x="60665" y="39306"/>
                    <a:pt x="55976" y="39306"/>
                  </a:cubicBezTo>
                  <a:cubicBezTo>
                    <a:pt x="54645" y="39306"/>
                    <a:pt x="53342" y="39247"/>
                    <a:pt x="52106" y="39166"/>
                  </a:cubicBezTo>
                  <a:cubicBezTo>
                    <a:pt x="41714" y="38504"/>
                    <a:pt x="31519" y="36568"/>
                    <a:pt x="22034" y="34583"/>
                  </a:cubicBezTo>
                  <a:cubicBezTo>
                    <a:pt x="18554" y="33847"/>
                    <a:pt x="15662" y="33186"/>
                    <a:pt x="12917" y="31960"/>
                  </a:cubicBezTo>
                  <a:cubicBezTo>
                    <a:pt x="10833" y="31029"/>
                    <a:pt x="7966" y="29338"/>
                    <a:pt x="6299" y="26544"/>
                  </a:cubicBezTo>
                  <a:cubicBezTo>
                    <a:pt x="4633" y="23799"/>
                    <a:pt x="4241" y="20196"/>
                    <a:pt x="5221" y="16642"/>
                  </a:cubicBezTo>
                  <a:cubicBezTo>
                    <a:pt x="6422" y="12206"/>
                    <a:pt x="9608" y="8334"/>
                    <a:pt x="13750" y="6324"/>
                  </a:cubicBezTo>
                  <a:cubicBezTo>
                    <a:pt x="17720" y="4412"/>
                    <a:pt x="22426" y="4118"/>
                    <a:pt x="26911" y="4118"/>
                  </a:cubicBezTo>
                  <a:cubicBezTo>
                    <a:pt x="27127" y="4117"/>
                    <a:pt x="27342" y="4116"/>
                    <a:pt x="27558" y="4116"/>
                  </a:cubicBezTo>
                  <a:close/>
                  <a:moveTo>
                    <a:pt x="26887" y="1"/>
                  </a:moveTo>
                  <a:cubicBezTo>
                    <a:pt x="21911" y="25"/>
                    <a:pt x="16667" y="344"/>
                    <a:pt x="11961" y="2623"/>
                  </a:cubicBezTo>
                  <a:cubicBezTo>
                    <a:pt x="6765" y="5148"/>
                    <a:pt x="2770" y="10000"/>
                    <a:pt x="1250" y="15564"/>
                  </a:cubicBezTo>
                  <a:cubicBezTo>
                    <a:pt x="1" y="20196"/>
                    <a:pt x="564" y="24975"/>
                    <a:pt x="2770" y="28652"/>
                  </a:cubicBezTo>
                  <a:cubicBezTo>
                    <a:pt x="4535" y="31593"/>
                    <a:pt x="7476" y="34019"/>
                    <a:pt x="11250" y="35710"/>
                  </a:cubicBezTo>
                  <a:cubicBezTo>
                    <a:pt x="14338" y="37083"/>
                    <a:pt x="17598" y="37842"/>
                    <a:pt x="21201" y="38578"/>
                  </a:cubicBezTo>
                  <a:cubicBezTo>
                    <a:pt x="30833" y="40612"/>
                    <a:pt x="41200" y="42572"/>
                    <a:pt x="51837" y="43259"/>
                  </a:cubicBezTo>
                  <a:cubicBezTo>
                    <a:pt x="53160" y="43332"/>
                    <a:pt x="54533" y="43406"/>
                    <a:pt x="55979" y="43406"/>
                  </a:cubicBezTo>
                  <a:cubicBezTo>
                    <a:pt x="61420" y="43406"/>
                    <a:pt x="67400" y="42523"/>
                    <a:pt x="71909" y="38700"/>
                  </a:cubicBezTo>
                  <a:cubicBezTo>
                    <a:pt x="78012" y="33529"/>
                    <a:pt x="79630" y="23872"/>
                    <a:pt x="75659" y="16201"/>
                  </a:cubicBezTo>
                  <a:cubicBezTo>
                    <a:pt x="69042" y="3481"/>
                    <a:pt x="52425" y="1839"/>
                    <a:pt x="40268" y="638"/>
                  </a:cubicBezTo>
                  <a:cubicBezTo>
                    <a:pt x="35832" y="221"/>
                    <a:pt x="31323" y="1"/>
                    <a:pt x="2688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3" name="Google Shape;2503;p57"/>
          <p:cNvSpPr/>
          <p:nvPr/>
        </p:nvSpPr>
        <p:spPr>
          <a:xfrm>
            <a:off x="1467881" y="1915799"/>
            <a:ext cx="523731" cy="586087"/>
          </a:xfrm>
          <a:custGeom>
            <a:avLst/>
            <a:gdLst/>
            <a:ahLst/>
            <a:cxnLst/>
            <a:rect l="l" t="t" r="r" b="b"/>
            <a:pathLst>
              <a:path w="186880" h="209130" extrusionOk="0">
                <a:moveTo>
                  <a:pt x="91308" y="4102"/>
                </a:moveTo>
                <a:cubicBezTo>
                  <a:pt x="93427" y="4102"/>
                  <a:pt x="95605" y="5307"/>
                  <a:pt x="97717" y="6491"/>
                </a:cubicBezTo>
                <a:cubicBezTo>
                  <a:pt x="98109" y="6711"/>
                  <a:pt x="98501" y="6907"/>
                  <a:pt x="98868" y="7104"/>
                </a:cubicBezTo>
                <a:cubicBezTo>
                  <a:pt x="101564" y="8550"/>
                  <a:pt x="104260" y="9996"/>
                  <a:pt x="106956" y="11442"/>
                </a:cubicBezTo>
                <a:lnTo>
                  <a:pt x="108598" y="12324"/>
                </a:lnTo>
                <a:cubicBezTo>
                  <a:pt x="111074" y="13647"/>
                  <a:pt x="113525" y="14971"/>
                  <a:pt x="115951" y="16270"/>
                </a:cubicBezTo>
                <a:cubicBezTo>
                  <a:pt x="108696" y="20216"/>
                  <a:pt x="101466" y="24260"/>
                  <a:pt x="94261" y="28377"/>
                </a:cubicBezTo>
                <a:cubicBezTo>
                  <a:pt x="85781" y="23377"/>
                  <a:pt x="77129" y="18647"/>
                  <a:pt x="68232" y="14407"/>
                </a:cubicBezTo>
                <a:cubicBezTo>
                  <a:pt x="69752" y="13672"/>
                  <a:pt x="71272" y="12937"/>
                  <a:pt x="72791" y="12226"/>
                </a:cubicBezTo>
                <a:cubicBezTo>
                  <a:pt x="75046" y="11147"/>
                  <a:pt x="77374" y="10069"/>
                  <a:pt x="79629" y="9040"/>
                </a:cubicBezTo>
                <a:cubicBezTo>
                  <a:pt x="81002" y="8427"/>
                  <a:pt x="82374" y="7790"/>
                  <a:pt x="83747" y="7153"/>
                </a:cubicBezTo>
                <a:cubicBezTo>
                  <a:pt x="84457" y="6834"/>
                  <a:pt x="85168" y="6442"/>
                  <a:pt x="85854" y="6074"/>
                </a:cubicBezTo>
                <a:cubicBezTo>
                  <a:pt x="87594" y="5143"/>
                  <a:pt x="89359" y="4212"/>
                  <a:pt x="90952" y="4113"/>
                </a:cubicBezTo>
                <a:cubicBezTo>
                  <a:pt x="91071" y="4106"/>
                  <a:pt x="91189" y="4102"/>
                  <a:pt x="91308" y="4102"/>
                </a:cubicBezTo>
                <a:close/>
                <a:moveTo>
                  <a:pt x="120191" y="18525"/>
                </a:moveTo>
                <a:cubicBezTo>
                  <a:pt x="122814" y="19922"/>
                  <a:pt x="125460" y="21319"/>
                  <a:pt x="128083" y="22716"/>
                </a:cubicBezTo>
                <a:lnTo>
                  <a:pt x="146391" y="32372"/>
                </a:lnTo>
                <a:cubicBezTo>
                  <a:pt x="138671" y="37029"/>
                  <a:pt x="130950" y="41759"/>
                  <a:pt x="123279" y="46538"/>
                </a:cubicBezTo>
                <a:cubicBezTo>
                  <a:pt x="115093" y="41244"/>
                  <a:pt x="106785" y="35901"/>
                  <a:pt x="98305" y="30804"/>
                </a:cubicBezTo>
                <a:cubicBezTo>
                  <a:pt x="105412" y="26735"/>
                  <a:pt x="112544" y="22765"/>
                  <a:pt x="119701" y="18892"/>
                </a:cubicBezTo>
                <a:cubicBezTo>
                  <a:pt x="119897" y="18794"/>
                  <a:pt x="120044" y="18672"/>
                  <a:pt x="120191" y="18525"/>
                </a:cubicBezTo>
                <a:close/>
                <a:moveTo>
                  <a:pt x="63502" y="16735"/>
                </a:moveTo>
                <a:cubicBezTo>
                  <a:pt x="72620" y="20926"/>
                  <a:pt x="81492" y="25681"/>
                  <a:pt x="90192" y="30730"/>
                </a:cubicBezTo>
                <a:cubicBezTo>
                  <a:pt x="80070" y="36588"/>
                  <a:pt x="70022" y="42641"/>
                  <a:pt x="60071" y="48817"/>
                </a:cubicBezTo>
                <a:cubicBezTo>
                  <a:pt x="50954" y="43499"/>
                  <a:pt x="41763" y="38352"/>
                  <a:pt x="32548" y="33328"/>
                </a:cubicBezTo>
                <a:cubicBezTo>
                  <a:pt x="42645" y="27495"/>
                  <a:pt x="53013" y="21956"/>
                  <a:pt x="63502" y="16735"/>
                </a:cubicBezTo>
                <a:close/>
                <a:moveTo>
                  <a:pt x="150631" y="34602"/>
                </a:moveTo>
                <a:lnTo>
                  <a:pt x="172517" y="46146"/>
                </a:lnTo>
                <a:cubicBezTo>
                  <a:pt x="173007" y="46391"/>
                  <a:pt x="173498" y="46661"/>
                  <a:pt x="173963" y="46955"/>
                </a:cubicBezTo>
                <a:cubicBezTo>
                  <a:pt x="166439" y="52959"/>
                  <a:pt x="158719" y="58817"/>
                  <a:pt x="150876" y="64454"/>
                </a:cubicBezTo>
                <a:cubicBezTo>
                  <a:pt x="150655" y="64307"/>
                  <a:pt x="150435" y="64160"/>
                  <a:pt x="150214" y="64037"/>
                </a:cubicBezTo>
                <a:lnTo>
                  <a:pt x="127078" y="49014"/>
                </a:lnTo>
                <a:cubicBezTo>
                  <a:pt x="134896" y="44161"/>
                  <a:pt x="142715" y="39357"/>
                  <a:pt x="150557" y="34651"/>
                </a:cubicBezTo>
                <a:cubicBezTo>
                  <a:pt x="150582" y="34627"/>
                  <a:pt x="150606" y="34627"/>
                  <a:pt x="150631" y="34602"/>
                </a:cubicBezTo>
                <a:close/>
                <a:moveTo>
                  <a:pt x="28381" y="35730"/>
                </a:moveTo>
                <a:cubicBezTo>
                  <a:pt x="37695" y="40754"/>
                  <a:pt x="46959" y="45950"/>
                  <a:pt x="56150" y="51268"/>
                </a:cubicBezTo>
                <a:cubicBezTo>
                  <a:pt x="48503" y="56048"/>
                  <a:pt x="40954" y="60925"/>
                  <a:pt x="33479" y="65876"/>
                </a:cubicBezTo>
                <a:cubicBezTo>
                  <a:pt x="24386" y="60410"/>
                  <a:pt x="15343" y="54871"/>
                  <a:pt x="6397" y="49283"/>
                </a:cubicBezTo>
                <a:cubicBezTo>
                  <a:pt x="6666" y="49087"/>
                  <a:pt x="6985" y="48891"/>
                  <a:pt x="7304" y="48670"/>
                </a:cubicBezTo>
                <a:cubicBezTo>
                  <a:pt x="14215" y="44234"/>
                  <a:pt x="21298" y="39896"/>
                  <a:pt x="28381" y="35730"/>
                </a:cubicBezTo>
                <a:close/>
                <a:moveTo>
                  <a:pt x="94236" y="33132"/>
                </a:moveTo>
                <a:cubicBezTo>
                  <a:pt x="102790" y="38230"/>
                  <a:pt x="111196" y="43597"/>
                  <a:pt x="119431" y="48940"/>
                </a:cubicBezTo>
                <a:cubicBezTo>
                  <a:pt x="109848" y="54969"/>
                  <a:pt x="100314" y="61096"/>
                  <a:pt x="90830" y="67322"/>
                </a:cubicBezTo>
                <a:cubicBezTo>
                  <a:pt x="82006" y="61807"/>
                  <a:pt x="73085" y="56415"/>
                  <a:pt x="64090" y="51146"/>
                </a:cubicBezTo>
                <a:cubicBezTo>
                  <a:pt x="74041" y="44994"/>
                  <a:pt x="84114" y="38965"/>
                  <a:pt x="94236" y="33132"/>
                </a:cubicBezTo>
                <a:close/>
                <a:moveTo>
                  <a:pt x="60145" y="53597"/>
                </a:moveTo>
                <a:cubicBezTo>
                  <a:pt x="69188" y="58866"/>
                  <a:pt x="78183" y="64283"/>
                  <a:pt x="87080" y="69797"/>
                </a:cubicBezTo>
                <a:cubicBezTo>
                  <a:pt x="79727" y="74650"/>
                  <a:pt x="72423" y="79551"/>
                  <a:pt x="65193" y="84502"/>
                </a:cubicBezTo>
                <a:cubicBezTo>
                  <a:pt x="55880" y="79159"/>
                  <a:pt x="46591" y="73718"/>
                  <a:pt x="37376" y="68228"/>
                </a:cubicBezTo>
                <a:cubicBezTo>
                  <a:pt x="44900" y="63278"/>
                  <a:pt x="52498" y="58400"/>
                  <a:pt x="60145" y="53597"/>
                </a:cubicBezTo>
                <a:close/>
                <a:moveTo>
                  <a:pt x="123230" y="51415"/>
                </a:moveTo>
                <a:cubicBezTo>
                  <a:pt x="123622" y="51660"/>
                  <a:pt x="124014" y="51906"/>
                  <a:pt x="124407" y="52151"/>
                </a:cubicBezTo>
                <a:lnTo>
                  <a:pt x="147273" y="67003"/>
                </a:lnTo>
                <a:cubicBezTo>
                  <a:pt x="138131" y="73473"/>
                  <a:pt x="128794" y="79699"/>
                  <a:pt x="119284" y="85630"/>
                </a:cubicBezTo>
                <a:cubicBezTo>
                  <a:pt x="119211" y="85581"/>
                  <a:pt x="119137" y="85532"/>
                  <a:pt x="119064" y="85483"/>
                </a:cubicBezTo>
                <a:cubicBezTo>
                  <a:pt x="111025" y="80140"/>
                  <a:pt x="102888" y="74870"/>
                  <a:pt x="94677" y="69723"/>
                </a:cubicBezTo>
                <a:cubicBezTo>
                  <a:pt x="104138" y="63523"/>
                  <a:pt x="113672" y="57420"/>
                  <a:pt x="123230" y="51415"/>
                </a:cubicBezTo>
                <a:close/>
                <a:moveTo>
                  <a:pt x="176365" y="50288"/>
                </a:moveTo>
                <a:cubicBezTo>
                  <a:pt x="176512" y="51048"/>
                  <a:pt x="176586" y="51930"/>
                  <a:pt x="176659" y="52910"/>
                </a:cubicBezTo>
                <a:lnTo>
                  <a:pt x="178816" y="87125"/>
                </a:lnTo>
                <a:cubicBezTo>
                  <a:pt x="178792" y="87125"/>
                  <a:pt x="178792" y="87125"/>
                  <a:pt x="178767" y="87149"/>
                </a:cubicBezTo>
                <a:cubicBezTo>
                  <a:pt x="171341" y="91022"/>
                  <a:pt x="163915" y="94967"/>
                  <a:pt x="156489" y="98962"/>
                </a:cubicBezTo>
                <a:cubicBezTo>
                  <a:pt x="155998" y="89796"/>
                  <a:pt x="155435" y="80630"/>
                  <a:pt x="154797" y="71513"/>
                </a:cubicBezTo>
                <a:cubicBezTo>
                  <a:pt x="154724" y="70361"/>
                  <a:pt x="154601" y="68939"/>
                  <a:pt x="153915" y="67591"/>
                </a:cubicBezTo>
                <a:cubicBezTo>
                  <a:pt x="153891" y="67518"/>
                  <a:pt x="153842" y="67469"/>
                  <a:pt x="153793" y="67395"/>
                </a:cubicBezTo>
                <a:cubicBezTo>
                  <a:pt x="161464" y="61881"/>
                  <a:pt x="168988" y="56170"/>
                  <a:pt x="176365" y="50288"/>
                </a:cubicBezTo>
                <a:close/>
                <a:moveTo>
                  <a:pt x="90903" y="72199"/>
                </a:moveTo>
                <a:cubicBezTo>
                  <a:pt x="99163" y="77370"/>
                  <a:pt x="107373" y="82640"/>
                  <a:pt x="115461" y="88007"/>
                </a:cubicBezTo>
                <a:cubicBezTo>
                  <a:pt x="109138" y="91879"/>
                  <a:pt x="102765" y="95629"/>
                  <a:pt x="96344" y="99257"/>
                </a:cubicBezTo>
                <a:cubicBezTo>
                  <a:pt x="95364" y="99820"/>
                  <a:pt x="94555" y="100237"/>
                  <a:pt x="93844" y="100237"/>
                </a:cubicBezTo>
                <a:lnTo>
                  <a:pt x="93820" y="100237"/>
                </a:lnTo>
                <a:cubicBezTo>
                  <a:pt x="93133" y="100237"/>
                  <a:pt x="92251" y="99747"/>
                  <a:pt x="91467" y="99306"/>
                </a:cubicBezTo>
                <a:cubicBezTo>
                  <a:pt x="84016" y="95188"/>
                  <a:pt x="76565" y="91022"/>
                  <a:pt x="69139" y="86782"/>
                </a:cubicBezTo>
                <a:cubicBezTo>
                  <a:pt x="76345" y="81880"/>
                  <a:pt x="83599" y="77003"/>
                  <a:pt x="90903" y="72199"/>
                </a:cubicBezTo>
                <a:close/>
                <a:moveTo>
                  <a:pt x="4216" y="52763"/>
                </a:moveTo>
                <a:cubicBezTo>
                  <a:pt x="13627" y="58645"/>
                  <a:pt x="23161" y="64479"/>
                  <a:pt x="32719" y="70214"/>
                </a:cubicBezTo>
                <a:cubicBezTo>
                  <a:pt x="34043" y="80458"/>
                  <a:pt x="34582" y="90948"/>
                  <a:pt x="35072" y="101144"/>
                </a:cubicBezTo>
                <a:cubicBezTo>
                  <a:pt x="25342" y="96046"/>
                  <a:pt x="15588" y="90997"/>
                  <a:pt x="5833" y="86022"/>
                </a:cubicBezTo>
                <a:lnTo>
                  <a:pt x="4265" y="54160"/>
                </a:lnTo>
                <a:cubicBezTo>
                  <a:pt x="4240" y="53695"/>
                  <a:pt x="4216" y="53229"/>
                  <a:pt x="4216" y="52763"/>
                </a:cubicBezTo>
                <a:close/>
                <a:moveTo>
                  <a:pt x="150410" y="69821"/>
                </a:moveTo>
                <a:cubicBezTo>
                  <a:pt x="150606" y="70385"/>
                  <a:pt x="150655" y="71096"/>
                  <a:pt x="150704" y="71807"/>
                </a:cubicBezTo>
                <a:cubicBezTo>
                  <a:pt x="151391" y="81537"/>
                  <a:pt x="151979" y="91316"/>
                  <a:pt x="152518" y="101119"/>
                </a:cubicBezTo>
                <a:cubicBezTo>
                  <a:pt x="143303" y="106143"/>
                  <a:pt x="134112" y="111241"/>
                  <a:pt x="124995" y="116413"/>
                </a:cubicBezTo>
                <a:lnTo>
                  <a:pt x="122961" y="91928"/>
                </a:lnTo>
                <a:cubicBezTo>
                  <a:pt x="122887" y="90948"/>
                  <a:pt x="122789" y="89772"/>
                  <a:pt x="122225" y="88620"/>
                </a:cubicBezTo>
                <a:cubicBezTo>
                  <a:pt x="131784" y="82640"/>
                  <a:pt x="141195" y="76341"/>
                  <a:pt x="150410" y="69821"/>
                </a:cubicBezTo>
                <a:close/>
                <a:moveTo>
                  <a:pt x="37180" y="72885"/>
                </a:moveTo>
                <a:lnTo>
                  <a:pt x="37180" y="72885"/>
                </a:lnTo>
                <a:cubicBezTo>
                  <a:pt x="46101" y="78203"/>
                  <a:pt x="55071" y="83448"/>
                  <a:pt x="64090" y="88595"/>
                </a:cubicBezTo>
                <a:cubicBezTo>
                  <a:pt x="63870" y="97860"/>
                  <a:pt x="63772" y="107148"/>
                  <a:pt x="63845" y="116437"/>
                </a:cubicBezTo>
                <a:cubicBezTo>
                  <a:pt x="55684" y="112050"/>
                  <a:pt x="47498" y="107688"/>
                  <a:pt x="39288" y="103349"/>
                </a:cubicBezTo>
                <a:cubicBezTo>
                  <a:pt x="38822" y="93350"/>
                  <a:pt x="38332" y="83056"/>
                  <a:pt x="37180" y="72885"/>
                </a:cubicBezTo>
                <a:close/>
                <a:moveTo>
                  <a:pt x="68134" y="90924"/>
                </a:moveTo>
                <a:cubicBezTo>
                  <a:pt x="75242" y="94967"/>
                  <a:pt x="82374" y="98962"/>
                  <a:pt x="89482" y="102908"/>
                </a:cubicBezTo>
                <a:cubicBezTo>
                  <a:pt x="89751" y="103031"/>
                  <a:pt x="90021" y="103202"/>
                  <a:pt x="90315" y="103349"/>
                </a:cubicBezTo>
                <a:cubicBezTo>
                  <a:pt x="91050" y="112834"/>
                  <a:pt x="91712" y="122368"/>
                  <a:pt x="92276" y="131927"/>
                </a:cubicBezTo>
                <a:cubicBezTo>
                  <a:pt x="84212" y="127466"/>
                  <a:pt x="76100" y="123055"/>
                  <a:pt x="67963" y="118643"/>
                </a:cubicBezTo>
                <a:cubicBezTo>
                  <a:pt x="67865" y="109403"/>
                  <a:pt x="67938" y="100139"/>
                  <a:pt x="68134" y="90924"/>
                </a:cubicBezTo>
                <a:close/>
                <a:moveTo>
                  <a:pt x="118696" y="90826"/>
                </a:moveTo>
                <a:cubicBezTo>
                  <a:pt x="118794" y="91242"/>
                  <a:pt x="118843" y="91757"/>
                  <a:pt x="118892" y="92247"/>
                </a:cubicBezTo>
                <a:lnTo>
                  <a:pt x="121049" y="118643"/>
                </a:lnTo>
                <a:cubicBezTo>
                  <a:pt x="112789" y="123373"/>
                  <a:pt x="104579" y="128152"/>
                  <a:pt x="96442" y="132981"/>
                </a:cubicBezTo>
                <a:cubicBezTo>
                  <a:pt x="95878" y="123398"/>
                  <a:pt x="95241" y="113815"/>
                  <a:pt x="94481" y="104305"/>
                </a:cubicBezTo>
                <a:cubicBezTo>
                  <a:pt x="96025" y="104134"/>
                  <a:pt x="97349" y="103399"/>
                  <a:pt x="98354" y="102835"/>
                </a:cubicBezTo>
                <a:cubicBezTo>
                  <a:pt x="105192" y="98987"/>
                  <a:pt x="111981" y="94967"/>
                  <a:pt x="118696" y="90826"/>
                </a:cubicBezTo>
                <a:close/>
                <a:moveTo>
                  <a:pt x="179086" y="91610"/>
                </a:moveTo>
                <a:lnTo>
                  <a:pt x="180875" y="120089"/>
                </a:lnTo>
                <a:lnTo>
                  <a:pt x="158082" y="133226"/>
                </a:lnTo>
                <a:cubicBezTo>
                  <a:pt x="157714" y="123300"/>
                  <a:pt x="157273" y="113398"/>
                  <a:pt x="156734" y="103497"/>
                </a:cubicBezTo>
                <a:cubicBezTo>
                  <a:pt x="164184" y="99453"/>
                  <a:pt x="171635" y="95507"/>
                  <a:pt x="179086" y="91610"/>
                </a:cubicBezTo>
                <a:close/>
                <a:moveTo>
                  <a:pt x="6078" y="90752"/>
                </a:moveTo>
                <a:lnTo>
                  <a:pt x="6078" y="90752"/>
                </a:lnTo>
                <a:cubicBezTo>
                  <a:pt x="15808" y="95727"/>
                  <a:pt x="25563" y="100776"/>
                  <a:pt x="35293" y="105898"/>
                </a:cubicBezTo>
                <a:lnTo>
                  <a:pt x="36886" y="139549"/>
                </a:lnTo>
                <a:cubicBezTo>
                  <a:pt x="27646" y="134745"/>
                  <a:pt x="17989" y="129647"/>
                  <a:pt x="7745" y="124157"/>
                </a:cubicBezTo>
                <a:lnTo>
                  <a:pt x="6078" y="90752"/>
                </a:lnTo>
                <a:close/>
                <a:moveTo>
                  <a:pt x="152739" y="105653"/>
                </a:moveTo>
                <a:cubicBezTo>
                  <a:pt x="153253" y="115604"/>
                  <a:pt x="153695" y="125579"/>
                  <a:pt x="154038" y="135530"/>
                </a:cubicBezTo>
                <a:lnTo>
                  <a:pt x="127764" y="150651"/>
                </a:lnTo>
                <a:cubicBezTo>
                  <a:pt x="127421" y="145995"/>
                  <a:pt x="127054" y="141338"/>
                  <a:pt x="126661" y="136755"/>
                </a:cubicBezTo>
                <a:lnTo>
                  <a:pt x="125362" y="120922"/>
                </a:lnTo>
                <a:cubicBezTo>
                  <a:pt x="134431" y="115751"/>
                  <a:pt x="143572" y="110653"/>
                  <a:pt x="152739" y="105653"/>
                </a:cubicBezTo>
                <a:close/>
                <a:moveTo>
                  <a:pt x="39508" y="108129"/>
                </a:moveTo>
                <a:lnTo>
                  <a:pt x="39508" y="108129"/>
                </a:lnTo>
                <a:cubicBezTo>
                  <a:pt x="47645" y="112418"/>
                  <a:pt x="55782" y="116756"/>
                  <a:pt x="63870" y="121118"/>
                </a:cubicBezTo>
                <a:cubicBezTo>
                  <a:pt x="63992" y="132000"/>
                  <a:pt x="64287" y="142907"/>
                  <a:pt x="64777" y="153789"/>
                </a:cubicBezTo>
                <a:cubicBezTo>
                  <a:pt x="57130" y="149965"/>
                  <a:pt x="49263" y="145970"/>
                  <a:pt x="41077" y="141730"/>
                </a:cubicBezTo>
                <a:lnTo>
                  <a:pt x="39508" y="108129"/>
                </a:lnTo>
                <a:close/>
                <a:moveTo>
                  <a:pt x="181169" y="124672"/>
                </a:moveTo>
                <a:lnTo>
                  <a:pt x="182517" y="146044"/>
                </a:lnTo>
                <a:cubicBezTo>
                  <a:pt x="182615" y="147514"/>
                  <a:pt x="182713" y="149156"/>
                  <a:pt x="182125" y="150357"/>
                </a:cubicBezTo>
                <a:cubicBezTo>
                  <a:pt x="181561" y="151485"/>
                  <a:pt x="180336" y="152343"/>
                  <a:pt x="178767" y="153323"/>
                </a:cubicBezTo>
                <a:lnTo>
                  <a:pt x="158988" y="165969"/>
                </a:lnTo>
                <a:cubicBezTo>
                  <a:pt x="158817" y="156607"/>
                  <a:pt x="158547" y="147245"/>
                  <a:pt x="158229" y="137858"/>
                </a:cubicBezTo>
                <a:lnTo>
                  <a:pt x="181169" y="124672"/>
                </a:lnTo>
                <a:close/>
                <a:moveTo>
                  <a:pt x="121417" y="123153"/>
                </a:moveTo>
                <a:lnTo>
                  <a:pt x="122568" y="137098"/>
                </a:lnTo>
                <a:cubicBezTo>
                  <a:pt x="123010" y="142318"/>
                  <a:pt x="123451" y="147612"/>
                  <a:pt x="123818" y="152931"/>
                </a:cubicBezTo>
                <a:lnTo>
                  <a:pt x="98084" y="167734"/>
                </a:lnTo>
                <a:cubicBezTo>
                  <a:pt x="97717" y="157685"/>
                  <a:pt x="97275" y="147612"/>
                  <a:pt x="96712" y="137588"/>
                </a:cubicBezTo>
                <a:cubicBezTo>
                  <a:pt x="104873" y="132711"/>
                  <a:pt x="113133" y="127907"/>
                  <a:pt x="121417" y="123153"/>
                </a:cubicBezTo>
                <a:close/>
                <a:moveTo>
                  <a:pt x="68012" y="123349"/>
                </a:moveTo>
                <a:cubicBezTo>
                  <a:pt x="76222" y="127785"/>
                  <a:pt x="84408" y="132270"/>
                  <a:pt x="92545" y="136755"/>
                </a:cubicBezTo>
                <a:cubicBezTo>
                  <a:pt x="93133" y="147171"/>
                  <a:pt x="93624" y="157612"/>
                  <a:pt x="93991" y="168028"/>
                </a:cubicBezTo>
                <a:cubicBezTo>
                  <a:pt x="85756" y="164107"/>
                  <a:pt x="77472" y="160112"/>
                  <a:pt x="68992" y="155896"/>
                </a:cubicBezTo>
                <a:cubicBezTo>
                  <a:pt x="68478" y="145039"/>
                  <a:pt x="68134" y="134182"/>
                  <a:pt x="68012" y="123349"/>
                </a:cubicBezTo>
                <a:close/>
                <a:moveTo>
                  <a:pt x="7990" y="128937"/>
                </a:moveTo>
                <a:lnTo>
                  <a:pt x="7990" y="128937"/>
                </a:lnTo>
                <a:cubicBezTo>
                  <a:pt x="18210" y="134402"/>
                  <a:pt x="27867" y="139500"/>
                  <a:pt x="37106" y="144279"/>
                </a:cubicBezTo>
                <a:lnTo>
                  <a:pt x="38479" y="173714"/>
                </a:lnTo>
                <a:cubicBezTo>
                  <a:pt x="29974" y="168935"/>
                  <a:pt x="21396" y="163960"/>
                  <a:pt x="13284" y="158494"/>
                </a:cubicBezTo>
                <a:cubicBezTo>
                  <a:pt x="11764" y="157465"/>
                  <a:pt x="10465" y="156509"/>
                  <a:pt x="9828" y="155284"/>
                </a:cubicBezTo>
                <a:cubicBezTo>
                  <a:pt x="9240" y="154156"/>
                  <a:pt x="9166" y="152637"/>
                  <a:pt x="9093" y="151166"/>
                </a:cubicBezTo>
                <a:lnTo>
                  <a:pt x="7990" y="128937"/>
                </a:lnTo>
                <a:close/>
                <a:moveTo>
                  <a:pt x="154209" y="140186"/>
                </a:moveTo>
                <a:cubicBezTo>
                  <a:pt x="154528" y="149647"/>
                  <a:pt x="154773" y="159107"/>
                  <a:pt x="154945" y="168543"/>
                </a:cubicBezTo>
                <a:lnTo>
                  <a:pt x="129039" y="185086"/>
                </a:lnTo>
                <a:cubicBezTo>
                  <a:pt x="129210" y="175111"/>
                  <a:pt x="128769" y="165112"/>
                  <a:pt x="128083" y="155186"/>
                </a:cubicBezTo>
                <a:lnTo>
                  <a:pt x="154209" y="140186"/>
                </a:lnTo>
                <a:close/>
                <a:moveTo>
                  <a:pt x="41297" y="146460"/>
                </a:moveTo>
                <a:cubicBezTo>
                  <a:pt x="49483" y="150676"/>
                  <a:pt x="57326" y="154671"/>
                  <a:pt x="65022" y="158494"/>
                </a:cubicBezTo>
                <a:cubicBezTo>
                  <a:pt x="65537" y="168935"/>
                  <a:pt x="66247" y="179351"/>
                  <a:pt x="67105" y="189743"/>
                </a:cubicBezTo>
                <a:lnTo>
                  <a:pt x="44263" y="176974"/>
                </a:lnTo>
                <a:cubicBezTo>
                  <a:pt x="43724" y="176655"/>
                  <a:pt x="43185" y="176361"/>
                  <a:pt x="42670" y="176067"/>
                </a:cubicBezTo>
                <a:cubicBezTo>
                  <a:pt x="42670" y="175944"/>
                  <a:pt x="42694" y="175846"/>
                  <a:pt x="42670" y="175724"/>
                </a:cubicBezTo>
                <a:lnTo>
                  <a:pt x="41297" y="146460"/>
                </a:lnTo>
                <a:close/>
                <a:moveTo>
                  <a:pt x="124137" y="157465"/>
                </a:moveTo>
                <a:cubicBezTo>
                  <a:pt x="124750" y="167244"/>
                  <a:pt x="125142" y="177096"/>
                  <a:pt x="124897" y="186826"/>
                </a:cubicBezTo>
                <a:cubicBezTo>
                  <a:pt x="124897" y="187120"/>
                  <a:pt x="124946" y="187390"/>
                  <a:pt x="125044" y="187635"/>
                </a:cubicBezTo>
                <a:lnTo>
                  <a:pt x="100903" y="203027"/>
                </a:lnTo>
                <a:cubicBezTo>
                  <a:pt x="100290" y="203443"/>
                  <a:pt x="99628" y="203860"/>
                  <a:pt x="98942" y="204203"/>
                </a:cubicBezTo>
                <a:cubicBezTo>
                  <a:pt x="98819" y="193615"/>
                  <a:pt x="98599" y="183003"/>
                  <a:pt x="98256" y="172366"/>
                </a:cubicBezTo>
                <a:lnTo>
                  <a:pt x="124137" y="157465"/>
                </a:lnTo>
                <a:close/>
                <a:moveTo>
                  <a:pt x="69237" y="160577"/>
                </a:moveTo>
                <a:cubicBezTo>
                  <a:pt x="77668" y="164768"/>
                  <a:pt x="85903" y="168739"/>
                  <a:pt x="94163" y="172660"/>
                </a:cubicBezTo>
                <a:cubicBezTo>
                  <a:pt x="94506" y="183371"/>
                  <a:pt x="94726" y="194081"/>
                  <a:pt x="94849" y="204767"/>
                </a:cubicBezTo>
                <a:cubicBezTo>
                  <a:pt x="94849" y="204791"/>
                  <a:pt x="94874" y="204816"/>
                  <a:pt x="94874" y="204865"/>
                </a:cubicBezTo>
                <a:cubicBezTo>
                  <a:pt x="93722" y="204571"/>
                  <a:pt x="92496" y="203933"/>
                  <a:pt x="91124" y="203149"/>
                </a:cubicBezTo>
                <a:lnTo>
                  <a:pt x="71419" y="192145"/>
                </a:lnTo>
                <a:cubicBezTo>
                  <a:pt x="70512" y="181655"/>
                  <a:pt x="69777" y="171141"/>
                  <a:pt x="69237" y="160577"/>
                </a:cubicBezTo>
                <a:close/>
                <a:moveTo>
                  <a:pt x="91328" y="0"/>
                </a:moveTo>
                <a:cubicBezTo>
                  <a:pt x="91123" y="0"/>
                  <a:pt x="90916" y="7"/>
                  <a:pt x="90707" y="21"/>
                </a:cubicBezTo>
                <a:cubicBezTo>
                  <a:pt x="88207" y="168"/>
                  <a:pt x="85952" y="1368"/>
                  <a:pt x="83943" y="2447"/>
                </a:cubicBezTo>
                <a:cubicBezTo>
                  <a:pt x="83256" y="2815"/>
                  <a:pt x="82619" y="3158"/>
                  <a:pt x="82031" y="3427"/>
                </a:cubicBezTo>
                <a:cubicBezTo>
                  <a:pt x="80658" y="4064"/>
                  <a:pt x="79286" y="4702"/>
                  <a:pt x="77913" y="5314"/>
                </a:cubicBezTo>
                <a:cubicBezTo>
                  <a:pt x="75659" y="6368"/>
                  <a:pt x="73306" y="7422"/>
                  <a:pt x="71026" y="8525"/>
                </a:cubicBezTo>
                <a:cubicBezTo>
                  <a:pt x="68380" y="9775"/>
                  <a:pt x="65733" y="11074"/>
                  <a:pt x="63110" y="12373"/>
                </a:cubicBezTo>
                <a:cubicBezTo>
                  <a:pt x="62620" y="12422"/>
                  <a:pt x="62154" y="12643"/>
                  <a:pt x="61836" y="12986"/>
                </a:cubicBezTo>
                <a:cubicBezTo>
                  <a:pt x="50537" y="18598"/>
                  <a:pt x="39361" y="24603"/>
                  <a:pt x="28504" y="30902"/>
                </a:cubicBezTo>
                <a:cubicBezTo>
                  <a:pt x="20636" y="35485"/>
                  <a:pt x="12745" y="40288"/>
                  <a:pt x="5098" y="45239"/>
                </a:cubicBezTo>
                <a:cubicBezTo>
                  <a:pt x="3627" y="46171"/>
                  <a:pt x="1618" y="47445"/>
                  <a:pt x="686" y="49700"/>
                </a:cubicBezTo>
                <a:cubicBezTo>
                  <a:pt x="0" y="51317"/>
                  <a:pt x="98" y="53008"/>
                  <a:pt x="147" y="54381"/>
                </a:cubicBezTo>
                <a:lnTo>
                  <a:pt x="5000" y="151362"/>
                </a:lnTo>
                <a:cubicBezTo>
                  <a:pt x="5073" y="153102"/>
                  <a:pt x="5196" y="155235"/>
                  <a:pt x="6176" y="157171"/>
                </a:cubicBezTo>
                <a:cubicBezTo>
                  <a:pt x="7279" y="159254"/>
                  <a:pt x="9068" y="160602"/>
                  <a:pt x="10980" y="161876"/>
                </a:cubicBezTo>
                <a:cubicBezTo>
                  <a:pt x="21078" y="168690"/>
                  <a:pt x="31861" y="174719"/>
                  <a:pt x="42278" y="180552"/>
                </a:cubicBezTo>
                <a:lnTo>
                  <a:pt x="89114" y="206727"/>
                </a:lnTo>
                <a:cubicBezTo>
                  <a:pt x="90952" y="207757"/>
                  <a:pt x="93403" y="209129"/>
                  <a:pt x="96172" y="209129"/>
                </a:cubicBezTo>
                <a:lnTo>
                  <a:pt x="96736" y="209129"/>
                </a:lnTo>
                <a:cubicBezTo>
                  <a:pt x="99285" y="208933"/>
                  <a:pt x="101417" y="207585"/>
                  <a:pt x="103108" y="206482"/>
                </a:cubicBezTo>
                <a:lnTo>
                  <a:pt x="180973" y="156779"/>
                </a:lnTo>
                <a:cubicBezTo>
                  <a:pt x="182541" y="155774"/>
                  <a:pt x="184698" y="154426"/>
                  <a:pt x="185801" y="152171"/>
                </a:cubicBezTo>
                <a:cubicBezTo>
                  <a:pt x="186879" y="150014"/>
                  <a:pt x="186732" y="147661"/>
                  <a:pt x="186610" y="145774"/>
                </a:cubicBezTo>
                <a:lnTo>
                  <a:pt x="180752" y="52641"/>
                </a:lnTo>
                <a:cubicBezTo>
                  <a:pt x="180630" y="50705"/>
                  <a:pt x="180458" y="48033"/>
                  <a:pt x="178914" y="45925"/>
                </a:cubicBezTo>
                <a:cubicBezTo>
                  <a:pt x="177664" y="44234"/>
                  <a:pt x="175875" y="43278"/>
                  <a:pt x="174429" y="42519"/>
                </a:cubicBezTo>
                <a:lnTo>
                  <a:pt x="129995" y="19088"/>
                </a:lnTo>
                <a:cubicBezTo>
                  <a:pt x="123549" y="15682"/>
                  <a:pt x="117103" y="12250"/>
                  <a:pt x="110535" y="8721"/>
                </a:cubicBezTo>
                <a:lnTo>
                  <a:pt x="108893" y="7839"/>
                </a:lnTo>
                <a:cubicBezTo>
                  <a:pt x="106197" y="6393"/>
                  <a:pt x="103501" y="4947"/>
                  <a:pt x="100805" y="3501"/>
                </a:cubicBezTo>
                <a:cubicBezTo>
                  <a:pt x="100437" y="3305"/>
                  <a:pt x="100069" y="3109"/>
                  <a:pt x="99702" y="2888"/>
                </a:cubicBezTo>
                <a:cubicBezTo>
                  <a:pt x="97240" y="1531"/>
                  <a:pt x="94476" y="0"/>
                  <a:pt x="91328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04" name="Google Shape;2504;p57"/>
          <p:cNvCxnSpPr/>
          <p:nvPr/>
        </p:nvCxnSpPr>
        <p:spPr>
          <a:xfrm>
            <a:off x="4572000" y="1560788"/>
            <a:ext cx="0" cy="283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505" name="Google Shape;2505;p57"/>
          <p:cNvGrpSpPr/>
          <p:nvPr/>
        </p:nvGrpSpPr>
        <p:grpSpPr>
          <a:xfrm>
            <a:off x="7583913" y="-156039"/>
            <a:ext cx="1693701" cy="857873"/>
            <a:chOff x="0" y="6078527"/>
            <a:chExt cx="2501774" cy="1267169"/>
          </a:xfrm>
        </p:grpSpPr>
        <p:sp>
          <p:nvSpPr>
            <p:cNvPr id="2506" name="Google Shape;2506;p57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7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7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7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7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7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2" name="Google Shape;2512;p57"/>
          <p:cNvGrpSpPr/>
          <p:nvPr/>
        </p:nvGrpSpPr>
        <p:grpSpPr>
          <a:xfrm rot="2065613">
            <a:off x="8234694" y="2817224"/>
            <a:ext cx="1653875" cy="539976"/>
            <a:chOff x="2564525" y="5223525"/>
            <a:chExt cx="2556110" cy="834547"/>
          </a:xfrm>
        </p:grpSpPr>
        <p:sp>
          <p:nvSpPr>
            <p:cNvPr id="2513" name="Google Shape;2513;p57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7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7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7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7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7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7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7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7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7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3" name="Google Shape;2523;p57"/>
          <p:cNvGrpSpPr/>
          <p:nvPr/>
        </p:nvGrpSpPr>
        <p:grpSpPr>
          <a:xfrm rot="1445359">
            <a:off x="-981289" y="3658598"/>
            <a:ext cx="1719380" cy="916216"/>
            <a:chOff x="7463504" y="3075665"/>
            <a:chExt cx="2603050" cy="1387103"/>
          </a:xfrm>
        </p:grpSpPr>
        <p:sp>
          <p:nvSpPr>
            <p:cNvPr id="2524" name="Google Shape;2524;p57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7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7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7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7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7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7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7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7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7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7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7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7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7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7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7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7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7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7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7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7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7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7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7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7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7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7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7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7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7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7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7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7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58"/>
          <p:cNvSpPr txBox="1">
            <a:spLocks noGrp="1"/>
          </p:cNvSpPr>
          <p:nvPr>
            <p:ph type="title"/>
          </p:nvPr>
        </p:nvSpPr>
        <p:spPr>
          <a:xfrm>
            <a:off x="3463263" y="16487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562" name="Google Shape;2562;p58"/>
          <p:cNvSpPr txBox="1">
            <a:spLocks noGrp="1"/>
          </p:cNvSpPr>
          <p:nvPr>
            <p:ph type="subTitle" idx="1"/>
          </p:nvPr>
        </p:nvSpPr>
        <p:spPr>
          <a:xfrm>
            <a:off x="3463263" y="207142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2563" name="Google Shape;2563;p58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activities</a:t>
            </a:r>
            <a:endParaRPr/>
          </a:p>
        </p:txBody>
      </p:sp>
      <p:sp>
        <p:nvSpPr>
          <p:cNvPr id="2564" name="Google Shape;2564;p58"/>
          <p:cNvSpPr txBox="1">
            <a:spLocks noGrp="1"/>
          </p:cNvSpPr>
          <p:nvPr>
            <p:ph type="title" idx="3"/>
          </p:nvPr>
        </p:nvSpPr>
        <p:spPr>
          <a:xfrm>
            <a:off x="6037947" y="16487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565" name="Google Shape;2565;p58"/>
          <p:cNvSpPr txBox="1">
            <a:spLocks noGrp="1"/>
          </p:cNvSpPr>
          <p:nvPr>
            <p:ph type="subTitle" idx="4"/>
          </p:nvPr>
        </p:nvSpPr>
        <p:spPr>
          <a:xfrm>
            <a:off x="6037954" y="207142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2566" name="Google Shape;2566;p58"/>
          <p:cNvSpPr txBox="1">
            <a:spLocks noGrp="1"/>
          </p:cNvSpPr>
          <p:nvPr>
            <p:ph type="title" idx="5"/>
          </p:nvPr>
        </p:nvSpPr>
        <p:spPr>
          <a:xfrm>
            <a:off x="3463263" y="31049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567" name="Google Shape;2567;p58"/>
          <p:cNvSpPr txBox="1">
            <a:spLocks noGrp="1"/>
          </p:cNvSpPr>
          <p:nvPr>
            <p:ph type="subTitle" idx="6"/>
          </p:nvPr>
        </p:nvSpPr>
        <p:spPr>
          <a:xfrm>
            <a:off x="3463263" y="352757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composed of hydrogen and helium</a:t>
            </a:r>
            <a:endParaRPr/>
          </a:p>
        </p:txBody>
      </p:sp>
      <p:sp>
        <p:nvSpPr>
          <p:cNvPr id="2568" name="Google Shape;2568;p58"/>
          <p:cNvSpPr txBox="1">
            <a:spLocks noGrp="1"/>
          </p:cNvSpPr>
          <p:nvPr>
            <p:ph type="title" idx="7"/>
          </p:nvPr>
        </p:nvSpPr>
        <p:spPr>
          <a:xfrm>
            <a:off x="6037947" y="31049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2569" name="Google Shape;2569;p58"/>
          <p:cNvSpPr txBox="1">
            <a:spLocks noGrp="1"/>
          </p:cNvSpPr>
          <p:nvPr>
            <p:ph type="subTitle" idx="8"/>
          </p:nvPr>
        </p:nvSpPr>
        <p:spPr>
          <a:xfrm>
            <a:off x="6037954" y="352757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farthest planet from the Sun</a:t>
            </a:r>
            <a:endParaRPr/>
          </a:p>
        </p:txBody>
      </p:sp>
      <p:sp>
        <p:nvSpPr>
          <p:cNvPr id="2570" name="Google Shape;2570;p58"/>
          <p:cNvSpPr txBox="1">
            <a:spLocks noGrp="1"/>
          </p:cNvSpPr>
          <p:nvPr>
            <p:ph type="title" idx="9"/>
          </p:nvPr>
        </p:nvSpPr>
        <p:spPr>
          <a:xfrm>
            <a:off x="888572" y="164877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571" name="Google Shape;2571;p58"/>
          <p:cNvSpPr txBox="1">
            <a:spLocks noGrp="1"/>
          </p:cNvSpPr>
          <p:nvPr>
            <p:ph type="subTitle" idx="13"/>
          </p:nvPr>
        </p:nvSpPr>
        <p:spPr>
          <a:xfrm>
            <a:off x="888579" y="207142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the closest planet to the Sun</a:t>
            </a:r>
            <a:endParaRPr/>
          </a:p>
        </p:txBody>
      </p:sp>
      <p:sp>
        <p:nvSpPr>
          <p:cNvPr id="2572" name="Google Shape;2572;p58"/>
          <p:cNvSpPr txBox="1">
            <a:spLocks noGrp="1"/>
          </p:cNvSpPr>
          <p:nvPr>
            <p:ph type="title" idx="14"/>
          </p:nvPr>
        </p:nvSpPr>
        <p:spPr>
          <a:xfrm>
            <a:off x="888572" y="3104925"/>
            <a:ext cx="22230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573" name="Google Shape;2573;p58"/>
          <p:cNvSpPr txBox="1">
            <a:spLocks noGrp="1"/>
          </p:cNvSpPr>
          <p:nvPr>
            <p:ph type="subTitle" idx="15"/>
          </p:nvPr>
        </p:nvSpPr>
        <p:spPr>
          <a:xfrm>
            <a:off x="888579" y="3527575"/>
            <a:ext cx="2223000" cy="8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 is the biggest planet of them all</a:t>
            </a:r>
            <a:endParaRPr/>
          </a:p>
        </p:txBody>
      </p:sp>
      <p:grpSp>
        <p:nvGrpSpPr>
          <p:cNvPr id="2574" name="Google Shape;2574;p58"/>
          <p:cNvGrpSpPr/>
          <p:nvPr/>
        </p:nvGrpSpPr>
        <p:grpSpPr>
          <a:xfrm>
            <a:off x="-636837" y="488561"/>
            <a:ext cx="1693701" cy="857873"/>
            <a:chOff x="0" y="6078527"/>
            <a:chExt cx="2501774" cy="1267169"/>
          </a:xfrm>
        </p:grpSpPr>
        <p:sp>
          <p:nvSpPr>
            <p:cNvPr id="2575" name="Google Shape;2575;p58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58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58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58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58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58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1" name="Google Shape;2581;p58"/>
          <p:cNvGrpSpPr/>
          <p:nvPr/>
        </p:nvGrpSpPr>
        <p:grpSpPr>
          <a:xfrm rot="1495749">
            <a:off x="4433741" y="4884443"/>
            <a:ext cx="1653750" cy="539935"/>
            <a:chOff x="2564525" y="5223525"/>
            <a:chExt cx="2556110" cy="834547"/>
          </a:xfrm>
        </p:grpSpPr>
        <p:sp>
          <p:nvSpPr>
            <p:cNvPr id="2582" name="Google Shape;2582;p58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58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58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58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58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58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58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58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58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58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592" name="Google Shape;2592;p58"/>
          <p:cNvCxnSpPr/>
          <p:nvPr/>
        </p:nvCxnSpPr>
        <p:spPr>
          <a:xfrm>
            <a:off x="3286125" y="1603163"/>
            <a:ext cx="0" cy="268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93" name="Google Shape;2593;p58"/>
          <p:cNvCxnSpPr/>
          <p:nvPr/>
        </p:nvCxnSpPr>
        <p:spPr>
          <a:xfrm>
            <a:off x="5857875" y="1603163"/>
            <a:ext cx="0" cy="268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59"/>
          <p:cNvSpPr txBox="1">
            <a:spLocks noGrp="1"/>
          </p:cNvSpPr>
          <p:nvPr>
            <p:ph type="subTitle" idx="1"/>
          </p:nvPr>
        </p:nvSpPr>
        <p:spPr>
          <a:xfrm>
            <a:off x="3650175" y="3545650"/>
            <a:ext cx="4270200" cy="5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highlight>
                  <a:schemeClr val="dk2"/>
                </a:highlight>
              </a:rPr>
              <a:t>You can enter a subtitle here</a:t>
            </a:r>
            <a:r>
              <a:rPr lang="en"/>
              <a:t> if you need it</a:t>
            </a:r>
            <a:endParaRPr/>
          </a:p>
        </p:txBody>
      </p:sp>
      <p:sp>
        <p:nvSpPr>
          <p:cNvPr id="2599" name="Google Shape;2599;p59"/>
          <p:cNvSpPr txBox="1">
            <a:spLocks noGrp="1"/>
          </p:cNvSpPr>
          <p:nvPr>
            <p:ph type="title"/>
          </p:nvPr>
        </p:nvSpPr>
        <p:spPr>
          <a:xfrm>
            <a:off x="3650175" y="2532250"/>
            <a:ext cx="4320600" cy="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2600" name="Google Shape;2600;p59"/>
          <p:cNvSpPr txBox="1">
            <a:spLocks noGrp="1"/>
          </p:cNvSpPr>
          <p:nvPr>
            <p:ph type="title" idx="2"/>
          </p:nvPr>
        </p:nvSpPr>
        <p:spPr>
          <a:xfrm>
            <a:off x="6349924" y="1000925"/>
            <a:ext cx="16209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2601" name="Google Shape;2601;p59"/>
          <p:cNvGrpSpPr/>
          <p:nvPr/>
        </p:nvGrpSpPr>
        <p:grpSpPr>
          <a:xfrm>
            <a:off x="6471736" y="964059"/>
            <a:ext cx="1553648" cy="1421934"/>
            <a:chOff x="-164200" y="1462250"/>
            <a:chExt cx="1037425" cy="949475"/>
          </a:xfrm>
        </p:grpSpPr>
        <p:sp>
          <p:nvSpPr>
            <p:cNvPr id="2602" name="Google Shape;2602;p59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9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9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59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59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59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59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59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9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9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9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9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9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9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9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9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9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59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59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59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59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59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59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59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59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7" name="Google Shape;2627;p59"/>
          <p:cNvGrpSpPr/>
          <p:nvPr/>
        </p:nvGrpSpPr>
        <p:grpSpPr>
          <a:xfrm rot="1046361" flipH="1">
            <a:off x="6065346" y="4710594"/>
            <a:ext cx="1693749" cy="857898"/>
            <a:chOff x="0" y="6078527"/>
            <a:chExt cx="2501774" cy="1267169"/>
          </a:xfrm>
        </p:grpSpPr>
        <p:sp>
          <p:nvSpPr>
            <p:cNvPr id="2628" name="Google Shape;2628;p59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59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59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59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59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9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4" name="Google Shape;2634;p59"/>
          <p:cNvGrpSpPr/>
          <p:nvPr/>
        </p:nvGrpSpPr>
        <p:grpSpPr>
          <a:xfrm rot="-820655" flipH="1">
            <a:off x="-758808" y="3351781"/>
            <a:ext cx="1653929" cy="539993"/>
            <a:chOff x="2564525" y="5223525"/>
            <a:chExt cx="2556110" cy="834547"/>
          </a:xfrm>
        </p:grpSpPr>
        <p:sp>
          <p:nvSpPr>
            <p:cNvPr id="2635" name="Google Shape;2635;p59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9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9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9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9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9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9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59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59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9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5" name="Google Shape;2645;p59"/>
          <p:cNvGrpSpPr/>
          <p:nvPr/>
        </p:nvGrpSpPr>
        <p:grpSpPr>
          <a:xfrm rot="1653028" flipH="1">
            <a:off x="1545553" y="-497618"/>
            <a:ext cx="1719310" cy="916179"/>
            <a:chOff x="7463504" y="3075665"/>
            <a:chExt cx="2603050" cy="1387103"/>
          </a:xfrm>
        </p:grpSpPr>
        <p:sp>
          <p:nvSpPr>
            <p:cNvPr id="2646" name="Google Shape;2646;p59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59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59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9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9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9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9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9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59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59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59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9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9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9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9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9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9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9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9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9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9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9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9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9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9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9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9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9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9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9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59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59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59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9" name="Google Shape;2679;p59"/>
          <p:cNvGrpSpPr/>
          <p:nvPr/>
        </p:nvGrpSpPr>
        <p:grpSpPr>
          <a:xfrm>
            <a:off x="1815519" y="2789746"/>
            <a:ext cx="1179374" cy="1205478"/>
            <a:chOff x="6822150" y="3335625"/>
            <a:chExt cx="1512405" cy="1545881"/>
          </a:xfrm>
        </p:grpSpPr>
        <p:sp>
          <p:nvSpPr>
            <p:cNvPr id="2680" name="Google Shape;2680;p59"/>
            <p:cNvSpPr/>
            <p:nvPr/>
          </p:nvSpPr>
          <p:spPr>
            <a:xfrm>
              <a:off x="6822150" y="3335625"/>
              <a:ext cx="1512405" cy="1545881"/>
            </a:xfrm>
            <a:custGeom>
              <a:avLst/>
              <a:gdLst/>
              <a:ahLst/>
              <a:cxnLst/>
              <a:rect l="l" t="t" r="r" b="b"/>
              <a:pathLst>
                <a:path w="28598" h="29231" fill="none" extrusionOk="0">
                  <a:moveTo>
                    <a:pt x="28069" y="5810"/>
                  </a:moveTo>
                  <a:lnTo>
                    <a:pt x="24874" y="1585"/>
                  </a:lnTo>
                  <a:cubicBezTo>
                    <a:pt x="24425" y="951"/>
                    <a:pt x="23712" y="582"/>
                    <a:pt x="22920" y="555"/>
                  </a:cubicBezTo>
                  <a:lnTo>
                    <a:pt x="18933" y="449"/>
                  </a:lnTo>
                  <a:lnTo>
                    <a:pt x="18933" y="449"/>
                  </a:lnTo>
                  <a:lnTo>
                    <a:pt x="7922" y="159"/>
                  </a:lnTo>
                  <a:lnTo>
                    <a:pt x="5097" y="80"/>
                  </a:lnTo>
                  <a:lnTo>
                    <a:pt x="3143" y="27"/>
                  </a:lnTo>
                  <a:cubicBezTo>
                    <a:pt x="1743" y="1"/>
                    <a:pt x="581" y="1110"/>
                    <a:pt x="555" y="2509"/>
                  </a:cubicBezTo>
                  <a:lnTo>
                    <a:pt x="53" y="25719"/>
                  </a:lnTo>
                  <a:cubicBezTo>
                    <a:pt x="1" y="27092"/>
                    <a:pt x="1083" y="28228"/>
                    <a:pt x="2456" y="28280"/>
                  </a:cubicBezTo>
                  <a:lnTo>
                    <a:pt x="4146" y="28360"/>
                  </a:lnTo>
                  <a:lnTo>
                    <a:pt x="4146" y="28360"/>
                  </a:lnTo>
                  <a:lnTo>
                    <a:pt x="13018" y="28703"/>
                  </a:lnTo>
                  <a:lnTo>
                    <a:pt x="24531" y="29178"/>
                  </a:lnTo>
                  <a:cubicBezTo>
                    <a:pt x="25877" y="29231"/>
                    <a:pt x="27039" y="28201"/>
                    <a:pt x="27145" y="26828"/>
                  </a:cubicBezTo>
                  <a:lnTo>
                    <a:pt x="28571" y="7526"/>
                  </a:lnTo>
                  <a:cubicBezTo>
                    <a:pt x="28597" y="6892"/>
                    <a:pt x="28439" y="6311"/>
                    <a:pt x="28069" y="5810"/>
                  </a:cubicBezTo>
                  <a:close/>
                </a:path>
              </a:pathLst>
            </a:custGeom>
            <a:solidFill>
              <a:schemeClr val="accent4"/>
            </a:solidFill>
            <a:ln w="228600" cap="flat" cmpd="sng">
              <a:solidFill>
                <a:schemeClr val="accent4"/>
              </a:solidFill>
              <a:prstDash val="solid"/>
              <a:miter lim="26404"/>
              <a:headEnd type="none" w="sm" len="sm"/>
              <a:tailEnd type="none" w="sm" len="sm"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59"/>
            <p:cNvSpPr/>
            <p:nvPr/>
          </p:nvSpPr>
          <p:spPr>
            <a:xfrm>
              <a:off x="6822150" y="3336947"/>
              <a:ext cx="1512405" cy="1541915"/>
            </a:xfrm>
            <a:custGeom>
              <a:avLst/>
              <a:gdLst/>
              <a:ahLst/>
              <a:cxnLst/>
              <a:rect l="l" t="t" r="r" b="b"/>
              <a:pathLst>
                <a:path w="28598" h="29156" extrusionOk="0">
                  <a:moveTo>
                    <a:pt x="3047" y="0"/>
                  </a:moveTo>
                  <a:cubicBezTo>
                    <a:pt x="1691" y="0"/>
                    <a:pt x="581" y="1090"/>
                    <a:pt x="555" y="2458"/>
                  </a:cubicBezTo>
                  <a:lnTo>
                    <a:pt x="53" y="25694"/>
                  </a:lnTo>
                  <a:cubicBezTo>
                    <a:pt x="1" y="27067"/>
                    <a:pt x="1083" y="28203"/>
                    <a:pt x="2456" y="28255"/>
                  </a:cubicBezTo>
                  <a:lnTo>
                    <a:pt x="24531" y="29153"/>
                  </a:lnTo>
                  <a:cubicBezTo>
                    <a:pt x="24564" y="29154"/>
                    <a:pt x="24597" y="29155"/>
                    <a:pt x="24630" y="29155"/>
                  </a:cubicBezTo>
                  <a:cubicBezTo>
                    <a:pt x="25934" y="29155"/>
                    <a:pt x="27042" y="28142"/>
                    <a:pt x="27145" y="26803"/>
                  </a:cubicBezTo>
                  <a:lnTo>
                    <a:pt x="28571" y="7501"/>
                  </a:lnTo>
                  <a:cubicBezTo>
                    <a:pt x="28597" y="6894"/>
                    <a:pt x="28439" y="6286"/>
                    <a:pt x="28069" y="5785"/>
                  </a:cubicBezTo>
                  <a:lnTo>
                    <a:pt x="24874" y="1560"/>
                  </a:lnTo>
                  <a:cubicBezTo>
                    <a:pt x="24425" y="926"/>
                    <a:pt x="23712" y="557"/>
                    <a:pt x="22920" y="530"/>
                  </a:cubicBezTo>
                  <a:lnTo>
                    <a:pt x="3143" y="2"/>
                  </a:lnTo>
                  <a:cubicBezTo>
                    <a:pt x="3111" y="1"/>
                    <a:pt x="3079" y="0"/>
                    <a:pt x="30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59"/>
            <p:cNvSpPr/>
            <p:nvPr/>
          </p:nvSpPr>
          <p:spPr>
            <a:xfrm>
              <a:off x="7225716" y="3344034"/>
              <a:ext cx="597706" cy="627005"/>
            </a:xfrm>
            <a:custGeom>
              <a:avLst/>
              <a:gdLst/>
              <a:ahLst/>
              <a:cxnLst/>
              <a:rect l="l" t="t" r="r" b="b"/>
              <a:pathLst>
                <a:path w="11302" h="11856" extrusionOk="0">
                  <a:moveTo>
                    <a:pt x="317" y="0"/>
                  </a:moveTo>
                  <a:lnTo>
                    <a:pt x="1" y="11856"/>
                  </a:lnTo>
                  <a:lnTo>
                    <a:pt x="8873" y="11777"/>
                  </a:lnTo>
                  <a:cubicBezTo>
                    <a:pt x="10087" y="11777"/>
                    <a:pt x="11091" y="10800"/>
                    <a:pt x="11117" y="9559"/>
                  </a:cubicBezTo>
                  <a:lnTo>
                    <a:pt x="11302" y="290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59"/>
            <p:cNvSpPr/>
            <p:nvPr/>
          </p:nvSpPr>
          <p:spPr>
            <a:xfrm>
              <a:off x="7594379" y="3441712"/>
              <a:ext cx="155059" cy="430219"/>
            </a:xfrm>
            <a:custGeom>
              <a:avLst/>
              <a:gdLst/>
              <a:ahLst/>
              <a:cxnLst/>
              <a:rect l="l" t="t" r="r" b="b"/>
              <a:pathLst>
                <a:path w="2932" h="8135" extrusionOk="0">
                  <a:moveTo>
                    <a:pt x="1589" y="0"/>
                  </a:moveTo>
                  <a:cubicBezTo>
                    <a:pt x="897" y="0"/>
                    <a:pt x="317" y="546"/>
                    <a:pt x="291" y="1242"/>
                  </a:cubicBezTo>
                  <a:lnTo>
                    <a:pt x="27" y="6761"/>
                  </a:lnTo>
                  <a:cubicBezTo>
                    <a:pt x="0" y="7500"/>
                    <a:pt x="581" y="8108"/>
                    <a:pt x="1321" y="8134"/>
                  </a:cubicBezTo>
                  <a:lnTo>
                    <a:pt x="1374" y="8134"/>
                  </a:lnTo>
                  <a:cubicBezTo>
                    <a:pt x="1390" y="8135"/>
                    <a:pt x="1406" y="8135"/>
                    <a:pt x="1422" y="8135"/>
                  </a:cubicBezTo>
                  <a:cubicBezTo>
                    <a:pt x="2138" y="8135"/>
                    <a:pt x="2694" y="7564"/>
                    <a:pt x="2720" y="6867"/>
                  </a:cubicBezTo>
                  <a:lnTo>
                    <a:pt x="2905" y="1348"/>
                  </a:lnTo>
                  <a:cubicBezTo>
                    <a:pt x="2931" y="635"/>
                    <a:pt x="2377" y="28"/>
                    <a:pt x="1638" y="1"/>
                  </a:cubicBezTo>
                  <a:cubicBezTo>
                    <a:pt x="1621" y="1"/>
                    <a:pt x="1605" y="0"/>
                    <a:pt x="1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59"/>
            <p:cNvSpPr/>
            <p:nvPr/>
          </p:nvSpPr>
          <p:spPr>
            <a:xfrm>
              <a:off x="7041412" y="4109228"/>
              <a:ext cx="865833" cy="759746"/>
            </a:xfrm>
            <a:custGeom>
              <a:avLst/>
              <a:gdLst/>
              <a:ahLst/>
              <a:cxnLst/>
              <a:rect l="l" t="t" r="r" b="b"/>
              <a:pathLst>
                <a:path w="16372" h="14366" extrusionOk="0">
                  <a:moveTo>
                    <a:pt x="1749" y="0"/>
                  </a:moveTo>
                  <a:cubicBezTo>
                    <a:pt x="924" y="0"/>
                    <a:pt x="237" y="677"/>
                    <a:pt x="211" y="1532"/>
                  </a:cubicBezTo>
                  <a:lnTo>
                    <a:pt x="0" y="13732"/>
                  </a:lnTo>
                  <a:lnTo>
                    <a:pt x="15949" y="14365"/>
                  </a:lnTo>
                  <a:lnTo>
                    <a:pt x="16345" y="1876"/>
                  </a:lnTo>
                  <a:cubicBezTo>
                    <a:pt x="16371" y="1031"/>
                    <a:pt x="15685" y="318"/>
                    <a:pt x="14813" y="291"/>
                  </a:cubicBezTo>
                  <a:lnTo>
                    <a:pt x="1796" y="1"/>
                  </a:lnTo>
                  <a:cubicBezTo>
                    <a:pt x="1780" y="0"/>
                    <a:pt x="1764" y="0"/>
                    <a:pt x="17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59"/>
            <p:cNvSpPr/>
            <p:nvPr/>
          </p:nvSpPr>
          <p:spPr>
            <a:xfrm>
              <a:off x="7206149" y="4261484"/>
              <a:ext cx="564230" cy="26548"/>
            </a:xfrm>
            <a:custGeom>
              <a:avLst/>
              <a:gdLst/>
              <a:ahLst/>
              <a:cxnLst/>
              <a:rect l="l" t="t" r="r" b="b"/>
              <a:pathLst>
                <a:path w="10669" h="502" fill="none" extrusionOk="0">
                  <a:moveTo>
                    <a:pt x="1" y="0"/>
                  </a:moveTo>
                  <a:lnTo>
                    <a:pt x="10669" y="502"/>
                  </a:lnTo>
                </a:path>
              </a:pathLst>
            </a:custGeom>
            <a:noFill/>
            <a:ln w="11225" cap="flat" cmpd="sng">
              <a:solidFill>
                <a:schemeClr val="dk1"/>
              </a:solidFill>
              <a:prstDash val="solid"/>
              <a:miter lim="264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59"/>
            <p:cNvSpPr/>
            <p:nvPr/>
          </p:nvSpPr>
          <p:spPr>
            <a:xfrm>
              <a:off x="7203399" y="4412260"/>
              <a:ext cx="564177" cy="26601"/>
            </a:xfrm>
            <a:custGeom>
              <a:avLst/>
              <a:gdLst/>
              <a:ahLst/>
              <a:cxnLst/>
              <a:rect l="l" t="t" r="r" b="b"/>
              <a:pathLst>
                <a:path w="10668" h="503" fill="none" extrusionOk="0">
                  <a:moveTo>
                    <a:pt x="0" y="1"/>
                  </a:moveTo>
                  <a:lnTo>
                    <a:pt x="10668" y="503"/>
                  </a:lnTo>
                </a:path>
              </a:pathLst>
            </a:custGeom>
            <a:noFill/>
            <a:ln w="11225" cap="flat" cmpd="sng">
              <a:solidFill>
                <a:schemeClr val="dk1"/>
              </a:solidFill>
              <a:prstDash val="solid"/>
              <a:miter lim="264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9"/>
            <p:cNvSpPr/>
            <p:nvPr/>
          </p:nvSpPr>
          <p:spPr>
            <a:xfrm>
              <a:off x="7207577" y="4556107"/>
              <a:ext cx="564177" cy="26601"/>
            </a:xfrm>
            <a:custGeom>
              <a:avLst/>
              <a:gdLst/>
              <a:ahLst/>
              <a:cxnLst/>
              <a:rect l="l" t="t" r="r" b="b"/>
              <a:pathLst>
                <a:path w="10668" h="503" fill="none" extrusionOk="0">
                  <a:moveTo>
                    <a:pt x="0" y="1"/>
                  </a:moveTo>
                  <a:lnTo>
                    <a:pt x="10668" y="502"/>
                  </a:lnTo>
                </a:path>
              </a:pathLst>
            </a:custGeom>
            <a:noFill/>
            <a:ln w="11225" cap="flat" cmpd="sng">
              <a:solidFill>
                <a:schemeClr val="dk1"/>
              </a:solidFill>
              <a:prstDash val="solid"/>
              <a:miter lim="264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9"/>
            <p:cNvSpPr/>
            <p:nvPr/>
          </p:nvSpPr>
          <p:spPr>
            <a:xfrm>
              <a:off x="7207577" y="4704133"/>
              <a:ext cx="565605" cy="26601"/>
            </a:xfrm>
            <a:custGeom>
              <a:avLst/>
              <a:gdLst/>
              <a:ahLst/>
              <a:cxnLst/>
              <a:rect l="l" t="t" r="r" b="b"/>
              <a:pathLst>
                <a:path w="10695" h="503" fill="none" extrusionOk="0">
                  <a:moveTo>
                    <a:pt x="0" y="1"/>
                  </a:moveTo>
                  <a:lnTo>
                    <a:pt x="10694" y="502"/>
                  </a:lnTo>
                </a:path>
              </a:pathLst>
            </a:custGeom>
            <a:noFill/>
            <a:ln w="11225" cap="flat" cmpd="sng">
              <a:solidFill>
                <a:schemeClr val="dk1"/>
              </a:solidFill>
              <a:prstDash val="solid"/>
              <a:miter lim="264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9"/>
            <p:cNvSpPr/>
            <p:nvPr/>
          </p:nvSpPr>
          <p:spPr>
            <a:xfrm>
              <a:off x="6869694" y="4669123"/>
              <a:ext cx="131261" cy="78376"/>
            </a:xfrm>
            <a:custGeom>
              <a:avLst/>
              <a:gdLst/>
              <a:ahLst/>
              <a:cxnLst/>
              <a:rect l="l" t="t" r="r" b="b"/>
              <a:pathLst>
                <a:path w="2482" h="1482" extrusionOk="0">
                  <a:moveTo>
                    <a:pt x="669" y="1"/>
                  </a:moveTo>
                  <a:cubicBezTo>
                    <a:pt x="316" y="1"/>
                    <a:pt x="0" y="308"/>
                    <a:pt x="26" y="689"/>
                  </a:cubicBezTo>
                  <a:lnTo>
                    <a:pt x="26" y="821"/>
                  </a:lnTo>
                  <a:cubicBezTo>
                    <a:pt x="26" y="1191"/>
                    <a:pt x="343" y="1481"/>
                    <a:pt x="739" y="1481"/>
                  </a:cubicBezTo>
                  <a:lnTo>
                    <a:pt x="1821" y="1455"/>
                  </a:lnTo>
                  <a:cubicBezTo>
                    <a:pt x="2165" y="1428"/>
                    <a:pt x="2455" y="1138"/>
                    <a:pt x="2481" y="795"/>
                  </a:cubicBezTo>
                  <a:lnTo>
                    <a:pt x="2481" y="715"/>
                  </a:lnTo>
                  <a:cubicBezTo>
                    <a:pt x="2481" y="319"/>
                    <a:pt x="2191" y="29"/>
                    <a:pt x="1821" y="29"/>
                  </a:cubicBezTo>
                  <a:lnTo>
                    <a:pt x="712" y="2"/>
                  </a:lnTo>
                  <a:cubicBezTo>
                    <a:pt x="698" y="1"/>
                    <a:pt x="683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9"/>
            <p:cNvSpPr/>
            <p:nvPr/>
          </p:nvSpPr>
          <p:spPr>
            <a:xfrm>
              <a:off x="7997945" y="4699849"/>
              <a:ext cx="139669" cy="88106"/>
            </a:xfrm>
            <a:custGeom>
              <a:avLst/>
              <a:gdLst/>
              <a:ahLst/>
              <a:cxnLst/>
              <a:rect l="l" t="t" r="r" b="b"/>
              <a:pathLst>
                <a:path w="2641" h="1666" extrusionOk="0">
                  <a:moveTo>
                    <a:pt x="747" y="1"/>
                  </a:moveTo>
                  <a:cubicBezTo>
                    <a:pt x="370" y="1"/>
                    <a:pt x="52" y="308"/>
                    <a:pt x="27" y="689"/>
                  </a:cubicBezTo>
                  <a:lnTo>
                    <a:pt x="27" y="821"/>
                  </a:lnTo>
                  <a:cubicBezTo>
                    <a:pt x="1" y="1243"/>
                    <a:pt x="317" y="1587"/>
                    <a:pt x="713" y="1587"/>
                  </a:cubicBezTo>
                  <a:lnTo>
                    <a:pt x="1875" y="1666"/>
                  </a:lnTo>
                  <a:cubicBezTo>
                    <a:pt x="2271" y="1666"/>
                    <a:pt x="2641" y="1349"/>
                    <a:pt x="2641" y="953"/>
                  </a:cubicBezTo>
                  <a:lnTo>
                    <a:pt x="2641" y="821"/>
                  </a:lnTo>
                  <a:cubicBezTo>
                    <a:pt x="2641" y="425"/>
                    <a:pt x="2351" y="108"/>
                    <a:pt x="1954" y="82"/>
                  </a:cubicBezTo>
                  <a:lnTo>
                    <a:pt x="793" y="2"/>
                  </a:lnTo>
                  <a:cubicBezTo>
                    <a:pt x="777" y="1"/>
                    <a:pt x="762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9"/>
            <p:cNvSpPr/>
            <p:nvPr/>
          </p:nvSpPr>
          <p:spPr>
            <a:xfrm>
              <a:off x="7021897" y="3338428"/>
              <a:ext cx="220636" cy="632663"/>
            </a:xfrm>
            <a:custGeom>
              <a:avLst/>
              <a:gdLst/>
              <a:ahLst/>
              <a:cxnLst/>
              <a:rect l="l" t="t" r="r" b="b"/>
              <a:pathLst>
                <a:path w="4172" h="11963" extrusionOk="0">
                  <a:moveTo>
                    <a:pt x="633" y="0"/>
                  </a:moveTo>
                  <a:lnTo>
                    <a:pt x="79" y="9585"/>
                  </a:lnTo>
                  <a:cubicBezTo>
                    <a:pt x="0" y="10864"/>
                    <a:pt x="1031" y="11962"/>
                    <a:pt x="2304" y="11962"/>
                  </a:cubicBezTo>
                  <a:cubicBezTo>
                    <a:pt x="2319" y="11962"/>
                    <a:pt x="2334" y="11962"/>
                    <a:pt x="2350" y="11962"/>
                  </a:cubicBezTo>
                  <a:lnTo>
                    <a:pt x="3855" y="11962"/>
                  </a:lnTo>
                  <a:lnTo>
                    <a:pt x="4171" y="10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2" name="Google Shape;2692;p59"/>
          <p:cNvGrpSpPr/>
          <p:nvPr/>
        </p:nvGrpSpPr>
        <p:grpSpPr>
          <a:xfrm>
            <a:off x="3570788" y="1035792"/>
            <a:ext cx="1439039" cy="1076266"/>
            <a:chOff x="9306403" y="944486"/>
            <a:chExt cx="2293654" cy="1715438"/>
          </a:xfrm>
        </p:grpSpPr>
        <p:sp>
          <p:nvSpPr>
            <p:cNvPr id="2693" name="Google Shape;2693;p59"/>
            <p:cNvSpPr/>
            <p:nvPr/>
          </p:nvSpPr>
          <p:spPr>
            <a:xfrm>
              <a:off x="9306403" y="944486"/>
              <a:ext cx="2293654" cy="1715438"/>
            </a:xfrm>
            <a:custGeom>
              <a:avLst/>
              <a:gdLst/>
              <a:ahLst/>
              <a:cxnLst/>
              <a:rect l="l" t="t" r="r" b="b"/>
              <a:pathLst>
                <a:path w="32770" h="26141" fill="none" extrusionOk="0">
                  <a:moveTo>
                    <a:pt x="32769" y="24134"/>
                  </a:moveTo>
                  <a:lnTo>
                    <a:pt x="32083" y="8714"/>
                  </a:lnTo>
                  <a:cubicBezTo>
                    <a:pt x="31977" y="7446"/>
                    <a:pt x="30894" y="6469"/>
                    <a:pt x="29627" y="6548"/>
                  </a:cubicBezTo>
                  <a:lnTo>
                    <a:pt x="29046" y="6575"/>
                  </a:lnTo>
                  <a:lnTo>
                    <a:pt x="27356" y="1558"/>
                  </a:lnTo>
                  <a:cubicBezTo>
                    <a:pt x="27013" y="607"/>
                    <a:pt x="26115" y="0"/>
                    <a:pt x="25112" y="79"/>
                  </a:cubicBezTo>
                  <a:lnTo>
                    <a:pt x="5202" y="1399"/>
                  </a:lnTo>
                  <a:cubicBezTo>
                    <a:pt x="4146" y="1452"/>
                    <a:pt x="3275" y="2244"/>
                    <a:pt x="3143" y="3301"/>
                  </a:cubicBezTo>
                  <a:lnTo>
                    <a:pt x="2483" y="8291"/>
                  </a:lnTo>
                  <a:lnTo>
                    <a:pt x="2192" y="8318"/>
                  </a:lnTo>
                  <a:cubicBezTo>
                    <a:pt x="951" y="8397"/>
                    <a:pt x="1" y="9479"/>
                    <a:pt x="53" y="10720"/>
                  </a:cubicBezTo>
                  <a:lnTo>
                    <a:pt x="872" y="26141"/>
                  </a:lnTo>
                  <a:close/>
                </a:path>
              </a:pathLst>
            </a:custGeom>
            <a:solidFill>
              <a:schemeClr val="accent4"/>
            </a:solidFill>
            <a:ln w="148525" cap="flat" cmpd="sng">
              <a:solidFill>
                <a:schemeClr val="accent4"/>
              </a:solidFill>
              <a:prstDash val="solid"/>
              <a:miter lim="26404"/>
              <a:headEnd type="none" w="sm" len="sm"/>
              <a:tailEnd type="none" w="sm" len="sm"/>
            </a:ln>
            <a:effectLst>
              <a:outerShdw dist="66675" dir="3060000" algn="bl" rotWithShape="0">
                <a:schemeClr val="dk1">
                  <a:alpha val="8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9"/>
            <p:cNvSpPr/>
            <p:nvPr/>
          </p:nvSpPr>
          <p:spPr>
            <a:xfrm>
              <a:off x="9357025" y="1425474"/>
              <a:ext cx="2195956" cy="1170677"/>
            </a:xfrm>
            <a:custGeom>
              <a:avLst/>
              <a:gdLst/>
              <a:ahLst/>
              <a:cxnLst/>
              <a:rect l="l" t="t" r="r" b="b"/>
              <a:pathLst>
                <a:path w="32849" h="17512" extrusionOk="0">
                  <a:moveTo>
                    <a:pt x="29771" y="1"/>
                  </a:moveTo>
                  <a:cubicBezTo>
                    <a:pt x="29723" y="1"/>
                    <a:pt x="29675" y="2"/>
                    <a:pt x="29627" y="5"/>
                  </a:cubicBezTo>
                  <a:lnTo>
                    <a:pt x="2192" y="1801"/>
                  </a:lnTo>
                  <a:cubicBezTo>
                    <a:pt x="951" y="1880"/>
                    <a:pt x="1" y="2963"/>
                    <a:pt x="53" y="4204"/>
                  </a:cubicBezTo>
                  <a:lnTo>
                    <a:pt x="740" y="17512"/>
                  </a:lnTo>
                  <a:lnTo>
                    <a:pt x="32848" y="15875"/>
                  </a:lnTo>
                  <a:lnTo>
                    <a:pt x="32083" y="2171"/>
                  </a:lnTo>
                  <a:cubicBezTo>
                    <a:pt x="31981" y="951"/>
                    <a:pt x="30975" y="1"/>
                    <a:pt x="29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9"/>
            <p:cNvSpPr/>
            <p:nvPr/>
          </p:nvSpPr>
          <p:spPr>
            <a:xfrm>
              <a:off x="9522946" y="992888"/>
              <a:ext cx="1775870" cy="551245"/>
            </a:xfrm>
            <a:custGeom>
              <a:avLst/>
              <a:gdLst/>
              <a:ahLst/>
              <a:cxnLst/>
              <a:rect l="l" t="t" r="r" b="b"/>
              <a:pathLst>
                <a:path w="26565" h="8246" extrusionOk="0">
                  <a:moveTo>
                    <a:pt x="22799" y="1"/>
                  </a:moveTo>
                  <a:cubicBezTo>
                    <a:pt x="22743" y="1"/>
                    <a:pt x="22686" y="3"/>
                    <a:pt x="22630" y="7"/>
                  </a:cubicBezTo>
                  <a:lnTo>
                    <a:pt x="2720" y="1327"/>
                  </a:lnTo>
                  <a:cubicBezTo>
                    <a:pt x="1664" y="1380"/>
                    <a:pt x="793" y="2199"/>
                    <a:pt x="661" y="3229"/>
                  </a:cubicBezTo>
                  <a:lnTo>
                    <a:pt x="1" y="8246"/>
                  </a:lnTo>
                  <a:lnTo>
                    <a:pt x="26564" y="6529"/>
                  </a:lnTo>
                  <a:lnTo>
                    <a:pt x="24874" y="1512"/>
                  </a:lnTo>
                  <a:cubicBezTo>
                    <a:pt x="24550" y="615"/>
                    <a:pt x="23733" y="1"/>
                    <a:pt x="22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59"/>
            <p:cNvSpPr/>
            <p:nvPr/>
          </p:nvSpPr>
          <p:spPr>
            <a:xfrm>
              <a:off x="9913082" y="1097107"/>
              <a:ext cx="995597" cy="307911"/>
            </a:xfrm>
            <a:custGeom>
              <a:avLst/>
              <a:gdLst/>
              <a:ahLst/>
              <a:cxnLst/>
              <a:rect l="l" t="t" r="r" b="b"/>
              <a:pathLst>
                <a:path w="14893" h="4606" extrusionOk="0">
                  <a:moveTo>
                    <a:pt x="12953" y="1"/>
                  </a:moveTo>
                  <a:cubicBezTo>
                    <a:pt x="12904" y="1"/>
                    <a:pt x="12856" y="2"/>
                    <a:pt x="12807" y="6"/>
                  </a:cubicBezTo>
                  <a:lnTo>
                    <a:pt x="1769" y="693"/>
                  </a:lnTo>
                  <a:cubicBezTo>
                    <a:pt x="766" y="745"/>
                    <a:pt x="0" y="1564"/>
                    <a:pt x="0" y="2567"/>
                  </a:cubicBezTo>
                  <a:lnTo>
                    <a:pt x="0" y="2726"/>
                  </a:lnTo>
                  <a:cubicBezTo>
                    <a:pt x="0" y="3787"/>
                    <a:pt x="846" y="4606"/>
                    <a:pt x="1867" y="4606"/>
                  </a:cubicBezTo>
                  <a:cubicBezTo>
                    <a:pt x="1913" y="4606"/>
                    <a:pt x="1960" y="4604"/>
                    <a:pt x="2007" y="4601"/>
                  </a:cubicBezTo>
                  <a:lnTo>
                    <a:pt x="13071" y="3729"/>
                  </a:lnTo>
                  <a:cubicBezTo>
                    <a:pt x="14100" y="3650"/>
                    <a:pt x="14893" y="2752"/>
                    <a:pt x="14787" y="1696"/>
                  </a:cubicBezTo>
                  <a:cubicBezTo>
                    <a:pt x="14712" y="741"/>
                    <a:pt x="13918" y="1"/>
                    <a:pt x="129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59"/>
            <p:cNvSpPr/>
            <p:nvPr/>
          </p:nvSpPr>
          <p:spPr>
            <a:xfrm>
              <a:off x="9838945" y="1524011"/>
              <a:ext cx="1143870" cy="1007496"/>
            </a:xfrm>
            <a:custGeom>
              <a:avLst/>
              <a:gdLst/>
              <a:ahLst/>
              <a:cxnLst/>
              <a:rect l="l" t="t" r="r" b="b"/>
              <a:pathLst>
                <a:path w="17111" h="15071" extrusionOk="0">
                  <a:moveTo>
                    <a:pt x="8555" y="0"/>
                  </a:moveTo>
                  <a:cubicBezTo>
                    <a:pt x="7578" y="0"/>
                    <a:pt x="6584" y="190"/>
                    <a:pt x="5624" y="591"/>
                  </a:cubicBezTo>
                  <a:cubicBezTo>
                    <a:pt x="1796" y="2202"/>
                    <a:pt x="0" y="6638"/>
                    <a:pt x="1611" y="10467"/>
                  </a:cubicBezTo>
                  <a:cubicBezTo>
                    <a:pt x="2821" y="13342"/>
                    <a:pt x="5624" y="15071"/>
                    <a:pt x="8567" y="15071"/>
                  </a:cubicBezTo>
                  <a:cubicBezTo>
                    <a:pt x="9543" y="15071"/>
                    <a:pt x="10533" y="14881"/>
                    <a:pt x="11486" y="14480"/>
                  </a:cubicBezTo>
                  <a:cubicBezTo>
                    <a:pt x="15315" y="12869"/>
                    <a:pt x="17111" y="8460"/>
                    <a:pt x="15500" y="4605"/>
                  </a:cubicBezTo>
                  <a:cubicBezTo>
                    <a:pt x="14290" y="1729"/>
                    <a:pt x="11501" y="0"/>
                    <a:pt x="8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9"/>
            <p:cNvSpPr/>
            <p:nvPr/>
          </p:nvSpPr>
          <p:spPr>
            <a:xfrm>
              <a:off x="9913082" y="1587652"/>
              <a:ext cx="995597" cy="878409"/>
            </a:xfrm>
            <a:custGeom>
              <a:avLst/>
              <a:gdLst/>
              <a:ahLst/>
              <a:cxnLst/>
              <a:rect l="l" t="t" r="r" b="b"/>
              <a:pathLst>
                <a:path w="14893" h="13140" extrusionOk="0">
                  <a:moveTo>
                    <a:pt x="7431" y="1"/>
                  </a:moveTo>
                  <a:cubicBezTo>
                    <a:pt x="6589" y="1"/>
                    <a:pt x="5734" y="164"/>
                    <a:pt x="4912" y="510"/>
                  </a:cubicBezTo>
                  <a:cubicBezTo>
                    <a:pt x="1558" y="1936"/>
                    <a:pt x="0" y="5765"/>
                    <a:pt x="1400" y="9118"/>
                  </a:cubicBezTo>
                  <a:cubicBezTo>
                    <a:pt x="2453" y="11623"/>
                    <a:pt x="4898" y="13140"/>
                    <a:pt x="7462" y="13140"/>
                  </a:cubicBezTo>
                  <a:cubicBezTo>
                    <a:pt x="8304" y="13140"/>
                    <a:pt x="9159" y="12976"/>
                    <a:pt x="9981" y="12630"/>
                  </a:cubicBezTo>
                  <a:cubicBezTo>
                    <a:pt x="13335" y="11231"/>
                    <a:pt x="14893" y="7376"/>
                    <a:pt x="13493" y="4022"/>
                  </a:cubicBezTo>
                  <a:cubicBezTo>
                    <a:pt x="12440" y="1518"/>
                    <a:pt x="9995" y="1"/>
                    <a:pt x="74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9"/>
            <p:cNvSpPr/>
            <p:nvPr/>
          </p:nvSpPr>
          <p:spPr>
            <a:xfrm>
              <a:off x="10184893" y="1800035"/>
              <a:ext cx="453711" cy="453711"/>
            </a:xfrm>
            <a:custGeom>
              <a:avLst/>
              <a:gdLst/>
              <a:ahLst/>
              <a:cxnLst/>
              <a:rect l="l" t="t" r="r" b="b"/>
              <a:pathLst>
                <a:path w="6787" h="6787" extrusionOk="0">
                  <a:moveTo>
                    <a:pt x="3380" y="0"/>
                  </a:moveTo>
                  <a:cubicBezTo>
                    <a:pt x="1506" y="0"/>
                    <a:pt x="1" y="1532"/>
                    <a:pt x="1" y="3407"/>
                  </a:cubicBezTo>
                  <a:cubicBezTo>
                    <a:pt x="1" y="5281"/>
                    <a:pt x="1506" y="6786"/>
                    <a:pt x="3380" y="6786"/>
                  </a:cubicBezTo>
                  <a:cubicBezTo>
                    <a:pt x="5255" y="6786"/>
                    <a:pt x="6787" y="5281"/>
                    <a:pt x="6787" y="3407"/>
                  </a:cubicBezTo>
                  <a:cubicBezTo>
                    <a:pt x="6787" y="1532"/>
                    <a:pt x="5255" y="0"/>
                    <a:pt x="3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9"/>
            <p:cNvSpPr/>
            <p:nvPr/>
          </p:nvSpPr>
          <p:spPr>
            <a:xfrm>
              <a:off x="11012762" y="1561715"/>
              <a:ext cx="398961" cy="293338"/>
            </a:xfrm>
            <a:custGeom>
              <a:avLst/>
              <a:gdLst/>
              <a:ahLst/>
              <a:cxnLst/>
              <a:rect l="l" t="t" r="r" b="b"/>
              <a:pathLst>
                <a:path w="5968" h="4388" extrusionOk="0">
                  <a:moveTo>
                    <a:pt x="1189" y="1"/>
                  </a:moveTo>
                  <a:cubicBezTo>
                    <a:pt x="529" y="1"/>
                    <a:pt x="0" y="529"/>
                    <a:pt x="27" y="1189"/>
                  </a:cubicBezTo>
                  <a:lnTo>
                    <a:pt x="133" y="3301"/>
                  </a:lnTo>
                  <a:cubicBezTo>
                    <a:pt x="158" y="3904"/>
                    <a:pt x="661" y="4388"/>
                    <a:pt x="1256" y="4388"/>
                  </a:cubicBezTo>
                  <a:cubicBezTo>
                    <a:pt x="1286" y="4388"/>
                    <a:pt x="1316" y="4386"/>
                    <a:pt x="1347" y="4384"/>
                  </a:cubicBezTo>
                  <a:lnTo>
                    <a:pt x="4885" y="4120"/>
                  </a:lnTo>
                  <a:cubicBezTo>
                    <a:pt x="5493" y="4067"/>
                    <a:pt x="5968" y="3539"/>
                    <a:pt x="5942" y="2905"/>
                  </a:cubicBezTo>
                  <a:lnTo>
                    <a:pt x="5836" y="1057"/>
                  </a:lnTo>
                  <a:cubicBezTo>
                    <a:pt x="5810" y="476"/>
                    <a:pt x="5308" y="1"/>
                    <a:pt x="47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9"/>
            <p:cNvSpPr/>
            <p:nvPr/>
          </p:nvSpPr>
          <p:spPr>
            <a:xfrm>
              <a:off x="9482368" y="2200733"/>
              <a:ext cx="278965" cy="239390"/>
            </a:xfrm>
            <a:custGeom>
              <a:avLst/>
              <a:gdLst/>
              <a:ahLst/>
              <a:cxnLst/>
              <a:rect l="l" t="t" r="r" b="b"/>
              <a:pathLst>
                <a:path w="4173" h="3581" extrusionOk="0">
                  <a:moveTo>
                    <a:pt x="2403" y="0"/>
                  </a:moveTo>
                  <a:cubicBezTo>
                    <a:pt x="819" y="0"/>
                    <a:pt x="0" y="1928"/>
                    <a:pt x="1136" y="3063"/>
                  </a:cubicBezTo>
                  <a:cubicBezTo>
                    <a:pt x="1493" y="3420"/>
                    <a:pt x="1935" y="3580"/>
                    <a:pt x="2370" y="3580"/>
                  </a:cubicBezTo>
                  <a:cubicBezTo>
                    <a:pt x="3286" y="3580"/>
                    <a:pt x="4172" y="2870"/>
                    <a:pt x="4172" y="1796"/>
                  </a:cubicBezTo>
                  <a:cubicBezTo>
                    <a:pt x="4172" y="819"/>
                    <a:pt x="3380" y="0"/>
                    <a:pt x="24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p60"/>
          <p:cNvSpPr txBox="1">
            <a:spLocks noGrp="1"/>
          </p:cNvSpPr>
          <p:nvPr>
            <p:ph type="body" idx="1"/>
          </p:nvPr>
        </p:nvSpPr>
        <p:spPr>
          <a:xfrm>
            <a:off x="1106875" y="1780450"/>
            <a:ext cx="4550700" cy="22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know what helps you make your point clear?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Lists like this one:</a:t>
            </a:r>
            <a:endParaRPr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They’re simple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 most important thing: </a:t>
            </a:r>
            <a:r>
              <a:rPr lang="en">
                <a:highlight>
                  <a:schemeClr val="dk2"/>
                </a:highlight>
              </a:rPr>
              <a:t>the audience won’t miss the point of your presentation</a:t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707" name="Google Shape;2707;p60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Organize your ideas</a:t>
            </a:r>
            <a:endParaRPr/>
          </a:p>
        </p:txBody>
      </p:sp>
      <p:grpSp>
        <p:nvGrpSpPr>
          <p:cNvPr id="2708" name="Google Shape;2708;p60"/>
          <p:cNvGrpSpPr/>
          <p:nvPr/>
        </p:nvGrpSpPr>
        <p:grpSpPr>
          <a:xfrm rot="335180">
            <a:off x="6099365" y="2309423"/>
            <a:ext cx="2167949" cy="1198360"/>
            <a:chOff x="5721275" y="1941825"/>
            <a:chExt cx="2654592" cy="1467179"/>
          </a:xfrm>
        </p:grpSpPr>
        <p:sp>
          <p:nvSpPr>
            <p:cNvPr id="2709" name="Google Shape;2709;p60"/>
            <p:cNvSpPr/>
            <p:nvPr/>
          </p:nvSpPr>
          <p:spPr>
            <a:xfrm>
              <a:off x="5721275" y="1941825"/>
              <a:ext cx="2654592" cy="1467179"/>
            </a:xfrm>
            <a:custGeom>
              <a:avLst/>
              <a:gdLst/>
              <a:ahLst/>
              <a:cxnLst/>
              <a:rect l="l" t="t" r="r" b="b"/>
              <a:pathLst>
                <a:path w="67849" h="37495" extrusionOk="0">
                  <a:moveTo>
                    <a:pt x="24918" y="1"/>
                  </a:moveTo>
                  <a:cubicBezTo>
                    <a:pt x="24518" y="1"/>
                    <a:pt x="24151" y="68"/>
                    <a:pt x="23784" y="168"/>
                  </a:cubicBezTo>
                  <a:lnTo>
                    <a:pt x="23717" y="168"/>
                  </a:lnTo>
                  <a:cubicBezTo>
                    <a:pt x="22917" y="434"/>
                    <a:pt x="22116" y="735"/>
                    <a:pt x="21349" y="1102"/>
                  </a:cubicBezTo>
                  <a:cubicBezTo>
                    <a:pt x="20548" y="1502"/>
                    <a:pt x="19881" y="1835"/>
                    <a:pt x="19281" y="2169"/>
                  </a:cubicBezTo>
                  <a:cubicBezTo>
                    <a:pt x="18113" y="2836"/>
                    <a:pt x="16779" y="3637"/>
                    <a:pt x="15178" y="4671"/>
                  </a:cubicBezTo>
                  <a:cubicBezTo>
                    <a:pt x="14644" y="5038"/>
                    <a:pt x="14110" y="5405"/>
                    <a:pt x="13577" y="5772"/>
                  </a:cubicBezTo>
                  <a:lnTo>
                    <a:pt x="13210" y="6005"/>
                  </a:lnTo>
                  <a:cubicBezTo>
                    <a:pt x="12609" y="6439"/>
                    <a:pt x="12042" y="6806"/>
                    <a:pt x="11509" y="7206"/>
                  </a:cubicBezTo>
                  <a:lnTo>
                    <a:pt x="11308" y="7339"/>
                  </a:lnTo>
                  <a:cubicBezTo>
                    <a:pt x="10741" y="7740"/>
                    <a:pt x="10174" y="8140"/>
                    <a:pt x="9541" y="8640"/>
                  </a:cubicBezTo>
                  <a:cubicBezTo>
                    <a:pt x="9040" y="9007"/>
                    <a:pt x="8506" y="9408"/>
                    <a:pt x="8006" y="9808"/>
                  </a:cubicBezTo>
                  <a:cubicBezTo>
                    <a:pt x="7506" y="10208"/>
                    <a:pt x="7005" y="10608"/>
                    <a:pt x="6505" y="11009"/>
                  </a:cubicBezTo>
                  <a:cubicBezTo>
                    <a:pt x="6105" y="11142"/>
                    <a:pt x="5738" y="11309"/>
                    <a:pt x="5338" y="11476"/>
                  </a:cubicBezTo>
                  <a:cubicBezTo>
                    <a:pt x="1568" y="13344"/>
                    <a:pt x="0" y="17914"/>
                    <a:pt x="1268" y="23351"/>
                  </a:cubicBezTo>
                  <a:cubicBezTo>
                    <a:pt x="2069" y="26753"/>
                    <a:pt x="3670" y="29889"/>
                    <a:pt x="5938" y="32557"/>
                  </a:cubicBezTo>
                  <a:cubicBezTo>
                    <a:pt x="8773" y="35793"/>
                    <a:pt x="12142" y="37494"/>
                    <a:pt x="15678" y="37494"/>
                  </a:cubicBezTo>
                  <a:lnTo>
                    <a:pt x="15745" y="37494"/>
                  </a:lnTo>
                  <a:cubicBezTo>
                    <a:pt x="19081" y="37461"/>
                    <a:pt x="22316" y="35893"/>
                    <a:pt x="25018" y="32958"/>
                  </a:cubicBezTo>
                  <a:cubicBezTo>
                    <a:pt x="27353" y="30389"/>
                    <a:pt x="29021" y="27287"/>
                    <a:pt x="29922" y="23951"/>
                  </a:cubicBezTo>
                  <a:cubicBezTo>
                    <a:pt x="29955" y="23851"/>
                    <a:pt x="29988" y="23718"/>
                    <a:pt x="30022" y="23618"/>
                  </a:cubicBezTo>
                  <a:cubicBezTo>
                    <a:pt x="30856" y="26920"/>
                    <a:pt x="32457" y="29989"/>
                    <a:pt x="34725" y="32557"/>
                  </a:cubicBezTo>
                  <a:cubicBezTo>
                    <a:pt x="37561" y="35793"/>
                    <a:pt x="40896" y="37494"/>
                    <a:pt x="44432" y="37494"/>
                  </a:cubicBezTo>
                  <a:lnTo>
                    <a:pt x="44532" y="37494"/>
                  </a:lnTo>
                  <a:cubicBezTo>
                    <a:pt x="47868" y="37461"/>
                    <a:pt x="51070" y="35893"/>
                    <a:pt x="53805" y="32958"/>
                  </a:cubicBezTo>
                  <a:cubicBezTo>
                    <a:pt x="56107" y="30389"/>
                    <a:pt x="57775" y="27287"/>
                    <a:pt x="58709" y="23951"/>
                  </a:cubicBezTo>
                  <a:cubicBezTo>
                    <a:pt x="59776" y="19982"/>
                    <a:pt x="59543" y="16513"/>
                    <a:pt x="58008" y="14044"/>
                  </a:cubicBezTo>
                  <a:cubicBezTo>
                    <a:pt x="58042" y="14011"/>
                    <a:pt x="58475" y="13611"/>
                    <a:pt x="58475" y="13611"/>
                  </a:cubicBezTo>
                  <a:cubicBezTo>
                    <a:pt x="58776" y="13310"/>
                    <a:pt x="59043" y="13043"/>
                    <a:pt x="59309" y="12777"/>
                  </a:cubicBezTo>
                  <a:lnTo>
                    <a:pt x="60510" y="11576"/>
                  </a:lnTo>
                  <a:cubicBezTo>
                    <a:pt x="61011" y="11042"/>
                    <a:pt x="61544" y="10542"/>
                    <a:pt x="62011" y="10041"/>
                  </a:cubicBezTo>
                  <a:cubicBezTo>
                    <a:pt x="62578" y="10408"/>
                    <a:pt x="63279" y="10642"/>
                    <a:pt x="63979" y="10642"/>
                  </a:cubicBezTo>
                  <a:cubicBezTo>
                    <a:pt x="64346" y="10642"/>
                    <a:pt x="64713" y="10575"/>
                    <a:pt x="65080" y="10442"/>
                  </a:cubicBezTo>
                  <a:cubicBezTo>
                    <a:pt x="66881" y="9808"/>
                    <a:pt x="67849" y="7873"/>
                    <a:pt x="67248" y="6038"/>
                  </a:cubicBezTo>
                  <a:lnTo>
                    <a:pt x="67115" y="5738"/>
                  </a:lnTo>
                  <a:cubicBezTo>
                    <a:pt x="67082" y="5571"/>
                    <a:pt x="66982" y="5338"/>
                    <a:pt x="66848" y="5071"/>
                  </a:cubicBezTo>
                  <a:cubicBezTo>
                    <a:pt x="66715" y="4671"/>
                    <a:pt x="66515" y="4304"/>
                    <a:pt x="66314" y="3970"/>
                  </a:cubicBezTo>
                  <a:cubicBezTo>
                    <a:pt x="65981" y="3337"/>
                    <a:pt x="65581" y="2769"/>
                    <a:pt x="65080" y="2236"/>
                  </a:cubicBezTo>
                  <a:cubicBezTo>
                    <a:pt x="65013" y="2169"/>
                    <a:pt x="64947" y="2136"/>
                    <a:pt x="64880" y="2069"/>
                  </a:cubicBezTo>
                  <a:lnTo>
                    <a:pt x="64813" y="2002"/>
                  </a:lnTo>
                  <a:lnTo>
                    <a:pt x="64680" y="1902"/>
                  </a:lnTo>
                  <a:cubicBezTo>
                    <a:pt x="64546" y="1769"/>
                    <a:pt x="64380" y="1669"/>
                    <a:pt x="64180" y="1569"/>
                  </a:cubicBezTo>
                  <a:cubicBezTo>
                    <a:pt x="63813" y="1368"/>
                    <a:pt x="63412" y="1235"/>
                    <a:pt x="63012" y="1168"/>
                  </a:cubicBezTo>
                  <a:cubicBezTo>
                    <a:pt x="62779" y="1102"/>
                    <a:pt x="62578" y="1102"/>
                    <a:pt x="62345" y="1102"/>
                  </a:cubicBezTo>
                  <a:lnTo>
                    <a:pt x="61778" y="1102"/>
                  </a:lnTo>
                  <a:cubicBezTo>
                    <a:pt x="61644" y="1135"/>
                    <a:pt x="61511" y="1168"/>
                    <a:pt x="61378" y="1202"/>
                  </a:cubicBezTo>
                  <a:cubicBezTo>
                    <a:pt x="61344" y="1202"/>
                    <a:pt x="61177" y="1235"/>
                    <a:pt x="61177" y="1235"/>
                  </a:cubicBezTo>
                  <a:cubicBezTo>
                    <a:pt x="61011" y="1268"/>
                    <a:pt x="60844" y="1335"/>
                    <a:pt x="60710" y="1402"/>
                  </a:cubicBezTo>
                  <a:cubicBezTo>
                    <a:pt x="60444" y="1502"/>
                    <a:pt x="60210" y="1602"/>
                    <a:pt x="59977" y="1735"/>
                  </a:cubicBezTo>
                  <a:lnTo>
                    <a:pt x="59943" y="1769"/>
                  </a:lnTo>
                  <a:cubicBezTo>
                    <a:pt x="59576" y="1969"/>
                    <a:pt x="59276" y="2169"/>
                    <a:pt x="58942" y="2403"/>
                  </a:cubicBezTo>
                  <a:cubicBezTo>
                    <a:pt x="58375" y="2836"/>
                    <a:pt x="57942" y="3170"/>
                    <a:pt x="57508" y="3537"/>
                  </a:cubicBezTo>
                  <a:cubicBezTo>
                    <a:pt x="56541" y="4371"/>
                    <a:pt x="55607" y="5271"/>
                    <a:pt x="54906" y="5972"/>
                  </a:cubicBezTo>
                  <a:cubicBezTo>
                    <a:pt x="54573" y="6305"/>
                    <a:pt x="54272" y="6639"/>
                    <a:pt x="53939" y="6972"/>
                  </a:cubicBezTo>
                  <a:lnTo>
                    <a:pt x="53672" y="7273"/>
                  </a:lnTo>
                  <a:cubicBezTo>
                    <a:pt x="53305" y="7640"/>
                    <a:pt x="52972" y="8007"/>
                    <a:pt x="52638" y="8373"/>
                  </a:cubicBezTo>
                  <a:lnTo>
                    <a:pt x="52505" y="8540"/>
                  </a:lnTo>
                  <a:cubicBezTo>
                    <a:pt x="52171" y="8907"/>
                    <a:pt x="51804" y="9307"/>
                    <a:pt x="51437" y="9774"/>
                  </a:cubicBezTo>
                  <a:cubicBezTo>
                    <a:pt x="51304" y="9908"/>
                    <a:pt x="51170" y="10075"/>
                    <a:pt x="51037" y="10208"/>
                  </a:cubicBezTo>
                  <a:lnTo>
                    <a:pt x="50837" y="10208"/>
                  </a:lnTo>
                  <a:cubicBezTo>
                    <a:pt x="48568" y="10208"/>
                    <a:pt x="46400" y="11175"/>
                    <a:pt x="44532" y="12943"/>
                  </a:cubicBezTo>
                  <a:cubicBezTo>
                    <a:pt x="42864" y="11376"/>
                    <a:pt x="40663" y="10475"/>
                    <a:pt x="38361" y="10442"/>
                  </a:cubicBezTo>
                  <a:cubicBezTo>
                    <a:pt x="36860" y="10475"/>
                    <a:pt x="35392" y="10842"/>
                    <a:pt x="34058" y="11509"/>
                  </a:cubicBezTo>
                  <a:cubicBezTo>
                    <a:pt x="32624" y="12210"/>
                    <a:pt x="31456" y="13310"/>
                    <a:pt x="30689" y="14711"/>
                  </a:cubicBezTo>
                  <a:lnTo>
                    <a:pt x="29655" y="14711"/>
                  </a:lnTo>
                  <a:cubicBezTo>
                    <a:pt x="29021" y="13410"/>
                    <a:pt x="28054" y="12343"/>
                    <a:pt x="26820" y="11576"/>
                  </a:cubicBezTo>
                  <a:cubicBezTo>
                    <a:pt x="25419" y="10708"/>
                    <a:pt x="23784" y="10208"/>
                    <a:pt x="22116" y="10208"/>
                  </a:cubicBezTo>
                  <a:cubicBezTo>
                    <a:pt x="22018" y="10198"/>
                    <a:pt x="21921" y="10194"/>
                    <a:pt x="21823" y="10194"/>
                  </a:cubicBezTo>
                  <a:cubicBezTo>
                    <a:pt x="21587" y="10194"/>
                    <a:pt x="21351" y="10218"/>
                    <a:pt x="21115" y="10241"/>
                  </a:cubicBezTo>
                  <a:cubicBezTo>
                    <a:pt x="21849" y="9774"/>
                    <a:pt x="22550" y="9341"/>
                    <a:pt x="23217" y="8907"/>
                  </a:cubicBezTo>
                  <a:lnTo>
                    <a:pt x="24018" y="8407"/>
                  </a:lnTo>
                  <a:cubicBezTo>
                    <a:pt x="24685" y="9341"/>
                    <a:pt x="25752" y="9908"/>
                    <a:pt x="26886" y="9908"/>
                  </a:cubicBezTo>
                  <a:cubicBezTo>
                    <a:pt x="27053" y="9908"/>
                    <a:pt x="27220" y="9908"/>
                    <a:pt x="27353" y="9875"/>
                  </a:cubicBezTo>
                  <a:cubicBezTo>
                    <a:pt x="29221" y="9608"/>
                    <a:pt x="30556" y="7906"/>
                    <a:pt x="30322" y="6038"/>
                  </a:cubicBezTo>
                  <a:lnTo>
                    <a:pt x="30289" y="5772"/>
                  </a:lnTo>
                  <a:lnTo>
                    <a:pt x="30289" y="5638"/>
                  </a:lnTo>
                  <a:cubicBezTo>
                    <a:pt x="30255" y="5238"/>
                    <a:pt x="30189" y="4838"/>
                    <a:pt x="30055" y="4437"/>
                  </a:cubicBezTo>
                  <a:lnTo>
                    <a:pt x="30055" y="4371"/>
                  </a:lnTo>
                  <a:cubicBezTo>
                    <a:pt x="29855" y="3637"/>
                    <a:pt x="29555" y="2936"/>
                    <a:pt x="29155" y="2302"/>
                  </a:cubicBezTo>
                  <a:cubicBezTo>
                    <a:pt x="28988" y="2036"/>
                    <a:pt x="28788" y="1802"/>
                    <a:pt x="28587" y="1569"/>
                  </a:cubicBezTo>
                  <a:cubicBezTo>
                    <a:pt x="28421" y="1368"/>
                    <a:pt x="28221" y="1202"/>
                    <a:pt x="28020" y="1035"/>
                  </a:cubicBezTo>
                  <a:lnTo>
                    <a:pt x="27820" y="868"/>
                  </a:lnTo>
                  <a:cubicBezTo>
                    <a:pt x="27754" y="835"/>
                    <a:pt x="27687" y="768"/>
                    <a:pt x="27620" y="735"/>
                  </a:cubicBezTo>
                  <a:lnTo>
                    <a:pt x="27453" y="601"/>
                  </a:lnTo>
                  <a:cubicBezTo>
                    <a:pt x="27353" y="568"/>
                    <a:pt x="27253" y="501"/>
                    <a:pt x="27153" y="434"/>
                  </a:cubicBezTo>
                  <a:lnTo>
                    <a:pt x="27086" y="401"/>
                  </a:lnTo>
                  <a:lnTo>
                    <a:pt x="26886" y="301"/>
                  </a:lnTo>
                  <a:lnTo>
                    <a:pt x="26786" y="268"/>
                  </a:lnTo>
                  <a:cubicBezTo>
                    <a:pt x="26653" y="234"/>
                    <a:pt x="26486" y="168"/>
                    <a:pt x="26353" y="134"/>
                  </a:cubicBezTo>
                  <a:lnTo>
                    <a:pt x="26252" y="134"/>
                  </a:lnTo>
                  <a:cubicBezTo>
                    <a:pt x="25919" y="34"/>
                    <a:pt x="25585" y="1"/>
                    <a:pt x="252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30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0"/>
            <p:cNvSpPr/>
            <p:nvPr/>
          </p:nvSpPr>
          <p:spPr>
            <a:xfrm>
              <a:off x="5969499" y="2054083"/>
              <a:ext cx="825929" cy="497381"/>
            </a:xfrm>
            <a:custGeom>
              <a:avLst/>
              <a:gdLst/>
              <a:ahLst/>
              <a:cxnLst/>
              <a:rect l="l" t="t" r="r" b="b"/>
              <a:pathLst>
                <a:path w="21110" h="12711" extrusionOk="0">
                  <a:moveTo>
                    <a:pt x="18708" y="1502"/>
                  </a:moveTo>
                  <a:lnTo>
                    <a:pt x="18808" y="1535"/>
                  </a:lnTo>
                  <a:lnTo>
                    <a:pt x="18841" y="1568"/>
                  </a:lnTo>
                  <a:lnTo>
                    <a:pt x="18841" y="1568"/>
                  </a:lnTo>
                  <a:lnTo>
                    <a:pt x="18774" y="1535"/>
                  </a:lnTo>
                  <a:lnTo>
                    <a:pt x="18708" y="1502"/>
                  </a:lnTo>
                  <a:close/>
                  <a:moveTo>
                    <a:pt x="18708" y="1"/>
                  </a:moveTo>
                  <a:cubicBezTo>
                    <a:pt x="18507" y="34"/>
                    <a:pt x="18307" y="67"/>
                    <a:pt x="18141" y="101"/>
                  </a:cubicBezTo>
                  <a:cubicBezTo>
                    <a:pt x="17473" y="301"/>
                    <a:pt x="16840" y="568"/>
                    <a:pt x="16239" y="868"/>
                  </a:cubicBezTo>
                  <a:cubicBezTo>
                    <a:pt x="15605" y="1168"/>
                    <a:pt x="14972" y="1502"/>
                    <a:pt x="14338" y="1869"/>
                  </a:cubicBezTo>
                  <a:cubicBezTo>
                    <a:pt x="13037" y="2569"/>
                    <a:pt x="11703" y="3403"/>
                    <a:pt x="10402" y="4237"/>
                  </a:cubicBezTo>
                  <a:cubicBezTo>
                    <a:pt x="9735" y="4671"/>
                    <a:pt x="9101" y="5104"/>
                    <a:pt x="8467" y="5538"/>
                  </a:cubicBezTo>
                  <a:cubicBezTo>
                    <a:pt x="7800" y="5971"/>
                    <a:pt x="7199" y="6405"/>
                    <a:pt x="6599" y="6839"/>
                  </a:cubicBezTo>
                  <a:cubicBezTo>
                    <a:pt x="5999" y="7239"/>
                    <a:pt x="5431" y="7673"/>
                    <a:pt x="4898" y="8073"/>
                  </a:cubicBezTo>
                  <a:cubicBezTo>
                    <a:pt x="4364" y="8473"/>
                    <a:pt x="3864" y="8874"/>
                    <a:pt x="3397" y="9240"/>
                  </a:cubicBezTo>
                  <a:cubicBezTo>
                    <a:pt x="1562" y="10675"/>
                    <a:pt x="395" y="11742"/>
                    <a:pt x="395" y="11742"/>
                  </a:cubicBezTo>
                  <a:cubicBezTo>
                    <a:pt x="1" y="12108"/>
                    <a:pt x="319" y="12711"/>
                    <a:pt x="768" y="12711"/>
                  </a:cubicBezTo>
                  <a:cubicBezTo>
                    <a:pt x="851" y="12711"/>
                    <a:pt x="939" y="12690"/>
                    <a:pt x="1028" y="12643"/>
                  </a:cubicBezTo>
                  <a:cubicBezTo>
                    <a:pt x="1028" y="12643"/>
                    <a:pt x="2396" y="11876"/>
                    <a:pt x="4364" y="10641"/>
                  </a:cubicBezTo>
                  <a:cubicBezTo>
                    <a:pt x="4864" y="10341"/>
                    <a:pt x="5398" y="10008"/>
                    <a:pt x="5965" y="9641"/>
                  </a:cubicBezTo>
                  <a:cubicBezTo>
                    <a:pt x="6532" y="9274"/>
                    <a:pt x="7099" y="8907"/>
                    <a:pt x="7733" y="8507"/>
                  </a:cubicBezTo>
                  <a:lnTo>
                    <a:pt x="11536" y="5938"/>
                  </a:lnTo>
                  <a:cubicBezTo>
                    <a:pt x="12837" y="5104"/>
                    <a:pt x="14138" y="4270"/>
                    <a:pt x="15339" y="3503"/>
                  </a:cubicBezTo>
                  <a:cubicBezTo>
                    <a:pt x="15972" y="3136"/>
                    <a:pt x="16539" y="2769"/>
                    <a:pt x="17106" y="2436"/>
                  </a:cubicBezTo>
                  <a:cubicBezTo>
                    <a:pt x="17607" y="2135"/>
                    <a:pt x="18107" y="1902"/>
                    <a:pt x="18641" y="1668"/>
                  </a:cubicBezTo>
                  <a:cubicBezTo>
                    <a:pt x="18700" y="1639"/>
                    <a:pt x="18787" y="1609"/>
                    <a:pt x="18852" y="1579"/>
                  </a:cubicBezTo>
                  <a:lnTo>
                    <a:pt x="18852" y="1579"/>
                  </a:lnTo>
                  <a:lnTo>
                    <a:pt x="18874" y="1602"/>
                  </a:lnTo>
                  <a:cubicBezTo>
                    <a:pt x="18891" y="1618"/>
                    <a:pt x="18899" y="1618"/>
                    <a:pt x="18908" y="1618"/>
                  </a:cubicBezTo>
                  <a:cubicBezTo>
                    <a:pt x="18916" y="1618"/>
                    <a:pt x="18924" y="1618"/>
                    <a:pt x="18941" y="1635"/>
                  </a:cubicBezTo>
                  <a:cubicBezTo>
                    <a:pt x="19008" y="1668"/>
                    <a:pt x="19075" y="1735"/>
                    <a:pt x="19108" y="1802"/>
                  </a:cubicBezTo>
                  <a:cubicBezTo>
                    <a:pt x="19341" y="2069"/>
                    <a:pt x="19508" y="2369"/>
                    <a:pt x="19642" y="2669"/>
                  </a:cubicBezTo>
                  <a:cubicBezTo>
                    <a:pt x="19775" y="2969"/>
                    <a:pt x="19875" y="3270"/>
                    <a:pt x="19975" y="3570"/>
                  </a:cubicBezTo>
                  <a:cubicBezTo>
                    <a:pt x="20005" y="3835"/>
                    <a:pt x="20216" y="4048"/>
                    <a:pt x="20472" y="4048"/>
                  </a:cubicBezTo>
                  <a:cubicBezTo>
                    <a:pt x="20506" y="4048"/>
                    <a:pt x="20541" y="4045"/>
                    <a:pt x="20576" y="4037"/>
                  </a:cubicBezTo>
                  <a:cubicBezTo>
                    <a:pt x="20876" y="4003"/>
                    <a:pt x="21109" y="3737"/>
                    <a:pt x="21043" y="3403"/>
                  </a:cubicBezTo>
                  <a:cubicBezTo>
                    <a:pt x="21043" y="3403"/>
                    <a:pt x="21009" y="3303"/>
                    <a:pt x="21009" y="3103"/>
                  </a:cubicBezTo>
                  <a:cubicBezTo>
                    <a:pt x="20976" y="2836"/>
                    <a:pt x="20943" y="2536"/>
                    <a:pt x="20876" y="2269"/>
                  </a:cubicBezTo>
                  <a:cubicBezTo>
                    <a:pt x="20742" y="1802"/>
                    <a:pt x="20576" y="1368"/>
                    <a:pt x="20309" y="935"/>
                  </a:cubicBezTo>
                  <a:cubicBezTo>
                    <a:pt x="20209" y="801"/>
                    <a:pt x="20109" y="668"/>
                    <a:pt x="20009" y="568"/>
                  </a:cubicBezTo>
                  <a:cubicBezTo>
                    <a:pt x="19942" y="501"/>
                    <a:pt x="19842" y="401"/>
                    <a:pt x="19775" y="334"/>
                  </a:cubicBezTo>
                  <a:lnTo>
                    <a:pt x="19642" y="234"/>
                  </a:lnTo>
                  <a:lnTo>
                    <a:pt x="19542" y="201"/>
                  </a:lnTo>
                  <a:lnTo>
                    <a:pt x="19475" y="134"/>
                  </a:lnTo>
                  <a:lnTo>
                    <a:pt x="19441" y="134"/>
                  </a:lnTo>
                  <a:lnTo>
                    <a:pt x="19375" y="101"/>
                  </a:lnTo>
                  <a:lnTo>
                    <a:pt x="19341" y="101"/>
                  </a:lnTo>
                  <a:lnTo>
                    <a:pt x="19175" y="34"/>
                  </a:lnTo>
                  <a:cubicBezTo>
                    <a:pt x="19041" y="1"/>
                    <a:pt x="18874" y="1"/>
                    <a:pt x="187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0"/>
            <p:cNvSpPr/>
            <p:nvPr/>
          </p:nvSpPr>
          <p:spPr>
            <a:xfrm>
              <a:off x="7707188" y="2098454"/>
              <a:ext cx="541373" cy="465138"/>
            </a:xfrm>
            <a:custGeom>
              <a:avLst/>
              <a:gdLst/>
              <a:ahLst/>
              <a:cxnLst/>
              <a:rect l="l" t="t" r="r" b="b"/>
              <a:pathLst>
                <a:path w="13837" h="11887" extrusionOk="0">
                  <a:moveTo>
                    <a:pt x="11090" y="1468"/>
                  </a:moveTo>
                  <a:lnTo>
                    <a:pt x="11090" y="1468"/>
                  </a:lnTo>
                  <a:cubicBezTo>
                    <a:pt x="11150" y="1513"/>
                    <a:pt x="11209" y="1565"/>
                    <a:pt x="11269" y="1620"/>
                  </a:cubicBezTo>
                  <a:lnTo>
                    <a:pt x="11269" y="1620"/>
                  </a:lnTo>
                  <a:cubicBezTo>
                    <a:pt x="11254" y="1616"/>
                    <a:pt x="11238" y="1610"/>
                    <a:pt x="11223" y="1602"/>
                  </a:cubicBezTo>
                  <a:cubicBezTo>
                    <a:pt x="11190" y="1568"/>
                    <a:pt x="11156" y="1535"/>
                    <a:pt x="11123" y="1502"/>
                  </a:cubicBezTo>
                  <a:lnTo>
                    <a:pt x="11090" y="1468"/>
                  </a:lnTo>
                  <a:close/>
                  <a:moveTo>
                    <a:pt x="11390" y="1"/>
                  </a:moveTo>
                  <a:lnTo>
                    <a:pt x="11256" y="34"/>
                  </a:lnTo>
                  <a:lnTo>
                    <a:pt x="11190" y="34"/>
                  </a:lnTo>
                  <a:lnTo>
                    <a:pt x="11023" y="101"/>
                  </a:lnTo>
                  <a:cubicBezTo>
                    <a:pt x="10856" y="167"/>
                    <a:pt x="10723" y="234"/>
                    <a:pt x="10589" y="301"/>
                  </a:cubicBezTo>
                  <a:cubicBezTo>
                    <a:pt x="10356" y="434"/>
                    <a:pt x="10122" y="601"/>
                    <a:pt x="9922" y="735"/>
                  </a:cubicBezTo>
                  <a:cubicBezTo>
                    <a:pt x="9522" y="1068"/>
                    <a:pt x="9088" y="1368"/>
                    <a:pt x="8688" y="1735"/>
                  </a:cubicBezTo>
                  <a:cubicBezTo>
                    <a:pt x="7854" y="2436"/>
                    <a:pt x="7020" y="3236"/>
                    <a:pt x="6219" y="4037"/>
                  </a:cubicBezTo>
                  <a:cubicBezTo>
                    <a:pt x="5786" y="4437"/>
                    <a:pt x="5419" y="4871"/>
                    <a:pt x="5019" y="5271"/>
                  </a:cubicBezTo>
                  <a:cubicBezTo>
                    <a:pt x="4618" y="5671"/>
                    <a:pt x="4251" y="6105"/>
                    <a:pt x="3918" y="6505"/>
                  </a:cubicBezTo>
                  <a:cubicBezTo>
                    <a:pt x="3551" y="6906"/>
                    <a:pt x="3217" y="7273"/>
                    <a:pt x="2884" y="7639"/>
                  </a:cubicBezTo>
                  <a:cubicBezTo>
                    <a:pt x="2583" y="8040"/>
                    <a:pt x="2283" y="8373"/>
                    <a:pt x="2016" y="8707"/>
                  </a:cubicBezTo>
                  <a:cubicBezTo>
                    <a:pt x="916" y="10041"/>
                    <a:pt x="282" y="11009"/>
                    <a:pt x="282" y="11009"/>
                  </a:cubicBezTo>
                  <a:cubicBezTo>
                    <a:pt x="0" y="11418"/>
                    <a:pt x="328" y="11886"/>
                    <a:pt x="721" y="11886"/>
                  </a:cubicBezTo>
                  <a:cubicBezTo>
                    <a:pt x="840" y="11886"/>
                    <a:pt x="966" y="11843"/>
                    <a:pt x="1082" y="11742"/>
                  </a:cubicBezTo>
                  <a:cubicBezTo>
                    <a:pt x="1082" y="11742"/>
                    <a:pt x="1983" y="11042"/>
                    <a:pt x="3217" y="9874"/>
                  </a:cubicBezTo>
                  <a:cubicBezTo>
                    <a:pt x="3517" y="9574"/>
                    <a:pt x="3884" y="9274"/>
                    <a:pt x="4218" y="8940"/>
                  </a:cubicBezTo>
                  <a:cubicBezTo>
                    <a:pt x="4585" y="8607"/>
                    <a:pt x="4952" y="8240"/>
                    <a:pt x="5319" y="7873"/>
                  </a:cubicBezTo>
                  <a:cubicBezTo>
                    <a:pt x="5686" y="7506"/>
                    <a:pt x="6086" y="7106"/>
                    <a:pt x="6486" y="6739"/>
                  </a:cubicBezTo>
                  <a:lnTo>
                    <a:pt x="7654" y="5538"/>
                  </a:lnTo>
                  <a:cubicBezTo>
                    <a:pt x="8454" y="4737"/>
                    <a:pt x="9255" y="3937"/>
                    <a:pt x="9989" y="3203"/>
                  </a:cubicBezTo>
                  <a:cubicBezTo>
                    <a:pt x="10356" y="2836"/>
                    <a:pt x="10689" y="2502"/>
                    <a:pt x="11056" y="2202"/>
                  </a:cubicBezTo>
                  <a:cubicBezTo>
                    <a:pt x="11202" y="2056"/>
                    <a:pt x="11349" y="1935"/>
                    <a:pt x="11472" y="1818"/>
                  </a:cubicBezTo>
                  <a:lnTo>
                    <a:pt x="11472" y="1818"/>
                  </a:lnTo>
                  <a:cubicBezTo>
                    <a:pt x="11478" y="1824"/>
                    <a:pt x="11484" y="1830"/>
                    <a:pt x="11490" y="1835"/>
                  </a:cubicBezTo>
                  <a:cubicBezTo>
                    <a:pt x="11557" y="1869"/>
                    <a:pt x="11590" y="1935"/>
                    <a:pt x="11657" y="1969"/>
                  </a:cubicBezTo>
                  <a:lnTo>
                    <a:pt x="11790" y="2169"/>
                  </a:lnTo>
                  <a:cubicBezTo>
                    <a:pt x="11990" y="2402"/>
                    <a:pt x="12190" y="2636"/>
                    <a:pt x="12324" y="2836"/>
                  </a:cubicBezTo>
                  <a:lnTo>
                    <a:pt x="12591" y="3270"/>
                  </a:lnTo>
                  <a:lnTo>
                    <a:pt x="12691" y="3436"/>
                  </a:lnTo>
                  <a:lnTo>
                    <a:pt x="12724" y="3470"/>
                  </a:lnTo>
                  <a:cubicBezTo>
                    <a:pt x="12844" y="3645"/>
                    <a:pt x="13011" y="3719"/>
                    <a:pt x="13176" y="3719"/>
                  </a:cubicBezTo>
                  <a:cubicBezTo>
                    <a:pt x="13512" y="3719"/>
                    <a:pt x="13837" y="3406"/>
                    <a:pt x="13725" y="3003"/>
                  </a:cubicBezTo>
                  <a:lnTo>
                    <a:pt x="13625" y="2769"/>
                  </a:lnTo>
                  <a:cubicBezTo>
                    <a:pt x="13558" y="2603"/>
                    <a:pt x="13491" y="2402"/>
                    <a:pt x="13425" y="2202"/>
                  </a:cubicBezTo>
                  <a:cubicBezTo>
                    <a:pt x="13291" y="1902"/>
                    <a:pt x="13158" y="1635"/>
                    <a:pt x="12991" y="1335"/>
                  </a:cubicBezTo>
                  <a:cubicBezTo>
                    <a:pt x="12791" y="968"/>
                    <a:pt x="12524" y="601"/>
                    <a:pt x="12224" y="268"/>
                  </a:cubicBezTo>
                  <a:lnTo>
                    <a:pt x="12157" y="201"/>
                  </a:lnTo>
                  <a:lnTo>
                    <a:pt x="12024" y="134"/>
                  </a:lnTo>
                  <a:cubicBezTo>
                    <a:pt x="11923" y="67"/>
                    <a:pt x="11857" y="34"/>
                    <a:pt x="11757" y="34"/>
                  </a:cubicBezTo>
                  <a:cubicBezTo>
                    <a:pt x="11690" y="34"/>
                    <a:pt x="11623" y="1"/>
                    <a:pt x="115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0"/>
            <p:cNvSpPr/>
            <p:nvPr/>
          </p:nvSpPr>
          <p:spPr>
            <a:xfrm>
              <a:off x="6751070" y="2631767"/>
              <a:ext cx="302827" cy="111364"/>
            </a:xfrm>
            <a:custGeom>
              <a:avLst/>
              <a:gdLst/>
              <a:ahLst/>
              <a:cxnLst/>
              <a:rect l="l" t="t" r="r" b="b"/>
              <a:pathLst>
                <a:path w="7740" h="2846" extrusionOk="0">
                  <a:moveTo>
                    <a:pt x="4084" y="1"/>
                  </a:moveTo>
                  <a:cubicBezTo>
                    <a:pt x="4013" y="1"/>
                    <a:pt x="3941" y="5"/>
                    <a:pt x="3870" y="14"/>
                  </a:cubicBezTo>
                  <a:cubicBezTo>
                    <a:pt x="3799" y="9"/>
                    <a:pt x="3729" y="7"/>
                    <a:pt x="3659" y="7"/>
                  </a:cubicBezTo>
                  <a:cubicBezTo>
                    <a:pt x="3196" y="7"/>
                    <a:pt x="2736" y="98"/>
                    <a:pt x="2302" y="214"/>
                  </a:cubicBezTo>
                  <a:cubicBezTo>
                    <a:pt x="2102" y="281"/>
                    <a:pt x="1868" y="381"/>
                    <a:pt x="1668" y="481"/>
                  </a:cubicBezTo>
                  <a:cubicBezTo>
                    <a:pt x="1468" y="547"/>
                    <a:pt x="1301" y="648"/>
                    <a:pt x="1134" y="781"/>
                  </a:cubicBezTo>
                  <a:cubicBezTo>
                    <a:pt x="867" y="914"/>
                    <a:pt x="601" y="1115"/>
                    <a:pt x="400" y="1348"/>
                  </a:cubicBezTo>
                  <a:cubicBezTo>
                    <a:pt x="300" y="1415"/>
                    <a:pt x="234" y="1481"/>
                    <a:pt x="200" y="1515"/>
                  </a:cubicBezTo>
                  <a:cubicBezTo>
                    <a:pt x="167" y="1548"/>
                    <a:pt x="167" y="1582"/>
                    <a:pt x="134" y="1582"/>
                  </a:cubicBezTo>
                  <a:lnTo>
                    <a:pt x="100" y="1682"/>
                  </a:lnTo>
                  <a:cubicBezTo>
                    <a:pt x="34" y="1815"/>
                    <a:pt x="0" y="1948"/>
                    <a:pt x="67" y="2082"/>
                  </a:cubicBezTo>
                  <a:cubicBezTo>
                    <a:pt x="124" y="2367"/>
                    <a:pt x="351" y="2530"/>
                    <a:pt x="624" y="2530"/>
                  </a:cubicBezTo>
                  <a:cubicBezTo>
                    <a:pt x="671" y="2530"/>
                    <a:pt x="719" y="2525"/>
                    <a:pt x="767" y="2516"/>
                  </a:cubicBezTo>
                  <a:lnTo>
                    <a:pt x="834" y="2516"/>
                  </a:lnTo>
                  <a:lnTo>
                    <a:pt x="1034" y="2482"/>
                  </a:lnTo>
                  <a:lnTo>
                    <a:pt x="1768" y="2315"/>
                  </a:lnTo>
                  <a:cubicBezTo>
                    <a:pt x="1935" y="2315"/>
                    <a:pt x="2102" y="2282"/>
                    <a:pt x="2268" y="2249"/>
                  </a:cubicBezTo>
                  <a:cubicBezTo>
                    <a:pt x="2435" y="2215"/>
                    <a:pt x="2602" y="2182"/>
                    <a:pt x="2769" y="2149"/>
                  </a:cubicBezTo>
                  <a:cubicBezTo>
                    <a:pt x="2910" y="2125"/>
                    <a:pt x="3035" y="2101"/>
                    <a:pt x="3167" y="2101"/>
                  </a:cubicBezTo>
                  <a:cubicBezTo>
                    <a:pt x="3222" y="2101"/>
                    <a:pt x="3277" y="2106"/>
                    <a:pt x="3336" y="2115"/>
                  </a:cubicBezTo>
                  <a:lnTo>
                    <a:pt x="3870" y="2115"/>
                  </a:lnTo>
                  <a:cubicBezTo>
                    <a:pt x="3925" y="2104"/>
                    <a:pt x="3981" y="2100"/>
                    <a:pt x="4038" y="2100"/>
                  </a:cubicBezTo>
                  <a:cubicBezTo>
                    <a:pt x="4151" y="2100"/>
                    <a:pt x="4270" y="2115"/>
                    <a:pt x="4403" y="2115"/>
                  </a:cubicBezTo>
                  <a:lnTo>
                    <a:pt x="4670" y="2115"/>
                  </a:lnTo>
                  <a:cubicBezTo>
                    <a:pt x="4737" y="2149"/>
                    <a:pt x="4804" y="2149"/>
                    <a:pt x="4904" y="2182"/>
                  </a:cubicBezTo>
                  <a:cubicBezTo>
                    <a:pt x="5070" y="2182"/>
                    <a:pt x="5204" y="2215"/>
                    <a:pt x="5371" y="2282"/>
                  </a:cubicBezTo>
                  <a:cubicBezTo>
                    <a:pt x="5437" y="2282"/>
                    <a:pt x="5504" y="2315"/>
                    <a:pt x="5604" y="2315"/>
                  </a:cubicBezTo>
                  <a:lnTo>
                    <a:pt x="5804" y="2415"/>
                  </a:lnTo>
                  <a:cubicBezTo>
                    <a:pt x="5938" y="2449"/>
                    <a:pt x="6071" y="2482"/>
                    <a:pt x="6171" y="2549"/>
                  </a:cubicBezTo>
                  <a:cubicBezTo>
                    <a:pt x="6271" y="2582"/>
                    <a:pt x="6371" y="2649"/>
                    <a:pt x="6471" y="2682"/>
                  </a:cubicBezTo>
                  <a:lnTo>
                    <a:pt x="6738" y="2782"/>
                  </a:lnTo>
                  <a:lnTo>
                    <a:pt x="6838" y="2816"/>
                  </a:lnTo>
                  <a:cubicBezTo>
                    <a:pt x="6900" y="2836"/>
                    <a:pt x="6960" y="2846"/>
                    <a:pt x="7018" y="2846"/>
                  </a:cubicBezTo>
                  <a:cubicBezTo>
                    <a:pt x="7434" y="2846"/>
                    <a:pt x="7740" y="2362"/>
                    <a:pt x="7506" y="1982"/>
                  </a:cubicBezTo>
                  <a:cubicBezTo>
                    <a:pt x="7506" y="1982"/>
                    <a:pt x="7439" y="1848"/>
                    <a:pt x="7305" y="1682"/>
                  </a:cubicBezTo>
                  <a:cubicBezTo>
                    <a:pt x="7239" y="1582"/>
                    <a:pt x="7139" y="1481"/>
                    <a:pt x="7039" y="1348"/>
                  </a:cubicBezTo>
                  <a:cubicBezTo>
                    <a:pt x="6938" y="1215"/>
                    <a:pt x="6772" y="1081"/>
                    <a:pt x="6638" y="981"/>
                  </a:cubicBezTo>
                  <a:lnTo>
                    <a:pt x="6405" y="781"/>
                  </a:lnTo>
                  <a:cubicBezTo>
                    <a:pt x="6305" y="714"/>
                    <a:pt x="6205" y="681"/>
                    <a:pt x="6105" y="614"/>
                  </a:cubicBezTo>
                  <a:cubicBezTo>
                    <a:pt x="5904" y="481"/>
                    <a:pt x="5671" y="347"/>
                    <a:pt x="5437" y="281"/>
                  </a:cubicBezTo>
                  <a:cubicBezTo>
                    <a:pt x="5304" y="247"/>
                    <a:pt x="5204" y="181"/>
                    <a:pt x="5070" y="147"/>
                  </a:cubicBezTo>
                  <a:cubicBezTo>
                    <a:pt x="4937" y="114"/>
                    <a:pt x="4804" y="114"/>
                    <a:pt x="4670" y="80"/>
                  </a:cubicBezTo>
                  <a:cubicBezTo>
                    <a:pt x="4475" y="32"/>
                    <a:pt x="4279" y="1"/>
                    <a:pt x="40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0"/>
            <p:cNvSpPr/>
            <p:nvPr/>
          </p:nvSpPr>
          <p:spPr>
            <a:xfrm>
              <a:off x="5766389" y="2495954"/>
              <a:ext cx="1121675" cy="757713"/>
            </a:xfrm>
            <a:custGeom>
              <a:avLst/>
              <a:gdLst/>
              <a:ahLst/>
              <a:cxnLst/>
              <a:rect l="l" t="t" r="r" b="b"/>
              <a:pathLst>
                <a:path w="28669" h="19364" extrusionOk="0">
                  <a:moveTo>
                    <a:pt x="20943" y="0"/>
                  </a:moveTo>
                  <a:cubicBezTo>
                    <a:pt x="16929" y="0"/>
                    <a:pt x="14559" y="5753"/>
                    <a:pt x="14559" y="5753"/>
                  </a:cubicBezTo>
                  <a:cubicBezTo>
                    <a:pt x="14559" y="5753"/>
                    <a:pt x="12616" y="234"/>
                    <a:pt x="8472" y="234"/>
                  </a:cubicBezTo>
                  <a:cubicBezTo>
                    <a:pt x="7698" y="234"/>
                    <a:pt x="6848" y="426"/>
                    <a:pt x="5919" y="883"/>
                  </a:cubicBezTo>
                  <a:cubicBezTo>
                    <a:pt x="0" y="3776"/>
                    <a:pt x="6279" y="19363"/>
                    <a:pt x="14513" y="19363"/>
                  </a:cubicBezTo>
                  <a:cubicBezTo>
                    <a:pt x="14539" y="19363"/>
                    <a:pt x="14566" y="19363"/>
                    <a:pt x="14592" y="19363"/>
                  </a:cubicBezTo>
                  <a:cubicBezTo>
                    <a:pt x="22831" y="19296"/>
                    <a:pt x="28669" y="3918"/>
                    <a:pt x="23598" y="816"/>
                  </a:cubicBezTo>
                  <a:cubicBezTo>
                    <a:pt x="22649" y="240"/>
                    <a:pt x="21762" y="0"/>
                    <a:pt x="209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60"/>
            <p:cNvSpPr/>
            <p:nvPr/>
          </p:nvSpPr>
          <p:spPr>
            <a:xfrm>
              <a:off x="5842648" y="2454792"/>
              <a:ext cx="986693" cy="839299"/>
            </a:xfrm>
            <a:custGeom>
              <a:avLst/>
              <a:gdLst/>
              <a:ahLst/>
              <a:cxnLst/>
              <a:rect l="l" t="t" r="r" b="b"/>
              <a:pathLst>
                <a:path w="25219" h="21449" extrusionOk="0">
                  <a:moveTo>
                    <a:pt x="19014" y="2102"/>
                  </a:moveTo>
                  <a:cubicBezTo>
                    <a:pt x="19748" y="2135"/>
                    <a:pt x="20482" y="2369"/>
                    <a:pt x="21116" y="2769"/>
                  </a:cubicBezTo>
                  <a:cubicBezTo>
                    <a:pt x="22550" y="3636"/>
                    <a:pt x="22917" y="6305"/>
                    <a:pt x="22016" y="9540"/>
                  </a:cubicBezTo>
                  <a:cubicBezTo>
                    <a:pt x="20715" y="14277"/>
                    <a:pt x="16979" y="19347"/>
                    <a:pt x="12643" y="19381"/>
                  </a:cubicBezTo>
                  <a:lnTo>
                    <a:pt x="12576" y="19381"/>
                  </a:lnTo>
                  <a:cubicBezTo>
                    <a:pt x="9107" y="19381"/>
                    <a:pt x="4470" y="15445"/>
                    <a:pt x="3003" y="9107"/>
                  </a:cubicBezTo>
                  <a:cubicBezTo>
                    <a:pt x="2736" y="7939"/>
                    <a:pt x="2035" y="4036"/>
                    <a:pt x="4404" y="2869"/>
                  </a:cubicBezTo>
                  <a:cubicBezTo>
                    <a:pt x="5071" y="2535"/>
                    <a:pt x="5771" y="2335"/>
                    <a:pt x="6539" y="2335"/>
                  </a:cubicBezTo>
                  <a:cubicBezTo>
                    <a:pt x="9874" y="2335"/>
                    <a:pt x="11609" y="7105"/>
                    <a:pt x="11642" y="7172"/>
                  </a:cubicBezTo>
                  <a:cubicBezTo>
                    <a:pt x="11776" y="7572"/>
                    <a:pt x="12176" y="7839"/>
                    <a:pt x="12610" y="7839"/>
                  </a:cubicBezTo>
                  <a:cubicBezTo>
                    <a:pt x="13043" y="7839"/>
                    <a:pt x="13410" y="7606"/>
                    <a:pt x="13577" y="7205"/>
                  </a:cubicBezTo>
                  <a:cubicBezTo>
                    <a:pt x="13610" y="7139"/>
                    <a:pt x="15779" y="2102"/>
                    <a:pt x="19014" y="2102"/>
                  </a:cubicBezTo>
                  <a:close/>
                  <a:moveTo>
                    <a:pt x="19014" y="0"/>
                  </a:moveTo>
                  <a:cubicBezTo>
                    <a:pt x="15979" y="0"/>
                    <a:pt x="13844" y="2602"/>
                    <a:pt x="12676" y="4503"/>
                  </a:cubicBezTo>
                  <a:cubicBezTo>
                    <a:pt x="11609" y="2669"/>
                    <a:pt x="9607" y="234"/>
                    <a:pt x="6539" y="234"/>
                  </a:cubicBezTo>
                  <a:cubicBezTo>
                    <a:pt x="5471" y="267"/>
                    <a:pt x="4437" y="534"/>
                    <a:pt x="3503" y="1001"/>
                  </a:cubicBezTo>
                  <a:cubicBezTo>
                    <a:pt x="968" y="2268"/>
                    <a:pt x="1" y="5471"/>
                    <a:pt x="968" y="9574"/>
                  </a:cubicBezTo>
                  <a:cubicBezTo>
                    <a:pt x="1668" y="12509"/>
                    <a:pt x="3069" y="15244"/>
                    <a:pt x="5071" y="17513"/>
                  </a:cubicBezTo>
                  <a:cubicBezTo>
                    <a:pt x="7306" y="20115"/>
                    <a:pt x="9908" y="21449"/>
                    <a:pt x="12576" y="21449"/>
                  </a:cubicBezTo>
                  <a:lnTo>
                    <a:pt x="12643" y="21449"/>
                  </a:lnTo>
                  <a:cubicBezTo>
                    <a:pt x="18080" y="21416"/>
                    <a:pt x="22517" y="15678"/>
                    <a:pt x="24051" y="10074"/>
                  </a:cubicBezTo>
                  <a:cubicBezTo>
                    <a:pt x="25219" y="5804"/>
                    <a:pt x="24551" y="2402"/>
                    <a:pt x="22216" y="1001"/>
                  </a:cubicBezTo>
                  <a:cubicBezTo>
                    <a:pt x="21249" y="367"/>
                    <a:pt x="20148" y="34"/>
                    <a:pt x="190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60"/>
            <p:cNvSpPr/>
            <p:nvPr/>
          </p:nvSpPr>
          <p:spPr>
            <a:xfrm>
              <a:off x="6891459" y="2495954"/>
              <a:ext cx="1121675" cy="757713"/>
            </a:xfrm>
            <a:custGeom>
              <a:avLst/>
              <a:gdLst/>
              <a:ahLst/>
              <a:cxnLst/>
              <a:rect l="l" t="t" r="r" b="b"/>
              <a:pathLst>
                <a:path w="28669" h="19364" extrusionOk="0">
                  <a:moveTo>
                    <a:pt x="20943" y="0"/>
                  </a:moveTo>
                  <a:cubicBezTo>
                    <a:pt x="16929" y="0"/>
                    <a:pt x="14558" y="5753"/>
                    <a:pt x="14558" y="5753"/>
                  </a:cubicBezTo>
                  <a:cubicBezTo>
                    <a:pt x="14558" y="5753"/>
                    <a:pt x="12616" y="234"/>
                    <a:pt x="8472" y="234"/>
                  </a:cubicBezTo>
                  <a:cubicBezTo>
                    <a:pt x="7698" y="234"/>
                    <a:pt x="6848" y="426"/>
                    <a:pt x="5919" y="883"/>
                  </a:cubicBezTo>
                  <a:cubicBezTo>
                    <a:pt x="0" y="3776"/>
                    <a:pt x="6279" y="19363"/>
                    <a:pt x="14513" y="19363"/>
                  </a:cubicBezTo>
                  <a:cubicBezTo>
                    <a:pt x="14539" y="19363"/>
                    <a:pt x="14566" y="19363"/>
                    <a:pt x="14592" y="19363"/>
                  </a:cubicBezTo>
                  <a:cubicBezTo>
                    <a:pt x="22831" y="19296"/>
                    <a:pt x="28669" y="3918"/>
                    <a:pt x="23598" y="816"/>
                  </a:cubicBezTo>
                  <a:cubicBezTo>
                    <a:pt x="22649" y="240"/>
                    <a:pt x="21761" y="0"/>
                    <a:pt x="209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60"/>
            <p:cNvSpPr/>
            <p:nvPr/>
          </p:nvSpPr>
          <p:spPr>
            <a:xfrm>
              <a:off x="6969010" y="2454792"/>
              <a:ext cx="985402" cy="839299"/>
            </a:xfrm>
            <a:custGeom>
              <a:avLst/>
              <a:gdLst/>
              <a:ahLst/>
              <a:cxnLst/>
              <a:rect l="l" t="t" r="r" b="b"/>
              <a:pathLst>
                <a:path w="25186" h="21449" extrusionOk="0">
                  <a:moveTo>
                    <a:pt x="18981" y="2102"/>
                  </a:moveTo>
                  <a:cubicBezTo>
                    <a:pt x="19715" y="2135"/>
                    <a:pt x="20449" y="2369"/>
                    <a:pt x="21083" y="2769"/>
                  </a:cubicBezTo>
                  <a:cubicBezTo>
                    <a:pt x="22517" y="3636"/>
                    <a:pt x="22884" y="6305"/>
                    <a:pt x="21983" y="9540"/>
                  </a:cubicBezTo>
                  <a:cubicBezTo>
                    <a:pt x="20682" y="14277"/>
                    <a:pt x="16946" y="19347"/>
                    <a:pt x="12610" y="19381"/>
                  </a:cubicBezTo>
                  <a:lnTo>
                    <a:pt x="12543" y="19381"/>
                  </a:lnTo>
                  <a:cubicBezTo>
                    <a:pt x="9074" y="19381"/>
                    <a:pt x="4437" y="15445"/>
                    <a:pt x="2970" y="9107"/>
                  </a:cubicBezTo>
                  <a:cubicBezTo>
                    <a:pt x="2703" y="7939"/>
                    <a:pt x="2002" y="4036"/>
                    <a:pt x="4371" y="2869"/>
                  </a:cubicBezTo>
                  <a:cubicBezTo>
                    <a:pt x="5038" y="2535"/>
                    <a:pt x="5738" y="2335"/>
                    <a:pt x="6505" y="2335"/>
                  </a:cubicBezTo>
                  <a:cubicBezTo>
                    <a:pt x="9841" y="2335"/>
                    <a:pt x="11576" y="7105"/>
                    <a:pt x="11609" y="7172"/>
                  </a:cubicBezTo>
                  <a:cubicBezTo>
                    <a:pt x="11762" y="7631"/>
                    <a:pt x="12166" y="7864"/>
                    <a:pt x="12574" y="7864"/>
                  </a:cubicBezTo>
                  <a:cubicBezTo>
                    <a:pt x="12967" y="7864"/>
                    <a:pt x="13364" y="7647"/>
                    <a:pt x="13544" y="7205"/>
                  </a:cubicBezTo>
                  <a:cubicBezTo>
                    <a:pt x="13577" y="7139"/>
                    <a:pt x="15745" y="2102"/>
                    <a:pt x="18981" y="2102"/>
                  </a:cubicBezTo>
                  <a:close/>
                  <a:moveTo>
                    <a:pt x="18981" y="0"/>
                  </a:moveTo>
                  <a:cubicBezTo>
                    <a:pt x="15946" y="0"/>
                    <a:pt x="13811" y="2602"/>
                    <a:pt x="12643" y="4503"/>
                  </a:cubicBezTo>
                  <a:cubicBezTo>
                    <a:pt x="11576" y="2669"/>
                    <a:pt x="9574" y="234"/>
                    <a:pt x="6505" y="234"/>
                  </a:cubicBezTo>
                  <a:cubicBezTo>
                    <a:pt x="5438" y="267"/>
                    <a:pt x="4404" y="534"/>
                    <a:pt x="3470" y="1001"/>
                  </a:cubicBezTo>
                  <a:cubicBezTo>
                    <a:pt x="935" y="2268"/>
                    <a:pt x="1" y="5471"/>
                    <a:pt x="935" y="9574"/>
                  </a:cubicBezTo>
                  <a:cubicBezTo>
                    <a:pt x="1635" y="12509"/>
                    <a:pt x="3036" y="15244"/>
                    <a:pt x="5038" y="17513"/>
                  </a:cubicBezTo>
                  <a:cubicBezTo>
                    <a:pt x="7273" y="20115"/>
                    <a:pt x="9875" y="21449"/>
                    <a:pt x="12543" y="21449"/>
                  </a:cubicBezTo>
                  <a:lnTo>
                    <a:pt x="12643" y="21449"/>
                  </a:lnTo>
                  <a:cubicBezTo>
                    <a:pt x="18047" y="21416"/>
                    <a:pt x="22484" y="15678"/>
                    <a:pt x="24018" y="10074"/>
                  </a:cubicBezTo>
                  <a:cubicBezTo>
                    <a:pt x="25185" y="5804"/>
                    <a:pt x="24518" y="2402"/>
                    <a:pt x="22183" y="1001"/>
                  </a:cubicBezTo>
                  <a:cubicBezTo>
                    <a:pt x="21216" y="367"/>
                    <a:pt x="20115" y="34"/>
                    <a:pt x="189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0"/>
            <p:cNvSpPr/>
            <p:nvPr/>
          </p:nvSpPr>
          <p:spPr>
            <a:xfrm>
              <a:off x="6115445" y="2777636"/>
              <a:ext cx="74416" cy="75795"/>
            </a:xfrm>
            <a:custGeom>
              <a:avLst/>
              <a:gdLst/>
              <a:ahLst/>
              <a:cxnLst/>
              <a:rect l="l" t="t" r="r" b="b"/>
              <a:pathLst>
                <a:path w="1902" h="1937" extrusionOk="0">
                  <a:moveTo>
                    <a:pt x="1324" y="1"/>
                  </a:moveTo>
                  <a:cubicBezTo>
                    <a:pt x="1273" y="1"/>
                    <a:pt x="1220" y="7"/>
                    <a:pt x="1168" y="22"/>
                  </a:cubicBezTo>
                  <a:cubicBezTo>
                    <a:pt x="734" y="189"/>
                    <a:pt x="567" y="555"/>
                    <a:pt x="367" y="922"/>
                  </a:cubicBezTo>
                  <a:cubicBezTo>
                    <a:pt x="234" y="1123"/>
                    <a:pt x="134" y="1356"/>
                    <a:pt x="67" y="1590"/>
                  </a:cubicBezTo>
                  <a:cubicBezTo>
                    <a:pt x="0" y="1623"/>
                    <a:pt x="0" y="1723"/>
                    <a:pt x="67" y="1756"/>
                  </a:cubicBezTo>
                  <a:cubicBezTo>
                    <a:pt x="100" y="1790"/>
                    <a:pt x="134" y="1856"/>
                    <a:pt x="200" y="1890"/>
                  </a:cubicBezTo>
                  <a:cubicBezTo>
                    <a:pt x="248" y="1913"/>
                    <a:pt x="311" y="1937"/>
                    <a:pt x="380" y="1937"/>
                  </a:cubicBezTo>
                  <a:cubicBezTo>
                    <a:pt x="409" y="1937"/>
                    <a:pt x="438" y="1933"/>
                    <a:pt x="467" y="1923"/>
                  </a:cubicBezTo>
                  <a:cubicBezTo>
                    <a:pt x="634" y="1890"/>
                    <a:pt x="801" y="1823"/>
                    <a:pt x="968" y="1723"/>
                  </a:cubicBezTo>
                  <a:cubicBezTo>
                    <a:pt x="1134" y="1590"/>
                    <a:pt x="1301" y="1456"/>
                    <a:pt x="1468" y="1289"/>
                  </a:cubicBezTo>
                  <a:cubicBezTo>
                    <a:pt x="1701" y="1123"/>
                    <a:pt x="1868" y="856"/>
                    <a:pt x="1902" y="589"/>
                  </a:cubicBezTo>
                  <a:cubicBezTo>
                    <a:pt x="1902" y="246"/>
                    <a:pt x="1632" y="1"/>
                    <a:pt x="13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0"/>
            <p:cNvSpPr/>
            <p:nvPr/>
          </p:nvSpPr>
          <p:spPr>
            <a:xfrm>
              <a:off x="6158524" y="2796339"/>
              <a:ext cx="133573" cy="120520"/>
            </a:xfrm>
            <a:custGeom>
              <a:avLst/>
              <a:gdLst/>
              <a:ahLst/>
              <a:cxnLst/>
              <a:rect l="l" t="t" r="r" b="b"/>
              <a:pathLst>
                <a:path w="3414" h="3080" extrusionOk="0">
                  <a:moveTo>
                    <a:pt x="2321" y="1"/>
                  </a:moveTo>
                  <a:cubicBezTo>
                    <a:pt x="2140" y="1"/>
                    <a:pt x="1957" y="64"/>
                    <a:pt x="1801" y="211"/>
                  </a:cubicBezTo>
                  <a:cubicBezTo>
                    <a:pt x="1434" y="611"/>
                    <a:pt x="1067" y="1045"/>
                    <a:pt x="734" y="1445"/>
                  </a:cubicBezTo>
                  <a:cubicBezTo>
                    <a:pt x="367" y="1845"/>
                    <a:pt x="0" y="2246"/>
                    <a:pt x="33" y="2746"/>
                  </a:cubicBezTo>
                  <a:cubicBezTo>
                    <a:pt x="33" y="2946"/>
                    <a:pt x="167" y="3080"/>
                    <a:pt x="367" y="3080"/>
                  </a:cubicBezTo>
                  <a:cubicBezTo>
                    <a:pt x="834" y="2980"/>
                    <a:pt x="1301" y="2746"/>
                    <a:pt x="1668" y="2446"/>
                  </a:cubicBezTo>
                  <a:cubicBezTo>
                    <a:pt x="2202" y="2112"/>
                    <a:pt x="2669" y="1679"/>
                    <a:pt x="3036" y="1178"/>
                  </a:cubicBezTo>
                  <a:cubicBezTo>
                    <a:pt x="3413" y="599"/>
                    <a:pt x="2878" y="1"/>
                    <a:pt x="23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60"/>
            <p:cNvSpPr/>
            <p:nvPr/>
          </p:nvSpPr>
          <p:spPr>
            <a:xfrm>
              <a:off x="7181785" y="2678016"/>
              <a:ext cx="114167" cy="91369"/>
            </a:xfrm>
            <a:custGeom>
              <a:avLst/>
              <a:gdLst/>
              <a:ahLst/>
              <a:cxnLst/>
              <a:rect l="l" t="t" r="r" b="b"/>
              <a:pathLst>
                <a:path w="2918" h="2335" extrusionOk="0">
                  <a:moveTo>
                    <a:pt x="2089" y="0"/>
                  </a:moveTo>
                  <a:cubicBezTo>
                    <a:pt x="2018" y="0"/>
                    <a:pt x="1943" y="10"/>
                    <a:pt x="1868" y="33"/>
                  </a:cubicBezTo>
                  <a:cubicBezTo>
                    <a:pt x="1534" y="199"/>
                    <a:pt x="1201" y="466"/>
                    <a:pt x="967" y="766"/>
                  </a:cubicBezTo>
                  <a:cubicBezTo>
                    <a:pt x="767" y="1000"/>
                    <a:pt x="534" y="1233"/>
                    <a:pt x="334" y="1434"/>
                  </a:cubicBezTo>
                  <a:cubicBezTo>
                    <a:pt x="0" y="1767"/>
                    <a:pt x="234" y="2334"/>
                    <a:pt x="701" y="2334"/>
                  </a:cubicBezTo>
                  <a:cubicBezTo>
                    <a:pt x="1067" y="2301"/>
                    <a:pt x="1468" y="2201"/>
                    <a:pt x="1768" y="1967"/>
                  </a:cubicBezTo>
                  <a:cubicBezTo>
                    <a:pt x="2202" y="1734"/>
                    <a:pt x="2569" y="1367"/>
                    <a:pt x="2802" y="933"/>
                  </a:cubicBezTo>
                  <a:cubicBezTo>
                    <a:pt x="2918" y="442"/>
                    <a:pt x="2557" y="0"/>
                    <a:pt x="20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60"/>
            <p:cNvSpPr/>
            <p:nvPr/>
          </p:nvSpPr>
          <p:spPr>
            <a:xfrm>
              <a:off x="7243097" y="2725674"/>
              <a:ext cx="150240" cy="122673"/>
            </a:xfrm>
            <a:custGeom>
              <a:avLst/>
              <a:gdLst/>
              <a:ahLst/>
              <a:cxnLst/>
              <a:rect l="l" t="t" r="r" b="b"/>
              <a:pathLst>
                <a:path w="3840" h="3135" extrusionOk="0">
                  <a:moveTo>
                    <a:pt x="2819" y="0"/>
                  </a:moveTo>
                  <a:cubicBezTo>
                    <a:pt x="2630" y="0"/>
                    <a:pt x="2435" y="75"/>
                    <a:pt x="2269" y="249"/>
                  </a:cubicBezTo>
                  <a:cubicBezTo>
                    <a:pt x="1835" y="649"/>
                    <a:pt x="1435" y="1050"/>
                    <a:pt x="935" y="1450"/>
                  </a:cubicBezTo>
                  <a:cubicBezTo>
                    <a:pt x="468" y="1850"/>
                    <a:pt x="1" y="2184"/>
                    <a:pt x="134" y="2784"/>
                  </a:cubicBezTo>
                  <a:cubicBezTo>
                    <a:pt x="190" y="3005"/>
                    <a:pt x="382" y="3135"/>
                    <a:pt x="579" y="3135"/>
                  </a:cubicBezTo>
                  <a:cubicBezTo>
                    <a:pt x="620" y="3135"/>
                    <a:pt x="661" y="3129"/>
                    <a:pt x="701" y="3118"/>
                  </a:cubicBezTo>
                  <a:cubicBezTo>
                    <a:pt x="1168" y="2951"/>
                    <a:pt x="1602" y="2717"/>
                    <a:pt x="2002" y="2451"/>
                  </a:cubicBezTo>
                  <a:cubicBezTo>
                    <a:pt x="2603" y="2150"/>
                    <a:pt x="3103" y="1717"/>
                    <a:pt x="3470" y="1183"/>
                  </a:cubicBezTo>
                  <a:cubicBezTo>
                    <a:pt x="3840" y="592"/>
                    <a:pt x="3354" y="0"/>
                    <a:pt x="2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1" name="Google Shape;2721;p60"/>
          <p:cNvGrpSpPr/>
          <p:nvPr/>
        </p:nvGrpSpPr>
        <p:grpSpPr>
          <a:xfrm>
            <a:off x="-742512" y="406361"/>
            <a:ext cx="1693701" cy="857873"/>
            <a:chOff x="0" y="6078527"/>
            <a:chExt cx="2501774" cy="1267169"/>
          </a:xfrm>
        </p:grpSpPr>
        <p:sp>
          <p:nvSpPr>
            <p:cNvPr id="2722" name="Google Shape;2722;p60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60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60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60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60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60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8" name="Google Shape;2728;p60"/>
          <p:cNvGrpSpPr/>
          <p:nvPr/>
        </p:nvGrpSpPr>
        <p:grpSpPr>
          <a:xfrm rot="2084330">
            <a:off x="4257594" y="4882202"/>
            <a:ext cx="1653874" cy="539975"/>
            <a:chOff x="2564525" y="5223525"/>
            <a:chExt cx="2556110" cy="834547"/>
          </a:xfrm>
        </p:grpSpPr>
        <p:sp>
          <p:nvSpPr>
            <p:cNvPr id="2729" name="Google Shape;2729;p60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60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60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0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0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0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0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0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60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60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3" name="Google Shape;2743;p61"/>
          <p:cNvGrpSpPr/>
          <p:nvPr/>
        </p:nvGrpSpPr>
        <p:grpSpPr>
          <a:xfrm>
            <a:off x="3505772" y="227740"/>
            <a:ext cx="2006662" cy="1528595"/>
            <a:chOff x="3505772" y="227740"/>
            <a:chExt cx="2006662" cy="1528595"/>
          </a:xfrm>
        </p:grpSpPr>
        <p:grpSp>
          <p:nvGrpSpPr>
            <p:cNvPr id="2744" name="Google Shape;2744;p61"/>
            <p:cNvGrpSpPr/>
            <p:nvPr/>
          </p:nvGrpSpPr>
          <p:grpSpPr>
            <a:xfrm>
              <a:off x="3505772" y="227740"/>
              <a:ext cx="2006662" cy="1528595"/>
              <a:chOff x="3078781" y="91924"/>
              <a:chExt cx="2577269" cy="1963513"/>
            </a:xfrm>
          </p:grpSpPr>
          <p:sp>
            <p:nvSpPr>
              <p:cNvPr id="2745" name="Google Shape;2745;p61"/>
              <p:cNvSpPr/>
              <p:nvPr/>
            </p:nvSpPr>
            <p:spPr>
              <a:xfrm rot="335312">
                <a:off x="3157566" y="205618"/>
                <a:ext cx="2419700" cy="1736126"/>
              </a:xfrm>
              <a:custGeom>
                <a:avLst/>
                <a:gdLst/>
                <a:ahLst/>
                <a:cxnLst/>
                <a:rect l="l" t="t" r="r" b="b"/>
                <a:pathLst>
                  <a:path w="83560" h="59954" extrusionOk="0">
                    <a:moveTo>
                      <a:pt x="53984" y="1"/>
                    </a:moveTo>
                    <a:cubicBezTo>
                      <a:pt x="53643" y="1"/>
                      <a:pt x="53378" y="44"/>
                      <a:pt x="53171" y="76"/>
                    </a:cubicBezTo>
                    <a:cubicBezTo>
                      <a:pt x="52838" y="143"/>
                      <a:pt x="52471" y="243"/>
                      <a:pt x="52171" y="376"/>
                    </a:cubicBezTo>
                    <a:cubicBezTo>
                      <a:pt x="50069" y="1344"/>
                      <a:pt x="48935" y="3846"/>
                      <a:pt x="48401" y="9049"/>
                    </a:cubicBezTo>
                    <a:cubicBezTo>
                      <a:pt x="43231" y="10017"/>
                      <a:pt x="31523" y="12418"/>
                      <a:pt x="21549" y="16255"/>
                    </a:cubicBezTo>
                    <a:cubicBezTo>
                      <a:pt x="8006" y="21458"/>
                      <a:pt x="0" y="28530"/>
                      <a:pt x="1201" y="34234"/>
                    </a:cubicBezTo>
                    <a:cubicBezTo>
                      <a:pt x="1468" y="35435"/>
                      <a:pt x="2235" y="36402"/>
                      <a:pt x="3336" y="36936"/>
                    </a:cubicBezTo>
                    <a:cubicBezTo>
                      <a:pt x="1968" y="39338"/>
                      <a:pt x="2035" y="41339"/>
                      <a:pt x="2635" y="42874"/>
                    </a:cubicBezTo>
                    <a:cubicBezTo>
                      <a:pt x="2943" y="43734"/>
                      <a:pt x="4214" y="46267"/>
                      <a:pt x="7884" y="46267"/>
                    </a:cubicBezTo>
                    <a:cubicBezTo>
                      <a:pt x="8196" y="46267"/>
                      <a:pt x="8525" y="46249"/>
                      <a:pt x="8873" y="46209"/>
                    </a:cubicBezTo>
                    <a:lnTo>
                      <a:pt x="8873" y="46209"/>
                    </a:lnTo>
                    <a:cubicBezTo>
                      <a:pt x="8673" y="47410"/>
                      <a:pt x="8907" y="48644"/>
                      <a:pt x="9474" y="49712"/>
                    </a:cubicBezTo>
                    <a:cubicBezTo>
                      <a:pt x="10408" y="51446"/>
                      <a:pt x="12142" y="52614"/>
                      <a:pt x="14110" y="52847"/>
                    </a:cubicBezTo>
                    <a:cubicBezTo>
                      <a:pt x="13977" y="53781"/>
                      <a:pt x="14077" y="54749"/>
                      <a:pt x="14344" y="55649"/>
                    </a:cubicBezTo>
                    <a:cubicBezTo>
                      <a:pt x="14957" y="57840"/>
                      <a:pt x="16823" y="59953"/>
                      <a:pt x="20188" y="59953"/>
                    </a:cubicBezTo>
                    <a:cubicBezTo>
                      <a:pt x="20667" y="59953"/>
                      <a:pt x="21176" y="59910"/>
                      <a:pt x="21716" y="59819"/>
                    </a:cubicBezTo>
                    <a:cubicBezTo>
                      <a:pt x="26186" y="59018"/>
                      <a:pt x="32190" y="55016"/>
                      <a:pt x="37927" y="50946"/>
                    </a:cubicBezTo>
                    <a:cubicBezTo>
                      <a:pt x="44932" y="46009"/>
                      <a:pt x="49536" y="43174"/>
                      <a:pt x="52171" y="41673"/>
                    </a:cubicBezTo>
                    <a:cubicBezTo>
                      <a:pt x="52738" y="42473"/>
                      <a:pt x="53605" y="43040"/>
                      <a:pt x="54606" y="43207"/>
                    </a:cubicBezTo>
                    <a:cubicBezTo>
                      <a:pt x="54856" y="43257"/>
                      <a:pt x="55106" y="43282"/>
                      <a:pt x="55356" y="43282"/>
                    </a:cubicBezTo>
                    <a:cubicBezTo>
                      <a:pt x="55607" y="43282"/>
                      <a:pt x="55857" y="43257"/>
                      <a:pt x="56107" y="43207"/>
                    </a:cubicBezTo>
                    <a:cubicBezTo>
                      <a:pt x="58709" y="42773"/>
                      <a:pt x="62044" y="39338"/>
                      <a:pt x="66081" y="33033"/>
                    </a:cubicBezTo>
                    <a:cubicBezTo>
                      <a:pt x="69055" y="33418"/>
                      <a:pt x="73665" y="33921"/>
                      <a:pt x="76836" y="33921"/>
                    </a:cubicBezTo>
                    <a:cubicBezTo>
                      <a:pt x="77790" y="33921"/>
                      <a:pt x="78614" y="33875"/>
                      <a:pt x="79223" y="33767"/>
                    </a:cubicBezTo>
                    <a:cubicBezTo>
                      <a:pt x="81292" y="33400"/>
                      <a:pt x="82125" y="32266"/>
                      <a:pt x="82459" y="31365"/>
                    </a:cubicBezTo>
                    <a:cubicBezTo>
                      <a:pt x="83026" y="29931"/>
                      <a:pt x="83560" y="28563"/>
                      <a:pt x="75854" y="17355"/>
                    </a:cubicBezTo>
                    <a:cubicBezTo>
                      <a:pt x="78656" y="7315"/>
                      <a:pt x="77255" y="5614"/>
                      <a:pt x="76488" y="4680"/>
                    </a:cubicBezTo>
                    <a:cubicBezTo>
                      <a:pt x="75690" y="3701"/>
                      <a:pt x="74534" y="3220"/>
                      <a:pt x="73066" y="3220"/>
                    </a:cubicBezTo>
                    <a:cubicBezTo>
                      <a:pt x="72632" y="3220"/>
                      <a:pt x="72172" y="3262"/>
                      <a:pt x="71685" y="3345"/>
                    </a:cubicBezTo>
                    <a:cubicBezTo>
                      <a:pt x="69316" y="3746"/>
                      <a:pt x="65847" y="5213"/>
                      <a:pt x="63579" y="6247"/>
                    </a:cubicBezTo>
                    <a:cubicBezTo>
                      <a:pt x="58170" y="758"/>
                      <a:pt x="55409" y="1"/>
                      <a:pt x="539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dist="66675" dir="2880000" algn="bl" rotWithShape="0">
                  <a:srgbClr val="000000">
                    <a:alpha val="8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61"/>
              <p:cNvSpPr/>
              <p:nvPr/>
            </p:nvSpPr>
            <p:spPr>
              <a:xfrm rot="335312">
                <a:off x="3605643" y="1095634"/>
                <a:ext cx="1071259" cy="730630"/>
              </a:xfrm>
              <a:custGeom>
                <a:avLst/>
                <a:gdLst/>
                <a:ahLst/>
                <a:cxnLst/>
                <a:rect l="l" t="t" r="r" b="b"/>
                <a:pathLst>
                  <a:path w="36994" h="25231" extrusionOk="0">
                    <a:moveTo>
                      <a:pt x="35759" y="0"/>
                    </a:moveTo>
                    <a:cubicBezTo>
                      <a:pt x="32290" y="467"/>
                      <a:pt x="14010" y="8039"/>
                      <a:pt x="5237" y="15411"/>
                    </a:cubicBezTo>
                    <a:lnTo>
                      <a:pt x="5237" y="15444"/>
                    </a:lnTo>
                    <a:cubicBezTo>
                      <a:pt x="1935" y="18213"/>
                      <a:pt x="0" y="20982"/>
                      <a:pt x="701" y="23317"/>
                    </a:cubicBezTo>
                    <a:cubicBezTo>
                      <a:pt x="1099" y="24669"/>
                      <a:pt x="2047" y="25230"/>
                      <a:pt x="3361" y="25230"/>
                    </a:cubicBezTo>
                    <a:cubicBezTo>
                      <a:pt x="7104" y="25230"/>
                      <a:pt x="13815" y="20672"/>
                      <a:pt x="19247" y="16845"/>
                    </a:cubicBezTo>
                    <a:cubicBezTo>
                      <a:pt x="31923" y="7906"/>
                      <a:pt x="36893" y="5771"/>
                      <a:pt x="36893" y="5771"/>
                    </a:cubicBezTo>
                    <a:lnTo>
                      <a:pt x="36993" y="5737"/>
                    </a:lnTo>
                    <a:cubicBezTo>
                      <a:pt x="36560" y="4070"/>
                      <a:pt x="36126" y="1868"/>
                      <a:pt x="358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61"/>
              <p:cNvSpPr/>
              <p:nvPr/>
            </p:nvSpPr>
            <p:spPr>
              <a:xfrm rot="335312">
                <a:off x="4413737" y="358162"/>
                <a:ext cx="1078991" cy="1062485"/>
              </a:xfrm>
              <a:custGeom>
                <a:avLst/>
                <a:gdLst/>
                <a:ahLst/>
                <a:cxnLst/>
                <a:rect l="l" t="t" r="r" b="b"/>
                <a:pathLst>
                  <a:path w="37261" h="36691" extrusionOk="0">
                    <a:moveTo>
                      <a:pt x="11319" y="0"/>
                    </a:moveTo>
                    <a:cubicBezTo>
                      <a:pt x="11167" y="0"/>
                      <a:pt x="11029" y="27"/>
                      <a:pt x="10909" y="83"/>
                    </a:cubicBezTo>
                    <a:cubicBezTo>
                      <a:pt x="9508" y="683"/>
                      <a:pt x="9007" y="5320"/>
                      <a:pt x="8807" y="8556"/>
                    </a:cubicBezTo>
                    <a:cubicBezTo>
                      <a:pt x="8707" y="10324"/>
                      <a:pt x="8707" y="11658"/>
                      <a:pt x="8707" y="11658"/>
                    </a:cubicBezTo>
                    <a:cubicBezTo>
                      <a:pt x="8707" y="11658"/>
                      <a:pt x="34" y="14727"/>
                      <a:pt x="1" y="17229"/>
                    </a:cubicBezTo>
                    <a:cubicBezTo>
                      <a:pt x="1" y="17562"/>
                      <a:pt x="134" y="17896"/>
                      <a:pt x="335" y="18163"/>
                    </a:cubicBezTo>
                    <a:cubicBezTo>
                      <a:pt x="1435" y="19730"/>
                      <a:pt x="4871" y="21665"/>
                      <a:pt x="7173" y="22799"/>
                    </a:cubicBezTo>
                    <a:cubicBezTo>
                      <a:pt x="8440" y="23433"/>
                      <a:pt x="9374" y="23833"/>
                      <a:pt x="9374" y="23833"/>
                    </a:cubicBezTo>
                    <a:cubicBezTo>
                      <a:pt x="9374" y="23833"/>
                      <a:pt x="9608" y="25735"/>
                      <a:pt x="9975" y="28070"/>
                    </a:cubicBezTo>
                    <a:cubicBezTo>
                      <a:pt x="10275" y="29971"/>
                      <a:pt x="10709" y="32139"/>
                      <a:pt x="11142" y="33840"/>
                    </a:cubicBezTo>
                    <a:cubicBezTo>
                      <a:pt x="11576" y="35408"/>
                      <a:pt x="12043" y="36576"/>
                      <a:pt x="12543" y="36676"/>
                    </a:cubicBezTo>
                    <a:cubicBezTo>
                      <a:pt x="12597" y="36686"/>
                      <a:pt x="12652" y="36690"/>
                      <a:pt x="12709" y="36690"/>
                    </a:cubicBezTo>
                    <a:cubicBezTo>
                      <a:pt x="15386" y="36690"/>
                      <a:pt x="21750" y="26202"/>
                      <a:pt x="21750" y="26202"/>
                    </a:cubicBezTo>
                    <a:cubicBezTo>
                      <a:pt x="21750" y="26202"/>
                      <a:pt x="30052" y="27328"/>
                      <a:pt x="34313" y="27328"/>
                    </a:cubicBezTo>
                    <a:cubicBezTo>
                      <a:pt x="35685" y="27328"/>
                      <a:pt x="36639" y="27211"/>
                      <a:pt x="36761" y="26902"/>
                    </a:cubicBezTo>
                    <a:cubicBezTo>
                      <a:pt x="37261" y="25601"/>
                      <a:pt x="29622" y="14627"/>
                      <a:pt x="29622" y="14627"/>
                    </a:cubicBezTo>
                    <a:cubicBezTo>
                      <a:pt x="29622" y="14627"/>
                      <a:pt x="32524" y="4953"/>
                      <a:pt x="31290" y="3485"/>
                    </a:cubicBezTo>
                    <a:cubicBezTo>
                      <a:pt x="31135" y="3295"/>
                      <a:pt x="30834" y="3213"/>
                      <a:pt x="30428" y="3213"/>
                    </a:cubicBezTo>
                    <a:cubicBezTo>
                      <a:pt x="27699" y="3213"/>
                      <a:pt x="20215" y="6955"/>
                      <a:pt x="20215" y="6955"/>
                    </a:cubicBezTo>
                    <a:cubicBezTo>
                      <a:pt x="20215" y="6955"/>
                      <a:pt x="13794" y="0"/>
                      <a:pt x="113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61"/>
              <p:cNvSpPr/>
              <p:nvPr/>
            </p:nvSpPr>
            <p:spPr>
              <a:xfrm rot="335312">
                <a:off x="3288359" y="510784"/>
                <a:ext cx="1381337" cy="643410"/>
              </a:xfrm>
              <a:custGeom>
                <a:avLst/>
                <a:gdLst/>
                <a:ahLst/>
                <a:cxnLst/>
                <a:rect l="l" t="t" r="r" b="b"/>
                <a:pathLst>
                  <a:path w="47702" h="22219" extrusionOk="0">
                    <a:moveTo>
                      <a:pt x="47701" y="1"/>
                    </a:moveTo>
                    <a:cubicBezTo>
                      <a:pt x="45933" y="268"/>
                      <a:pt x="31056" y="2803"/>
                      <a:pt x="18981" y="7439"/>
                    </a:cubicBezTo>
                    <a:cubicBezTo>
                      <a:pt x="6105" y="12410"/>
                      <a:pt x="1" y="18581"/>
                      <a:pt x="668" y="21716"/>
                    </a:cubicBezTo>
                    <a:cubicBezTo>
                      <a:pt x="735" y="22062"/>
                      <a:pt x="1072" y="22218"/>
                      <a:pt x="1637" y="22218"/>
                    </a:cubicBezTo>
                    <a:cubicBezTo>
                      <a:pt x="3307" y="22218"/>
                      <a:pt x="6974" y="20858"/>
                      <a:pt x="11609" y="19014"/>
                    </a:cubicBezTo>
                    <a:cubicBezTo>
                      <a:pt x="19548" y="15845"/>
                      <a:pt x="30322" y="11309"/>
                      <a:pt x="39128" y="9674"/>
                    </a:cubicBezTo>
                    <a:lnTo>
                      <a:pt x="39229" y="9608"/>
                    </a:lnTo>
                    <a:cubicBezTo>
                      <a:pt x="39028" y="9341"/>
                      <a:pt x="38895" y="9007"/>
                      <a:pt x="38895" y="8674"/>
                    </a:cubicBezTo>
                    <a:cubicBezTo>
                      <a:pt x="38928" y="6172"/>
                      <a:pt x="47601" y="3103"/>
                      <a:pt x="47601" y="3103"/>
                    </a:cubicBezTo>
                    <a:cubicBezTo>
                      <a:pt x="47601" y="3103"/>
                      <a:pt x="47601" y="1769"/>
                      <a:pt x="477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61"/>
              <p:cNvSpPr/>
              <p:nvPr/>
            </p:nvSpPr>
            <p:spPr>
              <a:xfrm rot="335312">
                <a:off x="3440086" y="932313"/>
                <a:ext cx="1220970" cy="679086"/>
              </a:xfrm>
              <a:custGeom>
                <a:avLst/>
                <a:gdLst/>
                <a:ahLst/>
                <a:cxnLst/>
                <a:rect l="l" t="t" r="r" b="b"/>
                <a:pathLst>
                  <a:path w="42164" h="23451" extrusionOk="0">
                    <a:moveTo>
                      <a:pt x="39362" y="0"/>
                    </a:moveTo>
                    <a:lnTo>
                      <a:pt x="39362" y="34"/>
                    </a:lnTo>
                    <a:cubicBezTo>
                      <a:pt x="39362" y="34"/>
                      <a:pt x="32790" y="767"/>
                      <a:pt x="21849" y="5671"/>
                    </a:cubicBezTo>
                    <a:cubicBezTo>
                      <a:pt x="18647" y="7105"/>
                      <a:pt x="15144" y="8973"/>
                      <a:pt x="11775" y="10775"/>
                    </a:cubicBezTo>
                    <a:cubicBezTo>
                      <a:pt x="9274" y="12342"/>
                      <a:pt x="0" y="18480"/>
                      <a:pt x="1902" y="21983"/>
                    </a:cubicBezTo>
                    <a:cubicBezTo>
                      <a:pt x="2485" y="23054"/>
                      <a:pt x="3466" y="23451"/>
                      <a:pt x="4600" y="23451"/>
                    </a:cubicBezTo>
                    <a:cubicBezTo>
                      <a:pt x="7032" y="23451"/>
                      <a:pt x="10165" y="21625"/>
                      <a:pt x="11575" y="20715"/>
                    </a:cubicBezTo>
                    <a:cubicBezTo>
                      <a:pt x="20348" y="13310"/>
                      <a:pt x="38628" y="5738"/>
                      <a:pt x="42097" y="5271"/>
                    </a:cubicBezTo>
                    <a:lnTo>
                      <a:pt x="42164" y="5271"/>
                    </a:lnTo>
                    <a:cubicBezTo>
                      <a:pt x="41797" y="2936"/>
                      <a:pt x="41563" y="1034"/>
                      <a:pt x="41563" y="1034"/>
                    </a:cubicBezTo>
                    <a:cubicBezTo>
                      <a:pt x="41563" y="1034"/>
                      <a:pt x="40629" y="634"/>
                      <a:pt x="3936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61"/>
              <p:cNvSpPr/>
              <p:nvPr/>
            </p:nvSpPr>
            <p:spPr>
              <a:xfrm rot="335312">
                <a:off x="3273971" y="785971"/>
                <a:ext cx="1322408" cy="622271"/>
              </a:xfrm>
              <a:custGeom>
                <a:avLst/>
                <a:gdLst/>
                <a:ahLst/>
                <a:cxnLst/>
                <a:rect l="l" t="t" r="r" b="b"/>
                <a:pathLst>
                  <a:path w="45667" h="21489" extrusionOk="0">
                    <a:moveTo>
                      <a:pt x="38829" y="1"/>
                    </a:moveTo>
                    <a:lnTo>
                      <a:pt x="38728" y="67"/>
                    </a:lnTo>
                    <a:cubicBezTo>
                      <a:pt x="29922" y="1702"/>
                      <a:pt x="19148" y="6272"/>
                      <a:pt x="11209" y="9407"/>
                    </a:cubicBezTo>
                    <a:cubicBezTo>
                      <a:pt x="8840" y="10742"/>
                      <a:pt x="1" y="16145"/>
                      <a:pt x="1535" y="20248"/>
                    </a:cubicBezTo>
                    <a:cubicBezTo>
                      <a:pt x="1860" y="21116"/>
                      <a:pt x="2606" y="21489"/>
                      <a:pt x="3674" y="21489"/>
                    </a:cubicBezTo>
                    <a:cubicBezTo>
                      <a:pt x="6671" y="21489"/>
                      <a:pt x="12204" y="18559"/>
                      <a:pt x="18080" y="15412"/>
                    </a:cubicBezTo>
                    <a:cubicBezTo>
                      <a:pt x="21483" y="13610"/>
                      <a:pt x="24952" y="11742"/>
                      <a:pt x="28154" y="10308"/>
                    </a:cubicBezTo>
                    <a:cubicBezTo>
                      <a:pt x="39129" y="5404"/>
                      <a:pt x="45667" y="4671"/>
                      <a:pt x="45667" y="4671"/>
                    </a:cubicBezTo>
                    <a:lnTo>
                      <a:pt x="45667" y="4637"/>
                    </a:lnTo>
                    <a:cubicBezTo>
                      <a:pt x="43365" y="3503"/>
                      <a:pt x="39929" y="1602"/>
                      <a:pt x="388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1" name="Google Shape;2751;p61"/>
            <p:cNvGrpSpPr/>
            <p:nvPr/>
          </p:nvGrpSpPr>
          <p:grpSpPr>
            <a:xfrm>
              <a:off x="4763722" y="762782"/>
              <a:ext cx="322556" cy="182289"/>
              <a:chOff x="786152" y="1103856"/>
              <a:chExt cx="541747" cy="306214"/>
            </a:xfrm>
          </p:grpSpPr>
          <p:sp>
            <p:nvSpPr>
              <p:cNvPr id="2752" name="Google Shape;2752;p61"/>
              <p:cNvSpPr/>
              <p:nvPr/>
            </p:nvSpPr>
            <p:spPr>
              <a:xfrm rot="-656563">
                <a:off x="804643" y="1122359"/>
                <a:ext cx="215574" cy="215531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5237" extrusionOk="0">
                    <a:moveTo>
                      <a:pt x="1039" y="1"/>
                    </a:moveTo>
                    <a:cubicBezTo>
                      <a:pt x="910" y="1"/>
                      <a:pt x="830" y="92"/>
                      <a:pt x="801" y="207"/>
                    </a:cubicBezTo>
                    <a:lnTo>
                      <a:pt x="801" y="308"/>
                    </a:lnTo>
                    <a:cubicBezTo>
                      <a:pt x="801" y="408"/>
                      <a:pt x="801" y="508"/>
                      <a:pt x="801" y="608"/>
                    </a:cubicBezTo>
                    <a:cubicBezTo>
                      <a:pt x="801" y="941"/>
                      <a:pt x="801" y="1275"/>
                      <a:pt x="868" y="1642"/>
                    </a:cubicBezTo>
                    <a:cubicBezTo>
                      <a:pt x="868" y="1875"/>
                      <a:pt x="935" y="2109"/>
                      <a:pt x="1001" y="2342"/>
                    </a:cubicBezTo>
                    <a:cubicBezTo>
                      <a:pt x="1035" y="2442"/>
                      <a:pt x="1068" y="2576"/>
                      <a:pt x="1135" y="2709"/>
                    </a:cubicBezTo>
                    <a:lnTo>
                      <a:pt x="67" y="3944"/>
                    </a:lnTo>
                    <a:cubicBezTo>
                      <a:pt x="1" y="4044"/>
                      <a:pt x="1" y="4210"/>
                      <a:pt x="101" y="4277"/>
                    </a:cubicBezTo>
                    <a:cubicBezTo>
                      <a:pt x="134" y="4310"/>
                      <a:pt x="201" y="4344"/>
                      <a:pt x="234" y="4344"/>
                    </a:cubicBezTo>
                    <a:cubicBezTo>
                      <a:pt x="301" y="4344"/>
                      <a:pt x="368" y="4310"/>
                      <a:pt x="434" y="4244"/>
                    </a:cubicBezTo>
                    <a:lnTo>
                      <a:pt x="1335" y="3176"/>
                    </a:lnTo>
                    <a:cubicBezTo>
                      <a:pt x="1502" y="3410"/>
                      <a:pt x="1669" y="3610"/>
                      <a:pt x="1902" y="3777"/>
                    </a:cubicBezTo>
                    <a:lnTo>
                      <a:pt x="1335" y="4911"/>
                    </a:lnTo>
                    <a:cubicBezTo>
                      <a:pt x="1268" y="5044"/>
                      <a:pt x="1335" y="5178"/>
                      <a:pt x="1435" y="5211"/>
                    </a:cubicBezTo>
                    <a:cubicBezTo>
                      <a:pt x="1452" y="5228"/>
                      <a:pt x="1468" y="5236"/>
                      <a:pt x="1485" y="5236"/>
                    </a:cubicBezTo>
                    <a:cubicBezTo>
                      <a:pt x="1502" y="5236"/>
                      <a:pt x="1518" y="5228"/>
                      <a:pt x="1535" y="5211"/>
                    </a:cubicBezTo>
                    <a:cubicBezTo>
                      <a:pt x="1635" y="5211"/>
                      <a:pt x="1702" y="5178"/>
                      <a:pt x="1735" y="5111"/>
                    </a:cubicBezTo>
                    <a:lnTo>
                      <a:pt x="2269" y="3977"/>
                    </a:lnTo>
                    <a:cubicBezTo>
                      <a:pt x="2503" y="4044"/>
                      <a:pt x="2703" y="4077"/>
                      <a:pt x="2970" y="4077"/>
                    </a:cubicBezTo>
                    <a:lnTo>
                      <a:pt x="3036" y="4077"/>
                    </a:lnTo>
                    <a:lnTo>
                      <a:pt x="3170" y="5044"/>
                    </a:lnTo>
                    <a:cubicBezTo>
                      <a:pt x="3203" y="5144"/>
                      <a:pt x="3303" y="5211"/>
                      <a:pt x="3403" y="5211"/>
                    </a:cubicBezTo>
                    <a:lnTo>
                      <a:pt x="3437" y="5211"/>
                    </a:lnTo>
                    <a:cubicBezTo>
                      <a:pt x="3570" y="5211"/>
                      <a:pt x="3637" y="5078"/>
                      <a:pt x="3637" y="4944"/>
                    </a:cubicBezTo>
                    <a:lnTo>
                      <a:pt x="3470" y="4010"/>
                    </a:lnTo>
                    <a:lnTo>
                      <a:pt x="3670" y="3977"/>
                    </a:lnTo>
                    <a:lnTo>
                      <a:pt x="3904" y="3877"/>
                    </a:lnTo>
                    <a:cubicBezTo>
                      <a:pt x="4204" y="3743"/>
                      <a:pt x="4471" y="3510"/>
                      <a:pt x="4704" y="3276"/>
                    </a:cubicBezTo>
                    <a:cubicBezTo>
                      <a:pt x="4871" y="3043"/>
                      <a:pt x="5004" y="2776"/>
                      <a:pt x="5104" y="2476"/>
                    </a:cubicBezTo>
                    <a:cubicBezTo>
                      <a:pt x="5171" y="2242"/>
                      <a:pt x="5238" y="2009"/>
                      <a:pt x="5238" y="1775"/>
                    </a:cubicBezTo>
                    <a:cubicBezTo>
                      <a:pt x="5238" y="1542"/>
                      <a:pt x="5238" y="1342"/>
                      <a:pt x="5238" y="1141"/>
                    </a:cubicBezTo>
                    <a:cubicBezTo>
                      <a:pt x="5238" y="975"/>
                      <a:pt x="5204" y="808"/>
                      <a:pt x="5171" y="708"/>
                    </a:cubicBezTo>
                    <a:cubicBezTo>
                      <a:pt x="5171" y="608"/>
                      <a:pt x="5138" y="508"/>
                      <a:pt x="5104" y="408"/>
                    </a:cubicBezTo>
                    <a:lnTo>
                      <a:pt x="5104" y="308"/>
                    </a:lnTo>
                    <a:cubicBezTo>
                      <a:pt x="5071" y="207"/>
                      <a:pt x="4971" y="107"/>
                      <a:pt x="4838" y="107"/>
                    </a:cubicBezTo>
                    <a:cubicBezTo>
                      <a:pt x="4704" y="141"/>
                      <a:pt x="4604" y="241"/>
                      <a:pt x="4604" y="374"/>
                    </a:cubicBezTo>
                    <a:lnTo>
                      <a:pt x="4604" y="741"/>
                    </a:lnTo>
                    <a:cubicBezTo>
                      <a:pt x="4604" y="1041"/>
                      <a:pt x="4571" y="1342"/>
                      <a:pt x="4504" y="1642"/>
                    </a:cubicBezTo>
                    <a:cubicBezTo>
                      <a:pt x="4471" y="1842"/>
                      <a:pt x="4404" y="2042"/>
                      <a:pt x="4337" y="2209"/>
                    </a:cubicBezTo>
                    <a:cubicBezTo>
                      <a:pt x="4270" y="2376"/>
                      <a:pt x="4170" y="2576"/>
                      <a:pt x="4037" y="2709"/>
                    </a:cubicBezTo>
                    <a:cubicBezTo>
                      <a:pt x="3904" y="2843"/>
                      <a:pt x="3737" y="2976"/>
                      <a:pt x="3570" y="3043"/>
                    </a:cubicBezTo>
                    <a:lnTo>
                      <a:pt x="3437" y="3110"/>
                    </a:lnTo>
                    <a:lnTo>
                      <a:pt x="3236" y="3143"/>
                    </a:lnTo>
                    <a:lnTo>
                      <a:pt x="3170" y="3176"/>
                    </a:lnTo>
                    <a:lnTo>
                      <a:pt x="2936" y="3176"/>
                    </a:lnTo>
                    <a:cubicBezTo>
                      <a:pt x="2769" y="3176"/>
                      <a:pt x="2603" y="3143"/>
                      <a:pt x="2436" y="3043"/>
                    </a:cubicBezTo>
                    <a:cubicBezTo>
                      <a:pt x="2269" y="2943"/>
                      <a:pt x="2136" y="2776"/>
                      <a:pt x="2036" y="2643"/>
                    </a:cubicBezTo>
                    <a:cubicBezTo>
                      <a:pt x="1969" y="2543"/>
                      <a:pt x="1902" y="2442"/>
                      <a:pt x="1869" y="2342"/>
                    </a:cubicBezTo>
                    <a:cubicBezTo>
                      <a:pt x="1802" y="2242"/>
                      <a:pt x="1769" y="2176"/>
                      <a:pt x="1735" y="2076"/>
                    </a:cubicBezTo>
                    <a:cubicBezTo>
                      <a:pt x="1669" y="1875"/>
                      <a:pt x="1602" y="1675"/>
                      <a:pt x="1535" y="1475"/>
                    </a:cubicBezTo>
                    <a:cubicBezTo>
                      <a:pt x="1435" y="1108"/>
                      <a:pt x="1368" y="775"/>
                      <a:pt x="1335" y="541"/>
                    </a:cubicBezTo>
                    <a:cubicBezTo>
                      <a:pt x="1302" y="341"/>
                      <a:pt x="1302" y="207"/>
                      <a:pt x="1302" y="207"/>
                    </a:cubicBezTo>
                    <a:cubicBezTo>
                      <a:pt x="1268" y="74"/>
                      <a:pt x="1202" y="7"/>
                      <a:pt x="1102" y="7"/>
                    </a:cubicBezTo>
                    <a:cubicBezTo>
                      <a:pt x="1080" y="3"/>
                      <a:pt x="1059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61"/>
              <p:cNvSpPr/>
              <p:nvPr/>
            </p:nvSpPr>
            <p:spPr>
              <a:xfrm>
                <a:off x="1042572" y="1275741"/>
                <a:ext cx="285328" cy="134330"/>
              </a:xfrm>
              <a:custGeom>
                <a:avLst/>
                <a:gdLst/>
                <a:ahLst/>
                <a:cxnLst/>
                <a:rect l="l" t="t" r="r" b="b"/>
                <a:pathLst>
                  <a:path w="6933" h="3264" extrusionOk="0">
                    <a:moveTo>
                      <a:pt x="6644" y="1"/>
                    </a:moveTo>
                    <a:cubicBezTo>
                      <a:pt x="6553" y="1"/>
                      <a:pt x="6464" y="52"/>
                      <a:pt x="6438" y="170"/>
                    </a:cubicBezTo>
                    <a:cubicBezTo>
                      <a:pt x="6371" y="270"/>
                      <a:pt x="6338" y="337"/>
                      <a:pt x="6271" y="437"/>
                    </a:cubicBezTo>
                    <a:cubicBezTo>
                      <a:pt x="6138" y="670"/>
                      <a:pt x="5971" y="870"/>
                      <a:pt x="5804" y="1071"/>
                    </a:cubicBezTo>
                    <a:cubicBezTo>
                      <a:pt x="5704" y="1204"/>
                      <a:pt x="5571" y="1337"/>
                      <a:pt x="5437" y="1438"/>
                    </a:cubicBezTo>
                    <a:cubicBezTo>
                      <a:pt x="5304" y="1571"/>
                      <a:pt x="5137" y="1671"/>
                      <a:pt x="5004" y="1771"/>
                    </a:cubicBezTo>
                    <a:cubicBezTo>
                      <a:pt x="4837" y="1905"/>
                      <a:pt x="4637" y="2005"/>
                      <a:pt x="4470" y="2071"/>
                    </a:cubicBezTo>
                    <a:cubicBezTo>
                      <a:pt x="4270" y="2138"/>
                      <a:pt x="4070" y="2205"/>
                      <a:pt x="3870" y="2271"/>
                    </a:cubicBezTo>
                    <a:cubicBezTo>
                      <a:pt x="3669" y="2305"/>
                      <a:pt x="3469" y="2338"/>
                      <a:pt x="3236" y="2372"/>
                    </a:cubicBezTo>
                    <a:cubicBezTo>
                      <a:pt x="3036" y="2405"/>
                      <a:pt x="2835" y="2405"/>
                      <a:pt x="2635" y="2405"/>
                    </a:cubicBezTo>
                    <a:cubicBezTo>
                      <a:pt x="2519" y="2388"/>
                      <a:pt x="2410" y="2388"/>
                      <a:pt x="2310" y="2388"/>
                    </a:cubicBezTo>
                    <a:cubicBezTo>
                      <a:pt x="2210" y="2388"/>
                      <a:pt x="2118" y="2388"/>
                      <a:pt x="2035" y="2372"/>
                    </a:cubicBezTo>
                    <a:cubicBezTo>
                      <a:pt x="1835" y="2338"/>
                      <a:pt x="1635" y="2305"/>
                      <a:pt x="1468" y="2271"/>
                    </a:cubicBezTo>
                    <a:cubicBezTo>
                      <a:pt x="1134" y="2238"/>
                      <a:pt x="834" y="2171"/>
                      <a:pt x="634" y="2138"/>
                    </a:cubicBezTo>
                    <a:lnTo>
                      <a:pt x="334" y="2071"/>
                    </a:lnTo>
                    <a:lnTo>
                      <a:pt x="300" y="2071"/>
                    </a:lnTo>
                    <a:cubicBezTo>
                      <a:pt x="283" y="2065"/>
                      <a:pt x="265" y="2063"/>
                      <a:pt x="247" y="2063"/>
                    </a:cubicBezTo>
                    <a:cubicBezTo>
                      <a:pt x="167" y="2063"/>
                      <a:pt x="94" y="2122"/>
                      <a:pt x="67" y="2205"/>
                    </a:cubicBezTo>
                    <a:cubicBezTo>
                      <a:pt x="0" y="2305"/>
                      <a:pt x="33" y="2472"/>
                      <a:pt x="167" y="2538"/>
                    </a:cubicBezTo>
                    <a:lnTo>
                      <a:pt x="467" y="2672"/>
                    </a:lnTo>
                    <a:lnTo>
                      <a:pt x="834" y="2805"/>
                    </a:lnTo>
                    <a:cubicBezTo>
                      <a:pt x="967" y="2905"/>
                      <a:pt x="1134" y="2939"/>
                      <a:pt x="1301" y="3005"/>
                    </a:cubicBezTo>
                    <a:lnTo>
                      <a:pt x="1868" y="3172"/>
                    </a:lnTo>
                    <a:cubicBezTo>
                      <a:pt x="2102" y="3205"/>
                      <a:pt x="2335" y="3239"/>
                      <a:pt x="2569" y="3239"/>
                    </a:cubicBezTo>
                    <a:cubicBezTo>
                      <a:pt x="2685" y="3255"/>
                      <a:pt x="2802" y="3264"/>
                      <a:pt x="2923" y="3264"/>
                    </a:cubicBezTo>
                    <a:cubicBezTo>
                      <a:pt x="3044" y="3264"/>
                      <a:pt x="3169" y="3255"/>
                      <a:pt x="3302" y="3239"/>
                    </a:cubicBezTo>
                    <a:cubicBezTo>
                      <a:pt x="3569" y="3239"/>
                      <a:pt x="3803" y="3205"/>
                      <a:pt x="4070" y="3139"/>
                    </a:cubicBezTo>
                    <a:cubicBezTo>
                      <a:pt x="4337" y="3072"/>
                      <a:pt x="4570" y="2972"/>
                      <a:pt x="4837" y="2872"/>
                    </a:cubicBezTo>
                    <a:cubicBezTo>
                      <a:pt x="5037" y="2772"/>
                      <a:pt x="5271" y="2638"/>
                      <a:pt x="5471" y="2472"/>
                    </a:cubicBezTo>
                    <a:cubicBezTo>
                      <a:pt x="5671" y="2338"/>
                      <a:pt x="5838" y="2171"/>
                      <a:pt x="6004" y="1971"/>
                    </a:cubicBezTo>
                    <a:cubicBezTo>
                      <a:pt x="6138" y="1838"/>
                      <a:pt x="6271" y="1671"/>
                      <a:pt x="6371" y="1471"/>
                    </a:cubicBezTo>
                    <a:cubicBezTo>
                      <a:pt x="6471" y="1337"/>
                      <a:pt x="6571" y="1171"/>
                      <a:pt x="6638" y="1004"/>
                    </a:cubicBezTo>
                    <a:cubicBezTo>
                      <a:pt x="6705" y="870"/>
                      <a:pt x="6738" y="737"/>
                      <a:pt x="6772" y="637"/>
                    </a:cubicBezTo>
                    <a:cubicBezTo>
                      <a:pt x="6805" y="504"/>
                      <a:pt x="6838" y="403"/>
                      <a:pt x="6872" y="270"/>
                    </a:cubicBezTo>
                    <a:lnTo>
                      <a:pt x="6872" y="303"/>
                    </a:lnTo>
                    <a:cubicBezTo>
                      <a:pt x="6932" y="121"/>
                      <a:pt x="6785" y="1"/>
                      <a:pt x="6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54" name="Google Shape;2754;p61"/>
            <p:cNvSpPr/>
            <p:nvPr/>
          </p:nvSpPr>
          <p:spPr>
            <a:xfrm rot="-1830048" flipH="1">
              <a:off x="5019440" y="678124"/>
              <a:ext cx="118682" cy="118652"/>
            </a:xfrm>
            <a:custGeom>
              <a:avLst/>
              <a:gdLst/>
              <a:ahLst/>
              <a:cxnLst/>
              <a:rect l="l" t="t" r="r" b="b"/>
              <a:pathLst>
                <a:path w="5238" h="5237" extrusionOk="0">
                  <a:moveTo>
                    <a:pt x="1039" y="1"/>
                  </a:moveTo>
                  <a:cubicBezTo>
                    <a:pt x="910" y="1"/>
                    <a:pt x="830" y="92"/>
                    <a:pt x="801" y="207"/>
                  </a:cubicBezTo>
                  <a:lnTo>
                    <a:pt x="801" y="308"/>
                  </a:lnTo>
                  <a:cubicBezTo>
                    <a:pt x="801" y="408"/>
                    <a:pt x="801" y="508"/>
                    <a:pt x="801" y="608"/>
                  </a:cubicBezTo>
                  <a:cubicBezTo>
                    <a:pt x="801" y="941"/>
                    <a:pt x="801" y="1275"/>
                    <a:pt x="868" y="1642"/>
                  </a:cubicBezTo>
                  <a:cubicBezTo>
                    <a:pt x="868" y="1875"/>
                    <a:pt x="935" y="2109"/>
                    <a:pt x="1001" y="2342"/>
                  </a:cubicBezTo>
                  <a:cubicBezTo>
                    <a:pt x="1035" y="2442"/>
                    <a:pt x="1068" y="2576"/>
                    <a:pt x="1135" y="2709"/>
                  </a:cubicBezTo>
                  <a:lnTo>
                    <a:pt x="67" y="3944"/>
                  </a:lnTo>
                  <a:cubicBezTo>
                    <a:pt x="1" y="4044"/>
                    <a:pt x="1" y="4210"/>
                    <a:pt x="101" y="4277"/>
                  </a:cubicBezTo>
                  <a:cubicBezTo>
                    <a:pt x="134" y="4310"/>
                    <a:pt x="201" y="4344"/>
                    <a:pt x="234" y="4344"/>
                  </a:cubicBezTo>
                  <a:cubicBezTo>
                    <a:pt x="301" y="4344"/>
                    <a:pt x="368" y="4310"/>
                    <a:pt x="434" y="4244"/>
                  </a:cubicBezTo>
                  <a:lnTo>
                    <a:pt x="1335" y="3176"/>
                  </a:lnTo>
                  <a:cubicBezTo>
                    <a:pt x="1502" y="3410"/>
                    <a:pt x="1669" y="3610"/>
                    <a:pt x="1902" y="3777"/>
                  </a:cubicBezTo>
                  <a:lnTo>
                    <a:pt x="1335" y="4911"/>
                  </a:lnTo>
                  <a:cubicBezTo>
                    <a:pt x="1268" y="5044"/>
                    <a:pt x="1335" y="5178"/>
                    <a:pt x="1435" y="5211"/>
                  </a:cubicBezTo>
                  <a:cubicBezTo>
                    <a:pt x="1452" y="5228"/>
                    <a:pt x="1468" y="5236"/>
                    <a:pt x="1485" y="5236"/>
                  </a:cubicBezTo>
                  <a:cubicBezTo>
                    <a:pt x="1502" y="5236"/>
                    <a:pt x="1518" y="5228"/>
                    <a:pt x="1535" y="5211"/>
                  </a:cubicBezTo>
                  <a:cubicBezTo>
                    <a:pt x="1635" y="5211"/>
                    <a:pt x="1702" y="5178"/>
                    <a:pt x="1735" y="5111"/>
                  </a:cubicBezTo>
                  <a:lnTo>
                    <a:pt x="2269" y="3977"/>
                  </a:lnTo>
                  <a:cubicBezTo>
                    <a:pt x="2503" y="4044"/>
                    <a:pt x="2703" y="4077"/>
                    <a:pt x="2970" y="4077"/>
                  </a:cubicBezTo>
                  <a:lnTo>
                    <a:pt x="3036" y="4077"/>
                  </a:lnTo>
                  <a:lnTo>
                    <a:pt x="3170" y="5044"/>
                  </a:lnTo>
                  <a:cubicBezTo>
                    <a:pt x="3203" y="5144"/>
                    <a:pt x="3303" y="5211"/>
                    <a:pt x="3403" y="5211"/>
                  </a:cubicBezTo>
                  <a:lnTo>
                    <a:pt x="3437" y="5211"/>
                  </a:lnTo>
                  <a:cubicBezTo>
                    <a:pt x="3570" y="5211"/>
                    <a:pt x="3637" y="5078"/>
                    <a:pt x="3637" y="4944"/>
                  </a:cubicBezTo>
                  <a:lnTo>
                    <a:pt x="3470" y="4010"/>
                  </a:lnTo>
                  <a:lnTo>
                    <a:pt x="3670" y="3977"/>
                  </a:lnTo>
                  <a:lnTo>
                    <a:pt x="3904" y="3877"/>
                  </a:lnTo>
                  <a:cubicBezTo>
                    <a:pt x="4204" y="3743"/>
                    <a:pt x="4471" y="3510"/>
                    <a:pt x="4704" y="3276"/>
                  </a:cubicBezTo>
                  <a:cubicBezTo>
                    <a:pt x="4871" y="3043"/>
                    <a:pt x="5004" y="2776"/>
                    <a:pt x="5104" y="2476"/>
                  </a:cubicBezTo>
                  <a:cubicBezTo>
                    <a:pt x="5171" y="2242"/>
                    <a:pt x="5238" y="2009"/>
                    <a:pt x="5238" y="1775"/>
                  </a:cubicBezTo>
                  <a:cubicBezTo>
                    <a:pt x="5238" y="1542"/>
                    <a:pt x="5238" y="1342"/>
                    <a:pt x="5238" y="1141"/>
                  </a:cubicBezTo>
                  <a:cubicBezTo>
                    <a:pt x="5238" y="975"/>
                    <a:pt x="5204" y="808"/>
                    <a:pt x="5171" y="708"/>
                  </a:cubicBezTo>
                  <a:cubicBezTo>
                    <a:pt x="5171" y="608"/>
                    <a:pt x="5138" y="508"/>
                    <a:pt x="5104" y="408"/>
                  </a:cubicBezTo>
                  <a:lnTo>
                    <a:pt x="5104" y="308"/>
                  </a:lnTo>
                  <a:cubicBezTo>
                    <a:pt x="5071" y="207"/>
                    <a:pt x="4971" y="107"/>
                    <a:pt x="4838" y="107"/>
                  </a:cubicBezTo>
                  <a:cubicBezTo>
                    <a:pt x="4704" y="141"/>
                    <a:pt x="4604" y="241"/>
                    <a:pt x="4604" y="374"/>
                  </a:cubicBezTo>
                  <a:lnTo>
                    <a:pt x="4604" y="741"/>
                  </a:lnTo>
                  <a:cubicBezTo>
                    <a:pt x="4604" y="1041"/>
                    <a:pt x="4571" y="1342"/>
                    <a:pt x="4504" y="1642"/>
                  </a:cubicBezTo>
                  <a:cubicBezTo>
                    <a:pt x="4471" y="1842"/>
                    <a:pt x="4404" y="2042"/>
                    <a:pt x="4337" y="2209"/>
                  </a:cubicBezTo>
                  <a:cubicBezTo>
                    <a:pt x="4270" y="2376"/>
                    <a:pt x="4170" y="2576"/>
                    <a:pt x="4037" y="2709"/>
                  </a:cubicBezTo>
                  <a:cubicBezTo>
                    <a:pt x="3904" y="2843"/>
                    <a:pt x="3737" y="2976"/>
                    <a:pt x="3570" y="3043"/>
                  </a:cubicBezTo>
                  <a:lnTo>
                    <a:pt x="3437" y="3110"/>
                  </a:lnTo>
                  <a:lnTo>
                    <a:pt x="3236" y="3143"/>
                  </a:lnTo>
                  <a:lnTo>
                    <a:pt x="3170" y="3176"/>
                  </a:lnTo>
                  <a:lnTo>
                    <a:pt x="2936" y="3176"/>
                  </a:lnTo>
                  <a:cubicBezTo>
                    <a:pt x="2769" y="3176"/>
                    <a:pt x="2603" y="3143"/>
                    <a:pt x="2436" y="3043"/>
                  </a:cubicBezTo>
                  <a:cubicBezTo>
                    <a:pt x="2269" y="2943"/>
                    <a:pt x="2136" y="2776"/>
                    <a:pt x="2036" y="2643"/>
                  </a:cubicBezTo>
                  <a:cubicBezTo>
                    <a:pt x="1969" y="2543"/>
                    <a:pt x="1902" y="2442"/>
                    <a:pt x="1869" y="2342"/>
                  </a:cubicBezTo>
                  <a:cubicBezTo>
                    <a:pt x="1802" y="2242"/>
                    <a:pt x="1769" y="2176"/>
                    <a:pt x="1735" y="2076"/>
                  </a:cubicBezTo>
                  <a:cubicBezTo>
                    <a:pt x="1669" y="1875"/>
                    <a:pt x="1602" y="1675"/>
                    <a:pt x="1535" y="1475"/>
                  </a:cubicBezTo>
                  <a:cubicBezTo>
                    <a:pt x="1435" y="1108"/>
                    <a:pt x="1368" y="775"/>
                    <a:pt x="1335" y="541"/>
                  </a:cubicBezTo>
                  <a:cubicBezTo>
                    <a:pt x="1302" y="341"/>
                    <a:pt x="1302" y="207"/>
                    <a:pt x="1302" y="207"/>
                  </a:cubicBezTo>
                  <a:cubicBezTo>
                    <a:pt x="1268" y="74"/>
                    <a:pt x="1202" y="7"/>
                    <a:pt x="1102" y="7"/>
                  </a:cubicBezTo>
                  <a:cubicBezTo>
                    <a:pt x="1080" y="3"/>
                    <a:pt x="1059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5" name="Google Shape;2755;p61"/>
          <p:cNvSpPr txBox="1">
            <a:spLocks noGrp="1"/>
          </p:cNvSpPr>
          <p:nvPr>
            <p:ph type="title"/>
          </p:nvPr>
        </p:nvSpPr>
        <p:spPr>
          <a:xfrm>
            <a:off x="974100" y="1928184"/>
            <a:ext cx="7195800" cy="10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grpSp>
        <p:nvGrpSpPr>
          <p:cNvPr id="2756" name="Google Shape;2756;p61"/>
          <p:cNvGrpSpPr/>
          <p:nvPr/>
        </p:nvGrpSpPr>
        <p:grpSpPr>
          <a:xfrm>
            <a:off x="3777301" y="3635023"/>
            <a:ext cx="1850261" cy="992565"/>
            <a:chOff x="3339725" y="3202700"/>
            <a:chExt cx="2512576" cy="1348045"/>
          </a:xfrm>
        </p:grpSpPr>
        <p:sp>
          <p:nvSpPr>
            <p:cNvPr id="2757" name="Google Shape;2757;p61"/>
            <p:cNvSpPr/>
            <p:nvPr/>
          </p:nvSpPr>
          <p:spPr>
            <a:xfrm>
              <a:off x="3528946" y="3600212"/>
              <a:ext cx="129130" cy="41104"/>
            </a:xfrm>
            <a:custGeom>
              <a:avLst/>
              <a:gdLst/>
              <a:ahLst/>
              <a:cxnLst/>
              <a:rect l="l" t="t" r="r" b="b"/>
              <a:pathLst>
                <a:path w="3170" h="1009" fill="none" extrusionOk="0">
                  <a:moveTo>
                    <a:pt x="3169" y="1009"/>
                  </a:moveTo>
                  <a:lnTo>
                    <a:pt x="1" y="1"/>
                  </a:lnTo>
                </a:path>
              </a:pathLst>
            </a:custGeom>
            <a:noFill/>
            <a:ln w="12600" cap="rnd" cmpd="sng">
              <a:solidFill>
                <a:srgbClr val="002642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61"/>
            <p:cNvSpPr/>
            <p:nvPr/>
          </p:nvSpPr>
          <p:spPr>
            <a:xfrm>
              <a:off x="5535505" y="3600212"/>
              <a:ext cx="127663" cy="41104"/>
            </a:xfrm>
            <a:custGeom>
              <a:avLst/>
              <a:gdLst/>
              <a:ahLst/>
              <a:cxnLst/>
              <a:rect l="l" t="t" r="r" b="b"/>
              <a:pathLst>
                <a:path w="3134" h="1009" fill="none" extrusionOk="0">
                  <a:moveTo>
                    <a:pt x="1" y="1009"/>
                  </a:moveTo>
                  <a:lnTo>
                    <a:pt x="3133" y="1"/>
                  </a:lnTo>
                </a:path>
              </a:pathLst>
            </a:custGeom>
            <a:noFill/>
            <a:ln w="12600" cap="rnd" cmpd="sng">
              <a:solidFill>
                <a:srgbClr val="002642"/>
              </a:solidFill>
              <a:prstDash val="solid"/>
              <a:miter lim="360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61"/>
            <p:cNvSpPr/>
            <p:nvPr/>
          </p:nvSpPr>
          <p:spPr>
            <a:xfrm>
              <a:off x="3339725" y="3202700"/>
              <a:ext cx="2512576" cy="1348045"/>
            </a:xfrm>
            <a:custGeom>
              <a:avLst/>
              <a:gdLst/>
              <a:ahLst/>
              <a:cxnLst/>
              <a:rect l="l" t="t" r="r" b="b"/>
              <a:pathLst>
                <a:path w="61681" h="33091" extrusionOk="0">
                  <a:moveTo>
                    <a:pt x="13287" y="10299"/>
                  </a:moveTo>
                  <a:lnTo>
                    <a:pt x="13035" y="10479"/>
                  </a:lnTo>
                  <a:lnTo>
                    <a:pt x="13035" y="10479"/>
                  </a:lnTo>
                  <a:lnTo>
                    <a:pt x="13107" y="10335"/>
                  </a:lnTo>
                  <a:lnTo>
                    <a:pt x="13287" y="10299"/>
                  </a:lnTo>
                  <a:close/>
                  <a:moveTo>
                    <a:pt x="28950" y="1"/>
                  </a:moveTo>
                  <a:cubicBezTo>
                    <a:pt x="28230" y="1"/>
                    <a:pt x="27546" y="217"/>
                    <a:pt x="26934" y="649"/>
                  </a:cubicBezTo>
                  <a:lnTo>
                    <a:pt x="20741" y="5042"/>
                  </a:lnTo>
                  <a:cubicBezTo>
                    <a:pt x="18940" y="4646"/>
                    <a:pt x="17104" y="4430"/>
                    <a:pt x="15232" y="4430"/>
                  </a:cubicBezTo>
                  <a:cubicBezTo>
                    <a:pt x="13539" y="4430"/>
                    <a:pt x="11847" y="4610"/>
                    <a:pt x="10191" y="4970"/>
                  </a:cubicBezTo>
                  <a:cubicBezTo>
                    <a:pt x="9759" y="4862"/>
                    <a:pt x="9326" y="4826"/>
                    <a:pt x="8894" y="4790"/>
                  </a:cubicBezTo>
                  <a:lnTo>
                    <a:pt x="8678" y="4790"/>
                  </a:lnTo>
                  <a:cubicBezTo>
                    <a:pt x="6446" y="4790"/>
                    <a:pt x="4286" y="5726"/>
                    <a:pt x="2737" y="7310"/>
                  </a:cubicBezTo>
                  <a:cubicBezTo>
                    <a:pt x="1837" y="8642"/>
                    <a:pt x="1801" y="10335"/>
                    <a:pt x="2557" y="11739"/>
                  </a:cubicBezTo>
                  <a:cubicBezTo>
                    <a:pt x="2773" y="11991"/>
                    <a:pt x="2989" y="12243"/>
                    <a:pt x="3277" y="12459"/>
                  </a:cubicBezTo>
                  <a:cubicBezTo>
                    <a:pt x="3529" y="12783"/>
                    <a:pt x="3817" y="13071"/>
                    <a:pt x="4177" y="13251"/>
                  </a:cubicBezTo>
                  <a:cubicBezTo>
                    <a:pt x="4213" y="13323"/>
                    <a:pt x="4286" y="13395"/>
                    <a:pt x="4322" y="13467"/>
                  </a:cubicBezTo>
                  <a:cubicBezTo>
                    <a:pt x="4430" y="13611"/>
                    <a:pt x="4574" y="13755"/>
                    <a:pt x="4718" y="13899"/>
                  </a:cubicBezTo>
                  <a:cubicBezTo>
                    <a:pt x="5114" y="14511"/>
                    <a:pt x="5726" y="14980"/>
                    <a:pt x="6446" y="15160"/>
                  </a:cubicBezTo>
                  <a:lnTo>
                    <a:pt x="2449" y="18004"/>
                  </a:lnTo>
                  <a:cubicBezTo>
                    <a:pt x="1" y="19732"/>
                    <a:pt x="757" y="23585"/>
                    <a:pt x="3709" y="24269"/>
                  </a:cubicBezTo>
                  <a:lnTo>
                    <a:pt x="11667" y="26070"/>
                  </a:lnTo>
                  <a:lnTo>
                    <a:pt x="11667" y="30462"/>
                  </a:lnTo>
                  <a:cubicBezTo>
                    <a:pt x="11667" y="31903"/>
                    <a:pt x="12819" y="33091"/>
                    <a:pt x="14259" y="33091"/>
                  </a:cubicBezTo>
                  <a:lnTo>
                    <a:pt x="47386" y="33091"/>
                  </a:lnTo>
                  <a:cubicBezTo>
                    <a:pt x="48826" y="33091"/>
                    <a:pt x="50014" y="31903"/>
                    <a:pt x="50014" y="30462"/>
                  </a:cubicBezTo>
                  <a:lnTo>
                    <a:pt x="50014" y="24737"/>
                  </a:lnTo>
                  <a:cubicBezTo>
                    <a:pt x="50014" y="23153"/>
                    <a:pt x="49798" y="21605"/>
                    <a:pt x="49438" y="20092"/>
                  </a:cubicBezTo>
                  <a:lnTo>
                    <a:pt x="59196" y="13359"/>
                  </a:lnTo>
                  <a:cubicBezTo>
                    <a:pt x="61680" y="11667"/>
                    <a:pt x="60996" y="7778"/>
                    <a:pt x="58044" y="7058"/>
                  </a:cubicBezTo>
                  <a:lnTo>
                    <a:pt x="58044" y="7094"/>
                  </a:lnTo>
                  <a:lnTo>
                    <a:pt x="29814" y="109"/>
                  </a:lnTo>
                  <a:cubicBezTo>
                    <a:pt x="29526" y="37"/>
                    <a:pt x="29238" y="1"/>
                    <a:pt x="289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30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60" name="Google Shape;2760;p61"/>
            <p:cNvGrpSpPr/>
            <p:nvPr/>
          </p:nvGrpSpPr>
          <p:grpSpPr>
            <a:xfrm>
              <a:off x="3536279" y="3430054"/>
              <a:ext cx="1113295" cy="385825"/>
              <a:chOff x="3536279" y="3430054"/>
              <a:chExt cx="1113295" cy="385825"/>
            </a:xfrm>
          </p:grpSpPr>
          <p:sp>
            <p:nvSpPr>
              <p:cNvPr id="2761" name="Google Shape;2761;p61"/>
              <p:cNvSpPr/>
              <p:nvPr/>
            </p:nvSpPr>
            <p:spPr>
              <a:xfrm>
                <a:off x="3746031" y="3430054"/>
                <a:ext cx="903543" cy="385825"/>
              </a:xfrm>
              <a:custGeom>
                <a:avLst/>
                <a:gdLst/>
                <a:ahLst/>
                <a:cxnLst/>
                <a:rect l="l" t="t" r="r" b="b"/>
                <a:pathLst>
                  <a:path w="22181" h="9471" fill="none" extrusionOk="0">
                    <a:moveTo>
                      <a:pt x="22181" y="9471"/>
                    </a:moveTo>
                    <a:cubicBezTo>
                      <a:pt x="17068" y="2989"/>
                      <a:pt x="7958" y="1"/>
                      <a:pt x="1" y="2161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61"/>
              <p:cNvSpPr/>
              <p:nvPr/>
            </p:nvSpPr>
            <p:spPr>
              <a:xfrm>
                <a:off x="3536279" y="3501955"/>
                <a:ext cx="230316" cy="192159"/>
              </a:xfrm>
              <a:custGeom>
                <a:avLst/>
                <a:gdLst/>
                <a:ahLst/>
                <a:cxnLst/>
                <a:rect l="l" t="t" r="r" b="b"/>
                <a:pathLst>
                  <a:path w="5654" h="4717" fill="none" extrusionOk="0">
                    <a:moveTo>
                      <a:pt x="1" y="1692"/>
                    </a:moveTo>
                    <a:cubicBezTo>
                      <a:pt x="1045" y="612"/>
                      <a:pt x="2485" y="0"/>
                      <a:pt x="3997" y="36"/>
                    </a:cubicBezTo>
                    <a:cubicBezTo>
                      <a:pt x="4465" y="0"/>
                      <a:pt x="4898" y="180"/>
                      <a:pt x="5222" y="468"/>
                    </a:cubicBezTo>
                    <a:cubicBezTo>
                      <a:pt x="5366" y="612"/>
                      <a:pt x="5438" y="828"/>
                      <a:pt x="5510" y="1044"/>
                    </a:cubicBezTo>
                    <a:cubicBezTo>
                      <a:pt x="5654" y="1908"/>
                      <a:pt x="5294" y="2809"/>
                      <a:pt x="4609" y="3385"/>
                    </a:cubicBezTo>
                    <a:cubicBezTo>
                      <a:pt x="3961" y="3961"/>
                      <a:pt x="3205" y="4393"/>
                      <a:pt x="2377" y="4717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61"/>
              <p:cNvSpPr/>
              <p:nvPr/>
            </p:nvSpPr>
            <p:spPr>
              <a:xfrm>
                <a:off x="3570009" y="3525419"/>
                <a:ext cx="176057" cy="104166"/>
              </a:xfrm>
              <a:custGeom>
                <a:avLst/>
                <a:gdLst/>
                <a:ahLst/>
                <a:cxnLst/>
                <a:rect l="l" t="t" r="r" b="b"/>
                <a:pathLst>
                  <a:path w="4322" h="2557" fill="none" extrusionOk="0">
                    <a:moveTo>
                      <a:pt x="1" y="2557"/>
                    </a:moveTo>
                    <a:lnTo>
                      <a:pt x="4322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61"/>
              <p:cNvSpPr/>
              <p:nvPr/>
            </p:nvSpPr>
            <p:spPr>
              <a:xfrm>
                <a:off x="3542145" y="3522486"/>
                <a:ext cx="196587" cy="79234"/>
              </a:xfrm>
              <a:custGeom>
                <a:avLst/>
                <a:gdLst/>
                <a:ahLst/>
                <a:cxnLst/>
                <a:rect l="l" t="t" r="r" b="b"/>
                <a:pathLst>
                  <a:path w="4826" h="1945" fill="none" extrusionOk="0">
                    <a:moveTo>
                      <a:pt x="1" y="1945"/>
                    </a:moveTo>
                    <a:cubicBezTo>
                      <a:pt x="1441" y="936"/>
                      <a:pt x="3097" y="288"/>
                      <a:pt x="4826" y="0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61"/>
              <p:cNvSpPr/>
              <p:nvPr/>
            </p:nvSpPr>
            <p:spPr>
              <a:xfrm>
                <a:off x="3611071" y="3513687"/>
                <a:ext cx="139395" cy="155495"/>
              </a:xfrm>
              <a:custGeom>
                <a:avLst/>
                <a:gdLst/>
                <a:ahLst/>
                <a:cxnLst/>
                <a:rect l="l" t="t" r="r" b="b"/>
                <a:pathLst>
                  <a:path w="3422" h="3817" fill="none" extrusionOk="0">
                    <a:moveTo>
                      <a:pt x="1" y="3817"/>
                    </a:moveTo>
                    <a:lnTo>
                      <a:pt x="1801" y="2449"/>
                    </a:lnTo>
                    <a:cubicBezTo>
                      <a:pt x="2233" y="2161"/>
                      <a:pt x="2629" y="1837"/>
                      <a:pt x="2954" y="1440"/>
                    </a:cubicBezTo>
                    <a:cubicBezTo>
                      <a:pt x="3278" y="1044"/>
                      <a:pt x="3422" y="504"/>
                      <a:pt x="3350" y="0"/>
                    </a:cubicBez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600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6" name="Google Shape;2766;p61"/>
            <p:cNvSpPr/>
            <p:nvPr/>
          </p:nvSpPr>
          <p:spPr>
            <a:xfrm>
              <a:off x="3922054" y="3523953"/>
              <a:ext cx="1349428" cy="907998"/>
            </a:xfrm>
            <a:custGeom>
              <a:avLst/>
              <a:gdLst/>
              <a:ahLst/>
              <a:cxnLst/>
              <a:rect l="l" t="t" r="r" b="b"/>
              <a:pathLst>
                <a:path w="33127" h="22289" extrusionOk="0">
                  <a:moveTo>
                    <a:pt x="16564" y="0"/>
                  </a:moveTo>
                  <a:cubicBezTo>
                    <a:pt x="7418" y="0"/>
                    <a:pt x="0" y="7418"/>
                    <a:pt x="0" y="16563"/>
                  </a:cubicBezTo>
                  <a:lnTo>
                    <a:pt x="0" y="22288"/>
                  </a:lnTo>
                  <a:lnTo>
                    <a:pt x="33127" y="22288"/>
                  </a:lnTo>
                  <a:lnTo>
                    <a:pt x="33127" y="16563"/>
                  </a:lnTo>
                  <a:cubicBezTo>
                    <a:pt x="33127" y="7418"/>
                    <a:pt x="25709" y="0"/>
                    <a:pt x="165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61"/>
            <p:cNvSpPr/>
            <p:nvPr/>
          </p:nvSpPr>
          <p:spPr>
            <a:xfrm>
              <a:off x="3477618" y="3298066"/>
              <a:ext cx="2238266" cy="1041984"/>
            </a:xfrm>
            <a:custGeom>
              <a:avLst/>
              <a:gdLst/>
              <a:ahLst/>
              <a:cxnLst/>
              <a:rect l="l" t="t" r="r" b="b"/>
              <a:pathLst>
                <a:path w="54947" h="25578" extrusionOk="0">
                  <a:moveTo>
                    <a:pt x="25559" y="0"/>
                  </a:moveTo>
                  <a:cubicBezTo>
                    <a:pt x="25385" y="0"/>
                    <a:pt x="25217" y="48"/>
                    <a:pt x="25097" y="144"/>
                  </a:cubicBezTo>
                  <a:lnTo>
                    <a:pt x="612" y="17499"/>
                  </a:lnTo>
                  <a:cubicBezTo>
                    <a:pt x="0" y="17931"/>
                    <a:pt x="180" y="18868"/>
                    <a:pt x="901" y="19084"/>
                  </a:cubicBezTo>
                  <a:lnTo>
                    <a:pt x="29274" y="25565"/>
                  </a:lnTo>
                  <a:cubicBezTo>
                    <a:pt x="29333" y="25573"/>
                    <a:pt x="29393" y="25578"/>
                    <a:pt x="29451" y="25578"/>
                  </a:cubicBezTo>
                  <a:cubicBezTo>
                    <a:pt x="29641" y="25578"/>
                    <a:pt x="29820" y="25531"/>
                    <a:pt x="29958" y="25421"/>
                  </a:cubicBezTo>
                  <a:lnTo>
                    <a:pt x="54335" y="8570"/>
                  </a:lnTo>
                  <a:cubicBezTo>
                    <a:pt x="54947" y="8138"/>
                    <a:pt x="54767" y="7202"/>
                    <a:pt x="54047" y="6985"/>
                  </a:cubicBezTo>
                  <a:lnTo>
                    <a:pt x="25817" y="36"/>
                  </a:lnTo>
                  <a:cubicBezTo>
                    <a:pt x="25733" y="12"/>
                    <a:pt x="25645" y="0"/>
                    <a:pt x="255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8" name="Google Shape;2768;p61"/>
          <p:cNvGrpSpPr/>
          <p:nvPr/>
        </p:nvGrpSpPr>
        <p:grpSpPr>
          <a:xfrm rot="-1062919">
            <a:off x="-922502" y="3861307"/>
            <a:ext cx="1654020" cy="540023"/>
            <a:chOff x="2564525" y="5223525"/>
            <a:chExt cx="2556110" cy="834547"/>
          </a:xfrm>
        </p:grpSpPr>
        <p:sp>
          <p:nvSpPr>
            <p:cNvPr id="2769" name="Google Shape;2769;p61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61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61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61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61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61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61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61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61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61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9" name="Google Shape;2779;p61"/>
          <p:cNvGrpSpPr/>
          <p:nvPr/>
        </p:nvGrpSpPr>
        <p:grpSpPr>
          <a:xfrm rot="1358433">
            <a:off x="7973679" y="910284"/>
            <a:ext cx="1719595" cy="916331"/>
            <a:chOff x="7463504" y="3075665"/>
            <a:chExt cx="2603050" cy="1387103"/>
          </a:xfrm>
        </p:grpSpPr>
        <p:sp>
          <p:nvSpPr>
            <p:cNvPr id="2780" name="Google Shape;2780;p61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61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61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61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61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61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61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61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61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61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61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61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61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61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61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61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61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61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61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61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61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61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61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61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61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61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61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61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61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61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61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61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61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62"/>
          <p:cNvSpPr txBox="1">
            <a:spLocks noGrp="1"/>
          </p:cNvSpPr>
          <p:nvPr>
            <p:ph type="title"/>
          </p:nvPr>
        </p:nvSpPr>
        <p:spPr>
          <a:xfrm flipH="1">
            <a:off x="3102450" y="3160800"/>
            <a:ext cx="4499100" cy="4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2818" name="Google Shape;2818;p62"/>
          <p:cNvSpPr txBox="1">
            <a:spLocks noGrp="1"/>
          </p:cNvSpPr>
          <p:nvPr>
            <p:ph type="subTitle" idx="1"/>
          </p:nvPr>
        </p:nvSpPr>
        <p:spPr>
          <a:xfrm flipH="1">
            <a:off x="1542200" y="1274700"/>
            <a:ext cx="5101200" cy="158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  <p:grpSp>
        <p:nvGrpSpPr>
          <p:cNvPr id="2819" name="Google Shape;2819;p62"/>
          <p:cNvGrpSpPr/>
          <p:nvPr/>
        </p:nvGrpSpPr>
        <p:grpSpPr>
          <a:xfrm rot="-293121">
            <a:off x="1963753" y="3212801"/>
            <a:ext cx="1284292" cy="1482557"/>
            <a:chOff x="308025" y="724402"/>
            <a:chExt cx="1866433" cy="2154567"/>
          </a:xfrm>
        </p:grpSpPr>
        <p:sp>
          <p:nvSpPr>
            <p:cNvPr id="2820" name="Google Shape;2820;p62"/>
            <p:cNvSpPr/>
            <p:nvPr/>
          </p:nvSpPr>
          <p:spPr>
            <a:xfrm>
              <a:off x="308025" y="724402"/>
              <a:ext cx="1866433" cy="2154567"/>
            </a:xfrm>
            <a:custGeom>
              <a:avLst/>
              <a:gdLst/>
              <a:ahLst/>
              <a:cxnLst/>
              <a:rect l="l" t="t" r="r" b="b"/>
              <a:pathLst>
                <a:path w="49269" h="56875" extrusionOk="0">
                  <a:moveTo>
                    <a:pt x="25485" y="0"/>
                  </a:moveTo>
                  <a:cubicBezTo>
                    <a:pt x="23317" y="0"/>
                    <a:pt x="21449" y="1468"/>
                    <a:pt x="21015" y="3569"/>
                  </a:cubicBezTo>
                  <a:cubicBezTo>
                    <a:pt x="20949" y="3836"/>
                    <a:pt x="20915" y="4103"/>
                    <a:pt x="20849" y="4370"/>
                  </a:cubicBezTo>
                  <a:cubicBezTo>
                    <a:pt x="20649" y="3936"/>
                    <a:pt x="20415" y="3503"/>
                    <a:pt x="20115" y="3136"/>
                  </a:cubicBezTo>
                  <a:cubicBezTo>
                    <a:pt x="19248" y="2001"/>
                    <a:pt x="17880" y="1334"/>
                    <a:pt x="16479" y="1334"/>
                  </a:cubicBezTo>
                  <a:cubicBezTo>
                    <a:pt x="16456" y="1334"/>
                    <a:pt x="16434" y="1334"/>
                    <a:pt x="16412" y="1334"/>
                  </a:cubicBezTo>
                  <a:cubicBezTo>
                    <a:pt x="14339" y="1334"/>
                    <a:pt x="12573" y="2857"/>
                    <a:pt x="12276" y="4904"/>
                  </a:cubicBezTo>
                  <a:cubicBezTo>
                    <a:pt x="11876" y="7339"/>
                    <a:pt x="12943" y="9440"/>
                    <a:pt x="13710" y="10975"/>
                  </a:cubicBezTo>
                  <a:lnTo>
                    <a:pt x="13977" y="11508"/>
                  </a:lnTo>
                  <a:lnTo>
                    <a:pt x="14044" y="11642"/>
                  </a:lnTo>
                  <a:cubicBezTo>
                    <a:pt x="14144" y="11942"/>
                    <a:pt x="14277" y="12242"/>
                    <a:pt x="14411" y="12576"/>
                  </a:cubicBezTo>
                  <a:cubicBezTo>
                    <a:pt x="12243" y="12876"/>
                    <a:pt x="11542" y="13276"/>
                    <a:pt x="11108" y="13543"/>
                  </a:cubicBezTo>
                  <a:cubicBezTo>
                    <a:pt x="10575" y="13843"/>
                    <a:pt x="10074" y="14210"/>
                    <a:pt x="9607" y="14610"/>
                  </a:cubicBezTo>
                  <a:cubicBezTo>
                    <a:pt x="9507" y="14677"/>
                    <a:pt x="0" y="23183"/>
                    <a:pt x="668" y="28821"/>
                  </a:cubicBezTo>
                  <a:cubicBezTo>
                    <a:pt x="1068" y="32223"/>
                    <a:pt x="8640" y="41763"/>
                    <a:pt x="10141" y="43631"/>
                  </a:cubicBezTo>
                  <a:cubicBezTo>
                    <a:pt x="19815" y="55640"/>
                    <a:pt x="23584" y="56474"/>
                    <a:pt x="24818" y="56741"/>
                  </a:cubicBezTo>
                  <a:cubicBezTo>
                    <a:pt x="25218" y="56841"/>
                    <a:pt x="25652" y="56874"/>
                    <a:pt x="26086" y="56874"/>
                  </a:cubicBezTo>
                  <a:lnTo>
                    <a:pt x="26619" y="56874"/>
                  </a:lnTo>
                  <a:cubicBezTo>
                    <a:pt x="27987" y="56707"/>
                    <a:pt x="31623" y="56340"/>
                    <a:pt x="40763" y="43131"/>
                  </a:cubicBezTo>
                  <a:cubicBezTo>
                    <a:pt x="42731" y="40262"/>
                    <a:pt x="49269" y="30555"/>
                    <a:pt x="49269" y="26986"/>
                  </a:cubicBezTo>
                  <a:cubicBezTo>
                    <a:pt x="49236" y="22583"/>
                    <a:pt x="40096" y="14544"/>
                    <a:pt x="40029" y="14510"/>
                  </a:cubicBezTo>
                  <a:cubicBezTo>
                    <a:pt x="39562" y="14110"/>
                    <a:pt x="39062" y="13810"/>
                    <a:pt x="38528" y="13576"/>
                  </a:cubicBezTo>
                  <a:cubicBezTo>
                    <a:pt x="38294" y="13476"/>
                    <a:pt x="38061" y="13376"/>
                    <a:pt x="37794" y="13310"/>
                  </a:cubicBezTo>
                  <a:cubicBezTo>
                    <a:pt x="38728" y="11842"/>
                    <a:pt x="39495" y="10274"/>
                    <a:pt x="40096" y="8640"/>
                  </a:cubicBezTo>
                  <a:cubicBezTo>
                    <a:pt x="40663" y="7239"/>
                    <a:pt x="40463" y="5671"/>
                    <a:pt x="39629" y="4470"/>
                  </a:cubicBezTo>
                  <a:cubicBezTo>
                    <a:pt x="38667" y="3099"/>
                    <a:pt x="37214" y="2449"/>
                    <a:pt x="35771" y="2449"/>
                  </a:cubicBezTo>
                  <a:cubicBezTo>
                    <a:pt x="33914" y="2449"/>
                    <a:pt x="32074" y="3528"/>
                    <a:pt x="31323" y="5537"/>
                  </a:cubicBezTo>
                  <a:cubicBezTo>
                    <a:pt x="31056" y="6305"/>
                    <a:pt x="30656" y="7072"/>
                    <a:pt x="30255" y="7939"/>
                  </a:cubicBezTo>
                  <a:cubicBezTo>
                    <a:pt x="30089" y="8306"/>
                    <a:pt x="29888" y="8673"/>
                    <a:pt x="29722" y="9040"/>
                  </a:cubicBezTo>
                  <a:cubicBezTo>
                    <a:pt x="29755" y="7972"/>
                    <a:pt x="29855" y="6872"/>
                    <a:pt x="30089" y="5804"/>
                  </a:cubicBezTo>
                  <a:cubicBezTo>
                    <a:pt x="30422" y="4403"/>
                    <a:pt x="30122" y="2969"/>
                    <a:pt x="29255" y="1835"/>
                  </a:cubicBezTo>
                  <a:cubicBezTo>
                    <a:pt x="28321" y="667"/>
                    <a:pt x="26953" y="0"/>
                    <a:pt x="254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3000000" algn="bl" rotWithShape="0">
                <a:schemeClr val="dk1">
                  <a:alpha val="8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62"/>
            <p:cNvSpPr/>
            <p:nvPr/>
          </p:nvSpPr>
          <p:spPr>
            <a:xfrm>
              <a:off x="896913" y="910455"/>
              <a:ext cx="166872" cy="299499"/>
            </a:xfrm>
            <a:custGeom>
              <a:avLst/>
              <a:gdLst/>
              <a:ahLst/>
              <a:cxnLst/>
              <a:rect l="l" t="t" r="r" b="b"/>
              <a:pathLst>
                <a:path w="4405" h="7906" extrusionOk="0">
                  <a:moveTo>
                    <a:pt x="905" y="1"/>
                  </a:moveTo>
                  <a:cubicBezTo>
                    <a:pt x="591" y="1"/>
                    <a:pt x="303" y="166"/>
                    <a:pt x="234" y="560"/>
                  </a:cubicBezTo>
                  <a:cubicBezTo>
                    <a:pt x="1" y="2094"/>
                    <a:pt x="1035" y="3795"/>
                    <a:pt x="1669" y="5130"/>
                  </a:cubicBezTo>
                  <a:cubicBezTo>
                    <a:pt x="1851" y="5494"/>
                    <a:pt x="2614" y="7905"/>
                    <a:pt x="3328" y="7905"/>
                  </a:cubicBezTo>
                  <a:cubicBezTo>
                    <a:pt x="3399" y="7905"/>
                    <a:pt x="3468" y="7882"/>
                    <a:pt x="3537" y="7831"/>
                  </a:cubicBezTo>
                  <a:cubicBezTo>
                    <a:pt x="4404" y="7231"/>
                    <a:pt x="3670" y="5630"/>
                    <a:pt x="3403" y="4863"/>
                  </a:cubicBezTo>
                  <a:cubicBezTo>
                    <a:pt x="3136" y="4062"/>
                    <a:pt x="2836" y="3262"/>
                    <a:pt x="2536" y="2461"/>
                  </a:cubicBezTo>
                  <a:cubicBezTo>
                    <a:pt x="2303" y="1760"/>
                    <a:pt x="2169" y="993"/>
                    <a:pt x="1702" y="393"/>
                  </a:cubicBezTo>
                  <a:cubicBezTo>
                    <a:pt x="1523" y="149"/>
                    <a:pt x="1203" y="1"/>
                    <a:pt x="9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62"/>
            <p:cNvSpPr/>
            <p:nvPr/>
          </p:nvSpPr>
          <p:spPr>
            <a:xfrm>
              <a:off x="1187606" y="860561"/>
              <a:ext cx="136453" cy="348367"/>
            </a:xfrm>
            <a:custGeom>
              <a:avLst/>
              <a:gdLst/>
              <a:ahLst/>
              <a:cxnLst/>
              <a:rect l="l" t="t" r="r" b="b"/>
              <a:pathLst>
                <a:path w="3602" h="9196" extrusionOk="0">
                  <a:moveTo>
                    <a:pt x="2254" y="0"/>
                  </a:moveTo>
                  <a:cubicBezTo>
                    <a:pt x="1812" y="0"/>
                    <a:pt x="1388" y="245"/>
                    <a:pt x="1268" y="809"/>
                  </a:cubicBezTo>
                  <a:cubicBezTo>
                    <a:pt x="734" y="3077"/>
                    <a:pt x="0" y="6880"/>
                    <a:pt x="1534" y="8915"/>
                  </a:cubicBezTo>
                  <a:cubicBezTo>
                    <a:pt x="1661" y="9089"/>
                    <a:pt x="1900" y="9195"/>
                    <a:pt x="2127" y="9195"/>
                  </a:cubicBezTo>
                  <a:cubicBezTo>
                    <a:pt x="2379" y="9195"/>
                    <a:pt x="2616" y="9064"/>
                    <a:pt x="2669" y="8748"/>
                  </a:cubicBezTo>
                  <a:cubicBezTo>
                    <a:pt x="3036" y="6313"/>
                    <a:pt x="2802" y="3845"/>
                    <a:pt x="3402" y="1376"/>
                  </a:cubicBezTo>
                  <a:cubicBezTo>
                    <a:pt x="3602" y="539"/>
                    <a:pt x="2908" y="0"/>
                    <a:pt x="2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62"/>
            <p:cNvSpPr/>
            <p:nvPr/>
          </p:nvSpPr>
          <p:spPr>
            <a:xfrm>
              <a:off x="1520276" y="953000"/>
              <a:ext cx="191875" cy="273057"/>
            </a:xfrm>
            <a:custGeom>
              <a:avLst/>
              <a:gdLst/>
              <a:ahLst/>
              <a:cxnLst/>
              <a:rect l="l" t="t" r="r" b="b"/>
              <a:pathLst>
                <a:path w="5065" h="7208" extrusionOk="0">
                  <a:moveTo>
                    <a:pt x="3754" y="0"/>
                  </a:moveTo>
                  <a:cubicBezTo>
                    <a:pt x="3320" y="0"/>
                    <a:pt x="2879" y="223"/>
                    <a:pt x="2694" y="738"/>
                  </a:cubicBezTo>
                  <a:cubicBezTo>
                    <a:pt x="1960" y="2672"/>
                    <a:pt x="859" y="4440"/>
                    <a:pt x="192" y="6375"/>
                  </a:cubicBezTo>
                  <a:cubicBezTo>
                    <a:pt x="1" y="6877"/>
                    <a:pt x="409" y="7207"/>
                    <a:pt x="840" y="7207"/>
                  </a:cubicBezTo>
                  <a:cubicBezTo>
                    <a:pt x="1010" y="7207"/>
                    <a:pt x="1184" y="7156"/>
                    <a:pt x="1326" y="7042"/>
                  </a:cubicBezTo>
                  <a:cubicBezTo>
                    <a:pt x="2994" y="5641"/>
                    <a:pt x="3995" y="3273"/>
                    <a:pt x="4762" y="1305"/>
                  </a:cubicBezTo>
                  <a:cubicBezTo>
                    <a:pt x="5064" y="519"/>
                    <a:pt x="4417" y="0"/>
                    <a:pt x="37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62"/>
            <p:cNvSpPr/>
            <p:nvPr/>
          </p:nvSpPr>
          <p:spPr>
            <a:xfrm>
              <a:off x="1532589" y="1379015"/>
              <a:ext cx="505504" cy="571192"/>
            </a:xfrm>
            <a:custGeom>
              <a:avLst/>
              <a:gdLst/>
              <a:ahLst/>
              <a:cxnLst/>
              <a:rect l="l" t="t" r="r" b="b"/>
              <a:pathLst>
                <a:path w="13344" h="15078" extrusionOk="0">
                  <a:moveTo>
                    <a:pt x="5471" y="0"/>
                  </a:moveTo>
                  <a:lnTo>
                    <a:pt x="1" y="15078"/>
                  </a:lnTo>
                  <a:cubicBezTo>
                    <a:pt x="3570" y="14077"/>
                    <a:pt x="13343" y="9740"/>
                    <a:pt x="13343" y="9740"/>
                  </a:cubicBezTo>
                  <a:cubicBezTo>
                    <a:pt x="13343" y="7906"/>
                    <a:pt x="7639" y="1701"/>
                    <a:pt x="54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62"/>
            <p:cNvSpPr/>
            <p:nvPr/>
          </p:nvSpPr>
          <p:spPr>
            <a:xfrm>
              <a:off x="1260982" y="1322112"/>
              <a:ext cx="478986" cy="628092"/>
            </a:xfrm>
            <a:custGeom>
              <a:avLst/>
              <a:gdLst/>
              <a:ahLst/>
              <a:cxnLst/>
              <a:rect l="l" t="t" r="r" b="b"/>
              <a:pathLst>
                <a:path w="12644" h="16580" extrusionOk="0">
                  <a:moveTo>
                    <a:pt x="1" y="1"/>
                  </a:moveTo>
                  <a:lnTo>
                    <a:pt x="7173" y="16580"/>
                  </a:lnTo>
                  <a:lnTo>
                    <a:pt x="12643" y="1502"/>
                  </a:lnTo>
                  <a:cubicBezTo>
                    <a:pt x="12443" y="1335"/>
                    <a:pt x="12243" y="1168"/>
                    <a:pt x="12009" y="1068"/>
                  </a:cubicBezTo>
                  <a:cubicBezTo>
                    <a:pt x="10608" y="501"/>
                    <a:pt x="5338" y="68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62"/>
            <p:cNvSpPr/>
            <p:nvPr/>
          </p:nvSpPr>
          <p:spPr>
            <a:xfrm>
              <a:off x="455891" y="1381516"/>
              <a:ext cx="470122" cy="558577"/>
            </a:xfrm>
            <a:custGeom>
              <a:avLst/>
              <a:gdLst/>
              <a:ahLst/>
              <a:cxnLst/>
              <a:rect l="l" t="t" r="r" b="b"/>
              <a:pathLst>
                <a:path w="12410" h="14745" extrusionOk="0">
                  <a:moveTo>
                    <a:pt x="8006" y="1"/>
                  </a:moveTo>
                  <a:cubicBezTo>
                    <a:pt x="5237" y="2336"/>
                    <a:pt x="0" y="8540"/>
                    <a:pt x="300" y="11075"/>
                  </a:cubicBezTo>
                  <a:cubicBezTo>
                    <a:pt x="300" y="11075"/>
                    <a:pt x="10041" y="14578"/>
                    <a:pt x="12409" y="14745"/>
                  </a:cubicBezTo>
                  <a:lnTo>
                    <a:pt x="80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62"/>
            <p:cNvSpPr/>
            <p:nvPr/>
          </p:nvSpPr>
          <p:spPr>
            <a:xfrm>
              <a:off x="759268" y="1320483"/>
              <a:ext cx="495389" cy="619606"/>
            </a:xfrm>
            <a:custGeom>
              <a:avLst/>
              <a:gdLst/>
              <a:ahLst/>
              <a:cxnLst/>
              <a:rect l="l" t="t" r="r" b="b"/>
              <a:pathLst>
                <a:path w="13077" h="16356" extrusionOk="0">
                  <a:moveTo>
                    <a:pt x="11474" y="1"/>
                  </a:moveTo>
                  <a:cubicBezTo>
                    <a:pt x="6615" y="1"/>
                    <a:pt x="2111" y="280"/>
                    <a:pt x="968" y="911"/>
                  </a:cubicBezTo>
                  <a:cubicBezTo>
                    <a:pt x="601" y="1111"/>
                    <a:pt x="301" y="1345"/>
                    <a:pt x="1" y="1612"/>
                  </a:cubicBezTo>
                  <a:lnTo>
                    <a:pt x="4404" y="16356"/>
                  </a:lnTo>
                  <a:lnTo>
                    <a:pt x="13077" y="11"/>
                  </a:lnTo>
                  <a:cubicBezTo>
                    <a:pt x="12541" y="4"/>
                    <a:pt x="12006" y="1"/>
                    <a:pt x="114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62"/>
            <p:cNvSpPr/>
            <p:nvPr/>
          </p:nvSpPr>
          <p:spPr>
            <a:xfrm>
              <a:off x="926009" y="1320862"/>
              <a:ext cx="606575" cy="638396"/>
            </a:xfrm>
            <a:custGeom>
              <a:avLst/>
              <a:gdLst/>
              <a:ahLst/>
              <a:cxnLst/>
              <a:rect l="l" t="t" r="r" b="b"/>
              <a:pathLst>
                <a:path w="16012" h="16852" extrusionOk="0">
                  <a:moveTo>
                    <a:pt x="8673" y="1"/>
                  </a:moveTo>
                  <a:lnTo>
                    <a:pt x="0" y="16346"/>
                  </a:lnTo>
                  <a:cubicBezTo>
                    <a:pt x="1681" y="16464"/>
                    <a:pt x="8019" y="16851"/>
                    <a:pt x="12283" y="16851"/>
                  </a:cubicBezTo>
                  <a:cubicBezTo>
                    <a:pt x="14025" y="16851"/>
                    <a:pt x="15421" y="16787"/>
                    <a:pt x="16012" y="16613"/>
                  </a:cubicBezTo>
                  <a:lnTo>
                    <a:pt x="8840" y="34"/>
                  </a:lnTo>
                  <a:lnTo>
                    <a:pt x="8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62"/>
            <p:cNvSpPr/>
            <p:nvPr/>
          </p:nvSpPr>
          <p:spPr>
            <a:xfrm>
              <a:off x="926009" y="1940091"/>
              <a:ext cx="606575" cy="805003"/>
            </a:xfrm>
            <a:custGeom>
              <a:avLst/>
              <a:gdLst/>
              <a:ahLst/>
              <a:cxnLst/>
              <a:rect l="l" t="t" r="r" b="b"/>
              <a:pathLst>
                <a:path w="16012" h="21250" extrusionOk="0">
                  <a:moveTo>
                    <a:pt x="0" y="1"/>
                  </a:moveTo>
                  <a:lnTo>
                    <a:pt x="9273" y="21116"/>
                  </a:lnTo>
                  <a:lnTo>
                    <a:pt x="9273" y="21216"/>
                  </a:lnTo>
                  <a:cubicBezTo>
                    <a:pt x="9474" y="21249"/>
                    <a:pt x="9707" y="21249"/>
                    <a:pt x="9907" y="21249"/>
                  </a:cubicBezTo>
                  <a:lnTo>
                    <a:pt x="16012" y="268"/>
                  </a:lnTo>
                  <a:lnTo>
                    <a:pt x="16012" y="268"/>
                  </a:lnTo>
                  <a:cubicBezTo>
                    <a:pt x="15421" y="442"/>
                    <a:pt x="14028" y="506"/>
                    <a:pt x="12289" y="506"/>
                  </a:cubicBezTo>
                  <a:cubicBezTo>
                    <a:pt x="8033" y="506"/>
                    <a:pt x="1705" y="119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62"/>
            <p:cNvSpPr/>
            <p:nvPr/>
          </p:nvSpPr>
          <p:spPr>
            <a:xfrm>
              <a:off x="1301338" y="1748014"/>
              <a:ext cx="736739" cy="997067"/>
            </a:xfrm>
            <a:custGeom>
              <a:avLst/>
              <a:gdLst/>
              <a:ahLst/>
              <a:cxnLst/>
              <a:rect l="l" t="t" r="r" b="b"/>
              <a:pathLst>
                <a:path w="19448" h="26320" extrusionOk="0">
                  <a:moveTo>
                    <a:pt x="19447" y="0"/>
                  </a:moveTo>
                  <a:cubicBezTo>
                    <a:pt x="19447" y="1"/>
                    <a:pt x="9674" y="4337"/>
                    <a:pt x="6105" y="5338"/>
                  </a:cubicBezTo>
                  <a:lnTo>
                    <a:pt x="0" y="26319"/>
                  </a:lnTo>
                  <a:cubicBezTo>
                    <a:pt x="4937" y="25819"/>
                    <a:pt x="19447" y="3036"/>
                    <a:pt x="19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62"/>
            <p:cNvSpPr/>
            <p:nvPr/>
          </p:nvSpPr>
          <p:spPr>
            <a:xfrm>
              <a:off x="467257" y="1802341"/>
              <a:ext cx="810041" cy="941456"/>
            </a:xfrm>
            <a:custGeom>
              <a:avLst/>
              <a:gdLst/>
              <a:ahLst/>
              <a:cxnLst/>
              <a:rect l="l" t="t" r="r" b="b"/>
              <a:pathLst>
                <a:path w="21383" h="24852" extrusionOk="0">
                  <a:moveTo>
                    <a:pt x="0" y="1"/>
                  </a:moveTo>
                  <a:cubicBezTo>
                    <a:pt x="334" y="2736"/>
                    <a:pt x="15778" y="23618"/>
                    <a:pt x="21382" y="24852"/>
                  </a:cubicBezTo>
                  <a:lnTo>
                    <a:pt x="21382" y="24752"/>
                  </a:lnTo>
                  <a:lnTo>
                    <a:pt x="12109" y="3637"/>
                  </a:lnTo>
                  <a:cubicBezTo>
                    <a:pt x="9741" y="347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2" name="Google Shape;2832;p62"/>
          <p:cNvGrpSpPr/>
          <p:nvPr/>
        </p:nvGrpSpPr>
        <p:grpSpPr>
          <a:xfrm>
            <a:off x="7399849" y="535515"/>
            <a:ext cx="1090343" cy="1580063"/>
            <a:chOff x="2686050" y="1765275"/>
            <a:chExt cx="1180025" cy="1710025"/>
          </a:xfrm>
        </p:grpSpPr>
        <p:sp>
          <p:nvSpPr>
            <p:cNvPr id="2833" name="Google Shape;2833;p62"/>
            <p:cNvSpPr/>
            <p:nvPr/>
          </p:nvSpPr>
          <p:spPr>
            <a:xfrm>
              <a:off x="2686050" y="1765275"/>
              <a:ext cx="1180025" cy="1710025"/>
            </a:xfrm>
            <a:custGeom>
              <a:avLst/>
              <a:gdLst/>
              <a:ahLst/>
              <a:cxnLst/>
              <a:rect l="l" t="t" r="r" b="b"/>
              <a:pathLst>
                <a:path w="47201" h="68401" extrusionOk="0">
                  <a:moveTo>
                    <a:pt x="34722" y="0"/>
                  </a:moveTo>
                  <a:cubicBezTo>
                    <a:pt x="34577" y="0"/>
                    <a:pt x="34433" y="8"/>
                    <a:pt x="34292" y="25"/>
                  </a:cubicBezTo>
                  <a:cubicBezTo>
                    <a:pt x="32057" y="325"/>
                    <a:pt x="30622" y="2360"/>
                    <a:pt x="28588" y="8164"/>
                  </a:cubicBezTo>
                  <a:cubicBezTo>
                    <a:pt x="27153" y="4028"/>
                    <a:pt x="26153" y="3628"/>
                    <a:pt x="25319" y="3261"/>
                  </a:cubicBezTo>
                  <a:cubicBezTo>
                    <a:pt x="24918" y="3094"/>
                    <a:pt x="24501" y="3011"/>
                    <a:pt x="24084" y="3011"/>
                  </a:cubicBezTo>
                  <a:cubicBezTo>
                    <a:pt x="23667" y="3011"/>
                    <a:pt x="23250" y="3094"/>
                    <a:pt x="22850" y="3261"/>
                  </a:cubicBezTo>
                  <a:cubicBezTo>
                    <a:pt x="21316" y="3894"/>
                    <a:pt x="20148" y="5095"/>
                    <a:pt x="20448" y="11900"/>
                  </a:cubicBezTo>
                  <a:cubicBezTo>
                    <a:pt x="20162" y="11826"/>
                    <a:pt x="19872" y="11789"/>
                    <a:pt x="19584" y="11789"/>
                  </a:cubicBezTo>
                  <a:cubicBezTo>
                    <a:pt x="18967" y="11789"/>
                    <a:pt x="18359" y="11959"/>
                    <a:pt x="17813" y="12301"/>
                  </a:cubicBezTo>
                  <a:cubicBezTo>
                    <a:pt x="15512" y="13735"/>
                    <a:pt x="15678" y="16737"/>
                    <a:pt x="18747" y="24176"/>
                  </a:cubicBezTo>
                  <a:cubicBezTo>
                    <a:pt x="17413" y="24976"/>
                    <a:pt x="16112" y="25944"/>
                    <a:pt x="14945" y="26978"/>
                  </a:cubicBezTo>
                  <a:cubicBezTo>
                    <a:pt x="11876" y="29646"/>
                    <a:pt x="7806" y="35317"/>
                    <a:pt x="5104" y="40788"/>
                  </a:cubicBezTo>
                  <a:cubicBezTo>
                    <a:pt x="2502" y="45958"/>
                    <a:pt x="1" y="53163"/>
                    <a:pt x="2636" y="57933"/>
                  </a:cubicBezTo>
                  <a:cubicBezTo>
                    <a:pt x="4404" y="61069"/>
                    <a:pt x="8240" y="64071"/>
                    <a:pt x="13177" y="66072"/>
                  </a:cubicBezTo>
                  <a:cubicBezTo>
                    <a:pt x="17249" y="67736"/>
                    <a:pt x="20890" y="68401"/>
                    <a:pt x="24002" y="68401"/>
                  </a:cubicBezTo>
                  <a:cubicBezTo>
                    <a:pt x="28128" y="68401"/>
                    <a:pt x="31323" y="67231"/>
                    <a:pt x="33358" y="65672"/>
                  </a:cubicBezTo>
                  <a:cubicBezTo>
                    <a:pt x="42498" y="58667"/>
                    <a:pt x="38528" y="34216"/>
                    <a:pt x="38495" y="33983"/>
                  </a:cubicBezTo>
                  <a:cubicBezTo>
                    <a:pt x="38195" y="32281"/>
                    <a:pt x="37561" y="30647"/>
                    <a:pt x="36627" y="29179"/>
                  </a:cubicBezTo>
                  <a:cubicBezTo>
                    <a:pt x="44065" y="24443"/>
                    <a:pt x="44232" y="23042"/>
                    <a:pt x="44366" y="21907"/>
                  </a:cubicBezTo>
                  <a:cubicBezTo>
                    <a:pt x="44532" y="20373"/>
                    <a:pt x="43632" y="18905"/>
                    <a:pt x="42197" y="18372"/>
                  </a:cubicBezTo>
                  <a:cubicBezTo>
                    <a:pt x="45033" y="15369"/>
                    <a:pt x="47201" y="12701"/>
                    <a:pt x="45433" y="10366"/>
                  </a:cubicBezTo>
                  <a:cubicBezTo>
                    <a:pt x="45099" y="9899"/>
                    <a:pt x="44632" y="9565"/>
                    <a:pt x="44099" y="9332"/>
                  </a:cubicBezTo>
                  <a:cubicBezTo>
                    <a:pt x="43706" y="9173"/>
                    <a:pt x="43312" y="9085"/>
                    <a:pt x="42883" y="9085"/>
                  </a:cubicBezTo>
                  <a:cubicBezTo>
                    <a:pt x="41600" y="9085"/>
                    <a:pt x="39993" y="9867"/>
                    <a:pt x="37094" y="11867"/>
                  </a:cubicBezTo>
                  <a:cubicBezTo>
                    <a:pt x="38228" y="6830"/>
                    <a:pt x="39362" y="1626"/>
                    <a:pt x="35993" y="225"/>
                  </a:cubicBezTo>
                  <a:cubicBezTo>
                    <a:pt x="35593" y="75"/>
                    <a:pt x="35155" y="0"/>
                    <a:pt x="347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62"/>
            <p:cNvSpPr/>
            <p:nvPr/>
          </p:nvSpPr>
          <p:spPr>
            <a:xfrm>
              <a:off x="2725250" y="2399225"/>
              <a:ext cx="922350" cy="1003050"/>
            </a:xfrm>
            <a:custGeom>
              <a:avLst/>
              <a:gdLst/>
              <a:ahLst/>
              <a:cxnLst/>
              <a:rect l="l" t="t" r="r" b="b"/>
              <a:pathLst>
                <a:path w="36894" h="40122" extrusionOk="0">
                  <a:moveTo>
                    <a:pt x="23036" y="0"/>
                  </a:moveTo>
                  <a:cubicBezTo>
                    <a:pt x="22360" y="0"/>
                    <a:pt x="21663" y="94"/>
                    <a:pt x="20915" y="319"/>
                  </a:cubicBezTo>
                  <a:cubicBezTo>
                    <a:pt x="19347" y="819"/>
                    <a:pt x="17546" y="1853"/>
                    <a:pt x="15278" y="3821"/>
                  </a:cubicBezTo>
                  <a:cubicBezTo>
                    <a:pt x="10041" y="8324"/>
                    <a:pt x="0" y="24603"/>
                    <a:pt x="3636" y="31174"/>
                  </a:cubicBezTo>
                  <a:cubicBezTo>
                    <a:pt x="6259" y="35891"/>
                    <a:pt x="15236" y="40121"/>
                    <a:pt x="22614" y="40121"/>
                  </a:cubicBezTo>
                  <a:cubicBezTo>
                    <a:pt x="25463" y="40121"/>
                    <a:pt x="28074" y="39490"/>
                    <a:pt x="29988" y="38012"/>
                  </a:cubicBezTo>
                  <a:cubicBezTo>
                    <a:pt x="36893" y="32742"/>
                    <a:pt x="34658" y="12561"/>
                    <a:pt x="34058" y="9158"/>
                  </a:cubicBezTo>
                  <a:cubicBezTo>
                    <a:pt x="33624" y="6823"/>
                    <a:pt x="32423" y="4689"/>
                    <a:pt x="30689" y="3087"/>
                  </a:cubicBezTo>
                  <a:cubicBezTo>
                    <a:pt x="29455" y="1953"/>
                    <a:pt x="27987" y="1119"/>
                    <a:pt x="26386" y="619"/>
                  </a:cubicBezTo>
                  <a:cubicBezTo>
                    <a:pt x="25237" y="264"/>
                    <a:pt x="24167" y="0"/>
                    <a:pt x="230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62"/>
            <p:cNvSpPr/>
            <p:nvPr/>
          </p:nvSpPr>
          <p:spPr>
            <a:xfrm>
              <a:off x="3139700" y="1838350"/>
              <a:ext cx="641325" cy="638075"/>
            </a:xfrm>
            <a:custGeom>
              <a:avLst/>
              <a:gdLst/>
              <a:ahLst/>
              <a:cxnLst/>
              <a:rect l="l" t="t" r="r" b="b"/>
              <a:pathLst>
                <a:path w="25653" h="25523" extrusionOk="0">
                  <a:moveTo>
                    <a:pt x="16605" y="0"/>
                  </a:moveTo>
                  <a:cubicBezTo>
                    <a:pt x="16586" y="0"/>
                    <a:pt x="16566" y="1"/>
                    <a:pt x="16546" y="4"/>
                  </a:cubicBezTo>
                  <a:cubicBezTo>
                    <a:pt x="14311" y="304"/>
                    <a:pt x="10442" y="15582"/>
                    <a:pt x="10308" y="16049"/>
                  </a:cubicBezTo>
                  <a:cubicBezTo>
                    <a:pt x="10243" y="15658"/>
                    <a:pt x="7467" y="3020"/>
                    <a:pt x="5940" y="3020"/>
                  </a:cubicBezTo>
                  <a:cubicBezTo>
                    <a:pt x="5906" y="3020"/>
                    <a:pt x="5872" y="3026"/>
                    <a:pt x="5838" y="3040"/>
                  </a:cubicBezTo>
                  <a:cubicBezTo>
                    <a:pt x="4337" y="3673"/>
                    <a:pt x="5938" y="16850"/>
                    <a:pt x="5938" y="16850"/>
                  </a:cubicBezTo>
                  <a:cubicBezTo>
                    <a:pt x="5938" y="16850"/>
                    <a:pt x="2815" y="11781"/>
                    <a:pt x="1442" y="11781"/>
                  </a:cubicBezTo>
                  <a:cubicBezTo>
                    <a:pt x="1355" y="11781"/>
                    <a:pt x="1274" y="11802"/>
                    <a:pt x="1202" y="11846"/>
                  </a:cubicBezTo>
                  <a:cubicBezTo>
                    <a:pt x="1" y="12613"/>
                    <a:pt x="4304" y="22454"/>
                    <a:pt x="4304" y="22454"/>
                  </a:cubicBezTo>
                  <a:lnTo>
                    <a:pt x="4337" y="22754"/>
                  </a:lnTo>
                  <a:cubicBezTo>
                    <a:pt x="5104" y="22511"/>
                    <a:pt x="5818" y="22410"/>
                    <a:pt x="6509" y="22410"/>
                  </a:cubicBezTo>
                  <a:cubicBezTo>
                    <a:pt x="7621" y="22410"/>
                    <a:pt x="8676" y="22671"/>
                    <a:pt x="9808" y="23021"/>
                  </a:cubicBezTo>
                  <a:cubicBezTo>
                    <a:pt x="11409" y="23554"/>
                    <a:pt x="12843" y="24388"/>
                    <a:pt x="14078" y="25522"/>
                  </a:cubicBezTo>
                  <a:cubicBezTo>
                    <a:pt x="15312" y="24822"/>
                    <a:pt x="23151" y="20052"/>
                    <a:pt x="23318" y="18651"/>
                  </a:cubicBezTo>
                  <a:cubicBezTo>
                    <a:pt x="23372" y="18158"/>
                    <a:pt x="22686" y="17992"/>
                    <a:pt x="21739" y="17992"/>
                  </a:cubicBezTo>
                  <a:cubicBezTo>
                    <a:pt x="19803" y="17992"/>
                    <a:pt x="16780" y="18684"/>
                    <a:pt x="16780" y="18684"/>
                  </a:cubicBezTo>
                  <a:cubicBezTo>
                    <a:pt x="16780" y="18684"/>
                    <a:pt x="25653" y="10178"/>
                    <a:pt x="24952" y="9177"/>
                  </a:cubicBezTo>
                  <a:cubicBezTo>
                    <a:pt x="24910" y="9122"/>
                    <a:pt x="24836" y="9095"/>
                    <a:pt x="24735" y="9095"/>
                  </a:cubicBezTo>
                  <a:cubicBezTo>
                    <a:pt x="23086" y="9095"/>
                    <a:pt x="14111" y="16116"/>
                    <a:pt x="14111" y="16116"/>
                  </a:cubicBezTo>
                  <a:cubicBezTo>
                    <a:pt x="14111" y="16116"/>
                    <a:pt x="18697" y="0"/>
                    <a:pt x="166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62"/>
            <p:cNvSpPr/>
            <p:nvPr/>
          </p:nvSpPr>
          <p:spPr>
            <a:xfrm>
              <a:off x="3110525" y="2460525"/>
              <a:ext cx="455350" cy="216050"/>
            </a:xfrm>
            <a:custGeom>
              <a:avLst/>
              <a:gdLst/>
              <a:ahLst/>
              <a:cxnLst/>
              <a:rect l="l" t="t" r="r" b="b"/>
              <a:pathLst>
                <a:path w="18214" h="8642" extrusionOk="0">
                  <a:moveTo>
                    <a:pt x="1387" y="0"/>
                  </a:moveTo>
                  <a:cubicBezTo>
                    <a:pt x="1315" y="0"/>
                    <a:pt x="1244" y="37"/>
                    <a:pt x="1201" y="102"/>
                  </a:cubicBezTo>
                  <a:cubicBezTo>
                    <a:pt x="934" y="469"/>
                    <a:pt x="701" y="869"/>
                    <a:pt x="467" y="1303"/>
                  </a:cubicBezTo>
                  <a:cubicBezTo>
                    <a:pt x="367" y="1536"/>
                    <a:pt x="301" y="1736"/>
                    <a:pt x="200" y="1970"/>
                  </a:cubicBezTo>
                  <a:lnTo>
                    <a:pt x="100" y="2303"/>
                  </a:lnTo>
                  <a:cubicBezTo>
                    <a:pt x="67" y="2437"/>
                    <a:pt x="67" y="2570"/>
                    <a:pt x="34" y="2670"/>
                  </a:cubicBezTo>
                  <a:cubicBezTo>
                    <a:pt x="0" y="2937"/>
                    <a:pt x="0" y="3204"/>
                    <a:pt x="34" y="3437"/>
                  </a:cubicBezTo>
                  <a:cubicBezTo>
                    <a:pt x="67" y="3704"/>
                    <a:pt x="167" y="3971"/>
                    <a:pt x="334" y="4205"/>
                  </a:cubicBezTo>
                  <a:cubicBezTo>
                    <a:pt x="401" y="4338"/>
                    <a:pt x="501" y="4438"/>
                    <a:pt x="601" y="4505"/>
                  </a:cubicBezTo>
                  <a:cubicBezTo>
                    <a:pt x="701" y="4605"/>
                    <a:pt x="801" y="4672"/>
                    <a:pt x="934" y="4738"/>
                  </a:cubicBezTo>
                  <a:lnTo>
                    <a:pt x="1101" y="4838"/>
                  </a:lnTo>
                  <a:lnTo>
                    <a:pt x="1168" y="4872"/>
                  </a:lnTo>
                  <a:lnTo>
                    <a:pt x="1235" y="4872"/>
                  </a:lnTo>
                  <a:lnTo>
                    <a:pt x="1301" y="4905"/>
                  </a:lnTo>
                  <a:lnTo>
                    <a:pt x="1635" y="4972"/>
                  </a:lnTo>
                  <a:cubicBezTo>
                    <a:pt x="1768" y="5005"/>
                    <a:pt x="1902" y="5005"/>
                    <a:pt x="2068" y="5005"/>
                  </a:cubicBezTo>
                  <a:cubicBezTo>
                    <a:pt x="2202" y="5005"/>
                    <a:pt x="2335" y="5005"/>
                    <a:pt x="2469" y="4972"/>
                  </a:cubicBezTo>
                  <a:cubicBezTo>
                    <a:pt x="2602" y="4938"/>
                    <a:pt x="2736" y="4905"/>
                    <a:pt x="2869" y="4872"/>
                  </a:cubicBezTo>
                  <a:cubicBezTo>
                    <a:pt x="2969" y="4838"/>
                    <a:pt x="3103" y="4772"/>
                    <a:pt x="3203" y="4738"/>
                  </a:cubicBezTo>
                  <a:lnTo>
                    <a:pt x="3536" y="4538"/>
                  </a:lnTo>
                  <a:lnTo>
                    <a:pt x="3836" y="4338"/>
                  </a:lnTo>
                  <a:cubicBezTo>
                    <a:pt x="4037" y="4205"/>
                    <a:pt x="4237" y="4038"/>
                    <a:pt x="4403" y="3871"/>
                  </a:cubicBezTo>
                  <a:cubicBezTo>
                    <a:pt x="4604" y="3704"/>
                    <a:pt x="4737" y="3537"/>
                    <a:pt x="4904" y="3371"/>
                  </a:cubicBezTo>
                  <a:cubicBezTo>
                    <a:pt x="5046" y="3229"/>
                    <a:pt x="5188" y="3063"/>
                    <a:pt x="5309" y="2893"/>
                  </a:cubicBezTo>
                  <a:lnTo>
                    <a:pt x="5309" y="2893"/>
                  </a:lnTo>
                  <a:cubicBezTo>
                    <a:pt x="5307" y="2919"/>
                    <a:pt x="5306" y="2945"/>
                    <a:pt x="5304" y="2970"/>
                  </a:cubicBezTo>
                  <a:cubicBezTo>
                    <a:pt x="5304" y="3504"/>
                    <a:pt x="5337" y="4071"/>
                    <a:pt x="5371" y="4605"/>
                  </a:cubicBezTo>
                  <a:cubicBezTo>
                    <a:pt x="5438" y="5139"/>
                    <a:pt x="5571" y="5706"/>
                    <a:pt x="5804" y="6206"/>
                  </a:cubicBezTo>
                  <a:cubicBezTo>
                    <a:pt x="5905" y="6473"/>
                    <a:pt x="6105" y="6740"/>
                    <a:pt x="6305" y="6973"/>
                  </a:cubicBezTo>
                  <a:cubicBezTo>
                    <a:pt x="6538" y="7207"/>
                    <a:pt x="6839" y="7407"/>
                    <a:pt x="7139" y="7507"/>
                  </a:cubicBezTo>
                  <a:lnTo>
                    <a:pt x="7339" y="7540"/>
                  </a:lnTo>
                  <a:lnTo>
                    <a:pt x="7606" y="7574"/>
                  </a:lnTo>
                  <a:cubicBezTo>
                    <a:pt x="7773" y="7574"/>
                    <a:pt x="7906" y="7574"/>
                    <a:pt x="8073" y="7540"/>
                  </a:cubicBezTo>
                  <a:cubicBezTo>
                    <a:pt x="8373" y="7507"/>
                    <a:pt x="8640" y="7407"/>
                    <a:pt x="8907" y="7273"/>
                  </a:cubicBezTo>
                  <a:cubicBezTo>
                    <a:pt x="9407" y="7040"/>
                    <a:pt x="9874" y="6740"/>
                    <a:pt x="10308" y="6373"/>
                  </a:cubicBezTo>
                  <a:cubicBezTo>
                    <a:pt x="10708" y="6039"/>
                    <a:pt x="11108" y="5672"/>
                    <a:pt x="11475" y="5272"/>
                  </a:cubicBezTo>
                  <a:cubicBezTo>
                    <a:pt x="11530" y="5206"/>
                    <a:pt x="11586" y="5140"/>
                    <a:pt x="11642" y="5074"/>
                  </a:cubicBezTo>
                  <a:lnTo>
                    <a:pt x="11642" y="5074"/>
                  </a:lnTo>
                  <a:cubicBezTo>
                    <a:pt x="11642" y="5117"/>
                    <a:pt x="11642" y="5161"/>
                    <a:pt x="11642" y="5205"/>
                  </a:cubicBezTo>
                  <a:cubicBezTo>
                    <a:pt x="11609" y="5706"/>
                    <a:pt x="11642" y="6206"/>
                    <a:pt x="11742" y="6706"/>
                  </a:cubicBezTo>
                  <a:cubicBezTo>
                    <a:pt x="11842" y="7240"/>
                    <a:pt x="12076" y="7740"/>
                    <a:pt x="12443" y="8141"/>
                  </a:cubicBezTo>
                  <a:cubicBezTo>
                    <a:pt x="12643" y="8341"/>
                    <a:pt x="12910" y="8508"/>
                    <a:pt x="13210" y="8574"/>
                  </a:cubicBezTo>
                  <a:cubicBezTo>
                    <a:pt x="13276" y="8608"/>
                    <a:pt x="13343" y="8608"/>
                    <a:pt x="13410" y="8641"/>
                  </a:cubicBezTo>
                  <a:lnTo>
                    <a:pt x="14010" y="8641"/>
                  </a:lnTo>
                  <a:cubicBezTo>
                    <a:pt x="14144" y="8608"/>
                    <a:pt x="14277" y="8574"/>
                    <a:pt x="14411" y="8541"/>
                  </a:cubicBezTo>
                  <a:cubicBezTo>
                    <a:pt x="14544" y="8508"/>
                    <a:pt x="14677" y="8441"/>
                    <a:pt x="14811" y="8408"/>
                  </a:cubicBezTo>
                  <a:cubicBezTo>
                    <a:pt x="14911" y="8341"/>
                    <a:pt x="15044" y="8274"/>
                    <a:pt x="15144" y="8207"/>
                  </a:cubicBezTo>
                  <a:cubicBezTo>
                    <a:pt x="15245" y="8141"/>
                    <a:pt x="15378" y="8074"/>
                    <a:pt x="15478" y="8007"/>
                  </a:cubicBezTo>
                  <a:lnTo>
                    <a:pt x="15778" y="7774"/>
                  </a:lnTo>
                  <a:lnTo>
                    <a:pt x="16045" y="7507"/>
                  </a:lnTo>
                  <a:cubicBezTo>
                    <a:pt x="16212" y="7340"/>
                    <a:pt x="16379" y="7173"/>
                    <a:pt x="16545" y="6973"/>
                  </a:cubicBezTo>
                  <a:cubicBezTo>
                    <a:pt x="17179" y="6239"/>
                    <a:pt x="17713" y="5439"/>
                    <a:pt x="18147" y="4572"/>
                  </a:cubicBezTo>
                  <a:cubicBezTo>
                    <a:pt x="18213" y="4471"/>
                    <a:pt x="18147" y="4338"/>
                    <a:pt x="18080" y="4271"/>
                  </a:cubicBezTo>
                  <a:cubicBezTo>
                    <a:pt x="18035" y="4249"/>
                    <a:pt x="17991" y="4238"/>
                    <a:pt x="17950" y="4238"/>
                  </a:cubicBezTo>
                  <a:cubicBezTo>
                    <a:pt x="17869" y="4238"/>
                    <a:pt x="17802" y="4282"/>
                    <a:pt x="17780" y="4371"/>
                  </a:cubicBezTo>
                  <a:cubicBezTo>
                    <a:pt x="17546" y="4772"/>
                    <a:pt x="17279" y="5139"/>
                    <a:pt x="17012" y="5506"/>
                  </a:cubicBezTo>
                  <a:cubicBezTo>
                    <a:pt x="16879" y="5706"/>
                    <a:pt x="16746" y="5906"/>
                    <a:pt x="16579" y="6073"/>
                  </a:cubicBezTo>
                  <a:cubicBezTo>
                    <a:pt x="16445" y="6273"/>
                    <a:pt x="16279" y="6440"/>
                    <a:pt x="16145" y="6606"/>
                  </a:cubicBezTo>
                  <a:cubicBezTo>
                    <a:pt x="15978" y="6773"/>
                    <a:pt x="15812" y="6907"/>
                    <a:pt x="15645" y="7073"/>
                  </a:cubicBezTo>
                  <a:cubicBezTo>
                    <a:pt x="15478" y="7207"/>
                    <a:pt x="15311" y="7374"/>
                    <a:pt x="15111" y="7474"/>
                  </a:cubicBezTo>
                  <a:cubicBezTo>
                    <a:pt x="15011" y="7540"/>
                    <a:pt x="14944" y="7607"/>
                    <a:pt x="14844" y="7674"/>
                  </a:cubicBezTo>
                  <a:cubicBezTo>
                    <a:pt x="14744" y="7707"/>
                    <a:pt x="14644" y="7774"/>
                    <a:pt x="14544" y="7807"/>
                  </a:cubicBezTo>
                  <a:cubicBezTo>
                    <a:pt x="14444" y="7841"/>
                    <a:pt x="14344" y="7874"/>
                    <a:pt x="14277" y="7907"/>
                  </a:cubicBezTo>
                  <a:lnTo>
                    <a:pt x="14010" y="7974"/>
                  </a:lnTo>
                  <a:lnTo>
                    <a:pt x="13510" y="7974"/>
                  </a:lnTo>
                  <a:cubicBezTo>
                    <a:pt x="13477" y="7941"/>
                    <a:pt x="13410" y="7941"/>
                    <a:pt x="13377" y="7941"/>
                  </a:cubicBezTo>
                  <a:cubicBezTo>
                    <a:pt x="13210" y="7874"/>
                    <a:pt x="13043" y="7774"/>
                    <a:pt x="12910" y="7640"/>
                  </a:cubicBezTo>
                  <a:cubicBezTo>
                    <a:pt x="12676" y="7340"/>
                    <a:pt x="12509" y="6940"/>
                    <a:pt x="12443" y="6540"/>
                  </a:cubicBezTo>
                  <a:cubicBezTo>
                    <a:pt x="12376" y="6106"/>
                    <a:pt x="12342" y="5672"/>
                    <a:pt x="12376" y="5205"/>
                  </a:cubicBezTo>
                  <a:cubicBezTo>
                    <a:pt x="12376" y="5005"/>
                    <a:pt x="12409" y="4772"/>
                    <a:pt x="12443" y="4538"/>
                  </a:cubicBezTo>
                  <a:cubicBezTo>
                    <a:pt x="12443" y="4305"/>
                    <a:pt x="12476" y="4071"/>
                    <a:pt x="12543" y="3871"/>
                  </a:cubicBezTo>
                  <a:cubicBezTo>
                    <a:pt x="12543" y="3704"/>
                    <a:pt x="12509" y="3571"/>
                    <a:pt x="12376" y="3471"/>
                  </a:cubicBezTo>
                  <a:cubicBezTo>
                    <a:pt x="12309" y="3417"/>
                    <a:pt x="12232" y="3391"/>
                    <a:pt x="12154" y="3391"/>
                  </a:cubicBezTo>
                  <a:cubicBezTo>
                    <a:pt x="12038" y="3391"/>
                    <a:pt x="11922" y="3451"/>
                    <a:pt x="11842" y="3571"/>
                  </a:cubicBezTo>
                  <a:cubicBezTo>
                    <a:pt x="11542" y="3971"/>
                    <a:pt x="11208" y="4338"/>
                    <a:pt x="10875" y="4705"/>
                  </a:cubicBezTo>
                  <a:cubicBezTo>
                    <a:pt x="10508" y="5072"/>
                    <a:pt x="10141" y="5405"/>
                    <a:pt x="9774" y="5739"/>
                  </a:cubicBezTo>
                  <a:cubicBezTo>
                    <a:pt x="9407" y="6039"/>
                    <a:pt x="9007" y="6306"/>
                    <a:pt x="8573" y="6506"/>
                  </a:cubicBezTo>
                  <a:cubicBezTo>
                    <a:pt x="8340" y="6606"/>
                    <a:pt x="8139" y="6673"/>
                    <a:pt x="7939" y="6706"/>
                  </a:cubicBezTo>
                  <a:lnTo>
                    <a:pt x="7506" y="6706"/>
                  </a:lnTo>
                  <a:lnTo>
                    <a:pt x="7306" y="6640"/>
                  </a:lnTo>
                  <a:cubicBezTo>
                    <a:pt x="7139" y="6606"/>
                    <a:pt x="6972" y="6506"/>
                    <a:pt x="6872" y="6373"/>
                  </a:cubicBezTo>
                  <a:cubicBezTo>
                    <a:pt x="6705" y="6206"/>
                    <a:pt x="6605" y="6039"/>
                    <a:pt x="6505" y="5839"/>
                  </a:cubicBezTo>
                  <a:cubicBezTo>
                    <a:pt x="6338" y="5405"/>
                    <a:pt x="6205" y="4938"/>
                    <a:pt x="6171" y="4471"/>
                  </a:cubicBezTo>
                  <a:cubicBezTo>
                    <a:pt x="6105" y="3971"/>
                    <a:pt x="6071" y="3471"/>
                    <a:pt x="6071" y="2970"/>
                  </a:cubicBezTo>
                  <a:cubicBezTo>
                    <a:pt x="6101" y="2532"/>
                    <a:pt x="6130" y="2093"/>
                    <a:pt x="6159" y="1655"/>
                  </a:cubicBezTo>
                  <a:lnTo>
                    <a:pt x="6159" y="1655"/>
                  </a:lnTo>
                  <a:cubicBezTo>
                    <a:pt x="6163" y="1649"/>
                    <a:pt x="6167" y="1642"/>
                    <a:pt x="6171" y="1636"/>
                  </a:cubicBezTo>
                  <a:lnTo>
                    <a:pt x="6161" y="1633"/>
                  </a:lnTo>
                  <a:lnTo>
                    <a:pt x="6161" y="1633"/>
                  </a:lnTo>
                  <a:cubicBezTo>
                    <a:pt x="6164" y="1578"/>
                    <a:pt x="6168" y="1524"/>
                    <a:pt x="6171" y="1469"/>
                  </a:cubicBezTo>
                  <a:cubicBezTo>
                    <a:pt x="6213" y="1200"/>
                    <a:pt x="6010" y="1034"/>
                    <a:pt x="5803" y="1034"/>
                  </a:cubicBezTo>
                  <a:cubicBezTo>
                    <a:pt x="5676" y="1034"/>
                    <a:pt x="5547" y="1096"/>
                    <a:pt x="5471" y="1236"/>
                  </a:cubicBezTo>
                  <a:cubicBezTo>
                    <a:pt x="5337" y="1403"/>
                    <a:pt x="5237" y="1603"/>
                    <a:pt x="5104" y="1770"/>
                  </a:cubicBezTo>
                  <a:cubicBezTo>
                    <a:pt x="5004" y="1970"/>
                    <a:pt x="4870" y="2136"/>
                    <a:pt x="4737" y="2337"/>
                  </a:cubicBezTo>
                  <a:cubicBezTo>
                    <a:pt x="4604" y="2503"/>
                    <a:pt x="4470" y="2670"/>
                    <a:pt x="4303" y="2837"/>
                  </a:cubicBezTo>
                  <a:cubicBezTo>
                    <a:pt x="4170" y="3004"/>
                    <a:pt x="4037" y="3171"/>
                    <a:pt x="3870" y="3304"/>
                  </a:cubicBezTo>
                  <a:cubicBezTo>
                    <a:pt x="3703" y="3471"/>
                    <a:pt x="3570" y="3604"/>
                    <a:pt x="3403" y="3738"/>
                  </a:cubicBezTo>
                  <a:lnTo>
                    <a:pt x="3136" y="3904"/>
                  </a:lnTo>
                  <a:lnTo>
                    <a:pt x="2869" y="4071"/>
                  </a:lnTo>
                  <a:cubicBezTo>
                    <a:pt x="2769" y="4105"/>
                    <a:pt x="2669" y="4171"/>
                    <a:pt x="2602" y="4205"/>
                  </a:cubicBezTo>
                  <a:cubicBezTo>
                    <a:pt x="2502" y="4238"/>
                    <a:pt x="2402" y="4271"/>
                    <a:pt x="2302" y="4271"/>
                  </a:cubicBezTo>
                  <a:cubicBezTo>
                    <a:pt x="2202" y="4305"/>
                    <a:pt x="2135" y="4305"/>
                    <a:pt x="2035" y="4305"/>
                  </a:cubicBezTo>
                  <a:lnTo>
                    <a:pt x="1768" y="4305"/>
                  </a:lnTo>
                  <a:lnTo>
                    <a:pt x="1468" y="4238"/>
                  </a:lnTo>
                  <a:lnTo>
                    <a:pt x="1368" y="4238"/>
                  </a:lnTo>
                  <a:lnTo>
                    <a:pt x="1235" y="4171"/>
                  </a:lnTo>
                  <a:cubicBezTo>
                    <a:pt x="1134" y="4105"/>
                    <a:pt x="1068" y="4071"/>
                    <a:pt x="1001" y="4004"/>
                  </a:cubicBezTo>
                  <a:cubicBezTo>
                    <a:pt x="934" y="3938"/>
                    <a:pt x="834" y="3904"/>
                    <a:pt x="801" y="3804"/>
                  </a:cubicBezTo>
                  <a:cubicBezTo>
                    <a:pt x="601" y="3504"/>
                    <a:pt x="501" y="3104"/>
                    <a:pt x="567" y="2737"/>
                  </a:cubicBezTo>
                  <a:cubicBezTo>
                    <a:pt x="601" y="2637"/>
                    <a:pt x="601" y="2537"/>
                    <a:pt x="634" y="2403"/>
                  </a:cubicBezTo>
                  <a:lnTo>
                    <a:pt x="701" y="2103"/>
                  </a:lnTo>
                  <a:cubicBezTo>
                    <a:pt x="768" y="1903"/>
                    <a:pt x="834" y="1703"/>
                    <a:pt x="934" y="1503"/>
                  </a:cubicBezTo>
                  <a:cubicBezTo>
                    <a:pt x="1101" y="1069"/>
                    <a:pt x="1301" y="702"/>
                    <a:pt x="1535" y="302"/>
                  </a:cubicBezTo>
                  <a:lnTo>
                    <a:pt x="1568" y="335"/>
                  </a:lnTo>
                  <a:cubicBezTo>
                    <a:pt x="1635" y="235"/>
                    <a:pt x="1601" y="102"/>
                    <a:pt x="1501" y="35"/>
                  </a:cubicBezTo>
                  <a:cubicBezTo>
                    <a:pt x="1466" y="11"/>
                    <a:pt x="1426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62"/>
            <p:cNvSpPr/>
            <p:nvPr/>
          </p:nvSpPr>
          <p:spPr>
            <a:xfrm>
              <a:off x="2984600" y="2561925"/>
              <a:ext cx="608800" cy="244725"/>
            </a:xfrm>
            <a:custGeom>
              <a:avLst/>
              <a:gdLst/>
              <a:ahLst/>
              <a:cxnLst/>
              <a:rect l="l" t="t" r="r" b="b"/>
              <a:pathLst>
                <a:path w="24352" h="9789" extrusionOk="0">
                  <a:moveTo>
                    <a:pt x="5915" y="0"/>
                  </a:moveTo>
                  <a:cubicBezTo>
                    <a:pt x="5829" y="0"/>
                    <a:pt x="5741" y="35"/>
                    <a:pt x="5671" y="115"/>
                  </a:cubicBezTo>
                  <a:lnTo>
                    <a:pt x="5404" y="415"/>
                  </a:lnTo>
                  <a:cubicBezTo>
                    <a:pt x="5338" y="516"/>
                    <a:pt x="5271" y="616"/>
                    <a:pt x="5171" y="716"/>
                  </a:cubicBezTo>
                  <a:lnTo>
                    <a:pt x="4904" y="983"/>
                  </a:lnTo>
                  <a:cubicBezTo>
                    <a:pt x="4804" y="1083"/>
                    <a:pt x="4704" y="1149"/>
                    <a:pt x="4604" y="1249"/>
                  </a:cubicBezTo>
                  <a:lnTo>
                    <a:pt x="4337" y="1483"/>
                  </a:lnTo>
                  <a:lnTo>
                    <a:pt x="4003" y="1683"/>
                  </a:lnTo>
                  <a:cubicBezTo>
                    <a:pt x="3903" y="1750"/>
                    <a:pt x="3803" y="1816"/>
                    <a:pt x="3670" y="1883"/>
                  </a:cubicBezTo>
                  <a:cubicBezTo>
                    <a:pt x="3570" y="1950"/>
                    <a:pt x="3470" y="2017"/>
                    <a:pt x="3336" y="2050"/>
                  </a:cubicBezTo>
                  <a:lnTo>
                    <a:pt x="2969" y="2183"/>
                  </a:lnTo>
                  <a:lnTo>
                    <a:pt x="2602" y="2283"/>
                  </a:lnTo>
                  <a:cubicBezTo>
                    <a:pt x="2502" y="2350"/>
                    <a:pt x="2369" y="2317"/>
                    <a:pt x="2235" y="2384"/>
                  </a:cubicBezTo>
                  <a:cubicBezTo>
                    <a:pt x="2135" y="2417"/>
                    <a:pt x="2002" y="2417"/>
                    <a:pt x="1868" y="2417"/>
                  </a:cubicBezTo>
                  <a:cubicBezTo>
                    <a:pt x="1735" y="2450"/>
                    <a:pt x="1602" y="2450"/>
                    <a:pt x="1468" y="2450"/>
                  </a:cubicBezTo>
                  <a:lnTo>
                    <a:pt x="1101" y="2450"/>
                  </a:lnTo>
                  <a:cubicBezTo>
                    <a:pt x="834" y="2417"/>
                    <a:pt x="601" y="2384"/>
                    <a:pt x="367" y="2317"/>
                  </a:cubicBezTo>
                  <a:lnTo>
                    <a:pt x="301" y="2417"/>
                  </a:lnTo>
                  <a:cubicBezTo>
                    <a:pt x="283" y="2411"/>
                    <a:pt x="264" y="2408"/>
                    <a:pt x="245" y="2408"/>
                  </a:cubicBezTo>
                  <a:cubicBezTo>
                    <a:pt x="156" y="2408"/>
                    <a:pt x="61" y="2468"/>
                    <a:pt x="34" y="2550"/>
                  </a:cubicBezTo>
                  <a:cubicBezTo>
                    <a:pt x="0" y="2684"/>
                    <a:pt x="67" y="2817"/>
                    <a:pt x="201" y="2851"/>
                  </a:cubicBezTo>
                  <a:cubicBezTo>
                    <a:pt x="467" y="2917"/>
                    <a:pt x="734" y="2984"/>
                    <a:pt x="1034" y="3017"/>
                  </a:cubicBezTo>
                  <a:lnTo>
                    <a:pt x="1435" y="3017"/>
                  </a:lnTo>
                  <a:cubicBezTo>
                    <a:pt x="1524" y="3017"/>
                    <a:pt x="1613" y="3032"/>
                    <a:pt x="1712" y="3032"/>
                  </a:cubicBezTo>
                  <a:cubicBezTo>
                    <a:pt x="1761" y="3032"/>
                    <a:pt x="1813" y="3028"/>
                    <a:pt x="1868" y="3017"/>
                  </a:cubicBezTo>
                  <a:cubicBezTo>
                    <a:pt x="2002" y="3017"/>
                    <a:pt x="2135" y="3017"/>
                    <a:pt x="2269" y="2984"/>
                  </a:cubicBezTo>
                  <a:cubicBezTo>
                    <a:pt x="2402" y="2984"/>
                    <a:pt x="2536" y="2951"/>
                    <a:pt x="2702" y="2917"/>
                  </a:cubicBezTo>
                  <a:lnTo>
                    <a:pt x="3103" y="2817"/>
                  </a:lnTo>
                  <a:lnTo>
                    <a:pt x="3536" y="2684"/>
                  </a:lnTo>
                  <a:cubicBezTo>
                    <a:pt x="3636" y="2617"/>
                    <a:pt x="3770" y="2584"/>
                    <a:pt x="3903" y="2517"/>
                  </a:cubicBezTo>
                  <a:cubicBezTo>
                    <a:pt x="4037" y="2450"/>
                    <a:pt x="4170" y="2384"/>
                    <a:pt x="4270" y="2317"/>
                  </a:cubicBezTo>
                  <a:lnTo>
                    <a:pt x="4637" y="2083"/>
                  </a:lnTo>
                  <a:lnTo>
                    <a:pt x="4971" y="1816"/>
                  </a:lnTo>
                  <a:cubicBezTo>
                    <a:pt x="5054" y="1757"/>
                    <a:pt x="5132" y="1694"/>
                    <a:pt x="5208" y="1628"/>
                  </a:cubicBezTo>
                  <a:lnTo>
                    <a:pt x="5208" y="1628"/>
                  </a:lnTo>
                  <a:cubicBezTo>
                    <a:pt x="5182" y="1746"/>
                    <a:pt x="5158" y="1865"/>
                    <a:pt x="5137" y="1983"/>
                  </a:cubicBezTo>
                  <a:cubicBezTo>
                    <a:pt x="5004" y="2550"/>
                    <a:pt x="4937" y="3117"/>
                    <a:pt x="4904" y="3718"/>
                  </a:cubicBezTo>
                  <a:cubicBezTo>
                    <a:pt x="4871" y="4318"/>
                    <a:pt x="5004" y="4919"/>
                    <a:pt x="5237" y="5486"/>
                  </a:cubicBezTo>
                  <a:cubicBezTo>
                    <a:pt x="5371" y="5786"/>
                    <a:pt x="5571" y="6053"/>
                    <a:pt x="5838" y="6286"/>
                  </a:cubicBezTo>
                  <a:cubicBezTo>
                    <a:pt x="6105" y="6486"/>
                    <a:pt x="6405" y="6653"/>
                    <a:pt x="6739" y="6720"/>
                  </a:cubicBezTo>
                  <a:lnTo>
                    <a:pt x="6972" y="6720"/>
                  </a:lnTo>
                  <a:lnTo>
                    <a:pt x="7172" y="6753"/>
                  </a:lnTo>
                  <a:cubicBezTo>
                    <a:pt x="7339" y="6787"/>
                    <a:pt x="7472" y="6787"/>
                    <a:pt x="7639" y="6787"/>
                  </a:cubicBezTo>
                  <a:cubicBezTo>
                    <a:pt x="7973" y="6787"/>
                    <a:pt x="8273" y="6720"/>
                    <a:pt x="8573" y="6653"/>
                  </a:cubicBezTo>
                  <a:lnTo>
                    <a:pt x="9007" y="6486"/>
                  </a:lnTo>
                  <a:cubicBezTo>
                    <a:pt x="9140" y="6453"/>
                    <a:pt x="9274" y="6353"/>
                    <a:pt x="9407" y="6286"/>
                  </a:cubicBezTo>
                  <a:cubicBezTo>
                    <a:pt x="9541" y="6253"/>
                    <a:pt x="9674" y="6153"/>
                    <a:pt x="9807" y="6086"/>
                  </a:cubicBezTo>
                  <a:cubicBezTo>
                    <a:pt x="9941" y="6019"/>
                    <a:pt x="10041" y="5919"/>
                    <a:pt x="10174" y="5853"/>
                  </a:cubicBezTo>
                  <a:cubicBezTo>
                    <a:pt x="10408" y="5653"/>
                    <a:pt x="10641" y="5486"/>
                    <a:pt x="10875" y="5286"/>
                  </a:cubicBezTo>
                  <a:cubicBezTo>
                    <a:pt x="11075" y="5085"/>
                    <a:pt x="11275" y="4885"/>
                    <a:pt x="11475" y="4685"/>
                  </a:cubicBezTo>
                  <a:cubicBezTo>
                    <a:pt x="11544" y="4617"/>
                    <a:pt x="11612" y="4544"/>
                    <a:pt x="11680" y="4469"/>
                  </a:cubicBezTo>
                  <a:lnTo>
                    <a:pt x="11680" y="4469"/>
                  </a:lnTo>
                  <a:cubicBezTo>
                    <a:pt x="11677" y="4552"/>
                    <a:pt x="11675" y="4635"/>
                    <a:pt x="11675" y="4719"/>
                  </a:cubicBezTo>
                  <a:cubicBezTo>
                    <a:pt x="11642" y="5286"/>
                    <a:pt x="11642" y="5819"/>
                    <a:pt x="11709" y="6386"/>
                  </a:cubicBezTo>
                  <a:cubicBezTo>
                    <a:pt x="11742" y="6987"/>
                    <a:pt x="11909" y="7554"/>
                    <a:pt x="12142" y="8088"/>
                  </a:cubicBezTo>
                  <a:cubicBezTo>
                    <a:pt x="12309" y="8388"/>
                    <a:pt x="12543" y="8655"/>
                    <a:pt x="12843" y="8855"/>
                  </a:cubicBezTo>
                  <a:cubicBezTo>
                    <a:pt x="13010" y="8922"/>
                    <a:pt x="13210" y="8988"/>
                    <a:pt x="13377" y="8988"/>
                  </a:cubicBezTo>
                  <a:lnTo>
                    <a:pt x="13877" y="8988"/>
                  </a:lnTo>
                  <a:cubicBezTo>
                    <a:pt x="14044" y="8955"/>
                    <a:pt x="14177" y="8922"/>
                    <a:pt x="14344" y="8855"/>
                  </a:cubicBezTo>
                  <a:cubicBezTo>
                    <a:pt x="14411" y="8855"/>
                    <a:pt x="14477" y="8821"/>
                    <a:pt x="14577" y="8788"/>
                  </a:cubicBezTo>
                  <a:lnTo>
                    <a:pt x="14778" y="8688"/>
                  </a:lnTo>
                  <a:cubicBezTo>
                    <a:pt x="15044" y="8555"/>
                    <a:pt x="15278" y="8421"/>
                    <a:pt x="15511" y="8221"/>
                  </a:cubicBezTo>
                  <a:cubicBezTo>
                    <a:pt x="15778" y="8054"/>
                    <a:pt x="15978" y="7854"/>
                    <a:pt x="16179" y="7687"/>
                  </a:cubicBezTo>
                  <a:cubicBezTo>
                    <a:pt x="16412" y="7554"/>
                    <a:pt x="16579" y="7320"/>
                    <a:pt x="16779" y="7120"/>
                  </a:cubicBezTo>
                  <a:cubicBezTo>
                    <a:pt x="17179" y="6720"/>
                    <a:pt x="17546" y="6320"/>
                    <a:pt x="17880" y="5886"/>
                  </a:cubicBezTo>
                  <a:cubicBezTo>
                    <a:pt x="18004" y="5740"/>
                    <a:pt x="18120" y="5593"/>
                    <a:pt x="18232" y="5446"/>
                  </a:cubicBezTo>
                  <a:lnTo>
                    <a:pt x="18232" y="5446"/>
                  </a:lnTo>
                  <a:cubicBezTo>
                    <a:pt x="18236" y="5525"/>
                    <a:pt x="18241" y="5605"/>
                    <a:pt x="18247" y="5686"/>
                  </a:cubicBezTo>
                  <a:cubicBezTo>
                    <a:pt x="18313" y="6120"/>
                    <a:pt x="18347" y="6553"/>
                    <a:pt x="18447" y="7020"/>
                  </a:cubicBezTo>
                  <a:cubicBezTo>
                    <a:pt x="18547" y="7454"/>
                    <a:pt x="18680" y="7887"/>
                    <a:pt x="18881" y="8321"/>
                  </a:cubicBezTo>
                  <a:cubicBezTo>
                    <a:pt x="19047" y="8788"/>
                    <a:pt x="19348" y="9188"/>
                    <a:pt x="19748" y="9489"/>
                  </a:cubicBezTo>
                  <a:cubicBezTo>
                    <a:pt x="19948" y="9622"/>
                    <a:pt x="20215" y="9722"/>
                    <a:pt x="20448" y="9789"/>
                  </a:cubicBezTo>
                  <a:lnTo>
                    <a:pt x="20849" y="9789"/>
                  </a:lnTo>
                  <a:lnTo>
                    <a:pt x="21182" y="9755"/>
                  </a:lnTo>
                  <a:cubicBezTo>
                    <a:pt x="21416" y="9722"/>
                    <a:pt x="21649" y="9655"/>
                    <a:pt x="21883" y="9589"/>
                  </a:cubicBezTo>
                  <a:cubicBezTo>
                    <a:pt x="21983" y="9555"/>
                    <a:pt x="22116" y="9522"/>
                    <a:pt x="22216" y="9455"/>
                  </a:cubicBezTo>
                  <a:cubicBezTo>
                    <a:pt x="22316" y="9422"/>
                    <a:pt x="22416" y="9355"/>
                    <a:pt x="22517" y="9288"/>
                  </a:cubicBezTo>
                  <a:cubicBezTo>
                    <a:pt x="22717" y="9188"/>
                    <a:pt x="22917" y="9022"/>
                    <a:pt x="23084" y="8888"/>
                  </a:cubicBezTo>
                  <a:cubicBezTo>
                    <a:pt x="23250" y="8721"/>
                    <a:pt x="23417" y="8555"/>
                    <a:pt x="23551" y="8388"/>
                  </a:cubicBezTo>
                  <a:cubicBezTo>
                    <a:pt x="23717" y="8221"/>
                    <a:pt x="23851" y="8021"/>
                    <a:pt x="23984" y="7821"/>
                  </a:cubicBezTo>
                  <a:cubicBezTo>
                    <a:pt x="24118" y="7621"/>
                    <a:pt x="24218" y="7420"/>
                    <a:pt x="24318" y="7220"/>
                  </a:cubicBezTo>
                  <a:cubicBezTo>
                    <a:pt x="24351" y="7087"/>
                    <a:pt x="24284" y="6987"/>
                    <a:pt x="24184" y="6920"/>
                  </a:cubicBezTo>
                  <a:cubicBezTo>
                    <a:pt x="24159" y="6912"/>
                    <a:pt x="24132" y="6908"/>
                    <a:pt x="24105" y="6908"/>
                  </a:cubicBezTo>
                  <a:cubicBezTo>
                    <a:pt x="24022" y="6908"/>
                    <a:pt x="23934" y="6945"/>
                    <a:pt x="23884" y="7020"/>
                  </a:cubicBezTo>
                  <a:cubicBezTo>
                    <a:pt x="23817" y="7220"/>
                    <a:pt x="23717" y="7387"/>
                    <a:pt x="23584" y="7554"/>
                  </a:cubicBezTo>
                  <a:cubicBezTo>
                    <a:pt x="23484" y="7721"/>
                    <a:pt x="23350" y="7887"/>
                    <a:pt x="23217" y="8054"/>
                  </a:cubicBezTo>
                  <a:cubicBezTo>
                    <a:pt x="23084" y="8188"/>
                    <a:pt x="22950" y="8354"/>
                    <a:pt x="22783" y="8455"/>
                  </a:cubicBezTo>
                  <a:cubicBezTo>
                    <a:pt x="22617" y="8588"/>
                    <a:pt x="22450" y="8721"/>
                    <a:pt x="22283" y="8821"/>
                  </a:cubicBezTo>
                  <a:cubicBezTo>
                    <a:pt x="22183" y="8855"/>
                    <a:pt x="22116" y="8922"/>
                    <a:pt x="22016" y="8955"/>
                  </a:cubicBezTo>
                  <a:cubicBezTo>
                    <a:pt x="21916" y="8988"/>
                    <a:pt x="21816" y="9022"/>
                    <a:pt x="21749" y="9055"/>
                  </a:cubicBezTo>
                  <a:cubicBezTo>
                    <a:pt x="21549" y="9088"/>
                    <a:pt x="21349" y="9122"/>
                    <a:pt x="21182" y="9155"/>
                  </a:cubicBezTo>
                  <a:lnTo>
                    <a:pt x="20715" y="9155"/>
                  </a:lnTo>
                  <a:cubicBezTo>
                    <a:pt x="20682" y="9155"/>
                    <a:pt x="20648" y="9155"/>
                    <a:pt x="20582" y="9122"/>
                  </a:cubicBezTo>
                  <a:cubicBezTo>
                    <a:pt x="20415" y="9088"/>
                    <a:pt x="20248" y="9022"/>
                    <a:pt x="20115" y="8922"/>
                  </a:cubicBezTo>
                  <a:cubicBezTo>
                    <a:pt x="19848" y="8688"/>
                    <a:pt x="19614" y="8354"/>
                    <a:pt x="19481" y="7988"/>
                  </a:cubicBezTo>
                  <a:cubicBezTo>
                    <a:pt x="19348" y="7621"/>
                    <a:pt x="19214" y="7220"/>
                    <a:pt x="19147" y="6820"/>
                  </a:cubicBezTo>
                  <a:cubicBezTo>
                    <a:pt x="19081" y="6386"/>
                    <a:pt x="19014" y="5986"/>
                    <a:pt x="19014" y="5552"/>
                  </a:cubicBezTo>
                  <a:cubicBezTo>
                    <a:pt x="18981" y="5152"/>
                    <a:pt x="18947" y="4719"/>
                    <a:pt x="18981" y="4318"/>
                  </a:cubicBezTo>
                  <a:cubicBezTo>
                    <a:pt x="18981" y="4185"/>
                    <a:pt x="18914" y="4085"/>
                    <a:pt x="18814" y="4018"/>
                  </a:cubicBezTo>
                  <a:cubicBezTo>
                    <a:pt x="18744" y="3962"/>
                    <a:pt x="18663" y="3936"/>
                    <a:pt x="18585" y="3936"/>
                  </a:cubicBezTo>
                  <a:cubicBezTo>
                    <a:pt x="18475" y="3936"/>
                    <a:pt x="18372" y="3988"/>
                    <a:pt x="18313" y="4085"/>
                  </a:cubicBezTo>
                  <a:cubicBezTo>
                    <a:pt x="18013" y="4518"/>
                    <a:pt x="17680" y="4952"/>
                    <a:pt x="17346" y="5352"/>
                  </a:cubicBezTo>
                  <a:cubicBezTo>
                    <a:pt x="17013" y="5753"/>
                    <a:pt x="16646" y="6153"/>
                    <a:pt x="16279" y="6520"/>
                  </a:cubicBezTo>
                  <a:cubicBezTo>
                    <a:pt x="16079" y="6687"/>
                    <a:pt x="15878" y="6887"/>
                    <a:pt x="15712" y="7054"/>
                  </a:cubicBezTo>
                  <a:cubicBezTo>
                    <a:pt x="15511" y="7220"/>
                    <a:pt x="15311" y="7387"/>
                    <a:pt x="15111" y="7521"/>
                  </a:cubicBezTo>
                  <a:cubicBezTo>
                    <a:pt x="14911" y="7654"/>
                    <a:pt x="14678" y="7787"/>
                    <a:pt x="14477" y="7921"/>
                  </a:cubicBezTo>
                  <a:lnTo>
                    <a:pt x="14277" y="7921"/>
                  </a:lnTo>
                  <a:cubicBezTo>
                    <a:pt x="14244" y="7954"/>
                    <a:pt x="14177" y="7954"/>
                    <a:pt x="14144" y="7988"/>
                  </a:cubicBezTo>
                  <a:cubicBezTo>
                    <a:pt x="14044" y="8021"/>
                    <a:pt x="13944" y="8054"/>
                    <a:pt x="13810" y="8054"/>
                  </a:cubicBezTo>
                  <a:lnTo>
                    <a:pt x="13610" y="8088"/>
                  </a:lnTo>
                  <a:lnTo>
                    <a:pt x="13510" y="8088"/>
                  </a:lnTo>
                  <a:cubicBezTo>
                    <a:pt x="13410" y="8088"/>
                    <a:pt x="13343" y="8054"/>
                    <a:pt x="13277" y="8021"/>
                  </a:cubicBezTo>
                  <a:cubicBezTo>
                    <a:pt x="13110" y="7921"/>
                    <a:pt x="12976" y="7754"/>
                    <a:pt x="12910" y="7587"/>
                  </a:cubicBezTo>
                  <a:cubicBezTo>
                    <a:pt x="12709" y="7154"/>
                    <a:pt x="12576" y="6653"/>
                    <a:pt x="12543" y="6186"/>
                  </a:cubicBezTo>
                  <a:cubicBezTo>
                    <a:pt x="12509" y="5653"/>
                    <a:pt x="12509" y="5152"/>
                    <a:pt x="12509" y="4618"/>
                  </a:cubicBezTo>
                  <a:cubicBezTo>
                    <a:pt x="12543" y="4085"/>
                    <a:pt x="12576" y="3551"/>
                    <a:pt x="12643" y="3051"/>
                  </a:cubicBezTo>
                  <a:cubicBezTo>
                    <a:pt x="12664" y="2774"/>
                    <a:pt x="12455" y="2592"/>
                    <a:pt x="12239" y="2592"/>
                  </a:cubicBezTo>
                  <a:cubicBezTo>
                    <a:pt x="12117" y="2592"/>
                    <a:pt x="11993" y="2651"/>
                    <a:pt x="11909" y="2784"/>
                  </a:cubicBezTo>
                  <a:cubicBezTo>
                    <a:pt x="11775" y="2984"/>
                    <a:pt x="11609" y="3184"/>
                    <a:pt x="11442" y="3418"/>
                  </a:cubicBezTo>
                  <a:cubicBezTo>
                    <a:pt x="11275" y="3618"/>
                    <a:pt x="11075" y="3818"/>
                    <a:pt x="10908" y="4018"/>
                  </a:cubicBezTo>
                  <a:cubicBezTo>
                    <a:pt x="10741" y="4218"/>
                    <a:pt x="10541" y="4385"/>
                    <a:pt x="10341" y="4585"/>
                  </a:cubicBezTo>
                  <a:cubicBezTo>
                    <a:pt x="10141" y="4752"/>
                    <a:pt x="9941" y="4919"/>
                    <a:pt x="9741" y="5085"/>
                  </a:cubicBezTo>
                  <a:cubicBezTo>
                    <a:pt x="9641" y="5152"/>
                    <a:pt x="9507" y="5219"/>
                    <a:pt x="9407" y="5286"/>
                  </a:cubicBezTo>
                  <a:cubicBezTo>
                    <a:pt x="9307" y="5352"/>
                    <a:pt x="9207" y="5419"/>
                    <a:pt x="9074" y="5486"/>
                  </a:cubicBezTo>
                  <a:cubicBezTo>
                    <a:pt x="8973" y="5519"/>
                    <a:pt x="8840" y="5586"/>
                    <a:pt x="8740" y="5653"/>
                  </a:cubicBezTo>
                  <a:lnTo>
                    <a:pt x="8373" y="5786"/>
                  </a:lnTo>
                  <a:cubicBezTo>
                    <a:pt x="8140" y="5853"/>
                    <a:pt x="7906" y="5886"/>
                    <a:pt x="7673" y="5886"/>
                  </a:cubicBezTo>
                  <a:lnTo>
                    <a:pt x="7306" y="5886"/>
                  </a:lnTo>
                  <a:lnTo>
                    <a:pt x="7105" y="5853"/>
                  </a:lnTo>
                  <a:lnTo>
                    <a:pt x="6939" y="5853"/>
                  </a:lnTo>
                  <a:cubicBezTo>
                    <a:pt x="6505" y="5753"/>
                    <a:pt x="6138" y="5452"/>
                    <a:pt x="5938" y="5052"/>
                  </a:cubicBezTo>
                  <a:cubicBezTo>
                    <a:pt x="5738" y="4585"/>
                    <a:pt x="5638" y="4085"/>
                    <a:pt x="5671" y="3584"/>
                  </a:cubicBezTo>
                  <a:cubicBezTo>
                    <a:pt x="5671" y="3051"/>
                    <a:pt x="5704" y="2517"/>
                    <a:pt x="5805" y="1983"/>
                  </a:cubicBezTo>
                  <a:cubicBezTo>
                    <a:pt x="5905" y="1483"/>
                    <a:pt x="6071" y="949"/>
                    <a:pt x="6238" y="449"/>
                  </a:cubicBezTo>
                  <a:cubicBezTo>
                    <a:pt x="6308" y="192"/>
                    <a:pt x="6117" y="0"/>
                    <a:pt x="5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62"/>
            <p:cNvSpPr/>
            <p:nvPr/>
          </p:nvSpPr>
          <p:spPr>
            <a:xfrm>
              <a:off x="2936225" y="2686225"/>
              <a:ext cx="657175" cy="273050"/>
            </a:xfrm>
            <a:custGeom>
              <a:avLst/>
              <a:gdLst/>
              <a:ahLst/>
              <a:cxnLst/>
              <a:rect l="l" t="t" r="r" b="b"/>
              <a:pathLst>
                <a:path w="26287" h="10922" extrusionOk="0">
                  <a:moveTo>
                    <a:pt x="474" y="1"/>
                  </a:moveTo>
                  <a:cubicBezTo>
                    <a:pt x="388" y="1"/>
                    <a:pt x="326" y="38"/>
                    <a:pt x="301" y="113"/>
                  </a:cubicBezTo>
                  <a:cubicBezTo>
                    <a:pt x="201" y="380"/>
                    <a:pt x="134" y="647"/>
                    <a:pt x="101" y="881"/>
                  </a:cubicBezTo>
                  <a:cubicBezTo>
                    <a:pt x="34" y="1148"/>
                    <a:pt x="1" y="1414"/>
                    <a:pt x="1" y="1681"/>
                  </a:cubicBezTo>
                  <a:cubicBezTo>
                    <a:pt x="1" y="1981"/>
                    <a:pt x="34" y="2248"/>
                    <a:pt x="67" y="2515"/>
                  </a:cubicBezTo>
                  <a:cubicBezTo>
                    <a:pt x="101" y="2682"/>
                    <a:pt x="134" y="2815"/>
                    <a:pt x="201" y="2949"/>
                  </a:cubicBezTo>
                  <a:cubicBezTo>
                    <a:pt x="234" y="3082"/>
                    <a:pt x="301" y="3216"/>
                    <a:pt x="368" y="3316"/>
                  </a:cubicBezTo>
                  <a:cubicBezTo>
                    <a:pt x="434" y="3449"/>
                    <a:pt x="501" y="3583"/>
                    <a:pt x="601" y="3683"/>
                  </a:cubicBezTo>
                  <a:cubicBezTo>
                    <a:pt x="701" y="3783"/>
                    <a:pt x="801" y="3883"/>
                    <a:pt x="901" y="4016"/>
                  </a:cubicBezTo>
                  <a:cubicBezTo>
                    <a:pt x="1101" y="4183"/>
                    <a:pt x="1335" y="4350"/>
                    <a:pt x="1602" y="4483"/>
                  </a:cubicBezTo>
                  <a:cubicBezTo>
                    <a:pt x="1669" y="4517"/>
                    <a:pt x="1702" y="4517"/>
                    <a:pt x="1802" y="4583"/>
                  </a:cubicBezTo>
                  <a:lnTo>
                    <a:pt x="1969" y="4617"/>
                  </a:lnTo>
                  <a:cubicBezTo>
                    <a:pt x="2102" y="4683"/>
                    <a:pt x="2269" y="4717"/>
                    <a:pt x="2402" y="4717"/>
                  </a:cubicBezTo>
                  <a:cubicBezTo>
                    <a:pt x="2553" y="4750"/>
                    <a:pt x="2694" y="4767"/>
                    <a:pt x="2832" y="4767"/>
                  </a:cubicBezTo>
                  <a:cubicBezTo>
                    <a:pt x="2969" y="4767"/>
                    <a:pt x="3103" y="4750"/>
                    <a:pt x="3236" y="4717"/>
                  </a:cubicBezTo>
                  <a:cubicBezTo>
                    <a:pt x="3770" y="4650"/>
                    <a:pt x="4304" y="4450"/>
                    <a:pt x="4771" y="4183"/>
                  </a:cubicBezTo>
                  <a:cubicBezTo>
                    <a:pt x="5238" y="3950"/>
                    <a:pt x="5705" y="3683"/>
                    <a:pt x="6138" y="3349"/>
                  </a:cubicBezTo>
                  <a:cubicBezTo>
                    <a:pt x="6539" y="3049"/>
                    <a:pt x="6939" y="2715"/>
                    <a:pt x="7339" y="2382"/>
                  </a:cubicBezTo>
                  <a:cubicBezTo>
                    <a:pt x="7427" y="2294"/>
                    <a:pt x="7514" y="2209"/>
                    <a:pt x="7602" y="2123"/>
                  </a:cubicBezTo>
                  <a:lnTo>
                    <a:pt x="7602" y="2123"/>
                  </a:lnTo>
                  <a:cubicBezTo>
                    <a:pt x="7573" y="2352"/>
                    <a:pt x="7552" y="2581"/>
                    <a:pt x="7539" y="2815"/>
                  </a:cubicBezTo>
                  <a:cubicBezTo>
                    <a:pt x="7473" y="3449"/>
                    <a:pt x="7439" y="4083"/>
                    <a:pt x="7473" y="4717"/>
                  </a:cubicBezTo>
                  <a:cubicBezTo>
                    <a:pt x="7473" y="5351"/>
                    <a:pt x="7573" y="6018"/>
                    <a:pt x="7740" y="6651"/>
                  </a:cubicBezTo>
                  <a:cubicBezTo>
                    <a:pt x="7840" y="6985"/>
                    <a:pt x="8040" y="7319"/>
                    <a:pt x="8273" y="7585"/>
                  </a:cubicBezTo>
                  <a:cubicBezTo>
                    <a:pt x="8373" y="7719"/>
                    <a:pt x="8540" y="7852"/>
                    <a:pt x="8707" y="7952"/>
                  </a:cubicBezTo>
                  <a:cubicBezTo>
                    <a:pt x="8774" y="8019"/>
                    <a:pt x="8874" y="8052"/>
                    <a:pt x="8974" y="8086"/>
                  </a:cubicBezTo>
                  <a:lnTo>
                    <a:pt x="9107" y="8086"/>
                  </a:lnTo>
                  <a:lnTo>
                    <a:pt x="9207" y="8119"/>
                  </a:lnTo>
                  <a:lnTo>
                    <a:pt x="9507" y="8186"/>
                  </a:lnTo>
                  <a:lnTo>
                    <a:pt x="9808" y="8186"/>
                  </a:lnTo>
                  <a:cubicBezTo>
                    <a:pt x="9974" y="8153"/>
                    <a:pt x="10175" y="8119"/>
                    <a:pt x="10341" y="8052"/>
                  </a:cubicBezTo>
                  <a:cubicBezTo>
                    <a:pt x="10675" y="7952"/>
                    <a:pt x="10975" y="7819"/>
                    <a:pt x="11275" y="7652"/>
                  </a:cubicBezTo>
                  <a:cubicBezTo>
                    <a:pt x="11809" y="7319"/>
                    <a:pt x="12343" y="6918"/>
                    <a:pt x="12810" y="6485"/>
                  </a:cubicBezTo>
                  <a:cubicBezTo>
                    <a:pt x="13277" y="6084"/>
                    <a:pt x="13710" y="5617"/>
                    <a:pt x="14144" y="5150"/>
                  </a:cubicBezTo>
                  <a:cubicBezTo>
                    <a:pt x="14278" y="4995"/>
                    <a:pt x="14411" y="4839"/>
                    <a:pt x="14544" y="4682"/>
                  </a:cubicBezTo>
                  <a:lnTo>
                    <a:pt x="14544" y="4682"/>
                  </a:lnTo>
                  <a:lnTo>
                    <a:pt x="14544" y="5217"/>
                  </a:lnTo>
                  <a:cubicBezTo>
                    <a:pt x="14578" y="5818"/>
                    <a:pt x="14644" y="6451"/>
                    <a:pt x="14778" y="7018"/>
                  </a:cubicBezTo>
                  <a:cubicBezTo>
                    <a:pt x="14911" y="7652"/>
                    <a:pt x="15178" y="8253"/>
                    <a:pt x="15578" y="8786"/>
                  </a:cubicBezTo>
                  <a:cubicBezTo>
                    <a:pt x="15779" y="9053"/>
                    <a:pt x="16045" y="9253"/>
                    <a:pt x="16379" y="9420"/>
                  </a:cubicBezTo>
                  <a:cubicBezTo>
                    <a:pt x="16679" y="9554"/>
                    <a:pt x="17013" y="9654"/>
                    <a:pt x="17380" y="9654"/>
                  </a:cubicBezTo>
                  <a:cubicBezTo>
                    <a:pt x="17713" y="9654"/>
                    <a:pt x="18047" y="9587"/>
                    <a:pt x="18380" y="9454"/>
                  </a:cubicBezTo>
                  <a:cubicBezTo>
                    <a:pt x="18681" y="9353"/>
                    <a:pt x="18948" y="9187"/>
                    <a:pt x="19214" y="8987"/>
                  </a:cubicBezTo>
                  <a:cubicBezTo>
                    <a:pt x="19715" y="8620"/>
                    <a:pt x="20148" y="8219"/>
                    <a:pt x="20549" y="7752"/>
                  </a:cubicBezTo>
                  <a:cubicBezTo>
                    <a:pt x="20916" y="7285"/>
                    <a:pt x="21283" y="6818"/>
                    <a:pt x="21616" y="6318"/>
                  </a:cubicBezTo>
                  <a:cubicBezTo>
                    <a:pt x="21731" y="6127"/>
                    <a:pt x="21846" y="5931"/>
                    <a:pt x="21958" y="5732"/>
                  </a:cubicBezTo>
                  <a:lnTo>
                    <a:pt x="21958" y="5732"/>
                  </a:lnTo>
                  <a:cubicBezTo>
                    <a:pt x="21994" y="6038"/>
                    <a:pt x="22055" y="6345"/>
                    <a:pt x="22116" y="6651"/>
                  </a:cubicBezTo>
                  <a:cubicBezTo>
                    <a:pt x="22250" y="7319"/>
                    <a:pt x="22450" y="7986"/>
                    <a:pt x="22750" y="8620"/>
                  </a:cubicBezTo>
                  <a:cubicBezTo>
                    <a:pt x="22884" y="8920"/>
                    <a:pt x="23050" y="9220"/>
                    <a:pt x="23251" y="9520"/>
                  </a:cubicBezTo>
                  <a:cubicBezTo>
                    <a:pt x="23384" y="9654"/>
                    <a:pt x="23484" y="9787"/>
                    <a:pt x="23618" y="9921"/>
                  </a:cubicBezTo>
                  <a:cubicBezTo>
                    <a:pt x="23751" y="10054"/>
                    <a:pt x="23884" y="10187"/>
                    <a:pt x="24018" y="10287"/>
                  </a:cubicBezTo>
                  <a:cubicBezTo>
                    <a:pt x="24151" y="10421"/>
                    <a:pt x="24318" y="10488"/>
                    <a:pt x="24485" y="10588"/>
                  </a:cubicBezTo>
                  <a:cubicBezTo>
                    <a:pt x="24652" y="10654"/>
                    <a:pt x="24818" y="10721"/>
                    <a:pt x="24985" y="10788"/>
                  </a:cubicBezTo>
                  <a:cubicBezTo>
                    <a:pt x="25319" y="10888"/>
                    <a:pt x="25686" y="10921"/>
                    <a:pt x="26053" y="10921"/>
                  </a:cubicBezTo>
                  <a:cubicBezTo>
                    <a:pt x="26153" y="10921"/>
                    <a:pt x="26253" y="10821"/>
                    <a:pt x="26253" y="10688"/>
                  </a:cubicBezTo>
                  <a:cubicBezTo>
                    <a:pt x="26286" y="10588"/>
                    <a:pt x="26186" y="10488"/>
                    <a:pt x="26053" y="10454"/>
                  </a:cubicBezTo>
                  <a:lnTo>
                    <a:pt x="25586" y="10454"/>
                  </a:lnTo>
                  <a:cubicBezTo>
                    <a:pt x="25419" y="10421"/>
                    <a:pt x="25252" y="10354"/>
                    <a:pt x="25119" y="10321"/>
                  </a:cubicBezTo>
                  <a:cubicBezTo>
                    <a:pt x="24952" y="10254"/>
                    <a:pt x="24818" y="10187"/>
                    <a:pt x="24685" y="10121"/>
                  </a:cubicBezTo>
                  <a:cubicBezTo>
                    <a:pt x="24552" y="10054"/>
                    <a:pt x="24418" y="9954"/>
                    <a:pt x="24318" y="9854"/>
                  </a:cubicBezTo>
                  <a:cubicBezTo>
                    <a:pt x="24185" y="9754"/>
                    <a:pt x="24085" y="9654"/>
                    <a:pt x="23984" y="9554"/>
                  </a:cubicBezTo>
                  <a:cubicBezTo>
                    <a:pt x="23884" y="9420"/>
                    <a:pt x="23784" y="9320"/>
                    <a:pt x="23684" y="9187"/>
                  </a:cubicBezTo>
                  <a:cubicBezTo>
                    <a:pt x="23517" y="8920"/>
                    <a:pt x="23384" y="8653"/>
                    <a:pt x="23251" y="8353"/>
                  </a:cubicBezTo>
                  <a:cubicBezTo>
                    <a:pt x="23017" y="7752"/>
                    <a:pt x="22817" y="7118"/>
                    <a:pt x="22717" y="6485"/>
                  </a:cubicBezTo>
                  <a:cubicBezTo>
                    <a:pt x="22684" y="6184"/>
                    <a:pt x="22617" y="5851"/>
                    <a:pt x="22583" y="5551"/>
                  </a:cubicBezTo>
                  <a:cubicBezTo>
                    <a:pt x="22550" y="5217"/>
                    <a:pt x="22517" y="4884"/>
                    <a:pt x="22517" y="4583"/>
                  </a:cubicBezTo>
                  <a:cubicBezTo>
                    <a:pt x="22517" y="4379"/>
                    <a:pt x="22353" y="4249"/>
                    <a:pt x="22189" y="4249"/>
                  </a:cubicBezTo>
                  <a:cubicBezTo>
                    <a:pt x="22085" y="4249"/>
                    <a:pt x="21981" y="4301"/>
                    <a:pt x="21916" y="4417"/>
                  </a:cubicBezTo>
                  <a:cubicBezTo>
                    <a:pt x="21649" y="4917"/>
                    <a:pt x="21349" y="5417"/>
                    <a:pt x="21016" y="5884"/>
                  </a:cubicBezTo>
                  <a:cubicBezTo>
                    <a:pt x="20715" y="6351"/>
                    <a:pt x="20382" y="6818"/>
                    <a:pt x="19982" y="7252"/>
                  </a:cubicBezTo>
                  <a:cubicBezTo>
                    <a:pt x="19648" y="7652"/>
                    <a:pt x="19248" y="8019"/>
                    <a:pt x="18781" y="8353"/>
                  </a:cubicBezTo>
                  <a:cubicBezTo>
                    <a:pt x="18581" y="8486"/>
                    <a:pt x="18347" y="8620"/>
                    <a:pt x="18080" y="8720"/>
                  </a:cubicBezTo>
                  <a:cubicBezTo>
                    <a:pt x="17880" y="8820"/>
                    <a:pt x="17647" y="8853"/>
                    <a:pt x="17413" y="8853"/>
                  </a:cubicBezTo>
                  <a:cubicBezTo>
                    <a:pt x="17180" y="8853"/>
                    <a:pt x="16946" y="8820"/>
                    <a:pt x="16713" y="8686"/>
                  </a:cubicBezTo>
                  <a:cubicBezTo>
                    <a:pt x="16512" y="8586"/>
                    <a:pt x="16346" y="8419"/>
                    <a:pt x="16179" y="8253"/>
                  </a:cubicBezTo>
                  <a:cubicBezTo>
                    <a:pt x="15879" y="7819"/>
                    <a:pt x="15679" y="7319"/>
                    <a:pt x="15578" y="6818"/>
                  </a:cubicBezTo>
                  <a:cubicBezTo>
                    <a:pt x="15445" y="6251"/>
                    <a:pt x="15378" y="5717"/>
                    <a:pt x="15378" y="5150"/>
                  </a:cubicBezTo>
                  <a:cubicBezTo>
                    <a:pt x="15378" y="4884"/>
                    <a:pt x="15345" y="4583"/>
                    <a:pt x="15378" y="4316"/>
                  </a:cubicBezTo>
                  <a:cubicBezTo>
                    <a:pt x="15378" y="4050"/>
                    <a:pt x="15378" y="3749"/>
                    <a:pt x="15412" y="3483"/>
                  </a:cubicBezTo>
                  <a:cubicBezTo>
                    <a:pt x="15434" y="3216"/>
                    <a:pt x="15219" y="3038"/>
                    <a:pt x="14994" y="3038"/>
                  </a:cubicBezTo>
                  <a:cubicBezTo>
                    <a:pt x="14882" y="3038"/>
                    <a:pt x="14767" y="3082"/>
                    <a:pt x="14678" y="3182"/>
                  </a:cubicBezTo>
                  <a:cubicBezTo>
                    <a:pt x="14311" y="3649"/>
                    <a:pt x="13944" y="4116"/>
                    <a:pt x="13510" y="4583"/>
                  </a:cubicBezTo>
                  <a:cubicBezTo>
                    <a:pt x="13110" y="5017"/>
                    <a:pt x="12676" y="5417"/>
                    <a:pt x="12243" y="5851"/>
                  </a:cubicBezTo>
                  <a:cubicBezTo>
                    <a:pt x="11809" y="6251"/>
                    <a:pt x="11342" y="6618"/>
                    <a:pt x="10842" y="6918"/>
                  </a:cubicBezTo>
                  <a:cubicBezTo>
                    <a:pt x="10608" y="7052"/>
                    <a:pt x="10375" y="7152"/>
                    <a:pt x="10108" y="7252"/>
                  </a:cubicBezTo>
                  <a:cubicBezTo>
                    <a:pt x="9974" y="7285"/>
                    <a:pt x="9841" y="7319"/>
                    <a:pt x="9741" y="7319"/>
                  </a:cubicBezTo>
                  <a:lnTo>
                    <a:pt x="9241" y="7319"/>
                  </a:lnTo>
                  <a:cubicBezTo>
                    <a:pt x="9207" y="7285"/>
                    <a:pt x="9141" y="7252"/>
                    <a:pt x="9107" y="7219"/>
                  </a:cubicBezTo>
                  <a:cubicBezTo>
                    <a:pt x="9007" y="7185"/>
                    <a:pt x="8907" y="7118"/>
                    <a:pt x="8840" y="7018"/>
                  </a:cubicBezTo>
                  <a:cubicBezTo>
                    <a:pt x="8674" y="6818"/>
                    <a:pt x="8573" y="6585"/>
                    <a:pt x="8507" y="6351"/>
                  </a:cubicBezTo>
                  <a:cubicBezTo>
                    <a:pt x="8340" y="5784"/>
                    <a:pt x="8240" y="5217"/>
                    <a:pt x="8240" y="4650"/>
                  </a:cubicBezTo>
                  <a:cubicBezTo>
                    <a:pt x="8207" y="4050"/>
                    <a:pt x="8240" y="3449"/>
                    <a:pt x="8273" y="2849"/>
                  </a:cubicBezTo>
                  <a:cubicBezTo>
                    <a:pt x="8340" y="2248"/>
                    <a:pt x="8407" y="1648"/>
                    <a:pt x="8507" y="1047"/>
                  </a:cubicBezTo>
                  <a:cubicBezTo>
                    <a:pt x="8540" y="947"/>
                    <a:pt x="8507" y="814"/>
                    <a:pt x="8407" y="714"/>
                  </a:cubicBezTo>
                  <a:cubicBezTo>
                    <a:pt x="8328" y="651"/>
                    <a:pt x="8234" y="618"/>
                    <a:pt x="8143" y="618"/>
                  </a:cubicBezTo>
                  <a:cubicBezTo>
                    <a:pt x="8042" y="618"/>
                    <a:pt x="7943" y="659"/>
                    <a:pt x="7873" y="747"/>
                  </a:cubicBezTo>
                  <a:cubicBezTo>
                    <a:pt x="7539" y="1114"/>
                    <a:pt x="7206" y="1481"/>
                    <a:pt x="6839" y="1815"/>
                  </a:cubicBezTo>
                  <a:cubicBezTo>
                    <a:pt x="6472" y="2148"/>
                    <a:pt x="6072" y="2482"/>
                    <a:pt x="5705" y="2782"/>
                  </a:cubicBezTo>
                  <a:cubicBezTo>
                    <a:pt x="5304" y="3082"/>
                    <a:pt x="4871" y="3349"/>
                    <a:pt x="4437" y="3583"/>
                  </a:cubicBezTo>
                  <a:cubicBezTo>
                    <a:pt x="4037" y="3816"/>
                    <a:pt x="3570" y="3983"/>
                    <a:pt x="3103" y="4083"/>
                  </a:cubicBezTo>
                  <a:cubicBezTo>
                    <a:pt x="2903" y="4116"/>
                    <a:pt x="2669" y="4116"/>
                    <a:pt x="2436" y="4116"/>
                  </a:cubicBezTo>
                  <a:cubicBezTo>
                    <a:pt x="2336" y="4116"/>
                    <a:pt x="2236" y="4083"/>
                    <a:pt x="2136" y="4050"/>
                  </a:cubicBezTo>
                  <a:lnTo>
                    <a:pt x="1935" y="3983"/>
                  </a:lnTo>
                  <a:lnTo>
                    <a:pt x="1802" y="3916"/>
                  </a:lnTo>
                  <a:cubicBezTo>
                    <a:pt x="1602" y="3849"/>
                    <a:pt x="1402" y="3716"/>
                    <a:pt x="1235" y="3583"/>
                  </a:cubicBezTo>
                  <a:lnTo>
                    <a:pt x="1001" y="3349"/>
                  </a:lnTo>
                  <a:cubicBezTo>
                    <a:pt x="935" y="3249"/>
                    <a:pt x="835" y="3149"/>
                    <a:pt x="801" y="3049"/>
                  </a:cubicBezTo>
                  <a:cubicBezTo>
                    <a:pt x="735" y="2949"/>
                    <a:pt x="668" y="2849"/>
                    <a:pt x="634" y="2749"/>
                  </a:cubicBezTo>
                  <a:cubicBezTo>
                    <a:pt x="601" y="2649"/>
                    <a:pt x="568" y="2549"/>
                    <a:pt x="534" y="2415"/>
                  </a:cubicBezTo>
                  <a:cubicBezTo>
                    <a:pt x="501" y="2182"/>
                    <a:pt x="468" y="1948"/>
                    <a:pt x="468" y="1715"/>
                  </a:cubicBezTo>
                  <a:cubicBezTo>
                    <a:pt x="434" y="1481"/>
                    <a:pt x="468" y="1248"/>
                    <a:pt x="501" y="1014"/>
                  </a:cubicBezTo>
                  <a:cubicBezTo>
                    <a:pt x="534" y="747"/>
                    <a:pt x="601" y="514"/>
                    <a:pt x="668" y="280"/>
                  </a:cubicBezTo>
                  <a:lnTo>
                    <a:pt x="701" y="280"/>
                  </a:lnTo>
                  <a:cubicBezTo>
                    <a:pt x="735" y="180"/>
                    <a:pt x="668" y="47"/>
                    <a:pt x="568" y="13"/>
                  </a:cubicBezTo>
                  <a:cubicBezTo>
                    <a:pt x="534" y="5"/>
                    <a:pt x="503" y="1"/>
                    <a:pt x="4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62"/>
            <p:cNvSpPr/>
            <p:nvPr/>
          </p:nvSpPr>
          <p:spPr>
            <a:xfrm>
              <a:off x="2851525" y="2790325"/>
              <a:ext cx="745200" cy="314350"/>
            </a:xfrm>
            <a:custGeom>
              <a:avLst/>
              <a:gdLst/>
              <a:ahLst/>
              <a:cxnLst/>
              <a:rect l="l" t="t" r="r" b="b"/>
              <a:pathLst>
                <a:path w="29808" h="12574" extrusionOk="0">
                  <a:moveTo>
                    <a:pt x="453" y="2588"/>
                  </a:moveTo>
                  <a:cubicBezTo>
                    <a:pt x="459" y="2612"/>
                    <a:pt x="467" y="2637"/>
                    <a:pt x="475" y="2662"/>
                  </a:cubicBezTo>
                  <a:lnTo>
                    <a:pt x="475" y="2662"/>
                  </a:lnTo>
                  <a:cubicBezTo>
                    <a:pt x="479" y="2670"/>
                    <a:pt x="483" y="2679"/>
                    <a:pt x="487" y="2688"/>
                  </a:cubicBezTo>
                  <a:lnTo>
                    <a:pt x="453" y="2588"/>
                  </a:lnTo>
                  <a:close/>
                  <a:moveTo>
                    <a:pt x="5726" y="0"/>
                  </a:moveTo>
                  <a:cubicBezTo>
                    <a:pt x="5631" y="0"/>
                    <a:pt x="5532" y="46"/>
                    <a:pt x="5457" y="152"/>
                  </a:cubicBezTo>
                  <a:lnTo>
                    <a:pt x="4956" y="920"/>
                  </a:lnTo>
                  <a:cubicBezTo>
                    <a:pt x="4856" y="1053"/>
                    <a:pt x="4790" y="1187"/>
                    <a:pt x="4690" y="1320"/>
                  </a:cubicBezTo>
                  <a:lnTo>
                    <a:pt x="4423" y="1687"/>
                  </a:lnTo>
                  <a:lnTo>
                    <a:pt x="4123" y="2054"/>
                  </a:lnTo>
                  <a:lnTo>
                    <a:pt x="3822" y="2387"/>
                  </a:lnTo>
                  <a:cubicBezTo>
                    <a:pt x="3722" y="2521"/>
                    <a:pt x="3622" y="2621"/>
                    <a:pt x="3522" y="2754"/>
                  </a:cubicBezTo>
                  <a:lnTo>
                    <a:pt x="3189" y="3055"/>
                  </a:lnTo>
                  <a:cubicBezTo>
                    <a:pt x="3055" y="3121"/>
                    <a:pt x="2955" y="3221"/>
                    <a:pt x="2822" y="3288"/>
                  </a:cubicBezTo>
                  <a:cubicBezTo>
                    <a:pt x="2688" y="3388"/>
                    <a:pt x="2588" y="3455"/>
                    <a:pt x="2455" y="3522"/>
                  </a:cubicBezTo>
                  <a:cubicBezTo>
                    <a:pt x="2321" y="3588"/>
                    <a:pt x="2154" y="3622"/>
                    <a:pt x="2021" y="3655"/>
                  </a:cubicBezTo>
                  <a:lnTo>
                    <a:pt x="1821" y="3688"/>
                  </a:lnTo>
                  <a:lnTo>
                    <a:pt x="1621" y="3655"/>
                  </a:lnTo>
                  <a:cubicBezTo>
                    <a:pt x="1554" y="3655"/>
                    <a:pt x="1487" y="3622"/>
                    <a:pt x="1454" y="3622"/>
                  </a:cubicBezTo>
                  <a:cubicBezTo>
                    <a:pt x="1387" y="3588"/>
                    <a:pt x="1321" y="3555"/>
                    <a:pt x="1254" y="3522"/>
                  </a:cubicBezTo>
                  <a:lnTo>
                    <a:pt x="1087" y="3421"/>
                  </a:lnTo>
                  <a:cubicBezTo>
                    <a:pt x="1020" y="3388"/>
                    <a:pt x="987" y="3355"/>
                    <a:pt x="920" y="3288"/>
                  </a:cubicBezTo>
                  <a:cubicBezTo>
                    <a:pt x="820" y="3188"/>
                    <a:pt x="720" y="3088"/>
                    <a:pt x="653" y="2988"/>
                  </a:cubicBezTo>
                  <a:cubicBezTo>
                    <a:pt x="572" y="2879"/>
                    <a:pt x="513" y="2771"/>
                    <a:pt x="475" y="2662"/>
                  </a:cubicBezTo>
                  <a:lnTo>
                    <a:pt x="475" y="2662"/>
                  </a:lnTo>
                  <a:cubicBezTo>
                    <a:pt x="436" y="2585"/>
                    <a:pt x="365" y="2552"/>
                    <a:pt x="293" y="2552"/>
                  </a:cubicBezTo>
                  <a:cubicBezTo>
                    <a:pt x="149" y="2552"/>
                    <a:pt x="1" y="2683"/>
                    <a:pt x="86" y="2854"/>
                  </a:cubicBezTo>
                  <a:cubicBezTo>
                    <a:pt x="153" y="3021"/>
                    <a:pt x="220" y="3188"/>
                    <a:pt x="320" y="3321"/>
                  </a:cubicBezTo>
                  <a:cubicBezTo>
                    <a:pt x="420" y="3488"/>
                    <a:pt x="520" y="3622"/>
                    <a:pt x="653" y="3722"/>
                  </a:cubicBezTo>
                  <a:cubicBezTo>
                    <a:pt x="720" y="3788"/>
                    <a:pt x="787" y="3855"/>
                    <a:pt x="854" y="3922"/>
                  </a:cubicBezTo>
                  <a:lnTo>
                    <a:pt x="1087" y="4055"/>
                  </a:lnTo>
                  <a:cubicBezTo>
                    <a:pt x="1154" y="4122"/>
                    <a:pt x="1254" y="4155"/>
                    <a:pt x="1321" y="4189"/>
                  </a:cubicBezTo>
                  <a:cubicBezTo>
                    <a:pt x="1421" y="4222"/>
                    <a:pt x="1521" y="4222"/>
                    <a:pt x="1621" y="4255"/>
                  </a:cubicBezTo>
                  <a:lnTo>
                    <a:pt x="1888" y="4289"/>
                  </a:lnTo>
                  <a:cubicBezTo>
                    <a:pt x="1988" y="4255"/>
                    <a:pt x="2054" y="4255"/>
                    <a:pt x="2154" y="4255"/>
                  </a:cubicBezTo>
                  <a:cubicBezTo>
                    <a:pt x="2321" y="4222"/>
                    <a:pt x="2521" y="4155"/>
                    <a:pt x="2655" y="4089"/>
                  </a:cubicBezTo>
                  <a:cubicBezTo>
                    <a:pt x="2822" y="4022"/>
                    <a:pt x="2988" y="3955"/>
                    <a:pt x="3122" y="3855"/>
                  </a:cubicBezTo>
                  <a:cubicBezTo>
                    <a:pt x="3289" y="3788"/>
                    <a:pt x="3422" y="3688"/>
                    <a:pt x="3555" y="3555"/>
                  </a:cubicBezTo>
                  <a:lnTo>
                    <a:pt x="3922" y="3255"/>
                  </a:lnTo>
                  <a:cubicBezTo>
                    <a:pt x="4056" y="3155"/>
                    <a:pt x="4156" y="3021"/>
                    <a:pt x="4289" y="2888"/>
                  </a:cubicBezTo>
                  <a:lnTo>
                    <a:pt x="4623" y="2554"/>
                  </a:lnTo>
                  <a:lnTo>
                    <a:pt x="4682" y="2476"/>
                  </a:lnTo>
                  <a:lnTo>
                    <a:pt x="4682" y="2476"/>
                  </a:lnTo>
                  <a:cubicBezTo>
                    <a:pt x="4581" y="2958"/>
                    <a:pt x="4523" y="3440"/>
                    <a:pt x="4523" y="3922"/>
                  </a:cubicBezTo>
                  <a:cubicBezTo>
                    <a:pt x="4489" y="4622"/>
                    <a:pt x="4690" y="5290"/>
                    <a:pt x="5057" y="5857"/>
                  </a:cubicBezTo>
                  <a:cubicBezTo>
                    <a:pt x="5257" y="6157"/>
                    <a:pt x="5490" y="6424"/>
                    <a:pt x="5757" y="6624"/>
                  </a:cubicBezTo>
                  <a:cubicBezTo>
                    <a:pt x="6057" y="6824"/>
                    <a:pt x="6357" y="6957"/>
                    <a:pt x="6691" y="7091"/>
                  </a:cubicBezTo>
                  <a:lnTo>
                    <a:pt x="6925" y="7158"/>
                  </a:lnTo>
                  <a:lnTo>
                    <a:pt x="6958" y="7191"/>
                  </a:lnTo>
                  <a:lnTo>
                    <a:pt x="7158" y="7191"/>
                  </a:lnTo>
                  <a:lnTo>
                    <a:pt x="7592" y="7291"/>
                  </a:lnTo>
                  <a:cubicBezTo>
                    <a:pt x="7758" y="7324"/>
                    <a:pt x="7925" y="7324"/>
                    <a:pt x="8092" y="7324"/>
                  </a:cubicBezTo>
                  <a:cubicBezTo>
                    <a:pt x="8175" y="7341"/>
                    <a:pt x="8259" y="7349"/>
                    <a:pt x="8342" y="7349"/>
                  </a:cubicBezTo>
                  <a:cubicBezTo>
                    <a:pt x="8426" y="7349"/>
                    <a:pt x="8509" y="7341"/>
                    <a:pt x="8592" y="7324"/>
                  </a:cubicBezTo>
                  <a:lnTo>
                    <a:pt x="9093" y="7291"/>
                  </a:lnTo>
                  <a:cubicBezTo>
                    <a:pt x="9260" y="7258"/>
                    <a:pt x="9426" y="7191"/>
                    <a:pt x="9593" y="7158"/>
                  </a:cubicBezTo>
                  <a:cubicBezTo>
                    <a:pt x="9927" y="7057"/>
                    <a:pt x="10227" y="6924"/>
                    <a:pt x="10527" y="6757"/>
                  </a:cubicBezTo>
                  <a:cubicBezTo>
                    <a:pt x="10794" y="6590"/>
                    <a:pt x="11061" y="6390"/>
                    <a:pt x="11328" y="6157"/>
                  </a:cubicBezTo>
                  <a:cubicBezTo>
                    <a:pt x="11561" y="5923"/>
                    <a:pt x="11795" y="5690"/>
                    <a:pt x="11961" y="5423"/>
                  </a:cubicBezTo>
                  <a:cubicBezTo>
                    <a:pt x="11995" y="5384"/>
                    <a:pt x="12028" y="5343"/>
                    <a:pt x="12062" y="5301"/>
                  </a:cubicBezTo>
                  <a:lnTo>
                    <a:pt x="12062" y="5301"/>
                  </a:lnTo>
                  <a:cubicBezTo>
                    <a:pt x="12062" y="5597"/>
                    <a:pt x="12095" y="5894"/>
                    <a:pt x="12128" y="6190"/>
                  </a:cubicBezTo>
                  <a:cubicBezTo>
                    <a:pt x="12162" y="6457"/>
                    <a:pt x="12228" y="6757"/>
                    <a:pt x="12328" y="7057"/>
                  </a:cubicBezTo>
                  <a:cubicBezTo>
                    <a:pt x="12362" y="7191"/>
                    <a:pt x="12395" y="7324"/>
                    <a:pt x="12462" y="7458"/>
                  </a:cubicBezTo>
                  <a:cubicBezTo>
                    <a:pt x="12529" y="7625"/>
                    <a:pt x="12595" y="7758"/>
                    <a:pt x="12662" y="7891"/>
                  </a:cubicBezTo>
                  <a:cubicBezTo>
                    <a:pt x="12829" y="8158"/>
                    <a:pt x="12996" y="8425"/>
                    <a:pt x="13229" y="8659"/>
                  </a:cubicBezTo>
                  <a:lnTo>
                    <a:pt x="13629" y="8992"/>
                  </a:lnTo>
                  <a:lnTo>
                    <a:pt x="14063" y="9226"/>
                  </a:lnTo>
                  <a:cubicBezTo>
                    <a:pt x="14230" y="9259"/>
                    <a:pt x="14363" y="9326"/>
                    <a:pt x="14530" y="9359"/>
                  </a:cubicBezTo>
                  <a:lnTo>
                    <a:pt x="14763" y="9426"/>
                  </a:lnTo>
                  <a:lnTo>
                    <a:pt x="15431" y="9426"/>
                  </a:lnTo>
                  <a:lnTo>
                    <a:pt x="15931" y="9359"/>
                  </a:lnTo>
                  <a:cubicBezTo>
                    <a:pt x="16098" y="9326"/>
                    <a:pt x="16231" y="9292"/>
                    <a:pt x="16398" y="9226"/>
                  </a:cubicBezTo>
                  <a:cubicBezTo>
                    <a:pt x="16531" y="9192"/>
                    <a:pt x="16698" y="9126"/>
                    <a:pt x="16798" y="9059"/>
                  </a:cubicBezTo>
                  <a:cubicBezTo>
                    <a:pt x="17098" y="8925"/>
                    <a:pt x="17365" y="8759"/>
                    <a:pt x="17599" y="8592"/>
                  </a:cubicBezTo>
                  <a:cubicBezTo>
                    <a:pt x="17832" y="8425"/>
                    <a:pt x="18066" y="8225"/>
                    <a:pt x="18299" y="8025"/>
                  </a:cubicBezTo>
                  <a:cubicBezTo>
                    <a:pt x="18499" y="7825"/>
                    <a:pt x="18733" y="7625"/>
                    <a:pt x="18900" y="7391"/>
                  </a:cubicBezTo>
                  <a:cubicBezTo>
                    <a:pt x="19100" y="7158"/>
                    <a:pt x="19267" y="6924"/>
                    <a:pt x="19467" y="6691"/>
                  </a:cubicBezTo>
                  <a:cubicBezTo>
                    <a:pt x="19550" y="6574"/>
                    <a:pt x="19634" y="6457"/>
                    <a:pt x="19713" y="6340"/>
                  </a:cubicBezTo>
                  <a:lnTo>
                    <a:pt x="19713" y="6340"/>
                  </a:lnTo>
                  <a:cubicBezTo>
                    <a:pt x="19731" y="6501"/>
                    <a:pt x="19749" y="6663"/>
                    <a:pt x="19767" y="6824"/>
                  </a:cubicBezTo>
                  <a:cubicBezTo>
                    <a:pt x="19867" y="7424"/>
                    <a:pt x="20001" y="8025"/>
                    <a:pt x="20234" y="8592"/>
                  </a:cubicBezTo>
                  <a:cubicBezTo>
                    <a:pt x="20434" y="9192"/>
                    <a:pt x="20734" y="9726"/>
                    <a:pt x="21168" y="10226"/>
                  </a:cubicBezTo>
                  <a:cubicBezTo>
                    <a:pt x="21368" y="10460"/>
                    <a:pt x="21635" y="10660"/>
                    <a:pt x="21935" y="10827"/>
                  </a:cubicBezTo>
                  <a:cubicBezTo>
                    <a:pt x="22235" y="10994"/>
                    <a:pt x="22569" y="11094"/>
                    <a:pt x="22903" y="11127"/>
                  </a:cubicBezTo>
                  <a:lnTo>
                    <a:pt x="23603" y="11127"/>
                  </a:lnTo>
                  <a:cubicBezTo>
                    <a:pt x="23670" y="11127"/>
                    <a:pt x="23770" y="11094"/>
                    <a:pt x="23837" y="11094"/>
                  </a:cubicBezTo>
                  <a:cubicBezTo>
                    <a:pt x="24170" y="11027"/>
                    <a:pt x="24504" y="10927"/>
                    <a:pt x="24804" y="10793"/>
                  </a:cubicBezTo>
                  <a:cubicBezTo>
                    <a:pt x="25104" y="10627"/>
                    <a:pt x="25404" y="10427"/>
                    <a:pt x="25671" y="10193"/>
                  </a:cubicBezTo>
                  <a:cubicBezTo>
                    <a:pt x="25771" y="10093"/>
                    <a:pt x="25905" y="9993"/>
                    <a:pt x="26005" y="9893"/>
                  </a:cubicBezTo>
                  <a:cubicBezTo>
                    <a:pt x="26105" y="9759"/>
                    <a:pt x="26238" y="9659"/>
                    <a:pt x="26338" y="9559"/>
                  </a:cubicBezTo>
                  <a:cubicBezTo>
                    <a:pt x="26539" y="9326"/>
                    <a:pt x="26705" y="9092"/>
                    <a:pt x="26905" y="8825"/>
                  </a:cubicBezTo>
                  <a:cubicBezTo>
                    <a:pt x="27072" y="8592"/>
                    <a:pt x="27239" y="8358"/>
                    <a:pt x="27372" y="8092"/>
                  </a:cubicBezTo>
                  <a:cubicBezTo>
                    <a:pt x="27428" y="8002"/>
                    <a:pt x="27481" y="7913"/>
                    <a:pt x="27530" y="7823"/>
                  </a:cubicBezTo>
                  <a:lnTo>
                    <a:pt x="27530" y="7823"/>
                  </a:lnTo>
                  <a:cubicBezTo>
                    <a:pt x="27533" y="7879"/>
                    <a:pt x="27536" y="7935"/>
                    <a:pt x="27539" y="7991"/>
                  </a:cubicBezTo>
                  <a:cubicBezTo>
                    <a:pt x="27573" y="8559"/>
                    <a:pt x="27639" y="9126"/>
                    <a:pt x="27739" y="9659"/>
                  </a:cubicBezTo>
                  <a:cubicBezTo>
                    <a:pt x="27840" y="10226"/>
                    <a:pt x="28006" y="10760"/>
                    <a:pt x="28240" y="11294"/>
                  </a:cubicBezTo>
                  <a:cubicBezTo>
                    <a:pt x="28307" y="11427"/>
                    <a:pt x="28373" y="11561"/>
                    <a:pt x="28440" y="11661"/>
                  </a:cubicBezTo>
                  <a:cubicBezTo>
                    <a:pt x="28540" y="11794"/>
                    <a:pt x="28607" y="11928"/>
                    <a:pt x="28707" y="12028"/>
                  </a:cubicBezTo>
                  <a:cubicBezTo>
                    <a:pt x="28807" y="12161"/>
                    <a:pt x="28940" y="12261"/>
                    <a:pt x="29074" y="12328"/>
                  </a:cubicBezTo>
                  <a:lnTo>
                    <a:pt x="29274" y="12461"/>
                  </a:lnTo>
                  <a:lnTo>
                    <a:pt x="29474" y="12561"/>
                  </a:lnTo>
                  <a:cubicBezTo>
                    <a:pt x="29499" y="12570"/>
                    <a:pt x="29526" y="12574"/>
                    <a:pt x="29554" y="12574"/>
                  </a:cubicBezTo>
                  <a:cubicBezTo>
                    <a:pt x="29637" y="12574"/>
                    <a:pt x="29724" y="12536"/>
                    <a:pt x="29774" y="12461"/>
                  </a:cubicBezTo>
                  <a:cubicBezTo>
                    <a:pt x="29808" y="12328"/>
                    <a:pt x="29774" y="12194"/>
                    <a:pt x="29674" y="12161"/>
                  </a:cubicBezTo>
                  <a:lnTo>
                    <a:pt x="29641" y="12161"/>
                  </a:lnTo>
                  <a:lnTo>
                    <a:pt x="29474" y="12094"/>
                  </a:lnTo>
                  <a:lnTo>
                    <a:pt x="29307" y="11994"/>
                  </a:lnTo>
                  <a:cubicBezTo>
                    <a:pt x="29241" y="11928"/>
                    <a:pt x="29140" y="11828"/>
                    <a:pt x="29074" y="11761"/>
                  </a:cubicBezTo>
                  <a:cubicBezTo>
                    <a:pt x="28974" y="11661"/>
                    <a:pt x="28907" y="11561"/>
                    <a:pt x="28840" y="11461"/>
                  </a:cubicBezTo>
                  <a:cubicBezTo>
                    <a:pt x="28774" y="11327"/>
                    <a:pt x="28740" y="11227"/>
                    <a:pt x="28673" y="11094"/>
                  </a:cubicBezTo>
                  <a:cubicBezTo>
                    <a:pt x="28473" y="10627"/>
                    <a:pt x="28340" y="10126"/>
                    <a:pt x="28273" y="9593"/>
                  </a:cubicBezTo>
                  <a:cubicBezTo>
                    <a:pt x="28173" y="9059"/>
                    <a:pt x="28140" y="8525"/>
                    <a:pt x="28106" y="7991"/>
                  </a:cubicBezTo>
                  <a:cubicBezTo>
                    <a:pt x="28106" y="7484"/>
                    <a:pt x="28106" y="6977"/>
                    <a:pt x="28135" y="6470"/>
                  </a:cubicBezTo>
                  <a:lnTo>
                    <a:pt x="28135" y="6470"/>
                  </a:lnTo>
                  <a:cubicBezTo>
                    <a:pt x="28137" y="6465"/>
                    <a:pt x="28138" y="6461"/>
                    <a:pt x="28140" y="6457"/>
                  </a:cubicBezTo>
                  <a:lnTo>
                    <a:pt x="28136" y="6456"/>
                  </a:lnTo>
                  <a:lnTo>
                    <a:pt x="28136" y="6456"/>
                  </a:lnTo>
                  <a:cubicBezTo>
                    <a:pt x="28137" y="6434"/>
                    <a:pt x="28138" y="6412"/>
                    <a:pt x="28140" y="6390"/>
                  </a:cubicBezTo>
                  <a:cubicBezTo>
                    <a:pt x="28140" y="6257"/>
                    <a:pt x="28073" y="6123"/>
                    <a:pt x="27940" y="6090"/>
                  </a:cubicBezTo>
                  <a:cubicBezTo>
                    <a:pt x="27896" y="6073"/>
                    <a:pt x="27853" y="6065"/>
                    <a:pt x="27812" y="6065"/>
                  </a:cubicBezTo>
                  <a:cubicBezTo>
                    <a:pt x="27693" y="6065"/>
                    <a:pt x="27589" y="6133"/>
                    <a:pt x="27539" y="6257"/>
                  </a:cubicBezTo>
                  <a:cubicBezTo>
                    <a:pt x="27439" y="6490"/>
                    <a:pt x="27306" y="6757"/>
                    <a:pt x="27172" y="7024"/>
                  </a:cubicBezTo>
                  <a:cubicBezTo>
                    <a:pt x="27039" y="7291"/>
                    <a:pt x="26905" y="7524"/>
                    <a:pt x="26772" y="7758"/>
                  </a:cubicBezTo>
                  <a:cubicBezTo>
                    <a:pt x="26639" y="8025"/>
                    <a:pt x="26472" y="8258"/>
                    <a:pt x="26305" y="8458"/>
                  </a:cubicBezTo>
                  <a:cubicBezTo>
                    <a:pt x="26138" y="8692"/>
                    <a:pt x="25971" y="8925"/>
                    <a:pt x="25771" y="9126"/>
                  </a:cubicBezTo>
                  <a:cubicBezTo>
                    <a:pt x="25671" y="9226"/>
                    <a:pt x="25571" y="9326"/>
                    <a:pt x="25471" y="9392"/>
                  </a:cubicBezTo>
                  <a:cubicBezTo>
                    <a:pt x="25404" y="9493"/>
                    <a:pt x="25271" y="9593"/>
                    <a:pt x="25171" y="9659"/>
                  </a:cubicBezTo>
                  <a:cubicBezTo>
                    <a:pt x="24971" y="9826"/>
                    <a:pt x="24737" y="9960"/>
                    <a:pt x="24504" y="10093"/>
                  </a:cubicBezTo>
                  <a:cubicBezTo>
                    <a:pt x="24270" y="10193"/>
                    <a:pt x="24037" y="10260"/>
                    <a:pt x="23803" y="10326"/>
                  </a:cubicBezTo>
                  <a:cubicBezTo>
                    <a:pt x="23737" y="10326"/>
                    <a:pt x="23670" y="10360"/>
                    <a:pt x="23636" y="10360"/>
                  </a:cubicBezTo>
                  <a:lnTo>
                    <a:pt x="23036" y="10360"/>
                  </a:lnTo>
                  <a:cubicBezTo>
                    <a:pt x="22536" y="10293"/>
                    <a:pt x="22069" y="10026"/>
                    <a:pt x="21768" y="9659"/>
                  </a:cubicBezTo>
                  <a:cubicBezTo>
                    <a:pt x="21435" y="9259"/>
                    <a:pt x="21168" y="8759"/>
                    <a:pt x="21001" y="8258"/>
                  </a:cubicBezTo>
                  <a:cubicBezTo>
                    <a:pt x="20801" y="7758"/>
                    <a:pt x="20668" y="7191"/>
                    <a:pt x="20568" y="6657"/>
                  </a:cubicBezTo>
                  <a:cubicBezTo>
                    <a:pt x="20534" y="6357"/>
                    <a:pt x="20501" y="6090"/>
                    <a:pt x="20468" y="5823"/>
                  </a:cubicBezTo>
                  <a:cubicBezTo>
                    <a:pt x="20468" y="5523"/>
                    <a:pt x="20434" y="5256"/>
                    <a:pt x="20434" y="4989"/>
                  </a:cubicBezTo>
                  <a:cubicBezTo>
                    <a:pt x="20434" y="4823"/>
                    <a:pt x="20334" y="4689"/>
                    <a:pt x="20201" y="4622"/>
                  </a:cubicBezTo>
                  <a:cubicBezTo>
                    <a:pt x="20151" y="4606"/>
                    <a:pt x="20101" y="4597"/>
                    <a:pt x="20052" y="4597"/>
                  </a:cubicBezTo>
                  <a:cubicBezTo>
                    <a:pt x="19907" y="4597"/>
                    <a:pt x="19775" y="4672"/>
                    <a:pt x="19700" y="4823"/>
                  </a:cubicBezTo>
                  <a:cubicBezTo>
                    <a:pt x="19567" y="5023"/>
                    <a:pt x="19400" y="5290"/>
                    <a:pt x="19267" y="5523"/>
                  </a:cubicBezTo>
                  <a:cubicBezTo>
                    <a:pt x="19133" y="5723"/>
                    <a:pt x="18966" y="5957"/>
                    <a:pt x="18800" y="6190"/>
                  </a:cubicBezTo>
                  <a:cubicBezTo>
                    <a:pt x="18666" y="6390"/>
                    <a:pt x="18499" y="6624"/>
                    <a:pt x="18299" y="6824"/>
                  </a:cubicBezTo>
                  <a:cubicBezTo>
                    <a:pt x="18133" y="7024"/>
                    <a:pt x="17932" y="7191"/>
                    <a:pt x="17766" y="7391"/>
                  </a:cubicBezTo>
                  <a:cubicBezTo>
                    <a:pt x="17565" y="7558"/>
                    <a:pt x="17365" y="7725"/>
                    <a:pt x="17132" y="7891"/>
                  </a:cubicBezTo>
                  <a:cubicBezTo>
                    <a:pt x="16932" y="8025"/>
                    <a:pt x="16698" y="8158"/>
                    <a:pt x="16465" y="8258"/>
                  </a:cubicBezTo>
                  <a:cubicBezTo>
                    <a:pt x="16365" y="8325"/>
                    <a:pt x="16265" y="8358"/>
                    <a:pt x="16131" y="8392"/>
                  </a:cubicBezTo>
                  <a:cubicBezTo>
                    <a:pt x="15998" y="8425"/>
                    <a:pt x="15898" y="8458"/>
                    <a:pt x="15764" y="8492"/>
                  </a:cubicBezTo>
                  <a:lnTo>
                    <a:pt x="15431" y="8559"/>
                  </a:lnTo>
                  <a:lnTo>
                    <a:pt x="14864" y="8559"/>
                  </a:lnTo>
                  <a:lnTo>
                    <a:pt x="14697" y="8492"/>
                  </a:lnTo>
                  <a:cubicBezTo>
                    <a:pt x="14563" y="8458"/>
                    <a:pt x="14463" y="8425"/>
                    <a:pt x="14363" y="8392"/>
                  </a:cubicBezTo>
                  <a:lnTo>
                    <a:pt x="14030" y="8225"/>
                  </a:lnTo>
                  <a:lnTo>
                    <a:pt x="13796" y="8025"/>
                  </a:lnTo>
                  <a:cubicBezTo>
                    <a:pt x="13629" y="7825"/>
                    <a:pt x="13463" y="7658"/>
                    <a:pt x="13362" y="7424"/>
                  </a:cubicBezTo>
                  <a:cubicBezTo>
                    <a:pt x="13296" y="7324"/>
                    <a:pt x="13229" y="7224"/>
                    <a:pt x="13196" y="7091"/>
                  </a:cubicBezTo>
                  <a:cubicBezTo>
                    <a:pt x="13162" y="6991"/>
                    <a:pt x="13096" y="6857"/>
                    <a:pt x="13096" y="6757"/>
                  </a:cubicBezTo>
                  <a:cubicBezTo>
                    <a:pt x="12996" y="6490"/>
                    <a:pt x="12962" y="6224"/>
                    <a:pt x="12929" y="5990"/>
                  </a:cubicBezTo>
                  <a:cubicBezTo>
                    <a:pt x="12895" y="5723"/>
                    <a:pt x="12862" y="5456"/>
                    <a:pt x="12862" y="5189"/>
                  </a:cubicBezTo>
                  <a:cubicBezTo>
                    <a:pt x="12862" y="4923"/>
                    <a:pt x="12829" y="4656"/>
                    <a:pt x="12862" y="4389"/>
                  </a:cubicBezTo>
                  <a:cubicBezTo>
                    <a:pt x="12862" y="4177"/>
                    <a:pt x="12879" y="3981"/>
                    <a:pt x="12900" y="3803"/>
                  </a:cubicBezTo>
                  <a:lnTo>
                    <a:pt x="12900" y="3803"/>
                  </a:lnTo>
                  <a:cubicBezTo>
                    <a:pt x="12910" y="3776"/>
                    <a:pt x="12920" y="3749"/>
                    <a:pt x="12929" y="3722"/>
                  </a:cubicBezTo>
                  <a:lnTo>
                    <a:pt x="12911" y="3717"/>
                  </a:lnTo>
                  <a:lnTo>
                    <a:pt x="12911" y="3717"/>
                  </a:lnTo>
                  <a:cubicBezTo>
                    <a:pt x="12917" y="3673"/>
                    <a:pt x="12923" y="3630"/>
                    <a:pt x="12929" y="3588"/>
                  </a:cubicBezTo>
                  <a:cubicBezTo>
                    <a:pt x="12909" y="3327"/>
                    <a:pt x="12708" y="3175"/>
                    <a:pt x="12500" y="3175"/>
                  </a:cubicBezTo>
                  <a:cubicBezTo>
                    <a:pt x="12362" y="3175"/>
                    <a:pt x="12221" y="3242"/>
                    <a:pt x="12128" y="3388"/>
                  </a:cubicBezTo>
                  <a:cubicBezTo>
                    <a:pt x="12028" y="3655"/>
                    <a:pt x="11928" y="3888"/>
                    <a:pt x="11795" y="4155"/>
                  </a:cubicBezTo>
                  <a:cubicBezTo>
                    <a:pt x="11661" y="4389"/>
                    <a:pt x="11494" y="4622"/>
                    <a:pt x="11328" y="4856"/>
                  </a:cubicBezTo>
                  <a:cubicBezTo>
                    <a:pt x="11161" y="5089"/>
                    <a:pt x="10961" y="5290"/>
                    <a:pt x="10761" y="5490"/>
                  </a:cubicBezTo>
                  <a:cubicBezTo>
                    <a:pt x="10560" y="5690"/>
                    <a:pt x="10327" y="5857"/>
                    <a:pt x="10093" y="5990"/>
                  </a:cubicBezTo>
                  <a:cubicBezTo>
                    <a:pt x="9860" y="6123"/>
                    <a:pt x="9593" y="6224"/>
                    <a:pt x="9360" y="6324"/>
                  </a:cubicBezTo>
                  <a:cubicBezTo>
                    <a:pt x="9226" y="6357"/>
                    <a:pt x="9093" y="6424"/>
                    <a:pt x="8959" y="6424"/>
                  </a:cubicBezTo>
                  <a:lnTo>
                    <a:pt x="8526" y="6457"/>
                  </a:lnTo>
                  <a:lnTo>
                    <a:pt x="8125" y="6457"/>
                  </a:lnTo>
                  <a:cubicBezTo>
                    <a:pt x="7992" y="6457"/>
                    <a:pt x="7825" y="6457"/>
                    <a:pt x="7692" y="6424"/>
                  </a:cubicBezTo>
                  <a:lnTo>
                    <a:pt x="7258" y="6324"/>
                  </a:lnTo>
                  <a:lnTo>
                    <a:pt x="7091" y="6324"/>
                  </a:lnTo>
                  <a:lnTo>
                    <a:pt x="6891" y="6257"/>
                  </a:lnTo>
                  <a:cubicBezTo>
                    <a:pt x="6357" y="6090"/>
                    <a:pt x="5924" y="5757"/>
                    <a:pt x="5624" y="5356"/>
                  </a:cubicBezTo>
                  <a:cubicBezTo>
                    <a:pt x="5323" y="4889"/>
                    <a:pt x="5190" y="4356"/>
                    <a:pt x="5190" y="3822"/>
                  </a:cubicBezTo>
                  <a:cubicBezTo>
                    <a:pt x="5190" y="3221"/>
                    <a:pt x="5257" y="2654"/>
                    <a:pt x="5423" y="2087"/>
                  </a:cubicBezTo>
                  <a:cubicBezTo>
                    <a:pt x="5490" y="1820"/>
                    <a:pt x="5590" y="1553"/>
                    <a:pt x="5690" y="1253"/>
                  </a:cubicBezTo>
                  <a:cubicBezTo>
                    <a:pt x="5731" y="1145"/>
                    <a:pt x="5771" y="1038"/>
                    <a:pt x="5814" y="930"/>
                  </a:cubicBezTo>
                  <a:lnTo>
                    <a:pt x="5814" y="930"/>
                  </a:lnTo>
                  <a:lnTo>
                    <a:pt x="6057" y="586"/>
                  </a:lnTo>
                  <a:lnTo>
                    <a:pt x="5981" y="541"/>
                  </a:lnTo>
                  <a:lnTo>
                    <a:pt x="5981" y="541"/>
                  </a:lnTo>
                  <a:cubicBezTo>
                    <a:pt x="5995" y="512"/>
                    <a:pt x="6009" y="482"/>
                    <a:pt x="6024" y="453"/>
                  </a:cubicBezTo>
                  <a:cubicBezTo>
                    <a:pt x="6115" y="203"/>
                    <a:pt x="5928" y="0"/>
                    <a:pt x="5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62"/>
            <p:cNvSpPr/>
            <p:nvPr/>
          </p:nvSpPr>
          <p:spPr>
            <a:xfrm>
              <a:off x="2825325" y="2878975"/>
              <a:ext cx="757325" cy="320475"/>
            </a:xfrm>
            <a:custGeom>
              <a:avLst/>
              <a:gdLst/>
              <a:ahLst/>
              <a:cxnLst/>
              <a:rect l="l" t="t" r="r" b="b"/>
              <a:pathLst>
                <a:path w="30293" h="12819" extrusionOk="0">
                  <a:moveTo>
                    <a:pt x="967" y="0"/>
                  </a:moveTo>
                  <a:cubicBezTo>
                    <a:pt x="866" y="0"/>
                    <a:pt x="789" y="60"/>
                    <a:pt x="734" y="142"/>
                  </a:cubicBezTo>
                  <a:cubicBezTo>
                    <a:pt x="534" y="743"/>
                    <a:pt x="334" y="1343"/>
                    <a:pt x="200" y="1977"/>
                  </a:cubicBezTo>
                  <a:cubicBezTo>
                    <a:pt x="67" y="2611"/>
                    <a:pt x="0" y="3245"/>
                    <a:pt x="0" y="3912"/>
                  </a:cubicBezTo>
                  <a:cubicBezTo>
                    <a:pt x="0" y="4579"/>
                    <a:pt x="134" y="5246"/>
                    <a:pt x="434" y="5846"/>
                  </a:cubicBezTo>
                  <a:cubicBezTo>
                    <a:pt x="601" y="6180"/>
                    <a:pt x="834" y="6447"/>
                    <a:pt x="1101" y="6680"/>
                  </a:cubicBezTo>
                  <a:cubicBezTo>
                    <a:pt x="1368" y="6914"/>
                    <a:pt x="1668" y="7081"/>
                    <a:pt x="2002" y="7214"/>
                  </a:cubicBezTo>
                  <a:lnTo>
                    <a:pt x="2235" y="7281"/>
                  </a:lnTo>
                  <a:cubicBezTo>
                    <a:pt x="2335" y="7314"/>
                    <a:pt x="2402" y="7314"/>
                    <a:pt x="2502" y="7348"/>
                  </a:cubicBezTo>
                  <a:cubicBezTo>
                    <a:pt x="2669" y="7381"/>
                    <a:pt x="2836" y="7381"/>
                    <a:pt x="3036" y="7414"/>
                  </a:cubicBezTo>
                  <a:cubicBezTo>
                    <a:pt x="3369" y="7414"/>
                    <a:pt x="3703" y="7381"/>
                    <a:pt x="4070" y="7281"/>
                  </a:cubicBezTo>
                  <a:cubicBezTo>
                    <a:pt x="4704" y="7081"/>
                    <a:pt x="5304" y="6780"/>
                    <a:pt x="5838" y="6380"/>
                  </a:cubicBezTo>
                  <a:cubicBezTo>
                    <a:pt x="6338" y="5947"/>
                    <a:pt x="6805" y="5513"/>
                    <a:pt x="7239" y="5013"/>
                  </a:cubicBezTo>
                  <a:cubicBezTo>
                    <a:pt x="7307" y="4933"/>
                    <a:pt x="7376" y="4849"/>
                    <a:pt x="7444" y="4762"/>
                  </a:cubicBezTo>
                  <a:lnTo>
                    <a:pt x="7444" y="4762"/>
                  </a:lnTo>
                  <a:cubicBezTo>
                    <a:pt x="7441" y="4835"/>
                    <a:pt x="7439" y="4907"/>
                    <a:pt x="7439" y="4979"/>
                  </a:cubicBezTo>
                  <a:cubicBezTo>
                    <a:pt x="7405" y="5613"/>
                    <a:pt x="7472" y="6247"/>
                    <a:pt x="7606" y="6847"/>
                  </a:cubicBezTo>
                  <a:cubicBezTo>
                    <a:pt x="7739" y="7514"/>
                    <a:pt x="8039" y="8115"/>
                    <a:pt x="8473" y="8615"/>
                  </a:cubicBezTo>
                  <a:cubicBezTo>
                    <a:pt x="8706" y="8849"/>
                    <a:pt x="8973" y="9049"/>
                    <a:pt x="9273" y="9216"/>
                  </a:cubicBezTo>
                  <a:cubicBezTo>
                    <a:pt x="9574" y="9382"/>
                    <a:pt x="9907" y="9482"/>
                    <a:pt x="10241" y="9549"/>
                  </a:cubicBezTo>
                  <a:lnTo>
                    <a:pt x="11175" y="9549"/>
                  </a:lnTo>
                  <a:lnTo>
                    <a:pt x="11675" y="9516"/>
                  </a:lnTo>
                  <a:lnTo>
                    <a:pt x="12176" y="9382"/>
                  </a:lnTo>
                  <a:cubicBezTo>
                    <a:pt x="12309" y="9349"/>
                    <a:pt x="12476" y="9316"/>
                    <a:pt x="12609" y="9249"/>
                  </a:cubicBezTo>
                  <a:cubicBezTo>
                    <a:pt x="12776" y="9182"/>
                    <a:pt x="12909" y="9115"/>
                    <a:pt x="13076" y="9049"/>
                  </a:cubicBezTo>
                  <a:cubicBezTo>
                    <a:pt x="13210" y="8982"/>
                    <a:pt x="13343" y="8915"/>
                    <a:pt x="13476" y="8815"/>
                  </a:cubicBezTo>
                  <a:lnTo>
                    <a:pt x="13877" y="8548"/>
                  </a:lnTo>
                  <a:cubicBezTo>
                    <a:pt x="14110" y="8348"/>
                    <a:pt x="14344" y="8148"/>
                    <a:pt x="14577" y="7915"/>
                  </a:cubicBezTo>
                  <a:cubicBezTo>
                    <a:pt x="14677" y="7815"/>
                    <a:pt x="14777" y="7681"/>
                    <a:pt x="14911" y="7581"/>
                  </a:cubicBezTo>
                  <a:cubicBezTo>
                    <a:pt x="15011" y="7448"/>
                    <a:pt x="15111" y="7348"/>
                    <a:pt x="15178" y="7214"/>
                  </a:cubicBezTo>
                  <a:cubicBezTo>
                    <a:pt x="15259" y="7105"/>
                    <a:pt x="15335" y="7002"/>
                    <a:pt x="15408" y="6900"/>
                  </a:cubicBezTo>
                  <a:lnTo>
                    <a:pt x="15408" y="6900"/>
                  </a:lnTo>
                  <a:cubicBezTo>
                    <a:pt x="15419" y="7017"/>
                    <a:pt x="15432" y="7132"/>
                    <a:pt x="15445" y="7247"/>
                  </a:cubicBezTo>
                  <a:cubicBezTo>
                    <a:pt x="15478" y="7548"/>
                    <a:pt x="15511" y="7848"/>
                    <a:pt x="15578" y="8148"/>
                  </a:cubicBezTo>
                  <a:cubicBezTo>
                    <a:pt x="15645" y="8448"/>
                    <a:pt x="15745" y="8749"/>
                    <a:pt x="15845" y="9015"/>
                  </a:cubicBezTo>
                  <a:cubicBezTo>
                    <a:pt x="15878" y="9149"/>
                    <a:pt x="15945" y="9282"/>
                    <a:pt x="16012" y="9449"/>
                  </a:cubicBezTo>
                  <a:cubicBezTo>
                    <a:pt x="16078" y="9582"/>
                    <a:pt x="16145" y="9716"/>
                    <a:pt x="16245" y="9849"/>
                  </a:cubicBezTo>
                  <a:cubicBezTo>
                    <a:pt x="16412" y="10150"/>
                    <a:pt x="16612" y="10416"/>
                    <a:pt x="16879" y="10650"/>
                  </a:cubicBezTo>
                  <a:lnTo>
                    <a:pt x="17246" y="10950"/>
                  </a:lnTo>
                  <a:lnTo>
                    <a:pt x="17679" y="11184"/>
                  </a:lnTo>
                  <a:cubicBezTo>
                    <a:pt x="17846" y="11250"/>
                    <a:pt x="18013" y="11317"/>
                    <a:pt x="18180" y="11350"/>
                  </a:cubicBezTo>
                  <a:lnTo>
                    <a:pt x="18413" y="11417"/>
                  </a:lnTo>
                  <a:lnTo>
                    <a:pt x="18647" y="11417"/>
                  </a:lnTo>
                  <a:cubicBezTo>
                    <a:pt x="18814" y="11417"/>
                    <a:pt x="18947" y="11450"/>
                    <a:pt x="19114" y="11450"/>
                  </a:cubicBezTo>
                  <a:lnTo>
                    <a:pt x="19614" y="11417"/>
                  </a:lnTo>
                  <a:cubicBezTo>
                    <a:pt x="19781" y="11384"/>
                    <a:pt x="19948" y="11350"/>
                    <a:pt x="20081" y="11317"/>
                  </a:cubicBezTo>
                  <a:cubicBezTo>
                    <a:pt x="20248" y="11284"/>
                    <a:pt x="20381" y="11217"/>
                    <a:pt x="20548" y="11150"/>
                  </a:cubicBezTo>
                  <a:cubicBezTo>
                    <a:pt x="20815" y="11050"/>
                    <a:pt x="21115" y="10917"/>
                    <a:pt x="21382" y="10750"/>
                  </a:cubicBezTo>
                  <a:cubicBezTo>
                    <a:pt x="21616" y="10583"/>
                    <a:pt x="21882" y="10383"/>
                    <a:pt x="22116" y="10183"/>
                  </a:cubicBezTo>
                  <a:cubicBezTo>
                    <a:pt x="22349" y="9983"/>
                    <a:pt x="22550" y="9783"/>
                    <a:pt x="22783" y="9549"/>
                  </a:cubicBezTo>
                  <a:cubicBezTo>
                    <a:pt x="22983" y="9349"/>
                    <a:pt x="23183" y="9115"/>
                    <a:pt x="23384" y="8882"/>
                  </a:cubicBezTo>
                  <a:cubicBezTo>
                    <a:pt x="23495" y="8726"/>
                    <a:pt x="23621" y="8571"/>
                    <a:pt x="23742" y="8415"/>
                  </a:cubicBezTo>
                  <a:lnTo>
                    <a:pt x="23742" y="8415"/>
                  </a:lnTo>
                  <a:cubicBezTo>
                    <a:pt x="23744" y="8459"/>
                    <a:pt x="23747" y="8504"/>
                    <a:pt x="23750" y="8548"/>
                  </a:cubicBezTo>
                  <a:cubicBezTo>
                    <a:pt x="23784" y="8982"/>
                    <a:pt x="23817" y="9416"/>
                    <a:pt x="23917" y="9849"/>
                  </a:cubicBezTo>
                  <a:cubicBezTo>
                    <a:pt x="23951" y="10083"/>
                    <a:pt x="24017" y="10316"/>
                    <a:pt x="24051" y="10516"/>
                  </a:cubicBezTo>
                  <a:cubicBezTo>
                    <a:pt x="24117" y="10750"/>
                    <a:pt x="24217" y="10950"/>
                    <a:pt x="24318" y="11150"/>
                  </a:cubicBezTo>
                  <a:lnTo>
                    <a:pt x="24451" y="11450"/>
                  </a:lnTo>
                  <a:cubicBezTo>
                    <a:pt x="24518" y="11584"/>
                    <a:pt x="24584" y="11684"/>
                    <a:pt x="24651" y="11751"/>
                  </a:cubicBezTo>
                  <a:cubicBezTo>
                    <a:pt x="24718" y="11851"/>
                    <a:pt x="24785" y="11951"/>
                    <a:pt x="24885" y="12051"/>
                  </a:cubicBezTo>
                  <a:cubicBezTo>
                    <a:pt x="24951" y="12118"/>
                    <a:pt x="25051" y="12218"/>
                    <a:pt x="25151" y="12284"/>
                  </a:cubicBezTo>
                  <a:lnTo>
                    <a:pt x="25452" y="12485"/>
                  </a:lnTo>
                  <a:cubicBezTo>
                    <a:pt x="25552" y="12551"/>
                    <a:pt x="25685" y="12585"/>
                    <a:pt x="25785" y="12651"/>
                  </a:cubicBezTo>
                  <a:cubicBezTo>
                    <a:pt x="25852" y="12651"/>
                    <a:pt x="25919" y="12685"/>
                    <a:pt x="25985" y="12685"/>
                  </a:cubicBezTo>
                  <a:lnTo>
                    <a:pt x="26152" y="12718"/>
                  </a:lnTo>
                  <a:cubicBezTo>
                    <a:pt x="26252" y="12751"/>
                    <a:pt x="26352" y="12785"/>
                    <a:pt x="26452" y="12785"/>
                  </a:cubicBezTo>
                  <a:cubicBezTo>
                    <a:pt x="26686" y="12818"/>
                    <a:pt x="26919" y="12818"/>
                    <a:pt x="27153" y="12818"/>
                  </a:cubicBezTo>
                  <a:cubicBezTo>
                    <a:pt x="27286" y="12818"/>
                    <a:pt x="27386" y="12785"/>
                    <a:pt x="27520" y="12785"/>
                  </a:cubicBezTo>
                  <a:cubicBezTo>
                    <a:pt x="27620" y="12751"/>
                    <a:pt x="27753" y="12751"/>
                    <a:pt x="27853" y="12718"/>
                  </a:cubicBezTo>
                  <a:cubicBezTo>
                    <a:pt x="28287" y="12618"/>
                    <a:pt x="28721" y="12451"/>
                    <a:pt x="29088" y="12218"/>
                  </a:cubicBezTo>
                  <a:cubicBezTo>
                    <a:pt x="29288" y="12118"/>
                    <a:pt x="29488" y="11984"/>
                    <a:pt x="29655" y="11851"/>
                  </a:cubicBezTo>
                  <a:cubicBezTo>
                    <a:pt x="29855" y="11717"/>
                    <a:pt x="30022" y="11551"/>
                    <a:pt x="30188" y="11384"/>
                  </a:cubicBezTo>
                  <a:cubicBezTo>
                    <a:pt x="30292" y="11228"/>
                    <a:pt x="30153" y="11031"/>
                    <a:pt x="29992" y="11031"/>
                  </a:cubicBezTo>
                  <a:cubicBezTo>
                    <a:pt x="29946" y="11031"/>
                    <a:pt x="29899" y="11047"/>
                    <a:pt x="29855" y="11084"/>
                  </a:cubicBezTo>
                  <a:cubicBezTo>
                    <a:pt x="29721" y="11217"/>
                    <a:pt x="29555" y="11350"/>
                    <a:pt x="29388" y="11450"/>
                  </a:cubicBezTo>
                  <a:cubicBezTo>
                    <a:pt x="29221" y="11584"/>
                    <a:pt x="29054" y="11684"/>
                    <a:pt x="28888" y="11784"/>
                  </a:cubicBezTo>
                  <a:cubicBezTo>
                    <a:pt x="28521" y="11984"/>
                    <a:pt x="28154" y="12118"/>
                    <a:pt x="27753" y="12218"/>
                  </a:cubicBezTo>
                  <a:cubicBezTo>
                    <a:pt x="27653" y="12251"/>
                    <a:pt x="27553" y="12251"/>
                    <a:pt x="27453" y="12251"/>
                  </a:cubicBezTo>
                  <a:cubicBezTo>
                    <a:pt x="27353" y="12284"/>
                    <a:pt x="27253" y="12284"/>
                    <a:pt x="27153" y="12284"/>
                  </a:cubicBezTo>
                  <a:cubicBezTo>
                    <a:pt x="26953" y="12284"/>
                    <a:pt x="26753" y="12284"/>
                    <a:pt x="26586" y="12251"/>
                  </a:cubicBezTo>
                  <a:cubicBezTo>
                    <a:pt x="26486" y="12218"/>
                    <a:pt x="26386" y="12184"/>
                    <a:pt x="26252" y="12184"/>
                  </a:cubicBezTo>
                  <a:lnTo>
                    <a:pt x="26119" y="12151"/>
                  </a:lnTo>
                  <a:lnTo>
                    <a:pt x="25985" y="12084"/>
                  </a:lnTo>
                  <a:cubicBezTo>
                    <a:pt x="25919" y="12051"/>
                    <a:pt x="25819" y="12051"/>
                    <a:pt x="25752" y="11984"/>
                  </a:cubicBezTo>
                  <a:lnTo>
                    <a:pt x="25518" y="11817"/>
                  </a:lnTo>
                  <a:cubicBezTo>
                    <a:pt x="25452" y="11784"/>
                    <a:pt x="25385" y="11717"/>
                    <a:pt x="25318" y="11617"/>
                  </a:cubicBezTo>
                  <a:cubicBezTo>
                    <a:pt x="25252" y="11584"/>
                    <a:pt x="25218" y="11484"/>
                    <a:pt x="25151" y="11417"/>
                  </a:cubicBezTo>
                  <a:cubicBezTo>
                    <a:pt x="25118" y="11317"/>
                    <a:pt x="25051" y="11250"/>
                    <a:pt x="25018" y="11184"/>
                  </a:cubicBezTo>
                  <a:lnTo>
                    <a:pt x="24885" y="10917"/>
                  </a:lnTo>
                  <a:cubicBezTo>
                    <a:pt x="24818" y="10717"/>
                    <a:pt x="24751" y="10516"/>
                    <a:pt x="24684" y="10350"/>
                  </a:cubicBezTo>
                  <a:cubicBezTo>
                    <a:pt x="24618" y="10150"/>
                    <a:pt x="24584" y="9949"/>
                    <a:pt x="24551" y="9749"/>
                  </a:cubicBezTo>
                  <a:cubicBezTo>
                    <a:pt x="24484" y="9316"/>
                    <a:pt x="24451" y="8915"/>
                    <a:pt x="24418" y="8482"/>
                  </a:cubicBezTo>
                  <a:cubicBezTo>
                    <a:pt x="24418" y="8081"/>
                    <a:pt x="24418" y="7648"/>
                    <a:pt x="24418" y="7247"/>
                  </a:cubicBezTo>
                  <a:cubicBezTo>
                    <a:pt x="24451" y="7114"/>
                    <a:pt x="24384" y="6981"/>
                    <a:pt x="24251" y="6914"/>
                  </a:cubicBezTo>
                  <a:cubicBezTo>
                    <a:pt x="24197" y="6882"/>
                    <a:pt x="24141" y="6867"/>
                    <a:pt x="24085" y="6867"/>
                  </a:cubicBezTo>
                  <a:cubicBezTo>
                    <a:pt x="23966" y="6867"/>
                    <a:pt x="23852" y="6934"/>
                    <a:pt x="23784" y="7047"/>
                  </a:cubicBezTo>
                  <a:cubicBezTo>
                    <a:pt x="23650" y="7247"/>
                    <a:pt x="23484" y="7514"/>
                    <a:pt x="23317" y="7714"/>
                  </a:cubicBezTo>
                  <a:cubicBezTo>
                    <a:pt x="23150" y="7948"/>
                    <a:pt x="22983" y="8181"/>
                    <a:pt x="22816" y="8415"/>
                  </a:cubicBezTo>
                  <a:cubicBezTo>
                    <a:pt x="22616" y="8615"/>
                    <a:pt x="22450" y="8815"/>
                    <a:pt x="22249" y="9015"/>
                  </a:cubicBezTo>
                  <a:cubicBezTo>
                    <a:pt x="22049" y="9216"/>
                    <a:pt x="21849" y="9416"/>
                    <a:pt x="21616" y="9582"/>
                  </a:cubicBezTo>
                  <a:cubicBezTo>
                    <a:pt x="21415" y="9749"/>
                    <a:pt x="21182" y="9916"/>
                    <a:pt x="20982" y="10049"/>
                  </a:cubicBezTo>
                  <a:cubicBezTo>
                    <a:pt x="20748" y="10216"/>
                    <a:pt x="20481" y="10316"/>
                    <a:pt x="20248" y="10416"/>
                  </a:cubicBezTo>
                  <a:cubicBezTo>
                    <a:pt x="20115" y="10483"/>
                    <a:pt x="20014" y="10516"/>
                    <a:pt x="19881" y="10550"/>
                  </a:cubicBezTo>
                  <a:cubicBezTo>
                    <a:pt x="19748" y="10583"/>
                    <a:pt x="19614" y="10617"/>
                    <a:pt x="19514" y="10617"/>
                  </a:cubicBezTo>
                  <a:lnTo>
                    <a:pt x="19147" y="10650"/>
                  </a:lnTo>
                  <a:cubicBezTo>
                    <a:pt x="19014" y="10650"/>
                    <a:pt x="18880" y="10650"/>
                    <a:pt x="18747" y="10617"/>
                  </a:cubicBezTo>
                  <a:lnTo>
                    <a:pt x="18547" y="10617"/>
                  </a:lnTo>
                  <a:lnTo>
                    <a:pt x="18380" y="10583"/>
                  </a:lnTo>
                  <a:cubicBezTo>
                    <a:pt x="18247" y="10550"/>
                    <a:pt x="18146" y="10483"/>
                    <a:pt x="18013" y="10450"/>
                  </a:cubicBezTo>
                  <a:lnTo>
                    <a:pt x="17679" y="10283"/>
                  </a:lnTo>
                  <a:lnTo>
                    <a:pt x="17413" y="10016"/>
                  </a:lnTo>
                  <a:cubicBezTo>
                    <a:pt x="17212" y="9849"/>
                    <a:pt x="17079" y="9649"/>
                    <a:pt x="16946" y="9416"/>
                  </a:cubicBezTo>
                  <a:cubicBezTo>
                    <a:pt x="16879" y="9316"/>
                    <a:pt x="16812" y="9216"/>
                    <a:pt x="16745" y="9082"/>
                  </a:cubicBezTo>
                  <a:cubicBezTo>
                    <a:pt x="16712" y="8949"/>
                    <a:pt x="16645" y="8849"/>
                    <a:pt x="16612" y="8715"/>
                  </a:cubicBezTo>
                  <a:cubicBezTo>
                    <a:pt x="16512" y="8448"/>
                    <a:pt x="16445" y="8181"/>
                    <a:pt x="16379" y="7915"/>
                  </a:cubicBezTo>
                  <a:cubicBezTo>
                    <a:pt x="16345" y="7648"/>
                    <a:pt x="16278" y="7381"/>
                    <a:pt x="16245" y="7081"/>
                  </a:cubicBezTo>
                  <a:cubicBezTo>
                    <a:pt x="16245" y="6814"/>
                    <a:pt x="16212" y="6547"/>
                    <a:pt x="16212" y="6247"/>
                  </a:cubicBezTo>
                  <a:cubicBezTo>
                    <a:pt x="16212" y="5980"/>
                    <a:pt x="16212" y="5680"/>
                    <a:pt x="16245" y="5413"/>
                  </a:cubicBezTo>
                  <a:cubicBezTo>
                    <a:pt x="16245" y="5152"/>
                    <a:pt x="16040" y="5000"/>
                    <a:pt x="15826" y="5000"/>
                  </a:cubicBezTo>
                  <a:cubicBezTo>
                    <a:pt x="15684" y="5000"/>
                    <a:pt x="15538" y="5066"/>
                    <a:pt x="15445" y="5213"/>
                  </a:cubicBezTo>
                  <a:cubicBezTo>
                    <a:pt x="15311" y="5480"/>
                    <a:pt x="15178" y="5713"/>
                    <a:pt x="15044" y="5947"/>
                  </a:cubicBezTo>
                  <a:cubicBezTo>
                    <a:pt x="14877" y="6180"/>
                    <a:pt x="14744" y="6414"/>
                    <a:pt x="14544" y="6647"/>
                  </a:cubicBezTo>
                  <a:cubicBezTo>
                    <a:pt x="14477" y="6747"/>
                    <a:pt x="14377" y="6847"/>
                    <a:pt x="14277" y="6947"/>
                  </a:cubicBezTo>
                  <a:cubicBezTo>
                    <a:pt x="14210" y="7081"/>
                    <a:pt x="14110" y="7181"/>
                    <a:pt x="14010" y="7281"/>
                  </a:cubicBezTo>
                  <a:cubicBezTo>
                    <a:pt x="13810" y="7448"/>
                    <a:pt x="13610" y="7648"/>
                    <a:pt x="13376" y="7815"/>
                  </a:cubicBezTo>
                  <a:lnTo>
                    <a:pt x="13043" y="8048"/>
                  </a:lnTo>
                  <a:cubicBezTo>
                    <a:pt x="12943" y="8115"/>
                    <a:pt x="12809" y="8181"/>
                    <a:pt x="12709" y="8248"/>
                  </a:cubicBezTo>
                  <a:cubicBezTo>
                    <a:pt x="12576" y="8315"/>
                    <a:pt x="12476" y="8348"/>
                    <a:pt x="12342" y="8415"/>
                  </a:cubicBezTo>
                  <a:cubicBezTo>
                    <a:pt x="12209" y="8448"/>
                    <a:pt x="12109" y="8515"/>
                    <a:pt x="11975" y="8548"/>
                  </a:cubicBezTo>
                  <a:lnTo>
                    <a:pt x="11575" y="8615"/>
                  </a:lnTo>
                  <a:lnTo>
                    <a:pt x="11208" y="8648"/>
                  </a:lnTo>
                  <a:cubicBezTo>
                    <a:pt x="11141" y="8665"/>
                    <a:pt x="11075" y="8673"/>
                    <a:pt x="11004" y="8673"/>
                  </a:cubicBezTo>
                  <a:cubicBezTo>
                    <a:pt x="10933" y="8673"/>
                    <a:pt x="10858" y="8665"/>
                    <a:pt x="10775" y="8648"/>
                  </a:cubicBezTo>
                  <a:lnTo>
                    <a:pt x="10408" y="8648"/>
                  </a:lnTo>
                  <a:cubicBezTo>
                    <a:pt x="9907" y="8582"/>
                    <a:pt x="9440" y="8348"/>
                    <a:pt x="9107" y="7981"/>
                  </a:cubicBezTo>
                  <a:cubicBezTo>
                    <a:pt x="8740" y="7581"/>
                    <a:pt x="8506" y="7114"/>
                    <a:pt x="8406" y="6580"/>
                  </a:cubicBezTo>
                  <a:cubicBezTo>
                    <a:pt x="8273" y="6047"/>
                    <a:pt x="8239" y="5480"/>
                    <a:pt x="8273" y="4912"/>
                  </a:cubicBezTo>
                  <a:cubicBezTo>
                    <a:pt x="8273" y="4646"/>
                    <a:pt x="8306" y="4379"/>
                    <a:pt x="8339" y="4079"/>
                  </a:cubicBezTo>
                  <a:cubicBezTo>
                    <a:pt x="8373" y="3812"/>
                    <a:pt x="8406" y="3511"/>
                    <a:pt x="8473" y="3245"/>
                  </a:cubicBezTo>
                  <a:cubicBezTo>
                    <a:pt x="8537" y="2967"/>
                    <a:pt x="8314" y="2772"/>
                    <a:pt x="8093" y="2772"/>
                  </a:cubicBezTo>
                  <a:cubicBezTo>
                    <a:pt x="7969" y="2772"/>
                    <a:pt x="7845" y="2834"/>
                    <a:pt x="7772" y="2978"/>
                  </a:cubicBezTo>
                  <a:cubicBezTo>
                    <a:pt x="7606" y="3211"/>
                    <a:pt x="7439" y="3478"/>
                    <a:pt x="7272" y="3712"/>
                  </a:cubicBezTo>
                  <a:cubicBezTo>
                    <a:pt x="7105" y="3978"/>
                    <a:pt x="6905" y="4212"/>
                    <a:pt x="6705" y="4445"/>
                  </a:cubicBezTo>
                  <a:cubicBezTo>
                    <a:pt x="6338" y="4912"/>
                    <a:pt x="5904" y="5313"/>
                    <a:pt x="5437" y="5713"/>
                  </a:cubicBezTo>
                  <a:cubicBezTo>
                    <a:pt x="4970" y="6080"/>
                    <a:pt x="4470" y="6347"/>
                    <a:pt x="3903" y="6547"/>
                  </a:cubicBezTo>
                  <a:cubicBezTo>
                    <a:pt x="3645" y="6612"/>
                    <a:pt x="3372" y="6648"/>
                    <a:pt x="3104" y="6648"/>
                  </a:cubicBezTo>
                  <a:cubicBezTo>
                    <a:pt x="2957" y="6648"/>
                    <a:pt x="2811" y="6637"/>
                    <a:pt x="2669" y="6614"/>
                  </a:cubicBezTo>
                  <a:cubicBezTo>
                    <a:pt x="2602" y="6580"/>
                    <a:pt x="2535" y="6580"/>
                    <a:pt x="2469" y="6580"/>
                  </a:cubicBezTo>
                  <a:lnTo>
                    <a:pt x="2235" y="6514"/>
                  </a:lnTo>
                  <a:cubicBezTo>
                    <a:pt x="1968" y="6414"/>
                    <a:pt x="1735" y="6280"/>
                    <a:pt x="1535" y="6113"/>
                  </a:cubicBezTo>
                  <a:cubicBezTo>
                    <a:pt x="1301" y="5947"/>
                    <a:pt x="1134" y="5713"/>
                    <a:pt x="1001" y="5480"/>
                  </a:cubicBezTo>
                  <a:cubicBezTo>
                    <a:pt x="734" y="4979"/>
                    <a:pt x="601" y="4412"/>
                    <a:pt x="567" y="3812"/>
                  </a:cubicBezTo>
                  <a:cubicBezTo>
                    <a:pt x="567" y="3211"/>
                    <a:pt x="601" y="2611"/>
                    <a:pt x="734" y="2010"/>
                  </a:cubicBezTo>
                  <a:cubicBezTo>
                    <a:pt x="834" y="1410"/>
                    <a:pt x="1001" y="810"/>
                    <a:pt x="1201" y="242"/>
                  </a:cubicBezTo>
                  <a:lnTo>
                    <a:pt x="1201" y="242"/>
                  </a:lnTo>
                  <a:lnTo>
                    <a:pt x="1168" y="309"/>
                  </a:lnTo>
                  <a:cubicBezTo>
                    <a:pt x="1201" y="176"/>
                    <a:pt x="1134" y="42"/>
                    <a:pt x="1034" y="9"/>
                  </a:cubicBezTo>
                  <a:cubicBezTo>
                    <a:pt x="1011" y="3"/>
                    <a:pt x="988" y="0"/>
                    <a:pt x="9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62"/>
            <p:cNvSpPr/>
            <p:nvPr/>
          </p:nvSpPr>
          <p:spPr>
            <a:xfrm>
              <a:off x="2792800" y="3041975"/>
              <a:ext cx="747225" cy="266300"/>
            </a:xfrm>
            <a:custGeom>
              <a:avLst/>
              <a:gdLst/>
              <a:ahLst/>
              <a:cxnLst/>
              <a:rect l="l" t="t" r="r" b="b"/>
              <a:pathLst>
                <a:path w="29889" h="10652" extrusionOk="0">
                  <a:moveTo>
                    <a:pt x="3391" y="1"/>
                  </a:moveTo>
                  <a:cubicBezTo>
                    <a:pt x="3287" y="1"/>
                    <a:pt x="3185" y="63"/>
                    <a:pt x="3136" y="160"/>
                  </a:cubicBezTo>
                  <a:cubicBezTo>
                    <a:pt x="3069" y="327"/>
                    <a:pt x="2969" y="494"/>
                    <a:pt x="2902" y="661"/>
                  </a:cubicBezTo>
                  <a:cubicBezTo>
                    <a:pt x="2802" y="794"/>
                    <a:pt x="2702" y="961"/>
                    <a:pt x="2602" y="1094"/>
                  </a:cubicBezTo>
                  <a:cubicBezTo>
                    <a:pt x="2569" y="1161"/>
                    <a:pt x="2502" y="1261"/>
                    <a:pt x="2435" y="1328"/>
                  </a:cubicBezTo>
                  <a:cubicBezTo>
                    <a:pt x="2402" y="1395"/>
                    <a:pt x="2335" y="1461"/>
                    <a:pt x="2269" y="1528"/>
                  </a:cubicBezTo>
                  <a:cubicBezTo>
                    <a:pt x="2168" y="1661"/>
                    <a:pt x="2035" y="1795"/>
                    <a:pt x="1902" y="1928"/>
                  </a:cubicBezTo>
                  <a:cubicBezTo>
                    <a:pt x="1368" y="2395"/>
                    <a:pt x="767" y="2829"/>
                    <a:pt x="134" y="3163"/>
                  </a:cubicBezTo>
                  <a:lnTo>
                    <a:pt x="167" y="3229"/>
                  </a:lnTo>
                  <a:cubicBezTo>
                    <a:pt x="34" y="3296"/>
                    <a:pt x="0" y="3396"/>
                    <a:pt x="67" y="3529"/>
                  </a:cubicBezTo>
                  <a:cubicBezTo>
                    <a:pt x="92" y="3605"/>
                    <a:pt x="173" y="3642"/>
                    <a:pt x="255" y="3642"/>
                  </a:cubicBezTo>
                  <a:cubicBezTo>
                    <a:pt x="282" y="3642"/>
                    <a:pt x="309" y="3638"/>
                    <a:pt x="334" y="3630"/>
                  </a:cubicBezTo>
                  <a:cubicBezTo>
                    <a:pt x="701" y="3463"/>
                    <a:pt x="1034" y="3263"/>
                    <a:pt x="1368" y="3062"/>
                  </a:cubicBezTo>
                  <a:cubicBezTo>
                    <a:pt x="1701" y="2829"/>
                    <a:pt x="2002" y="2595"/>
                    <a:pt x="2269" y="2329"/>
                  </a:cubicBezTo>
                  <a:cubicBezTo>
                    <a:pt x="2435" y="2195"/>
                    <a:pt x="2569" y="2062"/>
                    <a:pt x="2702" y="1928"/>
                  </a:cubicBezTo>
                  <a:cubicBezTo>
                    <a:pt x="2836" y="1762"/>
                    <a:pt x="2969" y="1628"/>
                    <a:pt x="3069" y="1461"/>
                  </a:cubicBezTo>
                  <a:cubicBezTo>
                    <a:pt x="3097" y="1426"/>
                    <a:pt x="3123" y="1393"/>
                    <a:pt x="3149" y="1360"/>
                  </a:cubicBezTo>
                  <a:lnTo>
                    <a:pt x="3149" y="1360"/>
                  </a:lnTo>
                  <a:cubicBezTo>
                    <a:pt x="3171" y="1616"/>
                    <a:pt x="3179" y="1867"/>
                    <a:pt x="3236" y="2095"/>
                  </a:cubicBezTo>
                  <a:cubicBezTo>
                    <a:pt x="3269" y="2395"/>
                    <a:pt x="3303" y="2696"/>
                    <a:pt x="3369" y="2996"/>
                  </a:cubicBezTo>
                  <a:cubicBezTo>
                    <a:pt x="3469" y="3296"/>
                    <a:pt x="3536" y="3596"/>
                    <a:pt x="3636" y="3863"/>
                  </a:cubicBezTo>
                  <a:cubicBezTo>
                    <a:pt x="3736" y="4163"/>
                    <a:pt x="3836" y="4430"/>
                    <a:pt x="3970" y="4697"/>
                  </a:cubicBezTo>
                  <a:lnTo>
                    <a:pt x="4203" y="5131"/>
                  </a:lnTo>
                  <a:cubicBezTo>
                    <a:pt x="4303" y="5264"/>
                    <a:pt x="4403" y="5364"/>
                    <a:pt x="4503" y="5498"/>
                  </a:cubicBezTo>
                  <a:cubicBezTo>
                    <a:pt x="4570" y="5631"/>
                    <a:pt x="4704" y="5764"/>
                    <a:pt x="4804" y="5864"/>
                  </a:cubicBezTo>
                  <a:lnTo>
                    <a:pt x="4970" y="6031"/>
                  </a:lnTo>
                  <a:lnTo>
                    <a:pt x="5171" y="6165"/>
                  </a:lnTo>
                  <a:cubicBezTo>
                    <a:pt x="5437" y="6365"/>
                    <a:pt x="5738" y="6532"/>
                    <a:pt x="6071" y="6632"/>
                  </a:cubicBezTo>
                  <a:cubicBezTo>
                    <a:pt x="6365" y="6725"/>
                    <a:pt x="6667" y="6774"/>
                    <a:pt x="6969" y="6774"/>
                  </a:cubicBezTo>
                  <a:cubicBezTo>
                    <a:pt x="7317" y="6774"/>
                    <a:pt x="7666" y="6708"/>
                    <a:pt x="8006" y="6565"/>
                  </a:cubicBezTo>
                  <a:cubicBezTo>
                    <a:pt x="8573" y="6331"/>
                    <a:pt x="9107" y="5998"/>
                    <a:pt x="9574" y="5531"/>
                  </a:cubicBezTo>
                  <a:cubicBezTo>
                    <a:pt x="10007" y="5131"/>
                    <a:pt x="10408" y="4664"/>
                    <a:pt x="10741" y="4163"/>
                  </a:cubicBezTo>
                  <a:cubicBezTo>
                    <a:pt x="10806" y="4078"/>
                    <a:pt x="10866" y="3995"/>
                    <a:pt x="10924" y="3914"/>
                  </a:cubicBezTo>
                  <a:lnTo>
                    <a:pt x="10924" y="3914"/>
                  </a:lnTo>
                  <a:cubicBezTo>
                    <a:pt x="10951" y="4384"/>
                    <a:pt x="11012" y="4841"/>
                    <a:pt x="11108" y="5297"/>
                  </a:cubicBezTo>
                  <a:cubicBezTo>
                    <a:pt x="11142" y="5464"/>
                    <a:pt x="11175" y="5631"/>
                    <a:pt x="11208" y="5764"/>
                  </a:cubicBezTo>
                  <a:lnTo>
                    <a:pt x="11375" y="6265"/>
                  </a:lnTo>
                  <a:cubicBezTo>
                    <a:pt x="11508" y="6565"/>
                    <a:pt x="11642" y="6865"/>
                    <a:pt x="11809" y="7165"/>
                  </a:cubicBezTo>
                  <a:cubicBezTo>
                    <a:pt x="11909" y="7299"/>
                    <a:pt x="12009" y="7432"/>
                    <a:pt x="12109" y="7566"/>
                  </a:cubicBezTo>
                  <a:cubicBezTo>
                    <a:pt x="12209" y="7699"/>
                    <a:pt x="12309" y="7833"/>
                    <a:pt x="12442" y="7966"/>
                  </a:cubicBezTo>
                  <a:lnTo>
                    <a:pt x="12809" y="8300"/>
                  </a:lnTo>
                  <a:cubicBezTo>
                    <a:pt x="12976" y="8400"/>
                    <a:pt x="13110" y="8500"/>
                    <a:pt x="13243" y="8600"/>
                  </a:cubicBezTo>
                  <a:cubicBezTo>
                    <a:pt x="13410" y="8700"/>
                    <a:pt x="13543" y="8767"/>
                    <a:pt x="13710" y="8833"/>
                  </a:cubicBezTo>
                  <a:lnTo>
                    <a:pt x="13944" y="8900"/>
                  </a:lnTo>
                  <a:lnTo>
                    <a:pt x="14077" y="8967"/>
                  </a:lnTo>
                  <a:lnTo>
                    <a:pt x="14210" y="8967"/>
                  </a:lnTo>
                  <a:lnTo>
                    <a:pt x="14677" y="9067"/>
                  </a:lnTo>
                  <a:cubicBezTo>
                    <a:pt x="14844" y="9100"/>
                    <a:pt x="15011" y="9100"/>
                    <a:pt x="15211" y="9100"/>
                  </a:cubicBezTo>
                  <a:lnTo>
                    <a:pt x="15478" y="9100"/>
                  </a:lnTo>
                  <a:lnTo>
                    <a:pt x="15745" y="9033"/>
                  </a:lnTo>
                  <a:cubicBezTo>
                    <a:pt x="15912" y="9033"/>
                    <a:pt x="16078" y="8967"/>
                    <a:pt x="16245" y="8933"/>
                  </a:cubicBezTo>
                  <a:cubicBezTo>
                    <a:pt x="16412" y="8867"/>
                    <a:pt x="16579" y="8800"/>
                    <a:pt x="16746" y="8733"/>
                  </a:cubicBezTo>
                  <a:lnTo>
                    <a:pt x="17179" y="8466"/>
                  </a:lnTo>
                  <a:cubicBezTo>
                    <a:pt x="17313" y="8400"/>
                    <a:pt x="17479" y="8300"/>
                    <a:pt x="17613" y="8199"/>
                  </a:cubicBezTo>
                  <a:cubicBezTo>
                    <a:pt x="17746" y="8099"/>
                    <a:pt x="17846" y="7999"/>
                    <a:pt x="17980" y="7866"/>
                  </a:cubicBezTo>
                  <a:cubicBezTo>
                    <a:pt x="18213" y="7632"/>
                    <a:pt x="18447" y="7399"/>
                    <a:pt x="18647" y="7132"/>
                  </a:cubicBezTo>
                  <a:cubicBezTo>
                    <a:pt x="18878" y="6901"/>
                    <a:pt x="19044" y="6637"/>
                    <a:pt x="19241" y="6373"/>
                  </a:cubicBezTo>
                  <a:lnTo>
                    <a:pt x="19241" y="6373"/>
                  </a:lnTo>
                  <a:cubicBezTo>
                    <a:pt x="19225" y="6926"/>
                    <a:pt x="19291" y="7479"/>
                    <a:pt x="19414" y="8033"/>
                  </a:cubicBezTo>
                  <a:cubicBezTo>
                    <a:pt x="19514" y="8633"/>
                    <a:pt x="19781" y="9234"/>
                    <a:pt x="20181" y="9734"/>
                  </a:cubicBezTo>
                  <a:cubicBezTo>
                    <a:pt x="20415" y="10001"/>
                    <a:pt x="20682" y="10201"/>
                    <a:pt x="20949" y="10368"/>
                  </a:cubicBezTo>
                  <a:cubicBezTo>
                    <a:pt x="21115" y="10434"/>
                    <a:pt x="21282" y="10501"/>
                    <a:pt x="21416" y="10534"/>
                  </a:cubicBezTo>
                  <a:cubicBezTo>
                    <a:pt x="21516" y="10568"/>
                    <a:pt x="21582" y="10601"/>
                    <a:pt x="21682" y="10601"/>
                  </a:cubicBezTo>
                  <a:lnTo>
                    <a:pt x="21883" y="10635"/>
                  </a:lnTo>
                  <a:cubicBezTo>
                    <a:pt x="21992" y="10646"/>
                    <a:pt x="22102" y="10651"/>
                    <a:pt x="22211" y="10651"/>
                  </a:cubicBezTo>
                  <a:cubicBezTo>
                    <a:pt x="22766" y="10651"/>
                    <a:pt x="23310" y="10507"/>
                    <a:pt x="23784" y="10201"/>
                  </a:cubicBezTo>
                  <a:cubicBezTo>
                    <a:pt x="24284" y="9901"/>
                    <a:pt x="24751" y="9500"/>
                    <a:pt x="25152" y="9033"/>
                  </a:cubicBezTo>
                  <a:cubicBezTo>
                    <a:pt x="25552" y="8566"/>
                    <a:pt x="25919" y="8099"/>
                    <a:pt x="26219" y="7599"/>
                  </a:cubicBezTo>
                  <a:cubicBezTo>
                    <a:pt x="26382" y="7309"/>
                    <a:pt x="26545" y="7029"/>
                    <a:pt x="26697" y="6743"/>
                  </a:cubicBezTo>
                  <a:lnTo>
                    <a:pt x="26697" y="6743"/>
                  </a:lnTo>
                  <a:cubicBezTo>
                    <a:pt x="26742" y="6884"/>
                    <a:pt x="26806" y="7025"/>
                    <a:pt x="26853" y="7165"/>
                  </a:cubicBezTo>
                  <a:cubicBezTo>
                    <a:pt x="26886" y="7265"/>
                    <a:pt x="26919" y="7366"/>
                    <a:pt x="26986" y="7466"/>
                  </a:cubicBezTo>
                  <a:cubicBezTo>
                    <a:pt x="27020" y="7532"/>
                    <a:pt x="27053" y="7632"/>
                    <a:pt x="27120" y="7732"/>
                  </a:cubicBezTo>
                  <a:cubicBezTo>
                    <a:pt x="27220" y="7933"/>
                    <a:pt x="27320" y="8099"/>
                    <a:pt x="27453" y="8266"/>
                  </a:cubicBezTo>
                  <a:cubicBezTo>
                    <a:pt x="27520" y="8366"/>
                    <a:pt x="27587" y="8466"/>
                    <a:pt x="27653" y="8533"/>
                  </a:cubicBezTo>
                  <a:cubicBezTo>
                    <a:pt x="27720" y="8633"/>
                    <a:pt x="27787" y="8700"/>
                    <a:pt x="27853" y="8767"/>
                  </a:cubicBezTo>
                  <a:cubicBezTo>
                    <a:pt x="28020" y="8933"/>
                    <a:pt x="28187" y="9067"/>
                    <a:pt x="28354" y="9200"/>
                  </a:cubicBezTo>
                  <a:lnTo>
                    <a:pt x="28654" y="9367"/>
                  </a:lnTo>
                  <a:cubicBezTo>
                    <a:pt x="28754" y="9400"/>
                    <a:pt x="28854" y="9467"/>
                    <a:pt x="28954" y="9467"/>
                  </a:cubicBezTo>
                  <a:cubicBezTo>
                    <a:pt x="29054" y="9534"/>
                    <a:pt x="29154" y="9567"/>
                    <a:pt x="29254" y="9567"/>
                  </a:cubicBezTo>
                  <a:lnTo>
                    <a:pt x="29588" y="9634"/>
                  </a:lnTo>
                  <a:cubicBezTo>
                    <a:pt x="29611" y="9640"/>
                    <a:pt x="29633" y="9642"/>
                    <a:pt x="29654" y="9642"/>
                  </a:cubicBezTo>
                  <a:cubicBezTo>
                    <a:pt x="29754" y="9642"/>
                    <a:pt x="29827" y="9578"/>
                    <a:pt x="29855" y="9467"/>
                  </a:cubicBezTo>
                  <a:cubicBezTo>
                    <a:pt x="29888" y="9367"/>
                    <a:pt x="29788" y="9234"/>
                    <a:pt x="29688" y="9200"/>
                  </a:cubicBezTo>
                  <a:lnTo>
                    <a:pt x="29655" y="9200"/>
                  </a:lnTo>
                  <a:lnTo>
                    <a:pt x="29388" y="9133"/>
                  </a:lnTo>
                  <a:cubicBezTo>
                    <a:pt x="29288" y="9133"/>
                    <a:pt x="29188" y="9100"/>
                    <a:pt x="29121" y="9067"/>
                  </a:cubicBezTo>
                  <a:cubicBezTo>
                    <a:pt x="29021" y="9033"/>
                    <a:pt x="28954" y="9000"/>
                    <a:pt x="28854" y="8967"/>
                  </a:cubicBezTo>
                  <a:lnTo>
                    <a:pt x="28621" y="8800"/>
                  </a:lnTo>
                  <a:cubicBezTo>
                    <a:pt x="28487" y="8700"/>
                    <a:pt x="28354" y="8566"/>
                    <a:pt x="28220" y="8433"/>
                  </a:cubicBezTo>
                  <a:cubicBezTo>
                    <a:pt x="28154" y="8366"/>
                    <a:pt x="28087" y="8300"/>
                    <a:pt x="28020" y="8233"/>
                  </a:cubicBezTo>
                  <a:cubicBezTo>
                    <a:pt x="27987" y="8166"/>
                    <a:pt x="27920" y="8066"/>
                    <a:pt x="27853" y="7999"/>
                  </a:cubicBezTo>
                  <a:cubicBezTo>
                    <a:pt x="27753" y="7833"/>
                    <a:pt x="27653" y="7666"/>
                    <a:pt x="27587" y="7499"/>
                  </a:cubicBezTo>
                  <a:cubicBezTo>
                    <a:pt x="27520" y="7432"/>
                    <a:pt x="27520" y="7332"/>
                    <a:pt x="27453" y="7232"/>
                  </a:cubicBezTo>
                  <a:cubicBezTo>
                    <a:pt x="27420" y="7165"/>
                    <a:pt x="27386" y="7065"/>
                    <a:pt x="27353" y="6965"/>
                  </a:cubicBezTo>
                  <a:cubicBezTo>
                    <a:pt x="27286" y="6798"/>
                    <a:pt x="27220" y="6598"/>
                    <a:pt x="27186" y="6432"/>
                  </a:cubicBezTo>
                  <a:cubicBezTo>
                    <a:pt x="27120" y="6231"/>
                    <a:pt x="27086" y="6065"/>
                    <a:pt x="27053" y="5864"/>
                  </a:cubicBezTo>
                  <a:cubicBezTo>
                    <a:pt x="27053" y="5764"/>
                    <a:pt x="26986" y="5698"/>
                    <a:pt x="26919" y="5631"/>
                  </a:cubicBezTo>
                  <a:cubicBezTo>
                    <a:pt x="26876" y="5614"/>
                    <a:pt x="26833" y="5605"/>
                    <a:pt x="26792" y="5605"/>
                  </a:cubicBezTo>
                  <a:cubicBezTo>
                    <a:pt x="26673" y="5605"/>
                    <a:pt x="26569" y="5674"/>
                    <a:pt x="26519" y="5798"/>
                  </a:cubicBezTo>
                  <a:cubicBezTo>
                    <a:pt x="26286" y="6298"/>
                    <a:pt x="25985" y="6765"/>
                    <a:pt x="25685" y="7232"/>
                  </a:cubicBezTo>
                  <a:cubicBezTo>
                    <a:pt x="25385" y="7732"/>
                    <a:pt x="25051" y="8166"/>
                    <a:pt x="24685" y="8566"/>
                  </a:cubicBezTo>
                  <a:cubicBezTo>
                    <a:pt x="24318" y="9000"/>
                    <a:pt x="23884" y="9334"/>
                    <a:pt x="23417" y="9600"/>
                  </a:cubicBezTo>
                  <a:cubicBezTo>
                    <a:pt x="23217" y="9734"/>
                    <a:pt x="22983" y="9834"/>
                    <a:pt x="22716" y="9901"/>
                  </a:cubicBezTo>
                  <a:cubicBezTo>
                    <a:pt x="22551" y="9924"/>
                    <a:pt x="22386" y="9948"/>
                    <a:pt x="22221" y="9948"/>
                  </a:cubicBezTo>
                  <a:cubicBezTo>
                    <a:pt x="22153" y="9948"/>
                    <a:pt x="22084" y="9944"/>
                    <a:pt x="22016" y="9934"/>
                  </a:cubicBezTo>
                  <a:lnTo>
                    <a:pt x="21782" y="9901"/>
                  </a:lnTo>
                  <a:lnTo>
                    <a:pt x="21616" y="9867"/>
                  </a:lnTo>
                  <a:cubicBezTo>
                    <a:pt x="21516" y="9834"/>
                    <a:pt x="21416" y="9767"/>
                    <a:pt x="21315" y="9734"/>
                  </a:cubicBezTo>
                  <a:cubicBezTo>
                    <a:pt x="21082" y="9600"/>
                    <a:pt x="20915" y="9434"/>
                    <a:pt x="20748" y="9234"/>
                  </a:cubicBezTo>
                  <a:cubicBezTo>
                    <a:pt x="20448" y="8833"/>
                    <a:pt x="20248" y="8333"/>
                    <a:pt x="20148" y="7833"/>
                  </a:cubicBezTo>
                  <a:cubicBezTo>
                    <a:pt x="20048" y="7299"/>
                    <a:pt x="20015" y="6732"/>
                    <a:pt x="20015" y="6198"/>
                  </a:cubicBezTo>
                  <a:cubicBezTo>
                    <a:pt x="20015" y="5931"/>
                    <a:pt x="20048" y="5631"/>
                    <a:pt x="20048" y="5364"/>
                  </a:cubicBezTo>
                  <a:cubicBezTo>
                    <a:pt x="20081" y="5097"/>
                    <a:pt x="20115" y="4797"/>
                    <a:pt x="20181" y="4564"/>
                  </a:cubicBezTo>
                  <a:cubicBezTo>
                    <a:pt x="20215" y="4363"/>
                    <a:pt x="20115" y="4197"/>
                    <a:pt x="19948" y="4130"/>
                  </a:cubicBezTo>
                  <a:cubicBezTo>
                    <a:pt x="19894" y="4103"/>
                    <a:pt x="19838" y="4091"/>
                    <a:pt x="19783" y="4091"/>
                  </a:cubicBezTo>
                  <a:cubicBezTo>
                    <a:pt x="19632" y="4091"/>
                    <a:pt x="19487" y="4184"/>
                    <a:pt x="19414" y="4330"/>
                  </a:cubicBezTo>
                  <a:cubicBezTo>
                    <a:pt x="19314" y="4597"/>
                    <a:pt x="19181" y="4864"/>
                    <a:pt x="19014" y="5131"/>
                  </a:cubicBezTo>
                  <a:cubicBezTo>
                    <a:pt x="18880" y="5397"/>
                    <a:pt x="18714" y="5631"/>
                    <a:pt x="18547" y="5898"/>
                  </a:cubicBezTo>
                  <a:cubicBezTo>
                    <a:pt x="18380" y="6131"/>
                    <a:pt x="18213" y="6365"/>
                    <a:pt x="18013" y="6598"/>
                  </a:cubicBezTo>
                  <a:cubicBezTo>
                    <a:pt x="17846" y="6832"/>
                    <a:pt x="17646" y="7032"/>
                    <a:pt x="17413" y="7232"/>
                  </a:cubicBezTo>
                  <a:cubicBezTo>
                    <a:pt x="17313" y="7332"/>
                    <a:pt x="17213" y="7432"/>
                    <a:pt x="17079" y="7499"/>
                  </a:cubicBezTo>
                  <a:cubicBezTo>
                    <a:pt x="16979" y="7599"/>
                    <a:pt x="16879" y="7699"/>
                    <a:pt x="16746" y="7766"/>
                  </a:cubicBezTo>
                  <a:lnTo>
                    <a:pt x="16379" y="7966"/>
                  </a:lnTo>
                  <a:lnTo>
                    <a:pt x="15978" y="8099"/>
                  </a:lnTo>
                  <a:cubicBezTo>
                    <a:pt x="15878" y="8133"/>
                    <a:pt x="15745" y="8166"/>
                    <a:pt x="15611" y="8199"/>
                  </a:cubicBezTo>
                  <a:lnTo>
                    <a:pt x="15411" y="8233"/>
                  </a:lnTo>
                  <a:lnTo>
                    <a:pt x="14844" y="8233"/>
                  </a:lnTo>
                  <a:lnTo>
                    <a:pt x="14377" y="8133"/>
                  </a:lnTo>
                  <a:lnTo>
                    <a:pt x="14310" y="8133"/>
                  </a:lnTo>
                  <a:lnTo>
                    <a:pt x="14210" y="8099"/>
                  </a:lnTo>
                  <a:lnTo>
                    <a:pt x="14044" y="7999"/>
                  </a:lnTo>
                  <a:cubicBezTo>
                    <a:pt x="13910" y="7966"/>
                    <a:pt x="13777" y="7899"/>
                    <a:pt x="13677" y="7833"/>
                  </a:cubicBezTo>
                  <a:cubicBezTo>
                    <a:pt x="13543" y="7766"/>
                    <a:pt x="13443" y="7699"/>
                    <a:pt x="13310" y="7599"/>
                  </a:cubicBezTo>
                  <a:lnTo>
                    <a:pt x="13010" y="7332"/>
                  </a:lnTo>
                  <a:cubicBezTo>
                    <a:pt x="12909" y="7232"/>
                    <a:pt x="12809" y="7132"/>
                    <a:pt x="12743" y="7032"/>
                  </a:cubicBezTo>
                  <a:cubicBezTo>
                    <a:pt x="12643" y="6899"/>
                    <a:pt x="12576" y="6798"/>
                    <a:pt x="12509" y="6665"/>
                  </a:cubicBezTo>
                  <a:cubicBezTo>
                    <a:pt x="12342" y="6432"/>
                    <a:pt x="12242" y="6165"/>
                    <a:pt x="12109" y="5898"/>
                  </a:cubicBezTo>
                  <a:lnTo>
                    <a:pt x="11975" y="5498"/>
                  </a:lnTo>
                  <a:cubicBezTo>
                    <a:pt x="11942" y="5364"/>
                    <a:pt x="11909" y="5231"/>
                    <a:pt x="11875" y="5064"/>
                  </a:cubicBezTo>
                  <a:cubicBezTo>
                    <a:pt x="11809" y="4797"/>
                    <a:pt x="11775" y="4497"/>
                    <a:pt x="11742" y="4197"/>
                  </a:cubicBezTo>
                  <a:cubicBezTo>
                    <a:pt x="11709" y="3896"/>
                    <a:pt x="11675" y="3596"/>
                    <a:pt x="11675" y="3329"/>
                  </a:cubicBezTo>
                  <a:cubicBezTo>
                    <a:pt x="11675" y="3029"/>
                    <a:pt x="11675" y="2729"/>
                    <a:pt x="11709" y="2429"/>
                  </a:cubicBezTo>
                  <a:cubicBezTo>
                    <a:pt x="11688" y="2200"/>
                    <a:pt x="11498" y="2049"/>
                    <a:pt x="11301" y="2049"/>
                  </a:cubicBezTo>
                  <a:cubicBezTo>
                    <a:pt x="11183" y="2049"/>
                    <a:pt x="11062" y="2103"/>
                    <a:pt x="10975" y="2229"/>
                  </a:cubicBezTo>
                  <a:cubicBezTo>
                    <a:pt x="10841" y="2462"/>
                    <a:pt x="10675" y="2729"/>
                    <a:pt x="10541" y="2962"/>
                  </a:cubicBezTo>
                  <a:cubicBezTo>
                    <a:pt x="10408" y="3196"/>
                    <a:pt x="10241" y="3429"/>
                    <a:pt x="10074" y="3663"/>
                  </a:cubicBezTo>
                  <a:cubicBezTo>
                    <a:pt x="9774" y="4130"/>
                    <a:pt x="9407" y="4530"/>
                    <a:pt x="9007" y="4930"/>
                  </a:cubicBezTo>
                  <a:cubicBezTo>
                    <a:pt x="8640" y="5297"/>
                    <a:pt x="8206" y="5631"/>
                    <a:pt x="7706" y="5831"/>
                  </a:cubicBezTo>
                  <a:cubicBezTo>
                    <a:pt x="7472" y="5931"/>
                    <a:pt x="7239" y="5998"/>
                    <a:pt x="6972" y="5998"/>
                  </a:cubicBezTo>
                  <a:cubicBezTo>
                    <a:pt x="6738" y="5998"/>
                    <a:pt x="6472" y="5965"/>
                    <a:pt x="6238" y="5898"/>
                  </a:cubicBezTo>
                  <a:cubicBezTo>
                    <a:pt x="6005" y="5798"/>
                    <a:pt x="5771" y="5698"/>
                    <a:pt x="5571" y="5564"/>
                  </a:cubicBezTo>
                  <a:lnTo>
                    <a:pt x="5404" y="5431"/>
                  </a:lnTo>
                  <a:lnTo>
                    <a:pt x="5271" y="5297"/>
                  </a:lnTo>
                  <a:cubicBezTo>
                    <a:pt x="5171" y="5231"/>
                    <a:pt x="5071" y="5131"/>
                    <a:pt x="5004" y="5031"/>
                  </a:cubicBezTo>
                  <a:lnTo>
                    <a:pt x="4770" y="4697"/>
                  </a:lnTo>
                  <a:lnTo>
                    <a:pt x="4570" y="4363"/>
                  </a:lnTo>
                  <a:cubicBezTo>
                    <a:pt x="4437" y="4097"/>
                    <a:pt x="4337" y="3863"/>
                    <a:pt x="4237" y="3596"/>
                  </a:cubicBezTo>
                  <a:cubicBezTo>
                    <a:pt x="4137" y="3329"/>
                    <a:pt x="4036" y="3096"/>
                    <a:pt x="3970" y="2796"/>
                  </a:cubicBezTo>
                  <a:cubicBezTo>
                    <a:pt x="3936" y="2529"/>
                    <a:pt x="3870" y="2229"/>
                    <a:pt x="3836" y="1962"/>
                  </a:cubicBezTo>
                  <a:cubicBezTo>
                    <a:pt x="3770" y="1695"/>
                    <a:pt x="3736" y="1395"/>
                    <a:pt x="3736" y="1128"/>
                  </a:cubicBezTo>
                  <a:cubicBezTo>
                    <a:pt x="3711" y="923"/>
                    <a:pt x="3685" y="699"/>
                    <a:pt x="3675" y="485"/>
                  </a:cubicBezTo>
                  <a:lnTo>
                    <a:pt x="3675" y="485"/>
                  </a:lnTo>
                  <a:cubicBezTo>
                    <a:pt x="3684" y="466"/>
                    <a:pt x="3693" y="447"/>
                    <a:pt x="3703" y="427"/>
                  </a:cubicBezTo>
                  <a:lnTo>
                    <a:pt x="3672" y="422"/>
                  </a:lnTo>
                  <a:lnTo>
                    <a:pt x="3672" y="422"/>
                  </a:lnTo>
                  <a:cubicBezTo>
                    <a:pt x="3670" y="378"/>
                    <a:pt x="3670" y="336"/>
                    <a:pt x="3670" y="294"/>
                  </a:cubicBezTo>
                  <a:cubicBezTo>
                    <a:pt x="3670" y="194"/>
                    <a:pt x="3603" y="94"/>
                    <a:pt x="3503" y="27"/>
                  </a:cubicBezTo>
                  <a:cubicBezTo>
                    <a:pt x="3467" y="9"/>
                    <a:pt x="3429" y="1"/>
                    <a:pt x="3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62"/>
            <p:cNvSpPr/>
            <p:nvPr/>
          </p:nvSpPr>
          <p:spPr>
            <a:xfrm>
              <a:off x="3244775" y="2259200"/>
              <a:ext cx="40050" cy="115475"/>
            </a:xfrm>
            <a:custGeom>
              <a:avLst/>
              <a:gdLst/>
              <a:ahLst/>
              <a:cxnLst/>
              <a:rect l="l" t="t" r="r" b="b"/>
              <a:pathLst>
                <a:path w="1602" h="4619" extrusionOk="0">
                  <a:moveTo>
                    <a:pt x="50" y="1"/>
                  </a:moveTo>
                  <a:cubicBezTo>
                    <a:pt x="31" y="1"/>
                    <a:pt x="1" y="16"/>
                    <a:pt x="1" y="16"/>
                  </a:cubicBezTo>
                  <a:cubicBezTo>
                    <a:pt x="568" y="1483"/>
                    <a:pt x="1035" y="2984"/>
                    <a:pt x="1402" y="4519"/>
                  </a:cubicBezTo>
                  <a:cubicBezTo>
                    <a:pt x="1402" y="4585"/>
                    <a:pt x="1452" y="4619"/>
                    <a:pt x="1502" y="4619"/>
                  </a:cubicBezTo>
                  <a:cubicBezTo>
                    <a:pt x="1552" y="4619"/>
                    <a:pt x="1602" y="4585"/>
                    <a:pt x="1602" y="4519"/>
                  </a:cubicBezTo>
                  <a:cubicBezTo>
                    <a:pt x="1402" y="2951"/>
                    <a:pt x="601" y="1483"/>
                    <a:pt x="68" y="16"/>
                  </a:cubicBezTo>
                  <a:cubicBezTo>
                    <a:pt x="68" y="4"/>
                    <a:pt x="60" y="1"/>
                    <a:pt x="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62"/>
            <p:cNvSpPr/>
            <p:nvPr/>
          </p:nvSpPr>
          <p:spPr>
            <a:xfrm>
              <a:off x="3307325" y="2040375"/>
              <a:ext cx="44225" cy="239025"/>
            </a:xfrm>
            <a:custGeom>
              <a:avLst/>
              <a:gdLst/>
              <a:ahLst/>
              <a:cxnLst/>
              <a:rect l="l" t="t" r="r" b="b"/>
              <a:pathLst>
                <a:path w="1769" h="9561" extrusionOk="0">
                  <a:moveTo>
                    <a:pt x="78" y="0"/>
                  </a:moveTo>
                  <a:cubicBezTo>
                    <a:pt x="48" y="0"/>
                    <a:pt x="1" y="39"/>
                    <a:pt x="1" y="62"/>
                  </a:cubicBezTo>
                  <a:cubicBezTo>
                    <a:pt x="968" y="2998"/>
                    <a:pt x="1235" y="6367"/>
                    <a:pt x="1502" y="9436"/>
                  </a:cubicBezTo>
                  <a:cubicBezTo>
                    <a:pt x="1502" y="9519"/>
                    <a:pt x="1568" y="9561"/>
                    <a:pt x="1635" y="9561"/>
                  </a:cubicBezTo>
                  <a:cubicBezTo>
                    <a:pt x="1702" y="9561"/>
                    <a:pt x="1769" y="9519"/>
                    <a:pt x="1769" y="9436"/>
                  </a:cubicBezTo>
                  <a:cubicBezTo>
                    <a:pt x="1769" y="6200"/>
                    <a:pt x="1201" y="3031"/>
                    <a:pt x="101" y="29"/>
                  </a:cubicBezTo>
                  <a:cubicBezTo>
                    <a:pt x="101" y="8"/>
                    <a:pt x="91" y="0"/>
                    <a:pt x="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62"/>
            <p:cNvSpPr/>
            <p:nvPr/>
          </p:nvSpPr>
          <p:spPr>
            <a:xfrm>
              <a:off x="3463025" y="2040125"/>
              <a:ext cx="38625" cy="130675"/>
            </a:xfrm>
            <a:custGeom>
              <a:avLst/>
              <a:gdLst/>
              <a:ahLst/>
              <a:cxnLst/>
              <a:rect l="l" t="t" r="r" b="b"/>
              <a:pathLst>
                <a:path w="1545" h="5227" extrusionOk="0">
                  <a:moveTo>
                    <a:pt x="1483" y="0"/>
                  </a:moveTo>
                  <a:cubicBezTo>
                    <a:pt x="1463" y="0"/>
                    <a:pt x="1445" y="11"/>
                    <a:pt x="1445" y="39"/>
                  </a:cubicBezTo>
                  <a:cubicBezTo>
                    <a:pt x="1078" y="1707"/>
                    <a:pt x="544" y="3375"/>
                    <a:pt x="44" y="5009"/>
                  </a:cubicBezTo>
                  <a:cubicBezTo>
                    <a:pt x="0" y="5139"/>
                    <a:pt x="98" y="5227"/>
                    <a:pt x="189" y="5227"/>
                  </a:cubicBezTo>
                  <a:cubicBezTo>
                    <a:pt x="239" y="5227"/>
                    <a:pt x="287" y="5201"/>
                    <a:pt x="311" y="5143"/>
                  </a:cubicBezTo>
                  <a:cubicBezTo>
                    <a:pt x="1111" y="3541"/>
                    <a:pt x="1178" y="1740"/>
                    <a:pt x="1545" y="39"/>
                  </a:cubicBezTo>
                  <a:cubicBezTo>
                    <a:pt x="1545" y="20"/>
                    <a:pt x="1511" y="0"/>
                    <a:pt x="1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62"/>
            <p:cNvSpPr/>
            <p:nvPr/>
          </p:nvSpPr>
          <p:spPr>
            <a:xfrm>
              <a:off x="3440975" y="2218075"/>
              <a:ext cx="17325" cy="48525"/>
            </a:xfrm>
            <a:custGeom>
              <a:avLst/>
              <a:gdLst/>
              <a:ahLst/>
              <a:cxnLst/>
              <a:rect l="l" t="t" r="r" b="b"/>
              <a:pathLst>
                <a:path w="693" h="1941" extrusionOk="0">
                  <a:moveTo>
                    <a:pt x="671" y="1"/>
                  </a:moveTo>
                  <a:cubicBezTo>
                    <a:pt x="659" y="1"/>
                    <a:pt x="642" y="9"/>
                    <a:pt x="626" y="26"/>
                  </a:cubicBezTo>
                  <a:cubicBezTo>
                    <a:pt x="492" y="660"/>
                    <a:pt x="292" y="1294"/>
                    <a:pt x="25" y="1861"/>
                  </a:cubicBezTo>
                  <a:cubicBezTo>
                    <a:pt x="1" y="1910"/>
                    <a:pt x="30" y="1940"/>
                    <a:pt x="60" y="1940"/>
                  </a:cubicBezTo>
                  <a:cubicBezTo>
                    <a:pt x="72" y="1940"/>
                    <a:pt x="83" y="1936"/>
                    <a:pt x="92" y="1927"/>
                  </a:cubicBezTo>
                  <a:cubicBezTo>
                    <a:pt x="359" y="1294"/>
                    <a:pt x="559" y="693"/>
                    <a:pt x="692" y="26"/>
                  </a:cubicBezTo>
                  <a:cubicBezTo>
                    <a:pt x="692" y="9"/>
                    <a:pt x="684" y="1"/>
                    <a:pt x="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62"/>
            <p:cNvSpPr/>
            <p:nvPr/>
          </p:nvSpPr>
          <p:spPr>
            <a:xfrm>
              <a:off x="3381000" y="2329075"/>
              <a:ext cx="28925" cy="59700"/>
            </a:xfrm>
            <a:custGeom>
              <a:avLst/>
              <a:gdLst/>
              <a:ahLst/>
              <a:cxnLst/>
              <a:rect l="l" t="t" r="r" b="b"/>
              <a:pathLst>
                <a:path w="1157" h="2388" extrusionOk="0">
                  <a:moveTo>
                    <a:pt x="1108" y="1"/>
                  </a:moveTo>
                  <a:cubicBezTo>
                    <a:pt x="1090" y="1"/>
                    <a:pt x="1070" y="9"/>
                    <a:pt x="1056" y="23"/>
                  </a:cubicBezTo>
                  <a:cubicBezTo>
                    <a:pt x="589" y="690"/>
                    <a:pt x="256" y="1424"/>
                    <a:pt x="22" y="2224"/>
                  </a:cubicBezTo>
                  <a:cubicBezTo>
                    <a:pt x="0" y="2313"/>
                    <a:pt x="111" y="2387"/>
                    <a:pt x="208" y="2387"/>
                  </a:cubicBezTo>
                  <a:cubicBezTo>
                    <a:pt x="256" y="2387"/>
                    <a:pt x="300" y="2369"/>
                    <a:pt x="323" y="2324"/>
                  </a:cubicBezTo>
                  <a:cubicBezTo>
                    <a:pt x="723" y="1624"/>
                    <a:pt x="990" y="856"/>
                    <a:pt x="1157" y="56"/>
                  </a:cubicBezTo>
                  <a:cubicBezTo>
                    <a:pt x="1157" y="17"/>
                    <a:pt x="1134" y="1"/>
                    <a:pt x="1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62"/>
            <p:cNvSpPr/>
            <p:nvPr/>
          </p:nvSpPr>
          <p:spPr>
            <a:xfrm>
              <a:off x="3568225" y="2129125"/>
              <a:ext cx="121900" cy="95625"/>
            </a:xfrm>
            <a:custGeom>
              <a:avLst/>
              <a:gdLst/>
              <a:ahLst/>
              <a:cxnLst/>
              <a:rect l="l" t="t" r="r" b="b"/>
              <a:pathLst>
                <a:path w="4876" h="3825" extrusionOk="0">
                  <a:moveTo>
                    <a:pt x="4837" y="1"/>
                  </a:moveTo>
                  <a:cubicBezTo>
                    <a:pt x="4828" y="1"/>
                    <a:pt x="4819" y="5"/>
                    <a:pt x="4809" y="15"/>
                  </a:cubicBezTo>
                  <a:cubicBezTo>
                    <a:pt x="3241" y="1182"/>
                    <a:pt x="1607" y="2283"/>
                    <a:pt x="106" y="3584"/>
                  </a:cubicBezTo>
                  <a:cubicBezTo>
                    <a:pt x="0" y="3663"/>
                    <a:pt x="81" y="3824"/>
                    <a:pt x="186" y="3824"/>
                  </a:cubicBezTo>
                  <a:cubicBezTo>
                    <a:pt x="214" y="3824"/>
                    <a:pt x="244" y="3813"/>
                    <a:pt x="272" y="3784"/>
                  </a:cubicBezTo>
                  <a:cubicBezTo>
                    <a:pt x="1940" y="2683"/>
                    <a:pt x="3708" y="1716"/>
                    <a:pt x="4876" y="48"/>
                  </a:cubicBezTo>
                  <a:cubicBezTo>
                    <a:pt x="4876" y="25"/>
                    <a:pt x="4859" y="1"/>
                    <a:pt x="4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62"/>
            <p:cNvSpPr/>
            <p:nvPr/>
          </p:nvSpPr>
          <p:spPr>
            <a:xfrm>
              <a:off x="3492150" y="2252750"/>
              <a:ext cx="47650" cy="38475"/>
            </a:xfrm>
            <a:custGeom>
              <a:avLst/>
              <a:gdLst/>
              <a:ahLst/>
              <a:cxnLst/>
              <a:rect l="l" t="t" r="r" b="b"/>
              <a:pathLst>
                <a:path w="1906" h="1539" extrusionOk="0">
                  <a:moveTo>
                    <a:pt x="1776" y="0"/>
                  </a:moveTo>
                  <a:cubicBezTo>
                    <a:pt x="1766" y="0"/>
                    <a:pt x="1757" y="2"/>
                    <a:pt x="1747" y="7"/>
                  </a:cubicBezTo>
                  <a:cubicBezTo>
                    <a:pt x="1114" y="340"/>
                    <a:pt x="547" y="774"/>
                    <a:pt x="80" y="1308"/>
                  </a:cubicBezTo>
                  <a:cubicBezTo>
                    <a:pt x="1" y="1413"/>
                    <a:pt x="87" y="1538"/>
                    <a:pt x="193" y="1538"/>
                  </a:cubicBezTo>
                  <a:cubicBezTo>
                    <a:pt x="221" y="1538"/>
                    <a:pt x="251" y="1529"/>
                    <a:pt x="280" y="1508"/>
                  </a:cubicBezTo>
                  <a:cubicBezTo>
                    <a:pt x="847" y="1107"/>
                    <a:pt x="1347" y="640"/>
                    <a:pt x="1848" y="140"/>
                  </a:cubicBezTo>
                  <a:cubicBezTo>
                    <a:pt x="1905" y="82"/>
                    <a:pt x="1838" y="0"/>
                    <a:pt x="17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62"/>
            <p:cNvSpPr/>
            <p:nvPr/>
          </p:nvSpPr>
          <p:spPr>
            <a:xfrm>
              <a:off x="3444925" y="2311200"/>
              <a:ext cx="150725" cy="95175"/>
            </a:xfrm>
            <a:custGeom>
              <a:avLst/>
              <a:gdLst/>
              <a:ahLst/>
              <a:cxnLst/>
              <a:rect l="l" t="t" r="r" b="b"/>
              <a:pathLst>
                <a:path w="6029" h="3807" extrusionOk="0">
                  <a:moveTo>
                    <a:pt x="5866" y="1"/>
                  </a:moveTo>
                  <a:cubicBezTo>
                    <a:pt x="5857" y="1"/>
                    <a:pt x="5848" y="2"/>
                    <a:pt x="5838" y="4"/>
                  </a:cubicBezTo>
                  <a:cubicBezTo>
                    <a:pt x="3470" y="437"/>
                    <a:pt x="1935" y="2505"/>
                    <a:pt x="1" y="3773"/>
                  </a:cubicBezTo>
                  <a:lnTo>
                    <a:pt x="1" y="3806"/>
                  </a:lnTo>
                  <a:cubicBezTo>
                    <a:pt x="2069" y="2806"/>
                    <a:pt x="3737" y="1205"/>
                    <a:pt x="5871" y="271"/>
                  </a:cubicBezTo>
                  <a:cubicBezTo>
                    <a:pt x="6028" y="239"/>
                    <a:pt x="6008" y="1"/>
                    <a:pt x="58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62"/>
            <p:cNvSpPr/>
            <p:nvPr/>
          </p:nvSpPr>
          <p:spPr>
            <a:xfrm>
              <a:off x="3562825" y="2323700"/>
              <a:ext cx="61175" cy="37875"/>
            </a:xfrm>
            <a:custGeom>
              <a:avLst/>
              <a:gdLst/>
              <a:ahLst/>
              <a:cxnLst/>
              <a:rect l="l" t="t" r="r" b="b"/>
              <a:pathLst>
                <a:path w="2447" h="1515" extrusionOk="0">
                  <a:moveTo>
                    <a:pt x="2279" y="0"/>
                  </a:moveTo>
                  <a:cubicBezTo>
                    <a:pt x="2271" y="0"/>
                    <a:pt x="2264" y="1"/>
                    <a:pt x="2256" y="4"/>
                  </a:cubicBezTo>
                  <a:cubicBezTo>
                    <a:pt x="1389" y="304"/>
                    <a:pt x="655" y="805"/>
                    <a:pt x="55" y="1438"/>
                  </a:cubicBezTo>
                  <a:cubicBezTo>
                    <a:pt x="1" y="1465"/>
                    <a:pt x="34" y="1514"/>
                    <a:pt x="84" y="1514"/>
                  </a:cubicBezTo>
                  <a:cubicBezTo>
                    <a:pt x="96" y="1514"/>
                    <a:pt x="109" y="1511"/>
                    <a:pt x="121" y="1505"/>
                  </a:cubicBezTo>
                  <a:cubicBezTo>
                    <a:pt x="822" y="1038"/>
                    <a:pt x="1556" y="604"/>
                    <a:pt x="2323" y="238"/>
                  </a:cubicBezTo>
                  <a:cubicBezTo>
                    <a:pt x="2446" y="176"/>
                    <a:pt x="2370" y="0"/>
                    <a:pt x="22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62"/>
            <p:cNvSpPr/>
            <p:nvPr/>
          </p:nvSpPr>
          <p:spPr>
            <a:xfrm>
              <a:off x="3330675" y="2308250"/>
              <a:ext cx="19200" cy="75500"/>
            </a:xfrm>
            <a:custGeom>
              <a:avLst/>
              <a:gdLst/>
              <a:ahLst/>
              <a:cxnLst/>
              <a:rect l="l" t="t" r="r" b="b"/>
              <a:pathLst>
                <a:path w="768" h="3020" extrusionOk="0">
                  <a:moveTo>
                    <a:pt x="390" y="1"/>
                  </a:moveTo>
                  <a:cubicBezTo>
                    <a:pt x="291" y="1"/>
                    <a:pt x="185" y="68"/>
                    <a:pt x="167" y="188"/>
                  </a:cubicBezTo>
                  <a:cubicBezTo>
                    <a:pt x="1" y="1056"/>
                    <a:pt x="34" y="1990"/>
                    <a:pt x="301" y="2857"/>
                  </a:cubicBezTo>
                  <a:cubicBezTo>
                    <a:pt x="335" y="2961"/>
                    <a:pt x="442" y="3020"/>
                    <a:pt x="537" y="3020"/>
                  </a:cubicBezTo>
                  <a:cubicBezTo>
                    <a:pt x="624" y="3020"/>
                    <a:pt x="701" y="2969"/>
                    <a:pt x="701" y="2857"/>
                  </a:cubicBezTo>
                  <a:cubicBezTo>
                    <a:pt x="768" y="1956"/>
                    <a:pt x="701" y="1056"/>
                    <a:pt x="568" y="188"/>
                  </a:cubicBezTo>
                  <a:cubicBezTo>
                    <a:pt x="568" y="59"/>
                    <a:pt x="482" y="1"/>
                    <a:pt x="3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52" name="Google Shape;2852;p62"/>
          <p:cNvGrpSpPr/>
          <p:nvPr/>
        </p:nvGrpSpPr>
        <p:grpSpPr>
          <a:xfrm rot="-1434405" flipH="1">
            <a:off x="8259426" y="2967705"/>
            <a:ext cx="1653827" cy="539960"/>
            <a:chOff x="2564525" y="5223525"/>
            <a:chExt cx="2556110" cy="834547"/>
          </a:xfrm>
        </p:grpSpPr>
        <p:sp>
          <p:nvSpPr>
            <p:cNvPr id="2853" name="Google Shape;2853;p62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62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62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62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62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62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62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62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62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62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3" name="Google Shape;2863;p62"/>
          <p:cNvGrpSpPr/>
          <p:nvPr/>
        </p:nvGrpSpPr>
        <p:grpSpPr>
          <a:xfrm rot="-375986" flipH="1">
            <a:off x="-666071" y="1862748"/>
            <a:ext cx="1719436" cy="916246"/>
            <a:chOff x="7463504" y="3075665"/>
            <a:chExt cx="2603050" cy="1387103"/>
          </a:xfrm>
        </p:grpSpPr>
        <p:sp>
          <p:nvSpPr>
            <p:cNvPr id="2864" name="Google Shape;2864;p62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62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62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62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62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62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62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62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62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62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62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62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62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62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62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62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62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62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62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62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62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62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62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62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62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62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62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62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62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62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62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62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62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p63"/>
          <p:cNvSpPr txBox="1">
            <a:spLocks noGrp="1"/>
          </p:cNvSpPr>
          <p:nvPr>
            <p:ph type="body" idx="1"/>
          </p:nvPr>
        </p:nvSpPr>
        <p:spPr>
          <a:xfrm>
            <a:off x="1043150" y="435550"/>
            <a:ext cx="2332800" cy="24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picture is worth a </a:t>
            </a:r>
            <a:r>
              <a:rPr lang="en">
                <a:highlight>
                  <a:schemeClr val="dk2"/>
                </a:highlight>
              </a:rPr>
              <a:t>thousand words</a:t>
            </a:r>
            <a:endParaRPr>
              <a:highlight>
                <a:schemeClr val="dk2"/>
              </a:highlight>
            </a:endParaRPr>
          </a:p>
        </p:txBody>
      </p:sp>
      <p:grpSp>
        <p:nvGrpSpPr>
          <p:cNvPr id="2902" name="Google Shape;2902;p63"/>
          <p:cNvGrpSpPr/>
          <p:nvPr/>
        </p:nvGrpSpPr>
        <p:grpSpPr>
          <a:xfrm flipH="1">
            <a:off x="5039629" y="357516"/>
            <a:ext cx="1511271" cy="1240250"/>
            <a:chOff x="4378825" y="211750"/>
            <a:chExt cx="2040880" cy="1665660"/>
          </a:xfrm>
        </p:grpSpPr>
        <p:sp>
          <p:nvSpPr>
            <p:cNvPr id="2903" name="Google Shape;2903;p63"/>
            <p:cNvSpPr/>
            <p:nvPr/>
          </p:nvSpPr>
          <p:spPr>
            <a:xfrm>
              <a:off x="4391575" y="211750"/>
              <a:ext cx="2028130" cy="1665660"/>
            </a:xfrm>
            <a:custGeom>
              <a:avLst/>
              <a:gdLst/>
              <a:ahLst/>
              <a:cxnLst/>
              <a:rect l="l" t="t" r="r" b="b"/>
              <a:pathLst>
                <a:path w="48903" h="40163" extrusionOk="0">
                  <a:moveTo>
                    <a:pt x="33425" y="0"/>
                  </a:moveTo>
                  <a:cubicBezTo>
                    <a:pt x="27454" y="0"/>
                    <a:pt x="23451" y="3770"/>
                    <a:pt x="21216" y="6772"/>
                  </a:cubicBezTo>
                  <a:cubicBezTo>
                    <a:pt x="19214" y="5338"/>
                    <a:pt x="16379" y="3903"/>
                    <a:pt x="13010" y="3903"/>
                  </a:cubicBezTo>
                  <a:cubicBezTo>
                    <a:pt x="10208" y="3937"/>
                    <a:pt x="7506" y="4837"/>
                    <a:pt x="5304" y="6538"/>
                  </a:cubicBezTo>
                  <a:cubicBezTo>
                    <a:pt x="2869" y="8206"/>
                    <a:pt x="1235" y="10775"/>
                    <a:pt x="768" y="13710"/>
                  </a:cubicBezTo>
                  <a:cubicBezTo>
                    <a:pt x="1" y="19047"/>
                    <a:pt x="3170" y="24551"/>
                    <a:pt x="5972" y="28221"/>
                  </a:cubicBezTo>
                  <a:cubicBezTo>
                    <a:pt x="11476" y="35392"/>
                    <a:pt x="23050" y="40163"/>
                    <a:pt x="28321" y="40163"/>
                  </a:cubicBezTo>
                  <a:cubicBezTo>
                    <a:pt x="28921" y="40163"/>
                    <a:pt x="29488" y="40096"/>
                    <a:pt x="30055" y="39929"/>
                  </a:cubicBezTo>
                  <a:cubicBezTo>
                    <a:pt x="32791" y="39162"/>
                    <a:pt x="40229" y="32891"/>
                    <a:pt x="43699" y="25352"/>
                  </a:cubicBezTo>
                  <a:cubicBezTo>
                    <a:pt x="48902" y="14077"/>
                    <a:pt x="47768" y="5271"/>
                    <a:pt x="40730" y="1835"/>
                  </a:cubicBezTo>
                  <a:cubicBezTo>
                    <a:pt x="38462" y="668"/>
                    <a:pt x="35960" y="34"/>
                    <a:pt x="334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3000000" algn="bl" rotWithShape="0">
                <a:schemeClr val="dk1">
                  <a:alpha val="8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63"/>
            <p:cNvSpPr/>
            <p:nvPr/>
          </p:nvSpPr>
          <p:spPr>
            <a:xfrm>
              <a:off x="4378825" y="325250"/>
              <a:ext cx="1932792" cy="1438652"/>
            </a:xfrm>
            <a:custGeom>
              <a:avLst/>
              <a:gdLst/>
              <a:ahLst/>
              <a:cxnLst/>
              <a:rect l="l" t="t" r="r" b="b"/>
              <a:pathLst>
                <a:path w="45400" h="33793" extrusionOk="0">
                  <a:moveTo>
                    <a:pt x="32960" y="0"/>
                  </a:moveTo>
                  <a:cubicBezTo>
                    <a:pt x="25159" y="0"/>
                    <a:pt x="21449" y="8575"/>
                    <a:pt x="21449" y="8575"/>
                  </a:cubicBezTo>
                  <a:cubicBezTo>
                    <a:pt x="21449" y="8575"/>
                    <a:pt x="17737" y="3902"/>
                    <a:pt x="12511" y="3902"/>
                  </a:cubicBezTo>
                  <a:cubicBezTo>
                    <a:pt x="10714" y="3902"/>
                    <a:pt x="8738" y="4455"/>
                    <a:pt x="6672" y="5940"/>
                  </a:cubicBezTo>
                  <a:cubicBezTo>
                    <a:pt x="1" y="10743"/>
                    <a:pt x="5004" y="19149"/>
                    <a:pt x="8040" y="23119"/>
                  </a:cubicBezTo>
                  <a:cubicBezTo>
                    <a:pt x="13149" y="29788"/>
                    <a:pt x="23898" y="33792"/>
                    <a:pt x="27831" y="33792"/>
                  </a:cubicBezTo>
                  <a:cubicBezTo>
                    <a:pt x="28187" y="33792"/>
                    <a:pt x="28486" y="33759"/>
                    <a:pt x="28721" y="33693"/>
                  </a:cubicBezTo>
                  <a:cubicBezTo>
                    <a:pt x="30189" y="33260"/>
                    <a:pt x="37027" y="28022"/>
                    <a:pt x="40330" y="20851"/>
                  </a:cubicBezTo>
                  <a:cubicBezTo>
                    <a:pt x="43599" y="13746"/>
                    <a:pt x="45400" y="4706"/>
                    <a:pt x="38862" y="1503"/>
                  </a:cubicBezTo>
                  <a:cubicBezTo>
                    <a:pt x="36684" y="436"/>
                    <a:pt x="34718" y="0"/>
                    <a:pt x="329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63"/>
            <p:cNvSpPr/>
            <p:nvPr/>
          </p:nvSpPr>
          <p:spPr>
            <a:xfrm>
              <a:off x="4933858" y="940614"/>
              <a:ext cx="312703" cy="286741"/>
            </a:xfrm>
            <a:custGeom>
              <a:avLst/>
              <a:gdLst/>
              <a:ahLst/>
              <a:cxnLst/>
              <a:rect l="l" t="t" r="r" b="b"/>
              <a:pathLst>
                <a:path w="7540" h="6914" extrusionOk="0">
                  <a:moveTo>
                    <a:pt x="7124" y="0"/>
                  </a:moveTo>
                  <a:cubicBezTo>
                    <a:pt x="7107" y="0"/>
                    <a:pt x="7090" y="2"/>
                    <a:pt x="7072" y="5"/>
                  </a:cubicBezTo>
                  <a:cubicBezTo>
                    <a:pt x="6906" y="5"/>
                    <a:pt x="6772" y="71"/>
                    <a:pt x="6705" y="238"/>
                  </a:cubicBezTo>
                  <a:lnTo>
                    <a:pt x="6672" y="238"/>
                  </a:lnTo>
                  <a:lnTo>
                    <a:pt x="6672" y="372"/>
                  </a:lnTo>
                  <a:cubicBezTo>
                    <a:pt x="6672" y="405"/>
                    <a:pt x="6672" y="572"/>
                    <a:pt x="6605" y="872"/>
                  </a:cubicBezTo>
                  <a:cubicBezTo>
                    <a:pt x="6605" y="1005"/>
                    <a:pt x="6572" y="1206"/>
                    <a:pt x="6539" y="1406"/>
                  </a:cubicBezTo>
                  <a:cubicBezTo>
                    <a:pt x="6472" y="1639"/>
                    <a:pt x="6439" y="1773"/>
                    <a:pt x="6405" y="2006"/>
                  </a:cubicBezTo>
                  <a:lnTo>
                    <a:pt x="6372" y="2106"/>
                  </a:lnTo>
                  <a:cubicBezTo>
                    <a:pt x="6272" y="2373"/>
                    <a:pt x="6205" y="2640"/>
                    <a:pt x="6105" y="2907"/>
                  </a:cubicBezTo>
                  <a:cubicBezTo>
                    <a:pt x="5972" y="3174"/>
                    <a:pt x="5838" y="3407"/>
                    <a:pt x="5671" y="3641"/>
                  </a:cubicBezTo>
                  <a:lnTo>
                    <a:pt x="5538" y="3807"/>
                  </a:lnTo>
                  <a:lnTo>
                    <a:pt x="5371" y="3941"/>
                  </a:lnTo>
                  <a:cubicBezTo>
                    <a:pt x="5304" y="4008"/>
                    <a:pt x="5271" y="4041"/>
                    <a:pt x="5204" y="4074"/>
                  </a:cubicBezTo>
                  <a:lnTo>
                    <a:pt x="5038" y="4174"/>
                  </a:lnTo>
                  <a:lnTo>
                    <a:pt x="4904" y="4174"/>
                  </a:lnTo>
                  <a:cubicBezTo>
                    <a:pt x="4871" y="4208"/>
                    <a:pt x="4837" y="4208"/>
                    <a:pt x="4804" y="4208"/>
                  </a:cubicBezTo>
                  <a:cubicBezTo>
                    <a:pt x="4804" y="4241"/>
                    <a:pt x="4771" y="4241"/>
                    <a:pt x="4737" y="4241"/>
                  </a:cubicBezTo>
                  <a:lnTo>
                    <a:pt x="4337" y="4274"/>
                  </a:lnTo>
                  <a:lnTo>
                    <a:pt x="4104" y="4274"/>
                  </a:lnTo>
                  <a:cubicBezTo>
                    <a:pt x="4004" y="4274"/>
                    <a:pt x="3903" y="4274"/>
                    <a:pt x="3837" y="4241"/>
                  </a:cubicBezTo>
                  <a:lnTo>
                    <a:pt x="3603" y="4174"/>
                  </a:lnTo>
                  <a:cubicBezTo>
                    <a:pt x="3570" y="4174"/>
                    <a:pt x="3537" y="4141"/>
                    <a:pt x="3503" y="4141"/>
                  </a:cubicBezTo>
                  <a:lnTo>
                    <a:pt x="3403" y="4074"/>
                  </a:lnTo>
                  <a:cubicBezTo>
                    <a:pt x="3136" y="3941"/>
                    <a:pt x="2903" y="3774"/>
                    <a:pt x="2669" y="3574"/>
                  </a:cubicBezTo>
                  <a:cubicBezTo>
                    <a:pt x="2469" y="3374"/>
                    <a:pt x="2269" y="3174"/>
                    <a:pt x="2069" y="2940"/>
                  </a:cubicBezTo>
                  <a:cubicBezTo>
                    <a:pt x="1902" y="2707"/>
                    <a:pt x="1735" y="2473"/>
                    <a:pt x="1602" y="2240"/>
                  </a:cubicBezTo>
                  <a:cubicBezTo>
                    <a:pt x="1368" y="1873"/>
                    <a:pt x="1168" y="1472"/>
                    <a:pt x="1001" y="1072"/>
                  </a:cubicBezTo>
                  <a:lnTo>
                    <a:pt x="801" y="638"/>
                  </a:lnTo>
                  <a:cubicBezTo>
                    <a:pt x="743" y="464"/>
                    <a:pt x="583" y="365"/>
                    <a:pt x="410" y="365"/>
                  </a:cubicBezTo>
                  <a:cubicBezTo>
                    <a:pt x="385" y="365"/>
                    <a:pt x="360" y="367"/>
                    <a:pt x="334" y="372"/>
                  </a:cubicBezTo>
                  <a:cubicBezTo>
                    <a:pt x="234" y="405"/>
                    <a:pt x="134" y="472"/>
                    <a:pt x="67" y="538"/>
                  </a:cubicBezTo>
                  <a:cubicBezTo>
                    <a:pt x="1" y="638"/>
                    <a:pt x="1" y="739"/>
                    <a:pt x="1" y="872"/>
                  </a:cubicBezTo>
                  <a:lnTo>
                    <a:pt x="67" y="1072"/>
                  </a:lnTo>
                  <a:cubicBezTo>
                    <a:pt x="67" y="1172"/>
                    <a:pt x="101" y="1272"/>
                    <a:pt x="134" y="1406"/>
                  </a:cubicBezTo>
                  <a:lnTo>
                    <a:pt x="134" y="1472"/>
                  </a:lnTo>
                  <a:cubicBezTo>
                    <a:pt x="268" y="1906"/>
                    <a:pt x="434" y="2340"/>
                    <a:pt x="634" y="2740"/>
                  </a:cubicBezTo>
                  <a:cubicBezTo>
                    <a:pt x="768" y="3007"/>
                    <a:pt x="901" y="3274"/>
                    <a:pt x="1068" y="3541"/>
                  </a:cubicBezTo>
                  <a:lnTo>
                    <a:pt x="134" y="4508"/>
                  </a:lnTo>
                  <a:cubicBezTo>
                    <a:pt x="1" y="4675"/>
                    <a:pt x="1" y="4908"/>
                    <a:pt x="134" y="5075"/>
                  </a:cubicBezTo>
                  <a:cubicBezTo>
                    <a:pt x="218" y="5142"/>
                    <a:pt x="318" y="5175"/>
                    <a:pt x="418" y="5175"/>
                  </a:cubicBezTo>
                  <a:cubicBezTo>
                    <a:pt x="518" y="5175"/>
                    <a:pt x="618" y="5142"/>
                    <a:pt x="701" y="5075"/>
                  </a:cubicBezTo>
                  <a:lnTo>
                    <a:pt x="1568" y="4174"/>
                  </a:lnTo>
                  <a:cubicBezTo>
                    <a:pt x="1669" y="4274"/>
                    <a:pt x="1769" y="4375"/>
                    <a:pt x="1869" y="4475"/>
                  </a:cubicBezTo>
                  <a:cubicBezTo>
                    <a:pt x="2069" y="4675"/>
                    <a:pt x="2302" y="4875"/>
                    <a:pt x="2569" y="5042"/>
                  </a:cubicBezTo>
                  <a:lnTo>
                    <a:pt x="2035" y="6042"/>
                  </a:lnTo>
                  <a:cubicBezTo>
                    <a:pt x="1779" y="6299"/>
                    <a:pt x="2174" y="6620"/>
                    <a:pt x="2469" y="6620"/>
                  </a:cubicBezTo>
                  <a:cubicBezTo>
                    <a:pt x="2597" y="6620"/>
                    <a:pt x="2706" y="6560"/>
                    <a:pt x="2736" y="6409"/>
                  </a:cubicBezTo>
                  <a:lnTo>
                    <a:pt x="3270" y="5375"/>
                  </a:lnTo>
                  <a:lnTo>
                    <a:pt x="3503" y="5442"/>
                  </a:lnTo>
                  <a:cubicBezTo>
                    <a:pt x="3703" y="5509"/>
                    <a:pt x="3870" y="5509"/>
                    <a:pt x="4070" y="5542"/>
                  </a:cubicBezTo>
                  <a:lnTo>
                    <a:pt x="4437" y="5542"/>
                  </a:lnTo>
                  <a:lnTo>
                    <a:pt x="4504" y="6543"/>
                  </a:lnTo>
                  <a:cubicBezTo>
                    <a:pt x="4504" y="6756"/>
                    <a:pt x="4671" y="6914"/>
                    <a:pt x="4853" y="6914"/>
                  </a:cubicBezTo>
                  <a:cubicBezTo>
                    <a:pt x="4870" y="6914"/>
                    <a:pt x="4887" y="6913"/>
                    <a:pt x="4904" y="6910"/>
                  </a:cubicBezTo>
                  <a:cubicBezTo>
                    <a:pt x="5004" y="6910"/>
                    <a:pt x="5104" y="6876"/>
                    <a:pt x="5171" y="6776"/>
                  </a:cubicBezTo>
                  <a:cubicBezTo>
                    <a:pt x="5238" y="6710"/>
                    <a:pt x="5304" y="6609"/>
                    <a:pt x="5271" y="6509"/>
                  </a:cubicBezTo>
                  <a:lnTo>
                    <a:pt x="5238" y="5409"/>
                  </a:lnTo>
                  <a:cubicBezTo>
                    <a:pt x="5371" y="5375"/>
                    <a:pt x="5505" y="5309"/>
                    <a:pt x="5605" y="5242"/>
                  </a:cubicBezTo>
                  <a:lnTo>
                    <a:pt x="5738" y="5175"/>
                  </a:lnTo>
                  <a:cubicBezTo>
                    <a:pt x="5905" y="5108"/>
                    <a:pt x="6038" y="4975"/>
                    <a:pt x="6172" y="4842"/>
                  </a:cubicBezTo>
                  <a:lnTo>
                    <a:pt x="6439" y="4608"/>
                  </a:lnTo>
                  <a:lnTo>
                    <a:pt x="6605" y="4375"/>
                  </a:lnTo>
                  <a:cubicBezTo>
                    <a:pt x="6839" y="4041"/>
                    <a:pt x="7006" y="3674"/>
                    <a:pt x="7139" y="3307"/>
                  </a:cubicBezTo>
                  <a:cubicBezTo>
                    <a:pt x="7239" y="3007"/>
                    <a:pt x="7339" y="2673"/>
                    <a:pt x="7406" y="2373"/>
                  </a:cubicBezTo>
                  <a:cubicBezTo>
                    <a:pt x="7473" y="1873"/>
                    <a:pt x="7506" y="1406"/>
                    <a:pt x="7506" y="905"/>
                  </a:cubicBezTo>
                  <a:cubicBezTo>
                    <a:pt x="7539" y="739"/>
                    <a:pt x="7506" y="538"/>
                    <a:pt x="7506" y="338"/>
                  </a:cubicBezTo>
                  <a:cubicBezTo>
                    <a:pt x="7476" y="155"/>
                    <a:pt x="7306" y="0"/>
                    <a:pt x="7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63"/>
            <p:cNvSpPr/>
            <p:nvPr/>
          </p:nvSpPr>
          <p:spPr>
            <a:xfrm>
              <a:off x="5561904" y="823208"/>
              <a:ext cx="348659" cy="308514"/>
            </a:xfrm>
            <a:custGeom>
              <a:avLst/>
              <a:gdLst/>
              <a:ahLst/>
              <a:cxnLst/>
              <a:rect l="l" t="t" r="r" b="b"/>
              <a:pathLst>
                <a:path w="8407" h="7439" extrusionOk="0">
                  <a:moveTo>
                    <a:pt x="6972" y="0"/>
                  </a:moveTo>
                  <a:cubicBezTo>
                    <a:pt x="6772" y="0"/>
                    <a:pt x="6606" y="134"/>
                    <a:pt x="6572" y="367"/>
                  </a:cubicBezTo>
                  <a:lnTo>
                    <a:pt x="6472" y="834"/>
                  </a:lnTo>
                  <a:cubicBezTo>
                    <a:pt x="6405" y="1268"/>
                    <a:pt x="6305" y="1668"/>
                    <a:pt x="6172" y="2102"/>
                  </a:cubicBezTo>
                  <a:cubicBezTo>
                    <a:pt x="6105" y="2369"/>
                    <a:pt x="6005" y="2636"/>
                    <a:pt x="5872" y="2869"/>
                  </a:cubicBezTo>
                  <a:cubicBezTo>
                    <a:pt x="5772" y="3136"/>
                    <a:pt x="5605" y="3403"/>
                    <a:pt x="5471" y="3670"/>
                  </a:cubicBezTo>
                  <a:cubicBezTo>
                    <a:pt x="5305" y="3903"/>
                    <a:pt x="5104" y="4137"/>
                    <a:pt x="4871" y="4337"/>
                  </a:cubicBezTo>
                  <a:lnTo>
                    <a:pt x="4804" y="4403"/>
                  </a:lnTo>
                  <a:lnTo>
                    <a:pt x="4704" y="4470"/>
                  </a:lnTo>
                  <a:lnTo>
                    <a:pt x="4471" y="4570"/>
                  </a:lnTo>
                  <a:cubicBezTo>
                    <a:pt x="4404" y="4637"/>
                    <a:pt x="4337" y="4670"/>
                    <a:pt x="4237" y="4670"/>
                  </a:cubicBezTo>
                  <a:cubicBezTo>
                    <a:pt x="4204" y="4704"/>
                    <a:pt x="4137" y="4704"/>
                    <a:pt x="4070" y="4737"/>
                  </a:cubicBezTo>
                  <a:lnTo>
                    <a:pt x="3603" y="4837"/>
                  </a:lnTo>
                  <a:lnTo>
                    <a:pt x="3337" y="4837"/>
                  </a:lnTo>
                  <a:cubicBezTo>
                    <a:pt x="3270" y="4804"/>
                    <a:pt x="3203" y="4770"/>
                    <a:pt x="3170" y="4770"/>
                  </a:cubicBezTo>
                  <a:cubicBezTo>
                    <a:pt x="3070" y="4770"/>
                    <a:pt x="3003" y="4737"/>
                    <a:pt x="2936" y="4670"/>
                  </a:cubicBezTo>
                  <a:lnTo>
                    <a:pt x="2769" y="4604"/>
                  </a:lnTo>
                  <a:lnTo>
                    <a:pt x="2603" y="4470"/>
                  </a:lnTo>
                  <a:cubicBezTo>
                    <a:pt x="2369" y="4270"/>
                    <a:pt x="2169" y="4070"/>
                    <a:pt x="2002" y="3836"/>
                  </a:cubicBezTo>
                  <a:cubicBezTo>
                    <a:pt x="1835" y="3636"/>
                    <a:pt x="1669" y="3403"/>
                    <a:pt x="1535" y="3169"/>
                  </a:cubicBezTo>
                  <a:lnTo>
                    <a:pt x="1469" y="3036"/>
                  </a:lnTo>
                  <a:cubicBezTo>
                    <a:pt x="1368" y="2836"/>
                    <a:pt x="1268" y="2669"/>
                    <a:pt x="1202" y="2502"/>
                  </a:cubicBezTo>
                  <a:cubicBezTo>
                    <a:pt x="1135" y="2369"/>
                    <a:pt x="1035" y="2135"/>
                    <a:pt x="1002" y="2002"/>
                  </a:cubicBezTo>
                  <a:cubicBezTo>
                    <a:pt x="868" y="1702"/>
                    <a:pt x="801" y="1535"/>
                    <a:pt x="801" y="1535"/>
                  </a:cubicBezTo>
                  <a:cubicBezTo>
                    <a:pt x="768" y="1335"/>
                    <a:pt x="601" y="1235"/>
                    <a:pt x="434" y="1235"/>
                  </a:cubicBezTo>
                  <a:lnTo>
                    <a:pt x="368" y="1235"/>
                  </a:lnTo>
                  <a:cubicBezTo>
                    <a:pt x="268" y="1235"/>
                    <a:pt x="168" y="1301"/>
                    <a:pt x="101" y="1368"/>
                  </a:cubicBezTo>
                  <a:cubicBezTo>
                    <a:pt x="34" y="1468"/>
                    <a:pt x="1" y="1568"/>
                    <a:pt x="1" y="1668"/>
                  </a:cubicBezTo>
                  <a:cubicBezTo>
                    <a:pt x="1" y="1668"/>
                    <a:pt x="34" y="1902"/>
                    <a:pt x="134" y="2269"/>
                  </a:cubicBezTo>
                  <a:cubicBezTo>
                    <a:pt x="234" y="2702"/>
                    <a:pt x="401" y="3169"/>
                    <a:pt x="601" y="3603"/>
                  </a:cubicBezTo>
                  <a:cubicBezTo>
                    <a:pt x="735" y="3903"/>
                    <a:pt x="868" y="4170"/>
                    <a:pt x="1068" y="4470"/>
                  </a:cubicBezTo>
                  <a:cubicBezTo>
                    <a:pt x="1268" y="4804"/>
                    <a:pt x="1535" y="5104"/>
                    <a:pt x="1835" y="5337"/>
                  </a:cubicBezTo>
                  <a:lnTo>
                    <a:pt x="2069" y="5571"/>
                  </a:lnTo>
                  <a:lnTo>
                    <a:pt x="2369" y="5704"/>
                  </a:lnTo>
                  <a:cubicBezTo>
                    <a:pt x="2536" y="5804"/>
                    <a:pt x="2703" y="5905"/>
                    <a:pt x="2870" y="5938"/>
                  </a:cubicBezTo>
                  <a:lnTo>
                    <a:pt x="3036" y="5971"/>
                  </a:lnTo>
                  <a:cubicBezTo>
                    <a:pt x="3170" y="6005"/>
                    <a:pt x="3303" y="6038"/>
                    <a:pt x="3403" y="6038"/>
                  </a:cubicBezTo>
                  <a:lnTo>
                    <a:pt x="3637" y="7105"/>
                  </a:lnTo>
                  <a:cubicBezTo>
                    <a:pt x="3670" y="7306"/>
                    <a:pt x="3837" y="7439"/>
                    <a:pt x="4004" y="7439"/>
                  </a:cubicBezTo>
                  <a:lnTo>
                    <a:pt x="4104" y="7439"/>
                  </a:lnTo>
                  <a:cubicBezTo>
                    <a:pt x="4304" y="7372"/>
                    <a:pt x="4437" y="7172"/>
                    <a:pt x="4404" y="6972"/>
                  </a:cubicBezTo>
                  <a:lnTo>
                    <a:pt x="4204" y="6005"/>
                  </a:lnTo>
                  <a:lnTo>
                    <a:pt x="4571" y="5871"/>
                  </a:lnTo>
                  <a:cubicBezTo>
                    <a:pt x="4771" y="5838"/>
                    <a:pt x="4938" y="5771"/>
                    <a:pt x="5071" y="5671"/>
                  </a:cubicBezTo>
                  <a:lnTo>
                    <a:pt x="5305" y="5538"/>
                  </a:lnTo>
                  <a:lnTo>
                    <a:pt x="6072" y="6405"/>
                  </a:lnTo>
                  <a:cubicBezTo>
                    <a:pt x="6160" y="6493"/>
                    <a:pt x="6267" y="6535"/>
                    <a:pt x="6372" y="6535"/>
                  </a:cubicBezTo>
                  <a:cubicBezTo>
                    <a:pt x="6467" y="6535"/>
                    <a:pt x="6560" y="6501"/>
                    <a:pt x="6639" y="6438"/>
                  </a:cubicBezTo>
                  <a:cubicBezTo>
                    <a:pt x="6806" y="6305"/>
                    <a:pt x="6806" y="6038"/>
                    <a:pt x="6672" y="5871"/>
                  </a:cubicBezTo>
                  <a:lnTo>
                    <a:pt x="5905" y="5037"/>
                  </a:lnTo>
                  <a:cubicBezTo>
                    <a:pt x="6105" y="4804"/>
                    <a:pt x="6305" y="4570"/>
                    <a:pt x="6472" y="4303"/>
                  </a:cubicBezTo>
                  <a:cubicBezTo>
                    <a:pt x="6539" y="4203"/>
                    <a:pt x="6606" y="4103"/>
                    <a:pt x="6672" y="3970"/>
                  </a:cubicBezTo>
                  <a:lnTo>
                    <a:pt x="7740" y="4604"/>
                  </a:lnTo>
                  <a:cubicBezTo>
                    <a:pt x="7812" y="4640"/>
                    <a:pt x="7888" y="4658"/>
                    <a:pt x="7960" y="4658"/>
                  </a:cubicBezTo>
                  <a:cubicBezTo>
                    <a:pt x="8090" y="4658"/>
                    <a:pt x="8209" y="4599"/>
                    <a:pt x="8273" y="4470"/>
                  </a:cubicBezTo>
                  <a:cubicBezTo>
                    <a:pt x="8407" y="4303"/>
                    <a:pt x="8340" y="4037"/>
                    <a:pt x="8140" y="3936"/>
                  </a:cubicBezTo>
                  <a:lnTo>
                    <a:pt x="6972" y="3203"/>
                  </a:lnTo>
                  <a:cubicBezTo>
                    <a:pt x="7073" y="2936"/>
                    <a:pt x="7139" y="2636"/>
                    <a:pt x="7206" y="2335"/>
                  </a:cubicBezTo>
                  <a:cubicBezTo>
                    <a:pt x="7306" y="1902"/>
                    <a:pt x="7373" y="1435"/>
                    <a:pt x="7406" y="968"/>
                  </a:cubicBezTo>
                  <a:lnTo>
                    <a:pt x="7406" y="901"/>
                  </a:lnTo>
                  <a:cubicBezTo>
                    <a:pt x="7406" y="801"/>
                    <a:pt x="7406" y="701"/>
                    <a:pt x="7406" y="567"/>
                  </a:cubicBezTo>
                  <a:lnTo>
                    <a:pt x="7406" y="401"/>
                  </a:lnTo>
                  <a:cubicBezTo>
                    <a:pt x="7373" y="200"/>
                    <a:pt x="7239" y="34"/>
                    <a:pt x="7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7" name="Google Shape;2907;p63"/>
          <p:cNvGrpSpPr/>
          <p:nvPr/>
        </p:nvGrpSpPr>
        <p:grpSpPr>
          <a:xfrm>
            <a:off x="-556387" y="3862886"/>
            <a:ext cx="1693701" cy="857873"/>
            <a:chOff x="0" y="6078527"/>
            <a:chExt cx="2501774" cy="1267169"/>
          </a:xfrm>
        </p:grpSpPr>
        <p:sp>
          <p:nvSpPr>
            <p:cNvPr id="2908" name="Google Shape;2908;p63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63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63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63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63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63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4" name="Google Shape;2914;p63"/>
          <p:cNvGrpSpPr/>
          <p:nvPr/>
        </p:nvGrpSpPr>
        <p:grpSpPr>
          <a:xfrm rot="1030656">
            <a:off x="7981160" y="927996"/>
            <a:ext cx="1653964" cy="540005"/>
            <a:chOff x="2564525" y="5223525"/>
            <a:chExt cx="2556110" cy="834547"/>
          </a:xfrm>
        </p:grpSpPr>
        <p:sp>
          <p:nvSpPr>
            <p:cNvPr id="2915" name="Google Shape;2915;p63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63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3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3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3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3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3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3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3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63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p64"/>
          <p:cNvSpPr txBox="1">
            <a:spLocks noGrp="1"/>
          </p:cNvSpPr>
          <p:nvPr>
            <p:ph type="title"/>
          </p:nvPr>
        </p:nvSpPr>
        <p:spPr>
          <a:xfrm flipH="1">
            <a:off x="5706175" y="968750"/>
            <a:ext cx="2724600" cy="21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picture always reinforces the concept</a:t>
            </a:r>
            <a:endParaRPr/>
          </a:p>
        </p:txBody>
      </p:sp>
      <p:sp>
        <p:nvSpPr>
          <p:cNvPr id="2930" name="Google Shape;2930;p64"/>
          <p:cNvSpPr txBox="1">
            <a:spLocks noGrp="1"/>
          </p:cNvSpPr>
          <p:nvPr>
            <p:ph type="subTitle" idx="1"/>
          </p:nvPr>
        </p:nvSpPr>
        <p:spPr>
          <a:xfrm flipH="1">
            <a:off x="4790550" y="3235162"/>
            <a:ext cx="3640200" cy="9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Images reveal large amounts of data</a:t>
            </a:r>
            <a:r>
              <a:rPr lang="en"/>
              <a:t>, so remember: use an image instead of a long text. Your audience will appreciate it</a:t>
            </a:r>
            <a:endParaRPr/>
          </a:p>
        </p:txBody>
      </p:sp>
      <p:pic>
        <p:nvPicPr>
          <p:cNvPr id="2931" name="Google Shape;2931;p64"/>
          <p:cNvPicPr preferRelativeResize="0"/>
          <p:nvPr/>
        </p:nvPicPr>
        <p:blipFill rotWithShape="1">
          <a:blip r:embed="rId3">
            <a:alphaModFix/>
          </a:blip>
          <a:srcRect t="4396" b="4396"/>
          <a:stretch/>
        </p:blipFill>
        <p:spPr>
          <a:xfrm flipH="1">
            <a:off x="-1" y="0"/>
            <a:ext cx="3758722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2" name="Google Shape;2932;p64"/>
          <p:cNvGrpSpPr/>
          <p:nvPr/>
        </p:nvGrpSpPr>
        <p:grpSpPr>
          <a:xfrm rot="-445069">
            <a:off x="4141489" y="932419"/>
            <a:ext cx="1659523" cy="1745433"/>
            <a:chOff x="776963" y="2512225"/>
            <a:chExt cx="1659575" cy="1745488"/>
          </a:xfrm>
        </p:grpSpPr>
        <p:sp>
          <p:nvSpPr>
            <p:cNvPr id="2933" name="Google Shape;2933;p64"/>
            <p:cNvSpPr/>
            <p:nvPr/>
          </p:nvSpPr>
          <p:spPr>
            <a:xfrm>
              <a:off x="790413" y="2601988"/>
              <a:ext cx="1646125" cy="1655725"/>
            </a:xfrm>
            <a:custGeom>
              <a:avLst/>
              <a:gdLst/>
              <a:ahLst/>
              <a:cxnLst/>
              <a:rect l="l" t="t" r="r" b="b"/>
              <a:pathLst>
                <a:path w="65845" h="66229" extrusionOk="0">
                  <a:moveTo>
                    <a:pt x="2974" y="1"/>
                  </a:moveTo>
                  <a:cubicBezTo>
                    <a:pt x="1308" y="1"/>
                    <a:pt x="1" y="1385"/>
                    <a:pt x="52" y="3051"/>
                  </a:cubicBezTo>
                  <a:lnTo>
                    <a:pt x="1359" y="63179"/>
                  </a:lnTo>
                  <a:cubicBezTo>
                    <a:pt x="1385" y="64845"/>
                    <a:pt x="2718" y="66203"/>
                    <a:pt x="4409" y="66229"/>
                  </a:cubicBezTo>
                  <a:lnTo>
                    <a:pt x="62846" y="66229"/>
                  </a:lnTo>
                  <a:cubicBezTo>
                    <a:pt x="64512" y="66229"/>
                    <a:pt x="65845" y="64819"/>
                    <a:pt x="65768" y="63179"/>
                  </a:cubicBezTo>
                  <a:lnTo>
                    <a:pt x="64460" y="3051"/>
                  </a:lnTo>
                  <a:cubicBezTo>
                    <a:pt x="64435" y="1385"/>
                    <a:pt x="63102" y="26"/>
                    <a:pt x="6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4"/>
            <p:cNvSpPr/>
            <p:nvPr/>
          </p:nvSpPr>
          <p:spPr>
            <a:xfrm>
              <a:off x="776963" y="2778838"/>
              <a:ext cx="1610225" cy="1430175"/>
            </a:xfrm>
            <a:custGeom>
              <a:avLst/>
              <a:gdLst/>
              <a:ahLst/>
              <a:cxnLst/>
              <a:rect l="l" t="t" r="r" b="b"/>
              <a:pathLst>
                <a:path w="64409" h="57207" extrusionOk="0">
                  <a:moveTo>
                    <a:pt x="3691" y="0"/>
                  </a:moveTo>
                  <a:cubicBezTo>
                    <a:pt x="2384" y="0"/>
                    <a:pt x="2410" y="1564"/>
                    <a:pt x="1103" y="1564"/>
                  </a:cubicBezTo>
                  <a:cubicBezTo>
                    <a:pt x="667" y="1564"/>
                    <a:pt x="257" y="1359"/>
                    <a:pt x="1" y="1026"/>
                  </a:cubicBezTo>
                  <a:lnTo>
                    <a:pt x="1" y="54208"/>
                  </a:lnTo>
                  <a:cubicBezTo>
                    <a:pt x="1" y="55874"/>
                    <a:pt x="1359" y="57207"/>
                    <a:pt x="2999" y="57207"/>
                  </a:cubicBezTo>
                  <a:lnTo>
                    <a:pt x="61436" y="57207"/>
                  </a:lnTo>
                  <a:cubicBezTo>
                    <a:pt x="63076" y="57207"/>
                    <a:pt x="64409" y="55848"/>
                    <a:pt x="64409" y="54208"/>
                  </a:cubicBezTo>
                  <a:lnTo>
                    <a:pt x="64409" y="1026"/>
                  </a:lnTo>
                  <a:cubicBezTo>
                    <a:pt x="64153" y="1359"/>
                    <a:pt x="63743" y="1564"/>
                    <a:pt x="63307" y="1564"/>
                  </a:cubicBezTo>
                  <a:cubicBezTo>
                    <a:pt x="62025" y="1564"/>
                    <a:pt x="62025" y="0"/>
                    <a:pt x="60718" y="0"/>
                  </a:cubicBezTo>
                  <a:cubicBezTo>
                    <a:pt x="59411" y="0"/>
                    <a:pt x="59437" y="1564"/>
                    <a:pt x="58130" y="1564"/>
                  </a:cubicBezTo>
                  <a:cubicBezTo>
                    <a:pt x="56822" y="1564"/>
                    <a:pt x="56848" y="0"/>
                    <a:pt x="55541" y="0"/>
                  </a:cubicBezTo>
                  <a:cubicBezTo>
                    <a:pt x="54234" y="0"/>
                    <a:pt x="54234" y="1564"/>
                    <a:pt x="52927" y="1564"/>
                  </a:cubicBezTo>
                  <a:cubicBezTo>
                    <a:pt x="51645" y="1564"/>
                    <a:pt x="51645" y="0"/>
                    <a:pt x="50338" y="0"/>
                  </a:cubicBezTo>
                  <a:cubicBezTo>
                    <a:pt x="49031" y="0"/>
                    <a:pt x="49057" y="1564"/>
                    <a:pt x="47749" y="1564"/>
                  </a:cubicBezTo>
                  <a:cubicBezTo>
                    <a:pt x="46442" y="1564"/>
                    <a:pt x="46468" y="0"/>
                    <a:pt x="45161" y="0"/>
                  </a:cubicBezTo>
                  <a:cubicBezTo>
                    <a:pt x="43854" y="0"/>
                    <a:pt x="43854" y="1564"/>
                    <a:pt x="42572" y="1564"/>
                  </a:cubicBezTo>
                  <a:cubicBezTo>
                    <a:pt x="41265" y="1564"/>
                    <a:pt x="41291" y="0"/>
                    <a:pt x="39984" y="0"/>
                  </a:cubicBezTo>
                  <a:cubicBezTo>
                    <a:pt x="38676" y="0"/>
                    <a:pt x="38702" y="1564"/>
                    <a:pt x="37395" y="1564"/>
                  </a:cubicBezTo>
                  <a:cubicBezTo>
                    <a:pt x="36062" y="1564"/>
                    <a:pt x="36088" y="0"/>
                    <a:pt x="34781" y="0"/>
                  </a:cubicBezTo>
                  <a:cubicBezTo>
                    <a:pt x="33499" y="0"/>
                    <a:pt x="33499" y="1564"/>
                    <a:pt x="32192" y="1564"/>
                  </a:cubicBezTo>
                  <a:cubicBezTo>
                    <a:pt x="30910" y="1564"/>
                    <a:pt x="30910" y="0"/>
                    <a:pt x="29603" y="0"/>
                  </a:cubicBezTo>
                  <a:cubicBezTo>
                    <a:pt x="28296" y="0"/>
                    <a:pt x="28322" y="1564"/>
                    <a:pt x="27015" y="1564"/>
                  </a:cubicBezTo>
                  <a:cubicBezTo>
                    <a:pt x="25708" y="1564"/>
                    <a:pt x="25733" y="0"/>
                    <a:pt x="24426" y="0"/>
                  </a:cubicBezTo>
                  <a:cubicBezTo>
                    <a:pt x="23119" y="0"/>
                    <a:pt x="23145" y="1564"/>
                    <a:pt x="21837" y="1564"/>
                  </a:cubicBezTo>
                  <a:cubicBezTo>
                    <a:pt x="20505" y="1564"/>
                    <a:pt x="20556" y="0"/>
                    <a:pt x="19223" y="0"/>
                  </a:cubicBezTo>
                  <a:cubicBezTo>
                    <a:pt x="17916" y="0"/>
                    <a:pt x="17942" y="1564"/>
                    <a:pt x="16634" y="1564"/>
                  </a:cubicBezTo>
                  <a:cubicBezTo>
                    <a:pt x="15327" y="1564"/>
                    <a:pt x="15353" y="0"/>
                    <a:pt x="14046" y="0"/>
                  </a:cubicBezTo>
                  <a:cubicBezTo>
                    <a:pt x="12739" y="0"/>
                    <a:pt x="12764" y="1564"/>
                    <a:pt x="11457" y="1564"/>
                  </a:cubicBezTo>
                  <a:cubicBezTo>
                    <a:pt x="10150" y="1564"/>
                    <a:pt x="10176" y="0"/>
                    <a:pt x="8869" y="0"/>
                  </a:cubicBezTo>
                  <a:cubicBezTo>
                    <a:pt x="7561" y="0"/>
                    <a:pt x="7587" y="1564"/>
                    <a:pt x="6280" y="1564"/>
                  </a:cubicBezTo>
                  <a:cubicBezTo>
                    <a:pt x="4973" y="1564"/>
                    <a:pt x="4973" y="0"/>
                    <a:pt x="36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5" name="Google Shape;2935;p64"/>
            <p:cNvGrpSpPr/>
            <p:nvPr/>
          </p:nvGrpSpPr>
          <p:grpSpPr>
            <a:xfrm>
              <a:off x="777214" y="2512225"/>
              <a:ext cx="1609575" cy="433175"/>
              <a:chOff x="777214" y="2512225"/>
              <a:chExt cx="1609575" cy="433175"/>
            </a:xfrm>
          </p:grpSpPr>
          <p:sp>
            <p:nvSpPr>
              <p:cNvPr id="2936" name="Google Shape;2936;p64"/>
              <p:cNvSpPr/>
              <p:nvPr/>
            </p:nvSpPr>
            <p:spPr>
              <a:xfrm>
                <a:off x="777214" y="2596800"/>
                <a:ext cx="1609575" cy="302475"/>
              </a:xfrm>
              <a:custGeom>
                <a:avLst/>
                <a:gdLst/>
                <a:ahLst/>
                <a:cxnLst/>
                <a:rect l="l" t="t" r="r" b="b"/>
                <a:pathLst>
                  <a:path w="64383" h="12099" extrusionOk="0">
                    <a:moveTo>
                      <a:pt x="2973" y="1"/>
                    </a:moveTo>
                    <a:cubicBezTo>
                      <a:pt x="1333" y="1"/>
                      <a:pt x="0" y="1333"/>
                      <a:pt x="0" y="2999"/>
                    </a:cubicBezTo>
                    <a:lnTo>
                      <a:pt x="0" y="12098"/>
                    </a:lnTo>
                    <a:lnTo>
                      <a:pt x="64383" y="12098"/>
                    </a:lnTo>
                    <a:lnTo>
                      <a:pt x="64383" y="2999"/>
                    </a:lnTo>
                    <a:cubicBezTo>
                      <a:pt x="64383" y="1333"/>
                      <a:pt x="63050" y="1"/>
                      <a:pt x="614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64"/>
              <p:cNvSpPr/>
              <p:nvPr/>
            </p:nvSpPr>
            <p:spPr>
              <a:xfrm>
                <a:off x="858950" y="2701875"/>
                <a:ext cx="1435950" cy="92325"/>
              </a:xfrm>
              <a:custGeom>
                <a:avLst/>
                <a:gdLst/>
                <a:ahLst/>
                <a:cxnLst/>
                <a:rect l="l" t="t" r="r" b="b"/>
                <a:pathLst>
                  <a:path w="57438" h="3693" extrusionOk="0">
                    <a:moveTo>
                      <a:pt x="2461" y="1"/>
                    </a:moveTo>
                    <a:cubicBezTo>
                      <a:pt x="821" y="1"/>
                      <a:pt x="1" y="2000"/>
                      <a:pt x="1154" y="3153"/>
                    </a:cubicBezTo>
                    <a:cubicBezTo>
                      <a:pt x="1534" y="3526"/>
                      <a:pt x="1997" y="3692"/>
                      <a:pt x="2450" y="3692"/>
                    </a:cubicBezTo>
                    <a:cubicBezTo>
                      <a:pt x="3401" y="3692"/>
                      <a:pt x="4307" y="2957"/>
                      <a:pt x="4307" y="1846"/>
                    </a:cubicBezTo>
                    <a:cubicBezTo>
                      <a:pt x="4307" y="821"/>
                      <a:pt x="3486" y="1"/>
                      <a:pt x="2461" y="1"/>
                    </a:cubicBezTo>
                    <a:close/>
                    <a:moveTo>
                      <a:pt x="9125" y="1"/>
                    </a:moveTo>
                    <a:cubicBezTo>
                      <a:pt x="7459" y="1"/>
                      <a:pt x="6639" y="2000"/>
                      <a:pt x="7792" y="3153"/>
                    </a:cubicBezTo>
                    <a:cubicBezTo>
                      <a:pt x="8173" y="3526"/>
                      <a:pt x="8636" y="3692"/>
                      <a:pt x="9088" y="3692"/>
                    </a:cubicBezTo>
                    <a:cubicBezTo>
                      <a:pt x="10039" y="3692"/>
                      <a:pt x="10945" y="2957"/>
                      <a:pt x="10945" y="1846"/>
                    </a:cubicBezTo>
                    <a:cubicBezTo>
                      <a:pt x="10945" y="821"/>
                      <a:pt x="10125" y="1"/>
                      <a:pt x="9125" y="1"/>
                    </a:cubicBezTo>
                    <a:close/>
                    <a:moveTo>
                      <a:pt x="15763" y="1"/>
                    </a:moveTo>
                    <a:cubicBezTo>
                      <a:pt x="14097" y="1"/>
                      <a:pt x="13277" y="2000"/>
                      <a:pt x="14456" y="3153"/>
                    </a:cubicBezTo>
                    <a:cubicBezTo>
                      <a:pt x="14828" y="3526"/>
                      <a:pt x="15288" y="3692"/>
                      <a:pt x="15741" y="3692"/>
                    </a:cubicBezTo>
                    <a:cubicBezTo>
                      <a:pt x="16691" y="3692"/>
                      <a:pt x="17609" y="2957"/>
                      <a:pt x="17609" y="1846"/>
                    </a:cubicBezTo>
                    <a:cubicBezTo>
                      <a:pt x="17609" y="821"/>
                      <a:pt x="16788" y="1"/>
                      <a:pt x="15763" y="1"/>
                    </a:cubicBezTo>
                    <a:close/>
                    <a:moveTo>
                      <a:pt x="22401" y="1"/>
                    </a:moveTo>
                    <a:cubicBezTo>
                      <a:pt x="20735" y="1"/>
                      <a:pt x="19915" y="2000"/>
                      <a:pt x="21094" y="3153"/>
                    </a:cubicBezTo>
                    <a:cubicBezTo>
                      <a:pt x="21466" y="3526"/>
                      <a:pt x="21926" y="3692"/>
                      <a:pt x="22379" y="3692"/>
                    </a:cubicBezTo>
                    <a:cubicBezTo>
                      <a:pt x="23329" y="3692"/>
                      <a:pt x="24247" y="2957"/>
                      <a:pt x="24247" y="1846"/>
                    </a:cubicBezTo>
                    <a:cubicBezTo>
                      <a:pt x="24247" y="821"/>
                      <a:pt x="23401" y="1"/>
                      <a:pt x="22401" y="1"/>
                    </a:cubicBezTo>
                    <a:close/>
                    <a:moveTo>
                      <a:pt x="29040" y="1"/>
                    </a:moveTo>
                    <a:cubicBezTo>
                      <a:pt x="27399" y="1"/>
                      <a:pt x="26553" y="2000"/>
                      <a:pt x="27732" y="3153"/>
                    </a:cubicBezTo>
                    <a:cubicBezTo>
                      <a:pt x="28105" y="3526"/>
                      <a:pt x="28565" y="3692"/>
                      <a:pt x="29017" y="3692"/>
                    </a:cubicBezTo>
                    <a:cubicBezTo>
                      <a:pt x="29968" y="3692"/>
                      <a:pt x="30885" y="2957"/>
                      <a:pt x="30885" y="1846"/>
                    </a:cubicBezTo>
                    <a:cubicBezTo>
                      <a:pt x="30885" y="821"/>
                      <a:pt x="30039" y="1"/>
                      <a:pt x="29040" y="1"/>
                    </a:cubicBezTo>
                    <a:close/>
                    <a:moveTo>
                      <a:pt x="35678" y="1"/>
                    </a:moveTo>
                    <a:cubicBezTo>
                      <a:pt x="34037" y="1"/>
                      <a:pt x="33217" y="2000"/>
                      <a:pt x="34371" y="3153"/>
                    </a:cubicBezTo>
                    <a:cubicBezTo>
                      <a:pt x="34743" y="3526"/>
                      <a:pt x="35203" y="3692"/>
                      <a:pt x="35656" y="3692"/>
                    </a:cubicBezTo>
                    <a:cubicBezTo>
                      <a:pt x="36606" y="3692"/>
                      <a:pt x="37523" y="2957"/>
                      <a:pt x="37523" y="1846"/>
                    </a:cubicBezTo>
                    <a:cubicBezTo>
                      <a:pt x="37523" y="821"/>
                      <a:pt x="36703" y="1"/>
                      <a:pt x="35678" y="1"/>
                    </a:cubicBezTo>
                    <a:close/>
                    <a:moveTo>
                      <a:pt x="42316" y="1"/>
                    </a:moveTo>
                    <a:cubicBezTo>
                      <a:pt x="40676" y="1"/>
                      <a:pt x="39856" y="2000"/>
                      <a:pt x="41009" y="3153"/>
                    </a:cubicBezTo>
                    <a:cubicBezTo>
                      <a:pt x="41381" y="3526"/>
                      <a:pt x="41841" y="3692"/>
                      <a:pt x="42294" y="3692"/>
                    </a:cubicBezTo>
                    <a:cubicBezTo>
                      <a:pt x="43244" y="3692"/>
                      <a:pt x="44161" y="2957"/>
                      <a:pt x="44161" y="1846"/>
                    </a:cubicBezTo>
                    <a:cubicBezTo>
                      <a:pt x="44161" y="821"/>
                      <a:pt x="43341" y="1"/>
                      <a:pt x="42316" y="1"/>
                    </a:cubicBezTo>
                    <a:close/>
                    <a:moveTo>
                      <a:pt x="48954" y="1"/>
                    </a:moveTo>
                    <a:cubicBezTo>
                      <a:pt x="47314" y="1"/>
                      <a:pt x="46494" y="2000"/>
                      <a:pt x="47647" y="3153"/>
                    </a:cubicBezTo>
                    <a:cubicBezTo>
                      <a:pt x="48019" y="3526"/>
                      <a:pt x="48479" y="3692"/>
                      <a:pt x="48932" y="3692"/>
                    </a:cubicBezTo>
                    <a:cubicBezTo>
                      <a:pt x="49882" y="3692"/>
                      <a:pt x="50800" y="2957"/>
                      <a:pt x="50800" y="1846"/>
                    </a:cubicBezTo>
                    <a:cubicBezTo>
                      <a:pt x="50800" y="821"/>
                      <a:pt x="49979" y="1"/>
                      <a:pt x="48954" y="1"/>
                    </a:cubicBezTo>
                    <a:close/>
                    <a:moveTo>
                      <a:pt x="55592" y="1"/>
                    </a:moveTo>
                    <a:cubicBezTo>
                      <a:pt x="53952" y="1"/>
                      <a:pt x="53132" y="2000"/>
                      <a:pt x="54285" y="3153"/>
                    </a:cubicBezTo>
                    <a:cubicBezTo>
                      <a:pt x="54666" y="3526"/>
                      <a:pt x="55129" y="3692"/>
                      <a:pt x="55581" y="3692"/>
                    </a:cubicBezTo>
                    <a:cubicBezTo>
                      <a:pt x="56532" y="3692"/>
                      <a:pt x="57438" y="2957"/>
                      <a:pt x="57438" y="1846"/>
                    </a:cubicBezTo>
                    <a:cubicBezTo>
                      <a:pt x="57438" y="821"/>
                      <a:pt x="56618" y="1"/>
                      <a:pt x="555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64"/>
              <p:cNvSpPr/>
              <p:nvPr/>
            </p:nvSpPr>
            <p:spPr>
              <a:xfrm>
                <a:off x="1031132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77" y="1"/>
                    </a:moveTo>
                    <a:cubicBezTo>
                      <a:pt x="1905" y="1"/>
                      <a:pt x="1626" y="62"/>
                      <a:pt x="1359" y="192"/>
                    </a:cubicBezTo>
                    <a:cubicBezTo>
                      <a:pt x="334" y="679"/>
                      <a:pt x="0" y="2012"/>
                      <a:pt x="692" y="2934"/>
                    </a:cubicBezTo>
                    <a:cubicBezTo>
                      <a:pt x="641" y="2781"/>
                      <a:pt x="616" y="2601"/>
                      <a:pt x="616" y="2447"/>
                    </a:cubicBezTo>
                    <a:cubicBezTo>
                      <a:pt x="616" y="1306"/>
                      <a:pt x="1539" y="590"/>
                      <a:pt x="2482" y="590"/>
                    </a:cubicBezTo>
                    <a:cubicBezTo>
                      <a:pt x="3021" y="590"/>
                      <a:pt x="3565" y="823"/>
                      <a:pt x="3947" y="1345"/>
                    </a:cubicBezTo>
                    <a:cubicBezTo>
                      <a:pt x="3718" y="523"/>
                      <a:pt x="2976" y="1"/>
                      <a:pt x="2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64"/>
              <p:cNvSpPr/>
              <p:nvPr/>
            </p:nvSpPr>
            <p:spPr>
              <a:xfrm>
                <a:off x="1363032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77" y="1"/>
                    </a:moveTo>
                    <a:cubicBezTo>
                      <a:pt x="1905" y="1"/>
                      <a:pt x="1626" y="62"/>
                      <a:pt x="1359" y="192"/>
                    </a:cubicBezTo>
                    <a:cubicBezTo>
                      <a:pt x="334" y="679"/>
                      <a:pt x="1" y="2012"/>
                      <a:pt x="693" y="2934"/>
                    </a:cubicBezTo>
                    <a:cubicBezTo>
                      <a:pt x="642" y="2781"/>
                      <a:pt x="616" y="2601"/>
                      <a:pt x="616" y="2447"/>
                    </a:cubicBezTo>
                    <a:cubicBezTo>
                      <a:pt x="616" y="1306"/>
                      <a:pt x="1540" y="590"/>
                      <a:pt x="2482" y="590"/>
                    </a:cubicBezTo>
                    <a:cubicBezTo>
                      <a:pt x="3021" y="590"/>
                      <a:pt x="3566" y="823"/>
                      <a:pt x="3948" y="1345"/>
                    </a:cubicBezTo>
                    <a:cubicBezTo>
                      <a:pt x="3719" y="523"/>
                      <a:pt x="2976" y="1"/>
                      <a:pt x="2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64"/>
              <p:cNvSpPr/>
              <p:nvPr/>
            </p:nvSpPr>
            <p:spPr>
              <a:xfrm>
                <a:off x="1197082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77" y="1"/>
                    </a:moveTo>
                    <a:cubicBezTo>
                      <a:pt x="1905" y="1"/>
                      <a:pt x="1626" y="62"/>
                      <a:pt x="1359" y="192"/>
                    </a:cubicBezTo>
                    <a:cubicBezTo>
                      <a:pt x="334" y="679"/>
                      <a:pt x="1" y="2012"/>
                      <a:pt x="693" y="2934"/>
                    </a:cubicBezTo>
                    <a:cubicBezTo>
                      <a:pt x="641" y="2781"/>
                      <a:pt x="616" y="2601"/>
                      <a:pt x="616" y="2447"/>
                    </a:cubicBezTo>
                    <a:cubicBezTo>
                      <a:pt x="616" y="1306"/>
                      <a:pt x="1540" y="590"/>
                      <a:pt x="2482" y="590"/>
                    </a:cubicBezTo>
                    <a:cubicBezTo>
                      <a:pt x="3021" y="590"/>
                      <a:pt x="3566" y="823"/>
                      <a:pt x="3948" y="1345"/>
                    </a:cubicBezTo>
                    <a:cubicBezTo>
                      <a:pt x="3718" y="523"/>
                      <a:pt x="2976" y="1"/>
                      <a:pt x="2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64"/>
              <p:cNvSpPr/>
              <p:nvPr/>
            </p:nvSpPr>
            <p:spPr>
              <a:xfrm>
                <a:off x="2193457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66" y="1"/>
                    </a:moveTo>
                    <a:cubicBezTo>
                      <a:pt x="1895" y="1"/>
                      <a:pt x="1620" y="62"/>
                      <a:pt x="1359" y="192"/>
                    </a:cubicBezTo>
                    <a:cubicBezTo>
                      <a:pt x="334" y="679"/>
                      <a:pt x="0" y="2012"/>
                      <a:pt x="667" y="2934"/>
                    </a:cubicBezTo>
                    <a:cubicBezTo>
                      <a:pt x="641" y="2781"/>
                      <a:pt x="616" y="2601"/>
                      <a:pt x="616" y="2447"/>
                    </a:cubicBezTo>
                    <a:cubicBezTo>
                      <a:pt x="616" y="1306"/>
                      <a:pt x="1529" y="590"/>
                      <a:pt x="2471" y="590"/>
                    </a:cubicBezTo>
                    <a:cubicBezTo>
                      <a:pt x="3009" y="590"/>
                      <a:pt x="3556" y="823"/>
                      <a:pt x="3947" y="1345"/>
                    </a:cubicBezTo>
                    <a:cubicBezTo>
                      <a:pt x="3718" y="523"/>
                      <a:pt x="2961" y="1"/>
                      <a:pt x="21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64"/>
              <p:cNvSpPr/>
              <p:nvPr/>
            </p:nvSpPr>
            <p:spPr>
              <a:xfrm>
                <a:off x="865182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77" y="1"/>
                    </a:moveTo>
                    <a:cubicBezTo>
                      <a:pt x="1905" y="1"/>
                      <a:pt x="1626" y="62"/>
                      <a:pt x="1359" y="192"/>
                    </a:cubicBezTo>
                    <a:cubicBezTo>
                      <a:pt x="333" y="679"/>
                      <a:pt x="0" y="2012"/>
                      <a:pt x="692" y="2934"/>
                    </a:cubicBezTo>
                    <a:cubicBezTo>
                      <a:pt x="641" y="2781"/>
                      <a:pt x="615" y="2601"/>
                      <a:pt x="615" y="2447"/>
                    </a:cubicBezTo>
                    <a:cubicBezTo>
                      <a:pt x="615" y="1306"/>
                      <a:pt x="1539" y="590"/>
                      <a:pt x="2482" y="590"/>
                    </a:cubicBezTo>
                    <a:cubicBezTo>
                      <a:pt x="3020" y="590"/>
                      <a:pt x="3565" y="823"/>
                      <a:pt x="3947" y="1345"/>
                    </a:cubicBezTo>
                    <a:cubicBezTo>
                      <a:pt x="3718" y="523"/>
                      <a:pt x="2975" y="1"/>
                      <a:pt x="2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64"/>
              <p:cNvSpPr/>
              <p:nvPr/>
            </p:nvSpPr>
            <p:spPr>
              <a:xfrm>
                <a:off x="2027507" y="2700507"/>
                <a:ext cx="98050" cy="73625"/>
              </a:xfrm>
              <a:custGeom>
                <a:avLst/>
                <a:gdLst/>
                <a:ahLst/>
                <a:cxnLst/>
                <a:rect l="l" t="t" r="r" b="b"/>
                <a:pathLst>
                  <a:path w="3922" h="2945" extrusionOk="0">
                    <a:moveTo>
                      <a:pt x="2141" y="0"/>
                    </a:moveTo>
                    <a:cubicBezTo>
                      <a:pt x="1878" y="0"/>
                      <a:pt x="1611" y="56"/>
                      <a:pt x="1359" y="176"/>
                    </a:cubicBezTo>
                    <a:cubicBezTo>
                      <a:pt x="308" y="689"/>
                      <a:pt x="0" y="2022"/>
                      <a:pt x="692" y="2944"/>
                    </a:cubicBezTo>
                    <a:cubicBezTo>
                      <a:pt x="641" y="2791"/>
                      <a:pt x="615" y="2611"/>
                      <a:pt x="615" y="2457"/>
                    </a:cubicBezTo>
                    <a:cubicBezTo>
                      <a:pt x="599" y="1316"/>
                      <a:pt x="1517" y="600"/>
                      <a:pt x="2457" y="600"/>
                    </a:cubicBezTo>
                    <a:cubicBezTo>
                      <a:pt x="2995" y="600"/>
                      <a:pt x="3540" y="833"/>
                      <a:pt x="3922" y="1355"/>
                    </a:cubicBezTo>
                    <a:cubicBezTo>
                      <a:pt x="3709" y="525"/>
                      <a:pt x="2944" y="0"/>
                      <a:pt x="21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64"/>
              <p:cNvSpPr/>
              <p:nvPr/>
            </p:nvSpPr>
            <p:spPr>
              <a:xfrm>
                <a:off x="1860907" y="2700232"/>
                <a:ext cx="98700" cy="73900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56" extrusionOk="0">
                    <a:moveTo>
                      <a:pt x="2161" y="0"/>
                    </a:moveTo>
                    <a:cubicBezTo>
                      <a:pt x="1894" y="0"/>
                      <a:pt x="1621" y="60"/>
                      <a:pt x="1359" y="187"/>
                    </a:cubicBezTo>
                    <a:cubicBezTo>
                      <a:pt x="308" y="700"/>
                      <a:pt x="0" y="2033"/>
                      <a:pt x="692" y="2955"/>
                    </a:cubicBezTo>
                    <a:cubicBezTo>
                      <a:pt x="641" y="2802"/>
                      <a:pt x="616" y="2622"/>
                      <a:pt x="616" y="2468"/>
                    </a:cubicBezTo>
                    <a:cubicBezTo>
                      <a:pt x="616" y="1327"/>
                      <a:pt x="1539" y="611"/>
                      <a:pt x="2482" y="611"/>
                    </a:cubicBezTo>
                    <a:cubicBezTo>
                      <a:pt x="3021" y="611"/>
                      <a:pt x="3565" y="844"/>
                      <a:pt x="3947" y="1366"/>
                    </a:cubicBezTo>
                    <a:cubicBezTo>
                      <a:pt x="3717" y="539"/>
                      <a:pt x="2965" y="0"/>
                      <a:pt x="21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64"/>
              <p:cNvSpPr/>
              <p:nvPr/>
            </p:nvSpPr>
            <p:spPr>
              <a:xfrm>
                <a:off x="1695582" y="2700757"/>
                <a:ext cx="98075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23" h="2935" extrusionOk="0">
                    <a:moveTo>
                      <a:pt x="2162" y="1"/>
                    </a:moveTo>
                    <a:cubicBezTo>
                      <a:pt x="1894" y="1"/>
                      <a:pt x="1620" y="62"/>
                      <a:pt x="1359" y="192"/>
                    </a:cubicBezTo>
                    <a:cubicBezTo>
                      <a:pt x="308" y="679"/>
                      <a:pt x="1" y="2012"/>
                      <a:pt x="667" y="2934"/>
                    </a:cubicBezTo>
                    <a:cubicBezTo>
                      <a:pt x="616" y="2781"/>
                      <a:pt x="590" y="2601"/>
                      <a:pt x="590" y="2447"/>
                    </a:cubicBezTo>
                    <a:cubicBezTo>
                      <a:pt x="590" y="1306"/>
                      <a:pt x="1514" y="590"/>
                      <a:pt x="2457" y="590"/>
                    </a:cubicBezTo>
                    <a:cubicBezTo>
                      <a:pt x="2995" y="590"/>
                      <a:pt x="3540" y="823"/>
                      <a:pt x="3922" y="1345"/>
                    </a:cubicBezTo>
                    <a:cubicBezTo>
                      <a:pt x="3693" y="523"/>
                      <a:pt x="2950" y="1"/>
                      <a:pt x="21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64"/>
              <p:cNvSpPr/>
              <p:nvPr/>
            </p:nvSpPr>
            <p:spPr>
              <a:xfrm>
                <a:off x="1537332" y="2700632"/>
                <a:ext cx="90375" cy="72850"/>
              </a:xfrm>
              <a:custGeom>
                <a:avLst/>
                <a:gdLst/>
                <a:ahLst/>
                <a:cxnLst/>
                <a:rect l="l" t="t" r="r" b="b"/>
                <a:pathLst>
                  <a:path w="3615" h="2914" extrusionOk="0">
                    <a:moveTo>
                      <a:pt x="1854" y="1"/>
                    </a:moveTo>
                    <a:cubicBezTo>
                      <a:pt x="928" y="1"/>
                      <a:pt x="0" y="650"/>
                      <a:pt x="0" y="1837"/>
                    </a:cubicBezTo>
                    <a:cubicBezTo>
                      <a:pt x="0" y="2222"/>
                      <a:pt x="128" y="2606"/>
                      <a:pt x="359" y="2914"/>
                    </a:cubicBezTo>
                    <a:cubicBezTo>
                      <a:pt x="308" y="2760"/>
                      <a:pt x="282" y="2606"/>
                      <a:pt x="282" y="2452"/>
                    </a:cubicBezTo>
                    <a:cubicBezTo>
                      <a:pt x="282" y="1311"/>
                      <a:pt x="1206" y="595"/>
                      <a:pt x="2149" y="595"/>
                    </a:cubicBezTo>
                    <a:cubicBezTo>
                      <a:pt x="2687" y="595"/>
                      <a:pt x="3232" y="828"/>
                      <a:pt x="3614" y="1350"/>
                    </a:cubicBezTo>
                    <a:cubicBezTo>
                      <a:pt x="3361" y="431"/>
                      <a:pt x="2608" y="1"/>
                      <a:pt x="18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64"/>
              <p:cNvSpPr/>
              <p:nvPr/>
            </p:nvSpPr>
            <p:spPr>
              <a:xfrm>
                <a:off x="1579800" y="2512225"/>
                <a:ext cx="353075" cy="433175"/>
              </a:xfrm>
              <a:custGeom>
                <a:avLst/>
                <a:gdLst/>
                <a:ahLst/>
                <a:cxnLst/>
                <a:rect l="l" t="t" r="r" b="b"/>
                <a:pathLst>
                  <a:path w="14123" h="17327" extrusionOk="0">
                    <a:moveTo>
                      <a:pt x="9848" y="0"/>
                    </a:moveTo>
                    <a:cubicBezTo>
                      <a:pt x="8500" y="0"/>
                      <a:pt x="7188" y="733"/>
                      <a:pt x="6511" y="2000"/>
                    </a:cubicBezTo>
                    <a:lnTo>
                      <a:pt x="5793" y="3384"/>
                    </a:lnTo>
                    <a:lnTo>
                      <a:pt x="7023" y="3384"/>
                    </a:lnTo>
                    <a:lnTo>
                      <a:pt x="7485" y="2512"/>
                    </a:lnTo>
                    <a:cubicBezTo>
                      <a:pt x="7952" y="1594"/>
                      <a:pt x="8900" y="1056"/>
                      <a:pt x="9876" y="1056"/>
                    </a:cubicBezTo>
                    <a:cubicBezTo>
                      <a:pt x="10290" y="1056"/>
                      <a:pt x="10709" y="1153"/>
                      <a:pt x="11098" y="1359"/>
                    </a:cubicBezTo>
                    <a:cubicBezTo>
                      <a:pt x="12406" y="2051"/>
                      <a:pt x="12892" y="3691"/>
                      <a:pt x="12175" y="4998"/>
                    </a:cubicBezTo>
                    <a:lnTo>
                      <a:pt x="6998" y="14815"/>
                    </a:lnTo>
                    <a:cubicBezTo>
                      <a:pt x="6519" y="15700"/>
                      <a:pt x="5601" y="16206"/>
                      <a:pt x="4656" y="16206"/>
                    </a:cubicBezTo>
                    <a:cubicBezTo>
                      <a:pt x="4233" y="16206"/>
                      <a:pt x="3805" y="16105"/>
                      <a:pt x="3409" y="15891"/>
                    </a:cubicBezTo>
                    <a:cubicBezTo>
                      <a:pt x="2128" y="15225"/>
                      <a:pt x="1615" y="13610"/>
                      <a:pt x="2307" y="12329"/>
                    </a:cubicBezTo>
                    <a:lnTo>
                      <a:pt x="5972" y="5357"/>
                    </a:lnTo>
                    <a:lnTo>
                      <a:pt x="5024" y="4845"/>
                    </a:lnTo>
                    <a:lnTo>
                      <a:pt x="1333" y="11816"/>
                    </a:lnTo>
                    <a:cubicBezTo>
                      <a:pt x="1" y="14302"/>
                      <a:pt x="1820" y="17301"/>
                      <a:pt x="4640" y="17326"/>
                    </a:cubicBezTo>
                    <a:cubicBezTo>
                      <a:pt x="6024" y="17326"/>
                      <a:pt x="7305" y="16557"/>
                      <a:pt x="7972" y="15327"/>
                    </a:cubicBezTo>
                    <a:lnTo>
                      <a:pt x="13149" y="5537"/>
                    </a:lnTo>
                    <a:cubicBezTo>
                      <a:pt x="14123" y="3691"/>
                      <a:pt x="13431" y="1410"/>
                      <a:pt x="11585" y="436"/>
                    </a:cubicBezTo>
                    <a:cubicBezTo>
                      <a:pt x="11032" y="140"/>
                      <a:pt x="10436" y="0"/>
                      <a:pt x="98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48" name="Google Shape;2948;p64"/>
          <p:cNvSpPr/>
          <p:nvPr/>
        </p:nvSpPr>
        <p:spPr>
          <a:xfrm rot="-445099">
            <a:off x="4256836" y="1388239"/>
            <a:ext cx="1359277" cy="195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Don't forget</a:t>
            </a:r>
            <a:endParaRPr sz="1500" b="1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2949" name="Google Shape;2949;p64"/>
          <p:cNvSpPr/>
          <p:nvPr/>
        </p:nvSpPr>
        <p:spPr>
          <a:xfrm rot="-445099">
            <a:off x="4334969" y="1587534"/>
            <a:ext cx="1359277" cy="996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            ...</a:t>
            </a:r>
            <a:endParaRPr sz="1500" b="1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grpSp>
        <p:nvGrpSpPr>
          <p:cNvPr id="2950" name="Google Shape;2950;p64"/>
          <p:cNvGrpSpPr/>
          <p:nvPr/>
        </p:nvGrpSpPr>
        <p:grpSpPr>
          <a:xfrm rot="-1030656" flipH="1">
            <a:off x="2881132" y="4704771"/>
            <a:ext cx="1653964" cy="540005"/>
            <a:chOff x="2564525" y="5223525"/>
            <a:chExt cx="2556110" cy="834547"/>
          </a:xfrm>
        </p:grpSpPr>
        <p:sp>
          <p:nvSpPr>
            <p:cNvPr id="2951" name="Google Shape;2951;p64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4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4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64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64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4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4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4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4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4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1" name="Google Shape;2961;p64"/>
          <p:cNvGrpSpPr/>
          <p:nvPr/>
        </p:nvGrpSpPr>
        <p:grpSpPr>
          <a:xfrm rot="1358433">
            <a:off x="8114604" y="217434"/>
            <a:ext cx="1719595" cy="916331"/>
            <a:chOff x="7463504" y="3075665"/>
            <a:chExt cx="2603050" cy="1387103"/>
          </a:xfrm>
        </p:grpSpPr>
        <p:sp>
          <p:nvSpPr>
            <p:cNvPr id="2962" name="Google Shape;2962;p64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4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4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4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4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4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4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4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4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4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4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4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4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4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4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4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4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4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4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4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4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4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64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64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64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64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64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64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64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64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64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64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64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5" name="Google Shape;2995;p64"/>
          <p:cNvSpPr/>
          <p:nvPr/>
        </p:nvSpPr>
        <p:spPr>
          <a:xfrm flipH="1">
            <a:off x="3457781" y="478263"/>
            <a:ext cx="109275" cy="114525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6" name="Google Shape;2996;p64"/>
          <p:cNvSpPr/>
          <p:nvPr/>
        </p:nvSpPr>
        <p:spPr>
          <a:xfrm flipH="1">
            <a:off x="2119056" y="1510688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7" name="Google Shape;2997;p64"/>
          <p:cNvSpPr/>
          <p:nvPr/>
        </p:nvSpPr>
        <p:spPr>
          <a:xfrm flipH="1">
            <a:off x="2838268" y="2458488"/>
            <a:ext cx="338600" cy="293575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8" name="Google Shape;2998;p64"/>
          <p:cNvSpPr/>
          <p:nvPr/>
        </p:nvSpPr>
        <p:spPr>
          <a:xfrm flipH="1">
            <a:off x="4229806" y="2777663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99" name="Google Shape;2999;p64"/>
          <p:cNvGrpSpPr/>
          <p:nvPr/>
        </p:nvGrpSpPr>
        <p:grpSpPr>
          <a:xfrm flipH="1">
            <a:off x="781231" y="450788"/>
            <a:ext cx="581325" cy="169475"/>
            <a:chOff x="5393300" y="2420750"/>
            <a:chExt cx="581325" cy="169475"/>
          </a:xfrm>
        </p:grpSpPr>
        <p:sp>
          <p:nvSpPr>
            <p:cNvPr id="3000" name="Google Shape;3000;p64"/>
            <p:cNvSpPr/>
            <p:nvPr/>
          </p:nvSpPr>
          <p:spPr>
            <a:xfrm>
              <a:off x="5393300" y="2420750"/>
              <a:ext cx="581325" cy="169475"/>
            </a:xfrm>
            <a:custGeom>
              <a:avLst/>
              <a:gdLst/>
              <a:ahLst/>
              <a:cxnLst/>
              <a:rect l="l" t="t" r="r" b="b"/>
              <a:pathLst>
                <a:path w="23253" h="6779" extrusionOk="0">
                  <a:moveTo>
                    <a:pt x="13116" y="2293"/>
                  </a:moveTo>
                  <a:cubicBezTo>
                    <a:pt x="13135" y="2304"/>
                    <a:pt x="13154" y="2315"/>
                    <a:pt x="13172" y="2326"/>
                  </a:cubicBezTo>
                  <a:cubicBezTo>
                    <a:pt x="13906" y="2759"/>
                    <a:pt x="14573" y="3560"/>
                    <a:pt x="14440" y="4494"/>
                  </a:cubicBezTo>
                  <a:cubicBezTo>
                    <a:pt x="14374" y="4890"/>
                    <a:pt x="14133" y="5127"/>
                    <a:pt x="13834" y="5127"/>
                  </a:cubicBezTo>
                  <a:cubicBezTo>
                    <a:pt x="13679" y="5127"/>
                    <a:pt x="13509" y="5064"/>
                    <a:pt x="13339" y="4928"/>
                  </a:cubicBezTo>
                  <a:cubicBezTo>
                    <a:pt x="12972" y="4594"/>
                    <a:pt x="12772" y="4094"/>
                    <a:pt x="12805" y="3593"/>
                  </a:cubicBezTo>
                  <a:cubicBezTo>
                    <a:pt x="12791" y="3083"/>
                    <a:pt x="12907" y="2651"/>
                    <a:pt x="13116" y="2293"/>
                  </a:cubicBezTo>
                  <a:close/>
                  <a:moveTo>
                    <a:pt x="15863" y="0"/>
                  </a:moveTo>
                  <a:cubicBezTo>
                    <a:pt x="14729" y="0"/>
                    <a:pt x="13609" y="359"/>
                    <a:pt x="12840" y="1117"/>
                  </a:cubicBezTo>
                  <a:lnTo>
                    <a:pt x="12840" y="1117"/>
                  </a:lnTo>
                  <a:cubicBezTo>
                    <a:pt x="12235" y="894"/>
                    <a:pt x="11591" y="777"/>
                    <a:pt x="10991" y="777"/>
                  </a:cubicBezTo>
                  <a:cubicBezTo>
                    <a:pt x="10871" y="777"/>
                    <a:pt x="10753" y="782"/>
                    <a:pt x="10637" y="791"/>
                  </a:cubicBezTo>
                  <a:cubicBezTo>
                    <a:pt x="8969" y="958"/>
                    <a:pt x="7468" y="1725"/>
                    <a:pt x="5967" y="2359"/>
                  </a:cubicBezTo>
                  <a:cubicBezTo>
                    <a:pt x="4938" y="2762"/>
                    <a:pt x="3758" y="3165"/>
                    <a:pt x="2610" y="3165"/>
                  </a:cubicBezTo>
                  <a:cubicBezTo>
                    <a:pt x="2046" y="3165"/>
                    <a:pt x="1490" y="3068"/>
                    <a:pt x="963" y="2826"/>
                  </a:cubicBezTo>
                  <a:cubicBezTo>
                    <a:pt x="897" y="2797"/>
                    <a:pt x="831" y="2784"/>
                    <a:pt x="767" y="2784"/>
                  </a:cubicBezTo>
                  <a:cubicBezTo>
                    <a:pt x="322" y="2784"/>
                    <a:pt x="0" y="3427"/>
                    <a:pt x="496" y="3660"/>
                  </a:cubicBezTo>
                  <a:cubicBezTo>
                    <a:pt x="1196" y="3972"/>
                    <a:pt x="1906" y="4100"/>
                    <a:pt x="2617" y="4100"/>
                  </a:cubicBezTo>
                  <a:cubicBezTo>
                    <a:pt x="4108" y="4100"/>
                    <a:pt x="5600" y="3536"/>
                    <a:pt x="7001" y="2926"/>
                  </a:cubicBezTo>
                  <a:cubicBezTo>
                    <a:pt x="8283" y="2374"/>
                    <a:pt x="9697" y="1762"/>
                    <a:pt x="11088" y="1762"/>
                  </a:cubicBezTo>
                  <a:cubicBezTo>
                    <a:pt x="11476" y="1762"/>
                    <a:pt x="11863" y="1810"/>
                    <a:pt x="12244" y="1920"/>
                  </a:cubicBezTo>
                  <a:lnTo>
                    <a:pt x="12244" y="1920"/>
                  </a:lnTo>
                  <a:cubicBezTo>
                    <a:pt x="12088" y="2219"/>
                    <a:pt x="11972" y="2554"/>
                    <a:pt x="11905" y="2926"/>
                  </a:cubicBezTo>
                  <a:cubicBezTo>
                    <a:pt x="11704" y="3994"/>
                    <a:pt x="12038" y="5261"/>
                    <a:pt x="13039" y="5828"/>
                  </a:cubicBezTo>
                  <a:cubicBezTo>
                    <a:pt x="13313" y="5985"/>
                    <a:pt x="13584" y="6055"/>
                    <a:pt x="13839" y="6055"/>
                  </a:cubicBezTo>
                  <a:cubicBezTo>
                    <a:pt x="14667" y="6055"/>
                    <a:pt x="15323" y="5312"/>
                    <a:pt x="15374" y="4394"/>
                  </a:cubicBezTo>
                  <a:cubicBezTo>
                    <a:pt x="15459" y="3149"/>
                    <a:pt x="14759" y="2191"/>
                    <a:pt x="13778" y="1575"/>
                  </a:cubicBezTo>
                  <a:lnTo>
                    <a:pt x="13778" y="1575"/>
                  </a:lnTo>
                  <a:cubicBezTo>
                    <a:pt x="14376" y="1144"/>
                    <a:pt x="15176" y="939"/>
                    <a:pt x="15967" y="939"/>
                  </a:cubicBezTo>
                  <a:cubicBezTo>
                    <a:pt x="16407" y="939"/>
                    <a:pt x="16844" y="1002"/>
                    <a:pt x="17242" y="1125"/>
                  </a:cubicBezTo>
                  <a:cubicBezTo>
                    <a:pt x="18443" y="1592"/>
                    <a:pt x="19543" y="2326"/>
                    <a:pt x="20411" y="3293"/>
                  </a:cubicBezTo>
                  <a:cubicBezTo>
                    <a:pt x="21311" y="4160"/>
                    <a:pt x="22079" y="5161"/>
                    <a:pt x="22279" y="6429"/>
                  </a:cubicBezTo>
                  <a:cubicBezTo>
                    <a:pt x="22319" y="6673"/>
                    <a:pt x="22492" y="6779"/>
                    <a:pt x="22678" y="6779"/>
                  </a:cubicBezTo>
                  <a:cubicBezTo>
                    <a:pt x="22951" y="6779"/>
                    <a:pt x="23252" y="6552"/>
                    <a:pt x="23213" y="6195"/>
                  </a:cubicBezTo>
                  <a:cubicBezTo>
                    <a:pt x="22979" y="4828"/>
                    <a:pt x="22145" y="3693"/>
                    <a:pt x="21211" y="2726"/>
                  </a:cubicBezTo>
                  <a:cubicBezTo>
                    <a:pt x="20244" y="1725"/>
                    <a:pt x="19110" y="925"/>
                    <a:pt x="17875" y="391"/>
                  </a:cubicBezTo>
                  <a:cubicBezTo>
                    <a:pt x="17250" y="134"/>
                    <a:pt x="16554" y="0"/>
                    <a:pt x="158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64"/>
            <p:cNvSpPr/>
            <p:nvPr/>
          </p:nvSpPr>
          <p:spPr>
            <a:xfrm>
              <a:off x="5395700" y="2435100"/>
              <a:ext cx="80900" cy="141375"/>
            </a:xfrm>
            <a:custGeom>
              <a:avLst/>
              <a:gdLst/>
              <a:ahLst/>
              <a:cxnLst/>
              <a:rect l="l" t="t" r="r" b="b"/>
              <a:pathLst>
                <a:path w="3236" h="5655" extrusionOk="0">
                  <a:moveTo>
                    <a:pt x="2715" y="1"/>
                  </a:moveTo>
                  <a:cubicBezTo>
                    <a:pt x="2594" y="1"/>
                    <a:pt x="2469" y="51"/>
                    <a:pt x="2368" y="151"/>
                  </a:cubicBezTo>
                  <a:lnTo>
                    <a:pt x="1068" y="1251"/>
                  </a:lnTo>
                  <a:cubicBezTo>
                    <a:pt x="701" y="1552"/>
                    <a:pt x="200" y="1885"/>
                    <a:pt x="100" y="2386"/>
                  </a:cubicBezTo>
                  <a:cubicBezTo>
                    <a:pt x="0" y="2919"/>
                    <a:pt x="334" y="3520"/>
                    <a:pt x="567" y="3987"/>
                  </a:cubicBezTo>
                  <a:cubicBezTo>
                    <a:pt x="834" y="4487"/>
                    <a:pt x="1134" y="4987"/>
                    <a:pt x="1468" y="5454"/>
                  </a:cubicBezTo>
                  <a:cubicBezTo>
                    <a:pt x="1558" y="5595"/>
                    <a:pt x="1697" y="5654"/>
                    <a:pt x="1838" y="5654"/>
                  </a:cubicBezTo>
                  <a:cubicBezTo>
                    <a:pt x="2165" y="5654"/>
                    <a:pt x="2501" y="5337"/>
                    <a:pt x="2268" y="4987"/>
                  </a:cubicBezTo>
                  <a:lnTo>
                    <a:pt x="2235" y="4987"/>
                  </a:lnTo>
                  <a:cubicBezTo>
                    <a:pt x="1968" y="4587"/>
                    <a:pt x="1735" y="4187"/>
                    <a:pt x="1501" y="3753"/>
                  </a:cubicBezTo>
                  <a:cubicBezTo>
                    <a:pt x="1368" y="3553"/>
                    <a:pt x="1268" y="3353"/>
                    <a:pt x="1168" y="3153"/>
                  </a:cubicBezTo>
                  <a:cubicBezTo>
                    <a:pt x="1068" y="2953"/>
                    <a:pt x="934" y="2753"/>
                    <a:pt x="1001" y="2586"/>
                  </a:cubicBezTo>
                  <a:cubicBezTo>
                    <a:pt x="1068" y="2386"/>
                    <a:pt x="1201" y="2319"/>
                    <a:pt x="1301" y="2252"/>
                  </a:cubicBezTo>
                  <a:lnTo>
                    <a:pt x="1835" y="1785"/>
                  </a:lnTo>
                  <a:lnTo>
                    <a:pt x="3036" y="784"/>
                  </a:lnTo>
                  <a:cubicBezTo>
                    <a:pt x="3236" y="618"/>
                    <a:pt x="3236" y="317"/>
                    <a:pt x="3036" y="151"/>
                  </a:cubicBezTo>
                  <a:cubicBezTo>
                    <a:pt x="2952" y="51"/>
                    <a:pt x="2835" y="1"/>
                    <a:pt x="27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2" name="Google Shape;3002;p64"/>
          <p:cNvSpPr/>
          <p:nvPr/>
        </p:nvSpPr>
        <p:spPr>
          <a:xfrm>
            <a:off x="4229800" y="275325"/>
            <a:ext cx="85075" cy="80575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65"/>
          <p:cNvSpPr txBox="1">
            <a:spLocks noGrp="1"/>
          </p:cNvSpPr>
          <p:nvPr>
            <p:ph type="title"/>
          </p:nvPr>
        </p:nvSpPr>
        <p:spPr>
          <a:xfrm>
            <a:off x="1353150" y="1330375"/>
            <a:ext cx="6437700" cy="17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</a:t>
            </a:r>
            <a:endParaRPr/>
          </a:p>
        </p:txBody>
      </p:sp>
      <p:sp>
        <p:nvSpPr>
          <p:cNvPr id="3008" name="Google Shape;3008;p65"/>
          <p:cNvSpPr txBox="1">
            <a:spLocks noGrp="1"/>
          </p:cNvSpPr>
          <p:nvPr>
            <p:ph type="body" idx="1"/>
          </p:nvPr>
        </p:nvSpPr>
        <p:spPr>
          <a:xfrm>
            <a:off x="2032950" y="3202650"/>
            <a:ext cx="50781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 numbers </a:t>
            </a:r>
            <a:r>
              <a:rPr lang="en">
                <a:highlight>
                  <a:schemeClr val="dk2"/>
                </a:highlight>
              </a:rPr>
              <a:t>catch your audience’s attention</a:t>
            </a:r>
            <a:endParaRPr>
              <a:highlight>
                <a:schemeClr val="dk2"/>
              </a:highlight>
            </a:endParaRPr>
          </a:p>
        </p:txBody>
      </p:sp>
      <p:grpSp>
        <p:nvGrpSpPr>
          <p:cNvPr id="3009" name="Google Shape;3009;p65"/>
          <p:cNvGrpSpPr/>
          <p:nvPr/>
        </p:nvGrpSpPr>
        <p:grpSpPr>
          <a:xfrm rot="-1062919">
            <a:off x="-558477" y="3702107"/>
            <a:ext cx="1654020" cy="540023"/>
            <a:chOff x="2564525" y="5223525"/>
            <a:chExt cx="2556110" cy="834547"/>
          </a:xfrm>
        </p:grpSpPr>
        <p:sp>
          <p:nvSpPr>
            <p:cNvPr id="3010" name="Google Shape;3010;p65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65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65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65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65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65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65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65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65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65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0" name="Google Shape;3020;p65"/>
          <p:cNvGrpSpPr/>
          <p:nvPr/>
        </p:nvGrpSpPr>
        <p:grpSpPr>
          <a:xfrm rot="1358433">
            <a:off x="7763679" y="1133409"/>
            <a:ext cx="1719595" cy="916331"/>
            <a:chOff x="7463504" y="3075665"/>
            <a:chExt cx="2603050" cy="1387103"/>
          </a:xfrm>
        </p:grpSpPr>
        <p:sp>
          <p:nvSpPr>
            <p:cNvPr id="3021" name="Google Shape;3021;p65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65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65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65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65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65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65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65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65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65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65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65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65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65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65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65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65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65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65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65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65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65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65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65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65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65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65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65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65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65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65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65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8" name="Google Shape;3058;p66"/>
          <p:cNvSpPr txBox="1">
            <a:spLocks noGrp="1"/>
          </p:cNvSpPr>
          <p:nvPr>
            <p:ph type="title"/>
          </p:nvPr>
        </p:nvSpPr>
        <p:spPr>
          <a:xfrm>
            <a:off x="713225" y="535525"/>
            <a:ext cx="1993800" cy="88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1st</a:t>
            </a:r>
            <a:endParaRPr/>
          </a:p>
        </p:txBody>
      </p:sp>
      <p:sp>
        <p:nvSpPr>
          <p:cNvPr id="3059" name="Google Shape;3059;p66"/>
          <p:cNvSpPr txBox="1">
            <a:spLocks noGrp="1"/>
          </p:cNvSpPr>
          <p:nvPr>
            <p:ph type="subTitle" idx="1"/>
          </p:nvPr>
        </p:nvSpPr>
        <p:spPr>
          <a:xfrm>
            <a:off x="823216" y="1423783"/>
            <a:ext cx="1773600" cy="8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Jupiter is the </a:t>
            </a:r>
            <a:r>
              <a:rPr lang="en"/>
              <a:t>biggest planet</a:t>
            </a:r>
            <a:endParaRPr/>
          </a:p>
        </p:txBody>
      </p:sp>
      <p:sp>
        <p:nvSpPr>
          <p:cNvPr id="3060" name="Google Shape;3060;p66"/>
          <p:cNvSpPr txBox="1">
            <a:spLocks noGrp="1"/>
          </p:cNvSpPr>
          <p:nvPr>
            <p:ph type="title" idx="2"/>
          </p:nvPr>
        </p:nvSpPr>
        <p:spPr>
          <a:xfrm>
            <a:off x="3575100" y="1720259"/>
            <a:ext cx="1993800" cy="88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2nd</a:t>
            </a:r>
            <a:endParaRPr/>
          </a:p>
        </p:txBody>
      </p:sp>
      <p:sp>
        <p:nvSpPr>
          <p:cNvPr id="3061" name="Google Shape;3061;p66"/>
          <p:cNvSpPr txBox="1">
            <a:spLocks noGrp="1"/>
          </p:cNvSpPr>
          <p:nvPr>
            <p:ph type="subTitle" idx="3"/>
          </p:nvPr>
        </p:nvSpPr>
        <p:spPr>
          <a:xfrm>
            <a:off x="3685091" y="2608566"/>
            <a:ext cx="1773600" cy="8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Venus is the second </a:t>
            </a:r>
            <a:r>
              <a:rPr lang="en"/>
              <a:t>planet from the Sun</a:t>
            </a:r>
            <a:endParaRPr/>
          </a:p>
        </p:txBody>
      </p:sp>
      <p:sp>
        <p:nvSpPr>
          <p:cNvPr id="3062" name="Google Shape;3062;p66"/>
          <p:cNvSpPr txBox="1">
            <a:spLocks noGrp="1"/>
          </p:cNvSpPr>
          <p:nvPr>
            <p:ph type="title" idx="4"/>
          </p:nvPr>
        </p:nvSpPr>
        <p:spPr>
          <a:xfrm>
            <a:off x="6436975" y="2905042"/>
            <a:ext cx="1993800" cy="88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3rd</a:t>
            </a:r>
            <a:endParaRPr/>
          </a:p>
        </p:txBody>
      </p:sp>
      <p:sp>
        <p:nvSpPr>
          <p:cNvPr id="3063" name="Google Shape;3063;p66"/>
          <p:cNvSpPr txBox="1">
            <a:spLocks noGrp="1"/>
          </p:cNvSpPr>
          <p:nvPr>
            <p:ph type="subTitle" idx="5"/>
          </p:nvPr>
        </p:nvSpPr>
        <p:spPr>
          <a:xfrm>
            <a:off x="6546966" y="3793349"/>
            <a:ext cx="1773600" cy="8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Mars is actually a </a:t>
            </a:r>
            <a:r>
              <a:rPr lang="en">
                <a:highlight>
                  <a:schemeClr val="dk2"/>
                </a:highlight>
              </a:rPr>
              <a:t>very cold place</a:t>
            </a:r>
            <a:endParaRPr>
              <a:highlight>
                <a:schemeClr val="dk2"/>
              </a:highlight>
            </a:endParaRPr>
          </a:p>
        </p:txBody>
      </p:sp>
      <p:grpSp>
        <p:nvGrpSpPr>
          <p:cNvPr id="3064" name="Google Shape;3064;p66"/>
          <p:cNvGrpSpPr/>
          <p:nvPr/>
        </p:nvGrpSpPr>
        <p:grpSpPr>
          <a:xfrm>
            <a:off x="1226327" y="3096335"/>
            <a:ext cx="1530112" cy="1338624"/>
            <a:chOff x="4883725" y="3237500"/>
            <a:chExt cx="1797383" cy="1572447"/>
          </a:xfrm>
        </p:grpSpPr>
        <p:sp>
          <p:nvSpPr>
            <p:cNvPr id="3065" name="Google Shape;3065;p66"/>
            <p:cNvSpPr/>
            <p:nvPr/>
          </p:nvSpPr>
          <p:spPr>
            <a:xfrm>
              <a:off x="4883725" y="3237500"/>
              <a:ext cx="1797383" cy="1572447"/>
            </a:xfrm>
            <a:custGeom>
              <a:avLst/>
              <a:gdLst/>
              <a:ahLst/>
              <a:cxnLst/>
              <a:rect l="l" t="t" r="r" b="b"/>
              <a:pathLst>
                <a:path w="54640" h="47802" extrusionOk="0">
                  <a:moveTo>
                    <a:pt x="20048" y="1"/>
                  </a:moveTo>
                  <a:cubicBezTo>
                    <a:pt x="19381" y="1"/>
                    <a:pt x="18714" y="134"/>
                    <a:pt x="18080" y="368"/>
                  </a:cubicBezTo>
                  <a:cubicBezTo>
                    <a:pt x="17213" y="701"/>
                    <a:pt x="15612" y="1268"/>
                    <a:pt x="10908" y="9107"/>
                  </a:cubicBezTo>
                  <a:cubicBezTo>
                    <a:pt x="8240" y="13544"/>
                    <a:pt x="5805" y="18147"/>
                    <a:pt x="3636" y="22817"/>
                  </a:cubicBezTo>
                  <a:cubicBezTo>
                    <a:pt x="0" y="30789"/>
                    <a:pt x="234" y="32891"/>
                    <a:pt x="734" y="34225"/>
                  </a:cubicBezTo>
                  <a:cubicBezTo>
                    <a:pt x="2202" y="38061"/>
                    <a:pt x="6538" y="40696"/>
                    <a:pt x="9807" y="40763"/>
                  </a:cubicBezTo>
                  <a:cubicBezTo>
                    <a:pt x="10041" y="41464"/>
                    <a:pt x="10341" y="42564"/>
                    <a:pt x="10775" y="44299"/>
                  </a:cubicBezTo>
                  <a:lnTo>
                    <a:pt x="10808" y="44432"/>
                  </a:lnTo>
                  <a:cubicBezTo>
                    <a:pt x="11208" y="46067"/>
                    <a:pt x="12676" y="47802"/>
                    <a:pt x="15645" y="47802"/>
                  </a:cubicBezTo>
                  <a:cubicBezTo>
                    <a:pt x="16445" y="47768"/>
                    <a:pt x="17213" y="47668"/>
                    <a:pt x="17980" y="47468"/>
                  </a:cubicBezTo>
                  <a:cubicBezTo>
                    <a:pt x="19548" y="47068"/>
                    <a:pt x="20582" y="45767"/>
                    <a:pt x="21416" y="44466"/>
                  </a:cubicBezTo>
                  <a:cubicBezTo>
                    <a:pt x="22216" y="45900"/>
                    <a:pt x="23484" y="47401"/>
                    <a:pt x="25719" y="47401"/>
                  </a:cubicBezTo>
                  <a:lnTo>
                    <a:pt x="25852" y="47401"/>
                  </a:lnTo>
                  <a:cubicBezTo>
                    <a:pt x="29155" y="47301"/>
                    <a:pt x="30422" y="44332"/>
                    <a:pt x="31056" y="42531"/>
                  </a:cubicBezTo>
                  <a:cubicBezTo>
                    <a:pt x="31723" y="42631"/>
                    <a:pt x="32390" y="42698"/>
                    <a:pt x="33057" y="42731"/>
                  </a:cubicBezTo>
                  <a:cubicBezTo>
                    <a:pt x="33358" y="42731"/>
                    <a:pt x="33658" y="42698"/>
                    <a:pt x="33925" y="42665"/>
                  </a:cubicBezTo>
                  <a:cubicBezTo>
                    <a:pt x="35226" y="42464"/>
                    <a:pt x="36393" y="41764"/>
                    <a:pt x="37127" y="40696"/>
                  </a:cubicBezTo>
                  <a:cubicBezTo>
                    <a:pt x="37894" y="41364"/>
                    <a:pt x="38795" y="41831"/>
                    <a:pt x="39795" y="41997"/>
                  </a:cubicBezTo>
                  <a:cubicBezTo>
                    <a:pt x="40196" y="42064"/>
                    <a:pt x="40596" y="42097"/>
                    <a:pt x="40996" y="42097"/>
                  </a:cubicBezTo>
                  <a:cubicBezTo>
                    <a:pt x="42964" y="42097"/>
                    <a:pt x="45433" y="41397"/>
                    <a:pt x="46800" y="39429"/>
                  </a:cubicBezTo>
                  <a:cubicBezTo>
                    <a:pt x="47568" y="39429"/>
                    <a:pt x="48335" y="39329"/>
                    <a:pt x="49069" y="39162"/>
                  </a:cubicBezTo>
                  <a:cubicBezTo>
                    <a:pt x="51437" y="38595"/>
                    <a:pt x="53805" y="37728"/>
                    <a:pt x="54406" y="33992"/>
                  </a:cubicBezTo>
                  <a:cubicBezTo>
                    <a:pt x="54639" y="32324"/>
                    <a:pt x="53839" y="31023"/>
                    <a:pt x="49969" y="26987"/>
                  </a:cubicBezTo>
                  <a:cubicBezTo>
                    <a:pt x="47935" y="24852"/>
                    <a:pt x="44999" y="21983"/>
                    <a:pt x="41530" y="18647"/>
                  </a:cubicBezTo>
                  <a:cubicBezTo>
                    <a:pt x="38795" y="16012"/>
                    <a:pt x="35693" y="13110"/>
                    <a:pt x="33024" y="10675"/>
                  </a:cubicBezTo>
                  <a:cubicBezTo>
                    <a:pt x="31756" y="9507"/>
                    <a:pt x="30822" y="8640"/>
                    <a:pt x="30122" y="8040"/>
                  </a:cubicBezTo>
                  <a:cubicBezTo>
                    <a:pt x="30122" y="7673"/>
                    <a:pt x="30055" y="7306"/>
                    <a:pt x="29922" y="6972"/>
                  </a:cubicBezTo>
                  <a:cubicBezTo>
                    <a:pt x="28888" y="4237"/>
                    <a:pt x="24184" y="1"/>
                    <a:pt x="20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66"/>
            <p:cNvSpPr/>
            <p:nvPr/>
          </p:nvSpPr>
          <p:spPr>
            <a:xfrm>
              <a:off x="6075344" y="4338913"/>
              <a:ext cx="502570" cy="184936"/>
            </a:xfrm>
            <a:custGeom>
              <a:avLst/>
              <a:gdLst/>
              <a:ahLst/>
              <a:cxnLst/>
              <a:rect l="l" t="t" r="r" b="b"/>
              <a:pathLst>
                <a:path w="15278" h="5622" extrusionOk="0">
                  <a:moveTo>
                    <a:pt x="15278" y="0"/>
                  </a:moveTo>
                  <a:cubicBezTo>
                    <a:pt x="13743" y="501"/>
                    <a:pt x="12209" y="901"/>
                    <a:pt x="10641" y="1235"/>
                  </a:cubicBezTo>
                  <a:cubicBezTo>
                    <a:pt x="9107" y="1568"/>
                    <a:pt x="7606" y="1968"/>
                    <a:pt x="6105" y="2435"/>
                  </a:cubicBezTo>
                  <a:cubicBezTo>
                    <a:pt x="5706" y="2598"/>
                    <a:pt x="5272" y="2658"/>
                    <a:pt x="4816" y="2658"/>
                  </a:cubicBezTo>
                  <a:cubicBezTo>
                    <a:pt x="3564" y="2658"/>
                    <a:pt x="2142" y="2210"/>
                    <a:pt x="818" y="2210"/>
                  </a:cubicBezTo>
                  <a:cubicBezTo>
                    <a:pt x="644" y="2210"/>
                    <a:pt x="471" y="2218"/>
                    <a:pt x="300" y="2235"/>
                  </a:cubicBezTo>
                  <a:lnTo>
                    <a:pt x="0" y="2269"/>
                  </a:lnTo>
                  <a:lnTo>
                    <a:pt x="100" y="3436"/>
                  </a:lnTo>
                  <a:cubicBezTo>
                    <a:pt x="204" y="3389"/>
                    <a:pt x="310" y="3368"/>
                    <a:pt x="419" y="3368"/>
                  </a:cubicBezTo>
                  <a:cubicBezTo>
                    <a:pt x="1470" y="3368"/>
                    <a:pt x="2764" y="5359"/>
                    <a:pt x="4003" y="5571"/>
                  </a:cubicBezTo>
                  <a:cubicBezTo>
                    <a:pt x="4234" y="5604"/>
                    <a:pt x="4484" y="5622"/>
                    <a:pt x="4745" y="5622"/>
                  </a:cubicBezTo>
                  <a:cubicBezTo>
                    <a:pt x="6070" y="5622"/>
                    <a:pt x="7671" y="5168"/>
                    <a:pt x="8340" y="3970"/>
                  </a:cubicBezTo>
                  <a:cubicBezTo>
                    <a:pt x="9107" y="2569"/>
                    <a:pt x="10007" y="3269"/>
                    <a:pt x="12176" y="2736"/>
                  </a:cubicBezTo>
                  <a:cubicBezTo>
                    <a:pt x="14377" y="2235"/>
                    <a:pt x="15011" y="1768"/>
                    <a:pt x="152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66"/>
            <p:cNvSpPr/>
            <p:nvPr/>
          </p:nvSpPr>
          <p:spPr>
            <a:xfrm>
              <a:off x="5247993" y="4405852"/>
              <a:ext cx="830697" cy="304575"/>
            </a:xfrm>
            <a:custGeom>
              <a:avLst/>
              <a:gdLst/>
              <a:ahLst/>
              <a:cxnLst/>
              <a:rect l="l" t="t" r="r" b="b"/>
              <a:pathLst>
                <a:path w="25253" h="9259" extrusionOk="0">
                  <a:moveTo>
                    <a:pt x="1535" y="0"/>
                  </a:moveTo>
                  <a:cubicBezTo>
                    <a:pt x="1102" y="701"/>
                    <a:pt x="601" y="1368"/>
                    <a:pt x="1" y="1968"/>
                  </a:cubicBezTo>
                  <a:cubicBezTo>
                    <a:pt x="19" y="1966"/>
                    <a:pt x="36" y="1964"/>
                    <a:pt x="54" y="1964"/>
                  </a:cubicBezTo>
                  <a:cubicBezTo>
                    <a:pt x="1139" y="1964"/>
                    <a:pt x="2274" y="6925"/>
                    <a:pt x="2569" y="8139"/>
                  </a:cubicBezTo>
                  <a:cubicBezTo>
                    <a:pt x="2767" y="8952"/>
                    <a:pt x="3587" y="9259"/>
                    <a:pt x="4572" y="9259"/>
                  </a:cubicBezTo>
                  <a:cubicBezTo>
                    <a:pt x="5083" y="9259"/>
                    <a:pt x="5637" y="9177"/>
                    <a:pt x="6172" y="9040"/>
                  </a:cubicBezTo>
                  <a:cubicBezTo>
                    <a:pt x="7740" y="8640"/>
                    <a:pt x="9041" y="4370"/>
                    <a:pt x="10642" y="4170"/>
                  </a:cubicBezTo>
                  <a:cubicBezTo>
                    <a:pt x="10668" y="4167"/>
                    <a:pt x="10695" y="4166"/>
                    <a:pt x="10721" y="4166"/>
                  </a:cubicBezTo>
                  <a:cubicBezTo>
                    <a:pt x="12240" y="4166"/>
                    <a:pt x="12478" y="8874"/>
                    <a:pt x="14666" y="8874"/>
                  </a:cubicBezTo>
                  <a:cubicBezTo>
                    <a:pt x="14681" y="8874"/>
                    <a:pt x="14696" y="8874"/>
                    <a:pt x="14711" y="8873"/>
                  </a:cubicBezTo>
                  <a:cubicBezTo>
                    <a:pt x="16946" y="8806"/>
                    <a:pt x="17280" y="4904"/>
                    <a:pt x="17947" y="4170"/>
                  </a:cubicBezTo>
                  <a:cubicBezTo>
                    <a:pt x="18151" y="3956"/>
                    <a:pt x="18497" y="3884"/>
                    <a:pt x="18919" y="3884"/>
                  </a:cubicBezTo>
                  <a:cubicBezTo>
                    <a:pt x="19802" y="3884"/>
                    <a:pt x="21020" y="4199"/>
                    <a:pt x="21991" y="4199"/>
                  </a:cubicBezTo>
                  <a:cubicBezTo>
                    <a:pt x="22152" y="4199"/>
                    <a:pt x="22306" y="4190"/>
                    <a:pt x="22450" y="4170"/>
                  </a:cubicBezTo>
                  <a:cubicBezTo>
                    <a:pt x="23885" y="4003"/>
                    <a:pt x="24018" y="2335"/>
                    <a:pt x="25119" y="1501"/>
                  </a:cubicBezTo>
                  <a:cubicBezTo>
                    <a:pt x="25152" y="1468"/>
                    <a:pt x="25219" y="1435"/>
                    <a:pt x="25252" y="1401"/>
                  </a:cubicBezTo>
                  <a:lnTo>
                    <a:pt x="25152" y="234"/>
                  </a:lnTo>
                  <a:cubicBezTo>
                    <a:pt x="24385" y="334"/>
                    <a:pt x="23518" y="467"/>
                    <a:pt x="22717" y="567"/>
                  </a:cubicBezTo>
                  <a:cubicBezTo>
                    <a:pt x="22256" y="647"/>
                    <a:pt x="21786" y="688"/>
                    <a:pt x="21317" y="688"/>
                  </a:cubicBezTo>
                  <a:cubicBezTo>
                    <a:pt x="20802" y="688"/>
                    <a:pt x="20287" y="638"/>
                    <a:pt x="19782" y="534"/>
                  </a:cubicBezTo>
                  <a:cubicBezTo>
                    <a:pt x="19658" y="497"/>
                    <a:pt x="19525" y="480"/>
                    <a:pt x="19385" y="480"/>
                  </a:cubicBezTo>
                  <a:cubicBezTo>
                    <a:pt x="17868" y="480"/>
                    <a:pt x="15513" y="2461"/>
                    <a:pt x="14445" y="2735"/>
                  </a:cubicBezTo>
                  <a:cubicBezTo>
                    <a:pt x="14353" y="2759"/>
                    <a:pt x="14269" y="2770"/>
                    <a:pt x="14192" y="2770"/>
                  </a:cubicBezTo>
                  <a:cubicBezTo>
                    <a:pt x="13283" y="2770"/>
                    <a:pt x="13225" y="1251"/>
                    <a:pt x="11042" y="667"/>
                  </a:cubicBezTo>
                  <a:cubicBezTo>
                    <a:pt x="10711" y="574"/>
                    <a:pt x="10399" y="534"/>
                    <a:pt x="10103" y="534"/>
                  </a:cubicBezTo>
                  <a:cubicBezTo>
                    <a:pt x="8281" y="534"/>
                    <a:pt x="7045" y="2063"/>
                    <a:pt x="5438" y="2235"/>
                  </a:cubicBezTo>
                  <a:cubicBezTo>
                    <a:pt x="5351" y="2246"/>
                    <a:pt x="5263" y="2251"/>
                    <a:pt x="5176" y="2251"/>
                  </a:cubicBezTo>
                  <a:cubicBezTo>
                    <a:pt x="3427" y="2251"/>
                    <a:pt x="1702" y="134"/>
                    <a:pt x="1702" y="134"/>
                  </a:cubicBezTo>
                  <a:lnTo>
                    <a:pt x="15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66"/>
            <p:cNvSpPr/>
            <p:nvPr/>
          </p:nvSpPr>
          <p:spPr>
            <a:xfrm>
              <a:off x="5986464" y="4147085"/>
              <a:ext cx="447734" cy="282798"/>
            </a:xfrm>
            <a:custGeom>
              <a:avLst/>
              <a:gdLst/>
              <a:ahLst/>
              <a:cxnLst/>
              <a:rect l="l" t="t" r="r" b="b"/>
              <a:pathLst>
                <a:path w="13611" h="8597" extrusionOk="0">
                  <a:moveTo>
                    <a:pt x="6721" y="0"/>
                  </a:moveTo>
                  <a:cubicBezTo>
                    <a:pt x="3405" y="0"/>
                    <a:pt x="571" y="2467"/>
                    <a:pt x="134" y="5839"/>
                  </a:cubicBezTo>
                  <a:cubicBezTo>
                    <a:pt x="0" y="6740"/>
                    <a:pt x="34" y="7641"/>
                    <a:pt x="267" y="8541"/>
                  </a:cubicBezTo>
                  <a:cubicBezTo>
                    <a:pt x="1068" y="8441"/>
                    <a:pt x="1902" y="8308"/>
                    <a:pt x="2702" y="8208"/>
                  </a:cubicBezTo>
                  <a:lnTo>
                    <a:pt x="3002" y="8174"/>
                  </a:lnTo>
                  <a:cubicBezTo>
                    <a:pt x="3173" y="8157"/>
                    <a:pt x="3346" y="8149"/>
                    <a:pt x="3520" y="8149"/>
                  </a:cubicBezTo>
                  <a:cubicBezTo>
                    <a:pt x="4840" y="8149"/>
                    <a:pt x="6247" y="8597"/>
                    <a:pt x="7504" y="8597"/>
                  </a:cubicBezTo>
                  <a:cubicBezTo>
                    <a:pt x="7962" y="8597"/>
                    <a:pt x="8400" y="8537"/>
                    <a:pt x="8807" y="8374"/>
                  </a:cubicBezTo>
                  <a:cubicBezTo>
                    <a:pt x="10308" y="7907"/>
                    <a:pt x="11809" y="7507"/>
                    <a:pt x="13343" y="7174"/>
                  </a:cubicBezTo>
                  <a:cubicBezTo>
                    <a:pt x="13610" y="3571"/>
                    <a:pt x="10975" y="402"/>
                    <a:pt x="7406" y="35"/>
                  </a:cubicBezTo>
                  <a:cubicBezTo>
                    <a:pt x="7176" y="12"/>
                    <a:pt x="6947" y="0"/>
                    <a:pt x="67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66"/>
            <p:cNvSpPr/>
            <p:nvPr/>
          </p:nvSpPr>
          <p:spPr>
            <a:xfrm>
              <a:off x="5367596" y="4041792"/>
              <a:ext cx="333621" cy="325957"/>
            </a:xfrm>
            <a:custGeom>
              <a:avLst/>
              <a:gdLst/>
              <a:ahLst/>
              <a:cxnLst/>
              <a:rect l="l" t="t" r="r" b="b"/>
              <a:pathLst>
                <a:path w="10142" h="9909" extrusionOk="0">
                  <a:moveTo>
                    <a:pt x="4604" y="0"/>
                  </a:moveTo>
                  <a:cubicBezTo>
                    <a:pt x="3003" y="2836"/>
                    <a:pt x="1369" y="5604"/>
                    <a:pt x="1" y="7839"/>
                  </a:cubicBezTo>
                  <a:lnTo>
                    <a:pt x="68" y="7873"/>
                  </a:lnTo>
                  <a:cubicBezTo>
                    <a:pt x="1068" y="9238"/>
                    <a:pt x="2567" y="9909"/>
                    <a:pt x="4061" y="9909"/>
                  </a:cubicBezTo>
                  <a:cubicBezTo>
                    <a:pt x="5706" y="9909"/>
                    <a:pt x="7345" y="9096"/>
                    <a:pt x="8307" y="7506"/>
                  </a:cubicBezTo>
                  <a:cubicBezTo>
                    <a:pt x="10141" y="4470"/>
                    <a:pt x="8307" y="568"/>
                    <a:pt x="4804" y="34"/>
                  </a:cubicBezTo>
                  <a:lnTo>
                    <a:pt x="4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66"/>
            <p:cNvSpPr/>
            <p:nvPr/>
          </p:nvSpPr>
          <p:spPr>
            <a:xfrm>
              <a:off x="5632228" y="3747555"/>
              <a:ext cx="460694" cy="384510"/>
            </a:xfrm>
            <a:custGeom>
              <a:avLst/>
              <a:gdLst/>
              <a:ahLst/>
              <a:cxnLst/>
              <a:rect l="l" t="t" r="r" b="b"/>
              <a:pathLst>
                <a:path w="14005" h="11689" extrusionOk="0">
                  <a:moveTo>
                    <a:pt x="6355" y="1"/>
                  </a:moveTo>
                  <a:cubicBezTo>
                    <a:pt x="3541" y="1"/>
                    <a:pt x="1047" y="2050"/>
                    <a:pt x="595" y="4943"/>
                  </a:cubicBezTo>
                  <a:cubicBezTo>
                    <a:pt x="1" y="8757"/>
                    <a:pt x="3067" y="11689"/>
                    <a:pt x="6392" y="11689"/>
                  </a:cubicBezTo>
                  <a:cubicBezTo>
                    <a:pt x="7545" y="11689"/>
                    <a:pt x="8729" y="11337"/>
                    <a:pt x="9802" y="10547"/>
                  </a:cubicBezTo>
                  <a:cubicBezTo>
                    <a:pt x="14005" y="7478"/>
                    <a:pt x="12404" y="873"/>
                    <a:pt x="7267" y="72"/>
                  </a:cubicBezTo>
                  <a:cubicBezTo>
                    <a:pt x="6961" y="24"/>
                    <a:pt x="6656" y="1"/>
                    <a:pt x="63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66"/>
            <p:cNvSpPr/>
            <p:nvPr/>
          </p:nvSpPr>
          <p:spPr>
            <a:xfrm>
              <a:off x="4955039" y="3335228"/>
              <a:ext cx="825204" cy="1149022"/>
            </a:xfrm>
            <a:custGeom>
              <a:avLst/>
              <a:gdLst/>
              <a:ahLst/>
              <a:cxnLst/>
              <a:rect l="l" t="t" r="r" b="b"/>
              <a:pathLst>
                <a:path w="25086" h="34930" extrusionOk="0">
                  <a:moveTo>
                    <a:pt x="17915" y="1"/>
                  </a:moveTo>
                  <a:cubicBezTo>
                    <a:pt x="17573" y="1"/>
                    <a:pt x="17247" y="52"/>
                    <a:pt x="16946" y="165"/>
                  </a:cubicBezTo>
                  <a:cubicBezTo>
                    <a:pt x="13844" y="1333"/>
                    <a:pt x="1" y="26818"/>
                    <a:pt x="1302" y="30253"/>
                  </a:cubicBezTo>
                  <a:cubicBezTo>
                    <a:pt x="2397" y="33075"/>
                    <a:pt x="5788" y="34929"/>
                    <a:pt x="7833" y="34929"/>
                  </a:cubicBezTo>
                  <a:cubicBezTo>
                    <a:pt x="8279" y="34929"/>
                    <a:pt x="8660" y="34841"/>
                    <a:pt x="8940" y="34657"/>
                  </a:cubicBezTo>
                  <a:cubicBezTo>
                    <a:pt x="9507" y="34056"/>
                    <a:pt x="10041" y="33389"/>
                    <a:pt x="10441" y="32688"/>
                  </a:cubicBezTo>
                  <a:cubicBezTo>
                    <a:pt x="11008" y="31788"/>
                    <a:pt x="11742" y="30654"/>
                    <a:pt x="12543" y="29353"/>
                  </a:cubicBezTo>
                  <a:cubicBezTo>
                    <a:pt x="13911" y="27084"/>
                    <a:pt x="15545" y="24349"/>
                    <a:pt x="17146" y="21514"/>
                  </a:cubicBezTo>
                  <a:cubicBezTo>
                    <a:pt x="20582" y="15476"/>
                    <a:pt x="23951" y="9038"/>
                    <a:pt x="24818" y="6303"/>
                  </a:cubicBezTo>
                  <a:cubicBezTo>
                    <a:pt x="25018" y="5903"/>
                    <a:pt x="25085" y="5469"/>
                    <a:pt x="25018" y="5035"/>
                  </a:cubicBezTo>
                  <a:cubicBezTo>
                    <a:pt x="24308" y="3201"/>
                    <a:pt x="20605" y="1"/>
                    <a:pt x="179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66"/>
            <p:cNvSpPr/>
            <p:nvPr/>
          </p:nvSpPr>
          <p:spPr>
            <a:xfrm>
              <a:off x="5298486" y="3541441"/>
              <a:ext cx="1288234" cy="959120"/>
            </a:xfrm>
            <a:custGeom>
              <a:avLst/>
              <a:gdLst/>
              <a:ahLst/>
              <a:cxnLst/>
              <a:rect l="l" t="t" r="r" b="b"/>
              <a:pathLst>
                <a:path w="39162" h="29157" extrusionOk="0">
                  <a:moveTo>
                    <a:pt x="16501" y="6230"/>
                  </a:moveTo>
                  <a:cubicBezTo>
                    <a:pt x="19832" y="6230"/>
                    <a:pt x="22886" y="9162"/>
                    <a:pt x="22316" y="12977"/>
                  </a:cubicBezTo>
                  <a:cubicBezTo>
                    <a:pt x="21864" y="15869"/>
                    <a:pt x="19371" y="17918"/>
                    <a:pt x="16557" y="17918"/>
                  </a:cubicBezTo>
                  <a:cubicBezTo>
                    <a:pt x="16256" y="17918"/>
                    <a:pt x="15951" y="17895"/>
                    <a:pt x="15645" y="17847"/>
                  </a:cubicBezTo>
                  <a:cubicBezTo>
                    <a:pt x="10508" y="17046"/>
                    <a:pt x="8873" y="10441"/>
                    <a:pt x="13076" y="7373"/>
                  </a:cubicBezTo>
                  <a:cubicBezTo>
                    <a:pt x="14158" y="6583"/>
                    <a:pt x="15346" y="6230"/>
                    <a:pt x="16501" y="6230"/>
                  </a:cubicBezTo>
                  <a:close/>
                  <a:moveTo>
                    <a:pt x="14377" y="1"/>
                  </a:moveTo>
                  <a:cubicBezTo>
                    <a:pt x="13510" y="2736"/>
                    <a:pt x="10108" y="9140"/>
                    <a:pt x="6705" y="15178"/>
                  </a:cubicBezTo>
                  <a:lnTo>
                    <a:pt x="6905" y="15211"/>
                  </a:lnTo>
                  <a:cubicBezTo>
                    <a:pt x="10374" y="15779"/>
                    <a:pt x="12176" y="19648"/>
                    <a:pt x="10341" y="22683"/>
                  </a:cubicBezTo>
                  <a:cubicBezTo>
                    <a:pt x="9394" y="24262"/>
                    <a:pt x="7755" y="25066"/>
                    <a:pt x="6108" y="25066"/>
                  </a:cubicBezTo>
                  <a:cubicBezTo>
                    <a:pt x="4623" y="25066"/>
                    <a:pt x="3132" y="24412"/>
                    <a:pt x="2135" y="23084"/>
                  </a:cubicBezTo>
                  <a:lnTo>
                    <a:pt x="2069" y="23017"/>
                  </a:lnTo>
                  <a:cubicBezTo>
                    <a:pt x="1301" y="24351"/>
                    <a:pt x="567" y="25485"/>
                    <a:pt x="0" y="26353"/>
                  </a:cubicBezTo>
                  <a:lnTo>
                    <a:pt x="167" y="26486"/>
                  </a:lnTo>
                  <a:cubicBezTo>
                    <a:pt x="167" y="26486"/>
                    <a:pt x="1915" y="28633"/>
                    <a:pt x="3706" y="28633"/>
                  </a:cubicBezTo>
                  <a:cubicBezTo>
                    <a:pt x="3783" y="28633"/>
                    <a:pt x="3860" y="28629"/>
                    <a:pt x="3937" y="28621"/>
                  </a:cubicBezTo>
                  <a:cubicBezTo>
                    <a:pt x="5518" y="28449"/>
                    <a:pt x="6753" y="26888"/>
                    <a:pt x="8580" y="26888"/>
                  </a:cubicBezTo>
                  <a:cubicBezTo>
                    <a:pt x="8873" y="26888"/>
                    <a:pt x="9180" y="26928"/>
                    <a:pt x="9507" y="27020"/>
                  </a:cubicBezTo>
                  <a:cubicBezTo>
                    <a:pt x="11690" y="27635"/>
                    <a:pt x="11776" y="29156"/>
                    <a:pt x="12664" y="29156"/>
                  </a:cubicBezTo>
                  <a:cubicBezTo>
                    <a:pt x="12739" y="29156"/>
                    <a:pt x="12821" y="29145"/>
                    <a:pt x="12910" y="29121"/>
                  </a:cubicBezTo>
                  <a:cubicBezTo>
                    <a:pt x="13977" y="28816"/>
                    <a:pt x="16328" y="26866"/>
                    <a:pt x="17845" y="26866"/>
                  </a:cubicBezTo>
                  <a:cubicBezTo>
                    <a:pt x="17987" y="26866"/>
                    <a:pt x="18121" y="26883"/>
                    <a:pt x="18247" y="26920"/>
                  </a:cubicBezTo>
                  <a:cubicBezTo>
                    <a:pt x="18752" y="27024"/>
                    <a:pt x="19267" y="27074"/>
                    <a:pt x="19782" y="27074"/>
                  </a:cubicBezTo>
                  <a:cubicBezTo>
                    <a:pt x="20251" y="27074"/>
                    <a:pt x="20721" y="27033"/>
                    <a:pt x="21182" y="26953"/>
                  </a:cubicBezTo>
                  <a:cubicBezTo>
                    <a:pt x="20949" y="26086"/>
                    <a:pt x="20915" y="25152"/>
                    <a:pt x="21049" y="24251"/>
                  </a:cubicBezTo>
                  <a:cubicBezTo>
                    <a:pt x="21455" y="20910"/>
                    <a:pt x="24316" y="18446"/>
                    <a:pt x="27608" y="18446"/>
                  </a:cubicBezTo>
                  <a:cubicBezTo>
                    <a:pt x="27833" y="18446"/>
                    <a:pt x="28059" y="18457"/>
                    <a:pt x="28287" y="18480"/>
                  </a:cubicBezTo>
                  <a:cubicBezTo>
                    <a:pt x="31890" y="18814"/>
                    <a:pt x="34525" y="21983"/>
                    <a:pt x="34258" y="25586"/>
                  </a:cubicBezTo>
                  <a:cubicBezTo>
                    <a:pt x="35826" y="25252"/>
                    <a:pt x="37360" y="24852"/>
                    <a:pt x="38895" y="24351"/>
                  </a:cubicBezTo>
                  <a:cubicBezTo>
                    <a:pt x="39162" y="22550"/>
                    <a:pt x="14811" y="67"/>
                    <a:pt x="143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66"/>
            <p:cNvSpPr/>
            <p:nvPr/>
          </p:nvSpPr>
          <p:spPr>
            <a:xfrm>
              <a:off x="5650325" y="4381521"/>
              <a:ext cx="66810" cy="48257"/>
            </a:xfrm>
            <a:custGeom>
              <a:avLst/>
              <a:gdLst/>
              <a:ahLst/>
              <a:cxnLst/>
              <a:rect l="l" t="t" r="r" b="b"/>
              <a:pathLst>
                <a:path w="2031" h="1467" extrusionOk="0">
                  <a:moveTo>
                    <a:pt x="787" y="0"/>
                  </a:moveTo>
                  <a:cubicBezTo>
                    <a:pt x="681" y="0"/>
                    <a:pt x="573" y="15"/>
                    <a:pt x="467" y="47"/>
                  </a:cubicBezTo>
                  <a:cubicBezTo>
                    <a:pt x="100" y="80"/>
                    <a:pt x="0" y="614"/>
                    <a:pt x="367" y="780"/>
                  </a:cubicBezTo>
                  <a:cubicBezTo>
                    <a:pt x="467" y="847"/>
                    <a:pt x="567" y="914"/>
                    <a:pt x="667" y="1014"/>
                  </a:cubicBezTo>
                  <a:lnTo>
                    <a:pt x="701" y="1047"/>
                  </a:lnTo>
                  <a:lnTo>
                    <a:pt x="767" y="1081"/>
                  </a:lnTo>
                  <a:lnTo>
                    <a:pt x="901" y="1247"/>
                  </a:lnTo>
                  <a:cubicBezTo>
                    <a:pt x="1023" y="1401"/>
                    <a:pt x="1184" y="1466"/>
                    <a:pt x="1340" y="1466"/>
                  </a:cubicBezTo>
                  <a:cubicBezTo>
                    <a:pt x="1695" y="1466"/>
                    <a:pt x="2030" y="1130"/>
                    <a:pt x="1868" y="714"/>
                  </a:cubicBezTo>
                  <a:cubicBezTo>
                    <a:pt x="1678" y="280"/>
                    <a:pt x="1246" y="0"/>
                    <a:pt x="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66"/>
            <p:cNvSpPr/>
            <p:nvPr/>
          </p:nvSpPr>
          <p:spPr>
            <a:xfrm>
              <a:off x="5745783" y="4374021"/>
              <a:ext cx="32928" cy="30362"/>
            </a:xfrm>
            <a:custGeom>
              <a:avLst/>
              <a:gdLst/>
              <a:ahLst/>
              <a:cxnLst/>
              <a:rect l="l" t="t" r="r" b="b"/>
              <a:pathLst>
                <a:path w="1001" h="923" extrusionOk="0">
                  <a:moveTo>
                    <a:pt x="517" y="1"/>
                  </a:moveTo>
                  <a:cubicBezTo>
                    <a:pt x="389" y="1"/>
                    <a:pt x="262" y="61"/>
                    <a:pt x="167" y="174"/>
                  </a:cubicBezTo>
                  <a:cubicBezTo>
                    <a:pt x="0" y="408"/>
                    <a:pt x="67" y="742"/>
                    <a:pt x="334" y="875"/>
                  </a:cubicBezTo>
                  <a:cubicBezTo>
                    <a:pt x="405" y="899"/>
                    <a:pt x="475" y="922"/>
                    <a:pt x="546" y="922"/>
                  </a:cubicBezTo>
                  <a:cubicBezTo>
                    <a:pt x="575" y="922"/>
                    <a:pt x="605" y="918"/>
                    <a:pt x="634" y="908"/>
                  </a:cubicBezTo>
                  <a:cubicBezTo>
                    <a:pt x="801" y="875"/>
                    <a:pt x="968" y="742"/>
                    <a:pt x="1001" y="541"/>
                  </a:cubicBezTo>
                  <a:cubicBezTo>
                    <a:pt x="1001" y="541"/>
                    <a:pt x="968" y="375"/>
                    <a:pt x="968" y="341"/>
                  </a:cubicBezTo>
                  <a:cubicBezTo>
                    <a:pt x="968" y="241"/>
                    <a:pt x="901" y="141"/>
                    <a:pt x="801" y="108"/>
                  </a:cubicBezTo>
                  <a:cubicBezTo>
                    <a:pt x="714" y="36"/>
                    <a:pt x="615" y="1"/>
                    <a:pt x="5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66"/>
            <p:cNvSpPr/>
            <p:nvPr/>
          </p:nvSpPr>
          <p:spPr>
            <a:xfrm>
              <a:off x="5784561" y="4385238"/>
              <a:ext cx="33" cy="3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66"/>
            <p:cNvSpPr/>
            <p:nvPr/>
          </p:nvSpPr>
          <p:spPr>
            <a:xfrm>
              <a:off x="5821472" y="4351719"/>
              <a:ext cx="27467" cy="27073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393" y="0"/>
                  </a:moveTo>
                  <a:cubicBezTo>
                    <a:pt x="297" y="0"/>
                    <a:pt x="202" y="37"/>
                    <a:pt x="134" y="119"/>
                  </a:cubicBezTo>
                  <a:cubicBezTo>
                    <a:pt x="68" y="185"/>
                    <a:pt x="34" y="285"/>
                    <a:pt x="1" y="385"/>
                  </a:cubicBezTo>
                  <a:cubicBezTo>
                    <a:pt x="1" y="552"/>
                    <a:pt x="68" y="719"/>
                    <a:pt x="234" y="786"/>
                  </a:cubicBezTo>
                  <a:cubicBezTo>
                    <a:pt x="285" y="811"/>
                    <a:pt x="336" y="822"/>
                    <a:pt x="387" y="822"/>
                  </a:cubicBezTo>
                  <a:cubicBezTo>
                    <a:pt x="470" y="822"/>
                    <a:pt x="552" y="794"/>
                    <a:pt x="635" y="752"/>
                  </a:cubicBezTo>
                  <a:cubicBezTo>
                    <a:pt x="768" y="652"/>
                    <a:pt x="835" y="486"/>
                    <a:pt x="768" y="319"/>
                  </a:cubicBezTo>
                  <a:cubicBezTo>
                    <a:pt x="768" y="292"/>
                    <a:pt x="725" y="200"/>
                    <a:pt x="725" y="200"/>
                  </a:cubicBezTo>
                  <a:lnTo>
                    <a:pt x="725" y="200"/>
                  </a:lnTo>
                  <a:cubicBezTo>
                    <a:pt x="726" y="200"/>
                    <a:pt x="728" y="206"/>
                    <a:pt x="735" y="219"/>
                  </a:cubicBezTo>
                  <a:cubicBezTo>
                    <a:pt x="675" y="80"/>
                    <a:pt x="533" y="0"/>
                    <a:pt x="3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66"/>
            <p:cNvSpPr/>
            <p:nvPr/>
          </p:nvSpPr>
          <p:spPr>
            <a:xfrm>
              <a:off x="6094854" y="4080870"/>
              <a:ext cx="76678" cy="37862"/>
            </a:xfrm>
            <a:custGeom>
              <a:avLst/>
              <a:gdLst/>
              <a:ahLst/>
              <a:cxnLst/>
              <a:rect l="l" t="t" r="r" b="b"/>
              <a:pathLst>
                <a:path w="2331" h="1151" extrusionOk="0">
                  <a:moveTo>
                    <a:pt x="1430" y="1"/>
                  </a:moveTo>
                  <a:cubicBezTo>
                    <a:pt x="1296" y="1"/>
                    <a:pt x="1168" y="18"/>
                    <a:pt x="1063" y="47"/>
                  </a:cubicBezTo>
                  <a:cubicBezTo>
                    <a:pt x="630" y="147"/>
                    <a:pt x="296" y="380"/>
                    <a:pt x="63" y="747"/>
                  </a:cubicBezTo>
                  <a:cubicBezTo>
                    <a:pt x="0" y="934"/>
                    <a:pt x="142" y="1151"/>
                    <a:pt x="352" y="1151"/>
                  </a:cubicBezTo>
                  <a:cubicBezTo>
                    <a:pt x="366" y="1151"/>
                    <a:pt x="381" y="1150"/>
                    <a:pt x="396" y="1147"/>
                  </a:cubicBezTo>
                  <a:cubicBezTo>
                    <a:pt x="640" y="1099"/>
                    <a:pt x="902" y="1068"/>
                    <a:pt x="1169" y="1068"/>
                  </a:cubicBezTo>
                  <a:cubicBezTo>
                    <a:pt x="1267" y="1068"/>
                    <a:pt x="1365" y="1072"/>
                    <a:pt x="1464" y="1081"/>
                  </a:cubicBezTo>
                  <a:cubicBezTo>
                    <a:pt x="1580" y="1081"/>
                    <a:pt x="1689" y="1097"/>
                    <a:pt x="1793" y="1097"/>
                  </a:cubicBezTo>
                  <a:cubicBezTo>
                    <a:pt x="1897" y="1097"/>
                    <a:pt x="1997" y="1081"/>
                    <a:pt x="2097" y="1014"/>
                  </a:cubicBezTo>
                  <a:cubicBezTo>
                    <a:pt x="2264" y="881"/>
                    <a:pt x="2331" y="647"/>
                    <a:pt x="2264" y="447"/>
                  </a:cubicBezTo>
                  <a:cubicBezTo>
                    <a:pt x="2145" y="113"/>
                    <a:pt x="1769" y="1"/>
                    <a:pt x="1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6"/>
            <p:cNvSpPr/>
            <p:nvPr/>
          </p:nvSpPr>
          <p:spPr>
            <a:xfrm>
              <a:off x="6183010" y="4079324"/>
              <a:ext cx="29145" cy="25165"/>
            </a:xfrm>
            <a:custGeom>
              <a:avLst/>
              <a:gdLst/>
              <a:ahLst/>
              <a:cxnLst/>
              <a:rect l="l" t="t" r="r" b="b"/>
              <a:pathLst>
                <a:path w="886" h="765" extrusionOk="0">
                  <a:moveTo>
                    <a:pt x="440" y="0"/>
                  </a:moveTo>
                  <a:cubicBezTo>
                    <a:pt x="105" y="0"/>
                    <a:pt x="1" y="764"/>
                    <a:pt x="375" y="764"/>
                  </a:cubicBezTo>
                  <a:cubicBezTo>
                    <a:pt x="388" y="764"/>
                    <a:pt x="403" y="763"/>
                    <a:pt x="418" y="761"/>
                  </a:cubicBezTo>
                  <a:cubicBezTo>
                    <a:pt x="518" y="761"/>
                    <a:pt x="618" y="727"/>
                    <a:pt x="718" y="661"/>
                  </a:cubicBezTo>
                  <a:cubicBezTo>
                    <a:pt x="852" y="561"/>
                    <a:pt x="885" y="361"/>
                    <a:pt x="785" y="227"/>
                  </a:cubicBezTo>
                  <a:cubicBezTo>
                    <a:pt x="718" y="127"/>
                    <a:pt x="652" y="94"/>
                    <a:pt x="551" y="27"/>
                  </a:cubicBezTo>
                  <a:cubicBezTo>
                    <a:pt x="512" y="9"/>
                    <a:pt x="475" y="0"/>
                    <a:pt x="4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6"/>
            <p:cNvSpPr/>
            <p:nvPr/>
          </p:nvSpPr>
          <p:spPr>
            <a:xfrm>
              <a:off x="6236623" y="4109817"/>
              <a:ext cx="15395" cy="12105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268" y="1"/>
                  </a:moveTo>
                  <a:cubicBezTo>
                    <a:pt x="34" y="1"/>
                    <a:pt x="1" y="301"/>
                    <a:pt x="201" y="368"/>
                  </a:cubicBezTo>
                  <a:cubicBezTo>
                    <a:pt x="401" y="368"/>
                    <a:pt x="468" y="67"/>
                    <a:pt x="2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6"/>
            <p:cNvSpPr/>
            <p:nvPr/>
          </p:nvSpPr>
          <p:spPr>
            <a:xfrm>
              <a:off x="5769199" y="3669859"/>
              <a:ext cx="31546" cy="36415"/>
            </a:xfrm>
            <a:custGeom>
              <a:avLst/>
              <a:gdLst/>
              <a:ahLst/>
              <a:cxnLst/>
              <a:rect l="l" t="t" r="r" b="b"/>
              <a:pathLst>
                <a:path w="959" h="1107" extrusionOk="0">
                  <a:moveTo>
                    <a:pt x="632" y="0"/>
                  </a:moveTo>
                  <a:cubicBezTo>
                    <a:pt x="566" y="0"/>
                    <a:pt x="498" y="21"/>
                    <a:pt x="434" y="66"/>
                  </a:cubicBezTo>
                  <a:cubicBezTo>
                    <a:pt x="134" y="233"/>
                    <a:pt x="1" y="600"/>
                    <a:pt x="101" y="933"/>
                  </a:cubicBezTo>
                  <a:cubicBezTo>
                    <a:pt x="157" y="1047"/>
                    <a:pt x="268" y="1107"/>
                    <a:pt x="377" y="1107"/>
                  </a:cubicBezTo>
                  <a:cubicBezTo>
                    <a:pt x="461" y="1107"/>
                    <a:pt x="543" y="1072"/>
                    <a:pt x="601" y="1000"/>
                  </a:cubicBezTo>
                  <a:cubicBezTo>
                    <a:pt x="768" y="833"/>
                    <a:pt x="901" y="600"/>
                    <a:pt x="935" y="366"/>
                  </a:cubicBezTo>
                  <a:cubicBezTo>
                    <a:pt x="959" y="148"/>
                    <a:pt x="806" y="0"/>
                    <a:pt x="6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6"/>
            <p:cNvSpPr/>
            <p:nvPr/>
          </p:nvSpPr>
          <p:spPr>
            <a:xfrm>
              <a:off x="5808705" y="3679497"/>
              <a:ext cx="21086" cy="17796"/>
            </a:xfrm>
            <a:custGeom>
              <a:avLst/>
              <a:gdLst/>
              <a:ahLst/>
              <a:cxnLst/>
              <a:rect l="l" t="t" r="r" b="b"/>
              <a:pathLst>
                <a:path w="641" h="541" extrusionOk="0">
                  <a:moveTo>
                    <a:pt x="326" y="1"/>
                  </a:moveTo>
                  <a:cubicBezTo>
                    <a:pt x="284" y="1"/>
                    <a:pt x="241" y="13"/>
                    <a:pt x="201" y="40"/>
                  </a:cubicBezTo>
                  <a:cubicBezTo>
                    <a:pt x="67" y="140"/>
                    <a:pt x="0" y="307"/>
                    <a:pt x="34" y="440"/>
                  </a:cubicBezTo>
                  <a:cubicBezTo>
                    <a:pt x="34" y="507"/>
                    <a:pt x="101" y="540"/>
                    <a:pt x="167" y="540"/>
                  </a:cubicBezTo>
                  <a:lnTo>
                    <a:pt x="234" y="540"/>
                  </a:lnTo>
                  <a:cubicBezTo>
                    <a:pt x="367" y="507"/>
                    <a:pt x="467" y="474"/>
                    <a:pt x="534" y="374"/>
                  </a:cubicBezTo>
                  <a:cubicBezTo>
                    <a:pt x="641" y="187"/>
                    <a:pt x="492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6"/>
            <p:cNvSpPr/>
            <p:nvPr/>
          </p:nvSpPr>
          <p:spPr>
            <a:xfrm>
              <a:off x="5852289" y="3716305"/>
              <a:ext cx="23948" cy="20526"/>
            </a:xfrm>
            <a:custGeom>
              <a:avLst/>
              <a:gdLst/>
              <a:ahLst/>
              <a:cxnLst/>
              <a:rect l="l" t="t" r="r" b="b"/>
              <a:pathLst>
                <a:path w="728" h="624" extrusionOk="0">
                  <a:moveTo>
                    <a:pt x="381" y="1"/>
                  </a:moveTo>
                  <a:cubicBezTo>
                    <a:pt x="197" y="1"/>
                    <a:pt x="0" y="236"/>
                    <a:pt x="210" y="422"/>
                  </a:cubicBezTo>
                  <a:lnTo>
                    <a:pt x="443" y="589"/>
                  </a:lnTo>
                  <a:cubicBezTo>
                    <a:pt x="468" y="613"/>
                    <a:pt x="498" y="624"/>
                    <a:pt x="529" y="624"/>
                  </a:cubicBezTo>
                  <a:cubicBezTo>
                    <a:pt x="625" y="624"/>
                    <a:pt x="727" y="523"/>
                    <a:pt x="677" y="422"/>
                  </a:cubicBezTo>
                  <a:lnTo>
                    <a:pt x="577" y="155"/>
                  </a:lnTo>
                  <a:cubicBezTo>
                    <a:pt x="537" y="44"/>
                    <a:pt x="460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66"/>
            <p:cNvSpPr/>
            <p:nvPr/>
          </p:nvSpPr>
          <p:spPr>
            <a:xfrm>
              <a:off x="5842393" y="4210768"/>
              <a:ext cx="38388" cy="32533"/>
            </a:xfrm>
            <a:custGeom>
              <a:avLst/>
              <a:gdLst/>
              <a:ahLst/>
              <a:cxnLst/>
              <a:rect l="l" t="t" r="r" b="b"/>
              <a:pathLst>
                <a:path w="1167" h="989" extrusionOk="0">
                  <a:moveTo>
                    <a:pt x="713" y="0"/>
                  </a:moveTo>
                  <a:cubicBezTo>
                    <a:pt x="533" y="0"/>
                    <a:pt x="361" y="95"/>
                    <a:pt x="266" y="267"/>
                  </a:cubicBezTo>
                  <a:cubicBezTo>
                    <a:pt x="0" y="586"/>
                    <a:pt x="263" y="989"/>
                    <a:pt x="600" y="989"/>
                  </a:cubicBezTo>
                  <a:cubicBezTo>
                    <a:pt x="686" y="989"/>
                    <a:pt x="777" y="962"/>
                    <a:pt x="866" y="901"/>
                  </a:cubicBezTo>
                  <a:cubicBezTo>
                    <a:pt x="999" y="801"/>
                    <a:pt x="1099" y="668"/>
                    <a:pt x="1133" y="501"/>
                  </a:cubicBezTo>
                  <a:cubicBezTo>
                    <a:pt x="1166" y="434"/>
                    <a:pt x="1166" y="367"/>
                    <a:pt x="1133" y="301"/>
                  </a:cubicBezTo>
                  <a:cubicBezTo>
                    <a:pt x="1133" y="301"/>
                    <a:pt x="1099" y="167"/>
                    <a:pt x="1099" y="167"/>
                  </a:cubicBezTo>
                  <a:cubicBezTo>
                    <a:pt x="985" y="53"/>
                    <a:pt x="847" y="0"/>
                    <a:pt x="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66"/>
            <p:cNvSpPr/>
            <p:nvPr/>
          </p:nvSpPr>
          <p:spPr>
            <a:xfrm>
              <a:off x="5886598" y="4219551"/>
              <a:ext cx="33" cy="1118"/>
            </a:xfrm>
            <a:custGeom>
              <a:avLst/>
              <a:gdLst/>
              <a:ahLst/>
              <a:cxnLst/>
              <a:rect l="l" t="t" r="r" b="b"/>
              <a:pathLst>
                <a:path w="1" h="34" extrusionOk="0">
                  <a:moveTo>
                    <a:pt x="1" y="3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66"/>
            <p:cNvSpPr/>
            <p:nvPr/>
          </p:nvSpPr>
          <p:spPr>
            <a:xfrm>
              <a:off x="5905977" y="4223400"/>
              <a:ext cx="39540" cy="31415"/>
            </a:xfrm>
            <a:custGeom>
              <a:avLst/>
              <a:gdLst/>
              <a:ahLst/>
              <a:cxnLst/>
              <a:rect l="l" t="t" r="r" b="b"/>
              <a:pathLst>
                <a:path w="1202" h="955" extrusionOk="0">
                  <a:moveTo>
                    <a:pt x="601" y="0"/>
                  </a:moveTo>
                  <a:cubicBezTo>
                    <a:pt x="509" y="0"/>
                    <a:pt x="417" y="17"/>
                    <a:pt x="334" y="50"/>
                  </a:cubicBezTo>
                  <a:cubicBezTo>
                    <a:pt x="100" y="150"/>
                    <a:pt x="0" y="417"/>
                    <a:pt x="67" y="651"/>
                  </a:cubicBezTo>
                  <a:cubicBezTo>
                    <a:pt x="153" y="844"/>
                    <a:pt x="323" y="955"/>
                    <a:pt x="504" y="955"/>
                  </a:cubicBezTo>
                  <a:cubicBezTo>
                    <a:pt x="604" y="955"/>
                    <a:pt x="706" y="922"/>
                    <a:pt x="801" y="851"/>
                  </a:cubicBezTo>
                  <a:cubicBezTo>
                    <a:pt x="834" y="851"/>
                    <a:pt x="901" y="817"/>
                    <a:pt x="934" y="751"/>
                  </a:cubicBezTo>
                  <a:cubicBezTo>
                    <a:pt x="1201" y="584"/>
                    <a:pt x="1168" y="184"/>
                    <a:pt x="868" y="50"/>
                  </a:cubicBezTo>
                  <a:cubicBezTo>
                    <a:pt x="784" y="17"/>
                    <a:pt x="693" y="0"/>
                    <a:pt x="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66"/>
            <p:cNvSpPr/>
            <p:nvPr/>
          </p:nvSpPr>
          <p:spPr>
            <a:xfrm>
              <a:off x="5954463" y="4161658"/>
              <a:ext cx="52500" cy="39638"/>
            </a:xfrm>
            <a:custGeom>
              <a:avLst/>
              <a:gdLst/>
              <a:ahLst/>
              <a:cxnLst/>
              <a:rect l="l" t="t" r="r" b="b"/>
              <a:pathLst>
                <a:path w="1596" h="1205" extrusionOk="0">
                  <a:moveTo>
                    <a:pt x="1012" y="1"/>
                  </a:moveTo>
                  <a:cubicBezTo>
                    <a:pt x="886" y="1"/>
                    <a:pt x="761" y="42"/>
                    <a:pt x="661" y="126"/>
                  </a:cubicBezTo>
                  <a:cubicBezTo>
                    <a:pt x="1" y="220"/>
                    <a:pt x="111" y="1204"/>
                    <a:pt x="741" y="1204"/>
                  </a:cubicBezTo>
                  <a:cubicBezTo>
                    <a:pt x="780" y="1204"/>
                    <a:pt x="820" y="1201"/>
                    <a:pt x="861" y="1193"/>
                  </a:cubicBezTo>
                  <a:cubicBezTo>
                    <a:pt x="1128" y="1193"/>
                    <a:pt x="1395" y="1026"/>
                    <a:pt x="1495" y="760"/>
                  </a:cubicBezTo>
                  <a:cubicBezTo>
                    <a:pt x="1595" y="526"/>
                    <a:pt x="1529" y="259"/>
                    <a:pt x="1362" y="126"/>
                  </a:cubicBezTo>
                  <a:cubicBezTo>
                    <a:pt x="1262" y="42"/>
                    <a:pt x="1137" y="1"/>
                    <a:pt x="1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66"/>
            <p:cNvSpPr/>
            <p:nvPr/>
          </p:nvSpPr>
          <p:spPr>
            <a:xfrm>
              <a:off x="5041715" y="4285372"/>
              <a:ext cx="199738" cy="144639"/>
            </a:xfrm>
            <a:custGeom>
              <a:avLst/>
              <a:gdLst/>
              <a:ahLst/>
              <a:cxnLst/>
              <a:rect l="l" t="t" r="r" b="b"/>
              <a:pathLst>
                <a:path w="6072" h="4397" extrusionOk="0">
                  <a:moveTo>
                    <a:pt x="101" y="1"/>
                  </a:moveTo>
                  <a:cubicBezTo>
                    <a:pt x="34" y="1"/>
                    <a:pt x="1" y="101"/>
                    <a:pt x="68" y="134"/>
                  </a:cubicBezTo>
                  <a:cubicBezTo>
                    <a:pt x="1135" y="568"/>
                    <a:pt x="2202" y="1068"/>
                    <a:pt x="3170" y="1669"/>
                  </a:cubicBezTo>
                  <a:cubicBezTo>
                    <a:pt x="3703" y="2002"/>
                    <a:pt x="4170" y="2402"/>
                    <a:pt x="4537" y="2903"/>
                  </a:cubicBezTo>
                  <a:cubicBezTo>
                    <a:pt x="4938" y="3370"/>
                    <a:pt x="5038" y="3937"/>
                    <a:pt x="5505" y="4337"/>
                  </a:cubicBezTo>
                  <a:cubicBezTo>
                    <a:pt x="5556" y="4378"/>
                    <a:pt x="5616" y="4397"/>
                    <a:pt x="5676" y="4397"/>
                  </a:cubicBezTo>
                  <a:cubicBezTo>
                    <a:pt x="5813" y="4397"/>
                    <a:pt x="5949" y="4299"/>
                    <a:pt x="5972" y="4137"/>
                  </a:cubicBezTo>
                  <a:cubicBezTo>
                    <a:pt x="6072" y="2936"/>
                    <a:pt x="4804" y="1935"/>
                    <a:pt x="3870" y="1335"/>
                  </a:cubicBezTo>
                  <a:cubicBezTo>
                    <a:pt x="2736" y="635"/>
                    <a:pt x="1435" y="20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66"/>
            <p:cNvSpPr/>
            <p:nvPr/>
          </p:nvSpPr>
          <p:spPr>
            <a:xfrm>
              <a:off x="5249671" y="4321588"/>
              <a:ext cx="559" cy="2566"/>
            </a:xfrm>
            <a:custGeom>
              <a:avLst/>
              <a:gdLst/>
              <a:ahLst/>
              <a:cxnLst/>
              <a:rect l="l" t="t" r="r" b="b"/>
              <a:pathLst>
                <a:path w="17" h="78" extrusionOk="0">
                  <a:moveTo>
                    <a:pt x="17" y="1"/>
                  </a:moveTo>
                  <a:cubicBezTo>
                    <a:pt x="3" y="57"/>
                    <a:pt x="0" y="78"/>
                    <a:pt x="3" y="78"/>
                  </a:cubicBezTo>
                  <a:cubicBezTo>
                    <a:pt x="6" y="78"/>
                    <a:pt x="17" y="39"/>
                    <a:pt x="17" y="1"/>
                  </a:cubicBezTo>
                  <a:close/>
                </a:path>
              </a:pathLst>
            </a:custGeom>
            <a:solidFill>
              <a:srgbClr val="650E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66"/>
            <p:cNvSpPr/>
            <p:nvPr/>
          </p:nvSpPr>
          <p:spPr>
            <a:xfrm>
              <a:off x="5320426" y="4234913"/>
              <a:ext cx="5526" cy="4408"/>
            </a:xfrm>
            <a:custGeom>
              <a:avLst/>
              <a:gdLst/>
              <a:ahLst/>
              <a:cxnLst/>
              <a:rect l="l" t="t" r="r" b="b"/>
              <a:pathLst>
                <a:path w="168" h="134" extrusionOk="0">
                  <a:moveTo>
                    <a:pt x="101" y="0"/>
                  </a:moveTo>
                  <a:cubicBezTo>
                    <a:pt x="1" y="0"/>
                    <a:pt x="1" y="100"/>
                    <a:pt x="67" y="134"/>
                  </a:cubicBezTo>
                  <a:cubicBezTo>
                    <a:pt x="167" y="134"/>
                    <a:pt x="167" y="34"/>
                    <a:pt x="101" y="0"/>
                  </a:cubicBezTo>
                  <a:close/>
                </a:path>
              </a:pathLst>
            </a:custGeom>
            <a:solidFill>
              <a:srgbClr val="650E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0" name="Google Shape;3090;p66"/>
          <p:cNvGrpSpPr/>
          <p:nvPr/>
        </p:nvGrpSpPr>
        <p:grpSpPr>
          <a:xfrm>
            <a:off x="6436985" y="972872"/>
            <a:ext cx="1530011" cy="1065271"/>
            <a:chOff x="9144000" y="3223401"/>
            <a:chExt cx="2361493" cy="1644191"/>
          </a:xfrm>
        </p:grpSpPr>
        <p:sp>
          <p:nvSpPr>
            <p:cNvPr id="3091" name="Google Shape;3091;p66"/>
            <p:cNvSpPr/>
            <p:nvPr/>
          </p:nvSpPr>
          <p:spPr>
            <a:xfrm>
              <a:off x="9144000" y="3223401"/>
              <a:ext cx="2361453" cy="1644151"/>
            </a:xfrm>
            <a:custGeom>
              <a:avLst/>
              <a:gdLst/>
              <a:ahLst/>
              <a:cxnLst/>
              <a:rect l="l" t="t" r="r" b="b"/>
              <a:pathLst>
                <a:path w="36941" h="25720" fill="none" extrusionOk="0">
                  <a:moveTo>
                    <a:pt x="34617" y="15025"/>
                  </a:moveTo>
                  <a:cubicBezTo>
                    <a:pt x="34168" y="14814"/>
                    <a:pt x="33667" y="14682"/>
                    <a:pt x="33165" y="14655"/>
                  </a:cubicBezTo>
                  <a:cubicBezTo>
                    <a:pt x="32082" y="11619"/>
                    <a:pt x="27198" y="1"/>
                    <a:pt x="17032" y="1691"/>
                  </a:cubicBezTo>
                  <a:cubicBezTo>
                    <a:pt x="7262" y="3301"/>
                    <a:pt x="4912" y="12200"/>
                    <a:pt x="4410" y="15078"/>
                  </a:cubicBezTo>
                  <a:cubicBezTo>
                    <a:pt x="3724" y="14972"/>
                    <a:pt x="3011" y="15183"/>
                    <a:pt x="2483" y="15659"/>
                  </a:cubicBezTo>
                  <a:cubicBezTo>
                    <a:pt x="1" y="17639"/>
                    <a:pt x="1822" y="20781"/>
                    <a:pt x="3354" y="22524"/>
                  </a:cubicBezTo>
                  <a:cubicBezTo>
                    <a:pt x="5598" y="25138"/>
                    <a:pt x="9084" y="25719"/>
                    <a:pt x="9084" y="25719"/>
                  </a:cubicBezTo>
                  <a:cubicBezTo>
                    <a:pt x="9084" y="25719"/>
                    <a:pt x="12384" y="22920"/>
                    <a:pt x="13071" y="19778"/>
                  </a:cubicBezTo>
                  <a:cubicBezTo>
                    <a:pt x="13573" y="17481"/>
                    <a:pt x="13493" y="14787"/>
                    <a:pt x="10959" y="14497"/>
                  </a:cubicBezTo>
                  <a:lnTo>
                    <a:pt x="10827" y="14497"/>
                  </a:lnTo>
                  <a:cubicBezTo>
                    <a:pt x="10853" y="14365"/>
                    <a:pt x="10906" y="14233"/>
                    <a:pt x="10932" y="14074"/>
                  </a:cubicBezTo>
                  <a:cubicBezTo>
                    <a:pt x="10959" y="13916"/>
                    <a:pt x="11011" y="13758"/>
                    <a:pt x="11064" y="13599"/>
                  </a:cubicBezTo>
                  <a:cubicBezTo>
                    <a:pt x="11275" y="12860"/>
                    <a:pt x="11566" y="12147"/>
                    <a:pt x="11962" y="11487"/>
                  </a:cubicBezTo>
                  <a:cubicBezTo>
                    <a:pt x="12015" y="11355"/>
                    <a:pt x="12094" y="11249"/>
                    <a:pt x="12173" y="11117"/>
                  </a:cubicBezTo>
                  <a:cubicBezTo>
                    <a:pt x="12252" y="11011"/>
                    <a:pt x="12332" y="10879"/>
                    <a:pt x="12437" y="10774"/>
                  </a:cubicBezTo>
                  <a:cubicBezTo>
                    <a:pt x="12543" y="10589"/>
                    <a:pt x="12701" y="10431"/>
                    <a:pt x="12833" y="10272"/>
                  </a:cubicBezTo>
                  <a:cubicBezTo>
                    <a:pt x="12886" y="10219"/>
                    <a:pt x="12939" y="10167"/>
                    <a:pt x="12992" y="10114"/>
                  </a:cubicBezTo>
                  <a:cubicBezTo>
                    <a:pt x="14101" y="8952"/>
                    <a:pt x="15685" y="8107"/>
                    <a:pt x="18035" y="8133"/>
                  </a:cubicBezTo>
                  <a:lnTo>
                    <a:pt x="18352" y="8133"/>
                  </a:lnTo>
                  <a:cubicBezTo>
                    <a:pt x="20253" y="8213"/>
                    <a:pt x="22049" y="8846"/>
                    <a:pt x="23527" y="10008"/>
                  </a:cubicBezTo>
                  <a:cubicBezTo>
                    <a:pt x="23871" y="10272"/>
                    <a:pt x="24187" y="10563"/>
                    <a:pt x="24478" y="10853"/>
                  </a:cubicBezTo>
                  <a:cubicBezTo>
                    <a:pt x="25032" y="11408"/>
                    <a:pt x="25508" y="12041"/>
                    <a:pt x="25930" y="12701"/>
                  </a:cubicBezTo>
                  <a:cubicBezTo>
                    <a:pt x="26036" y="12886"/>
                    <a:pt x="26141" y="13071"/>
                    <a:pt x="26247" y="13256"/>
                  </a:cubicBezTo>
                  <a:lnTo>
                    <a:pt x="26379" y="13494"/>
                  </a:lnTo>
                  <a:lnTo>
                    <a:pt x="26194" y="13546"/>
                  </a:lnTo>
                  <a:cubicBezTo>
                    <a:pt x="23210" y="14682"/>
                    <a:pt x="24003" y="18220"/>
                    <a:pt x="24927" y="20359"/>
                  </a:cubicBezTo>
                  <a:cubicBezTo>
                    <a:pt x="26273" y="23527"/>
                    <a:pt x="29416" y="25165"/>
                    <a:pt x="29416" y="25165"/>
                  </a:cubicBezTo>
                  <a:cubicBezTo>
                    <a:pt x="29416" y="25165"/>
                    <a:pt x="33429" y="23527"/>
                    <a:pt x="35040" y="20702"/>
                  </a:cubicBezTo>
                  <a:cubicBezTo>
                    <a:pt x="36175" y="18669"/>
                    <a:pt x="36941" y="16081"/>
                    <a:pt x="34617" y="15025"/>
                  </a:cubicBezTo>
                  <a:close/>
                  <a:moveTo>
                    <a:pt x="29996" y="15870"/>
                  </a:moveTo>
                  <a:close/>
                </a:path>
              </a:pathLst>
            </a:custGeom>
            <a:solidFill>
              <a:schemeClr val="accent4"/>
            </a:solidFill>
            <a:ln w="228600" cap="flat" cmpd="sng">
              <a:solidFill>
                <a:schemeClr val="accent4"/>
              </a:solidFill>
              <a:prstDash val="solid"/>
              <a:miter lim="26404"/>
              <a:headEnd type="none" w="sm" len="sm"/>
              <a:tailEnd type="none" w="sm" len="sm"/>
            </a:ln>
            <a:effectLst>
              <a:outerShdw dist="76200" dir="30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66"/>
            <p:cNvSpPr/>
            <p:nvPr/>
          </p:nvSpPr>
          <p:spPr>
            <a:xfrm>
              <a:off x="9417478" y="3321146"/>
              <a:ext cx="1861816" cy="1050032"/>
            </a:xfrm>
            <a:custGeom>
              <a:avLst/>
              <a:gdLst/>
              <a:ahLst/>
              <a:cxnLst/>
              <a:rect l="l" t="t" r="r" b="b"/>
              <a:pathLst>
                <a:path w="29125" h="16426" extrusionOk="0">
                  <a:moveTo>
                    <a:pt x="14698" y="1"/>
                  </a:moveTo>
                  <a:cubicBezTo>
                    <a:pt x="14073" y="1"/>
                    <a:pt x="13425" y="52"/>
                    <a:pt x="12754" y="162"/>
                  </a:cubicBezTo>
                  <a:cubicBezTo>
                    <a:pt x="1083" y="2063"/>
                    <a:pt x="0" y="14420"/>
                    <a:pt x="0" y="14420"/>
                  </a:cubicBezTo>
                  <a:cubicBezTo>
                    <a:pt x="0" y="14420"/>
                    <a:pt x="2112" y="15925"/>
                    <a:pt x="2403" y="16374"/>
                  </a:cubicBezTo>
                  <a:cubicBezTo>
                    <a:pt x="2424" y="16409"/>
                    <a:pt x="2466" y="16426"/>
                    <a:pt x="2525" y="16426"/>
                  </a:cubicBezTo>
                  <a:cubicBezTo>
                    <a:pt x="3227" y="16426"/>
                    <a:pt x="6390" y="14183"/>
                    <a:pt x="6390" y="14183"/>
                  </a:cubicBezTo>
                  <a:cubicBezTo>
                    <a:pt x="6390" y="14183"/>
                    <a:pt x="6719" y="6620"/>
                    <a:pt x="13640" y="6620"/>
                  </a:cubicBezTo>
                  <a:cubicBezTo>
                    <a:pt x="13790" y="6620"/>
                    <a:pt x="13944" y="6623"/>
                    <a:pt x="14100" y="6631"/>
                  </a:cubicBezTo>
                  <a:cubicBezTo>
                    <a:pt x="21467" y="6948"/>
                    <a:pt x="23184" y="14763"/>
                    <a:pt x="23184" y="14763"/>
                  </a:cubicBezTo>
                  <a:lnTo>
                    <a:pt x="29125" y="13839"/>
                  </a:lnTo>
                  <a:cubicBezTo>
                    <a:pt x="29125" y="13839"/>
                    <a:pt x="24950" y="1"/>
                    <a:pt x="146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66"/>
            <p:cNvSpPr/>
            <p:nvPr/>
          </p:nvSpPr>
          <p:spPr>
            <a:xfrm>
              <a:off x="9528839" y="3469267"/>
              <a:ext cx="1633987" cy="901918"/>
            </a:xfrm>
            <a:custGeom>
              <a:avLst/>
              <a:gdLst/>
              <a:ahLst/>
              <a:cxnLst/>
              <a:rect l="l" t="t" r="r" b="b"/>
              <a:pathLst>
                <a:path w="25561" h="14109" extrusionOk="0">
                  <a:moveTo>
                    <a:pt x="13120" y="1"/>
                  </a:moveTo>
                  <a:cubicBezTo>
                    <a:pt x="12272" y="1"/>
                    <a:pt x="11385" y="111"/>
                    <a:pt x="10457" y="353"/>
                  </a:cubicBezTo>
                  <a:cubicBezTo>
                    <a:pt x="1163" y="2809"/>
                    <a:pt x="106" y="13107"/>
                    <a:pt x="106" y="13107"/>
                  </a:cubicBezTo>
                  <a:cubicBezTo>
                    <a:pt x="54" y="13212"/>
                    <a:pt x="27" y="13318"/>
                    <a:pt x="1" y="13423"/>
                  </a:cubicBezTo>
                  <a:cubicBezTo>
                    <a:pt x="265" y="13608"/>
                    <a:pt x="476" y="13820"/>
                    <a:pt x="661" y="14057"/>
                  </a:cubicBezTo>
                  <a:cubicBezTo>
                    <a:pt x="684" y="14092"/>
                    <a:pt x="728" y="14109"/>
                    <a:pt x="789" y="14109"/>
                  </a:cubicBezTo>
                  <a:cubicBezTo>
                    <a:pt x="1512" y="14109"/>
                    <a:pt x="4674" y="11866"/>
                    <a:pt x="4674" y="11866"/>
                  </a:cubicBezTo>
                  <a:cubicBezTo>
                    <a:pt x="4674" y="11866"/>
                    <a:pt x="4978" y="4303"/>
                    <a:pt x="11922" y="4303"/>
                  </a:cubicBezTo>
                  <a:cubicBezTo>
                    <a:pt x="12073" y="4303"/>
                    <a:pt x="12227" y="4306"/>
                    <a:pt x="12385" y="4314"/>
                  </a:cubicBezTo>
                  <a:cubicBezTo>
                    <a:pt x="19752" y="4657"/>
                    <a:pt x="21468" y="12420"/>
                    <a:pt x="21468" y="12420"/>
                  </a:cubicBezTo>
                  <a:lnTo>
                    <a:pt x="25561" y="11654"/>
                  </a:lnTo>
                  <a:cubicBezTo>
                    <a:pt x="24592" y="8016"/>
                    <a:pt x="20325" y="1"/>
                    <a:pt x="13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66"/>
            <p:cNvSpPr/>
            <p:nvPr/>
          </p:nvSpPr>
          <p:spPr>
            <a:xfrm>
              <a:off x="9684181" y="3597698"/>
              <a:ext cx="1326763" cy="722928"/>
            </a:xfrm>
            <a:custGeom>
              <a:avLst/>
              <a:gdLst/>
              <a:ahLst/>
              <a:cxnLst/>
              <a:rect l="l" t="t" r="r" b="b"/>
              <a:pathLst>
                <a:path w="20755" h="11309" extrusionOk="0">
                  <a:moveTo>
                    <a:pt x="11201" y="0"/>
                  </a:moveTo>
                  <a:cubicBezTo>
                    <a:pt x="10793" y="0"/>
                    <a:pt x="10369" y="28"/>
                    <a:pt x="9928" y="87"/>
                  </a:cubicBezTo>
                  <a:cubicBezTo>
                    <a:pt x="1426" y="1196"/>
                    <a:pt x="185" y="8906"/>
                    <a:pt x="0" y="11309"/>
                  </a:cubicBezTo>
                  <a:cubicBezTo>
                    <a:pt x="1056" y="10649"/>
                    <a:pt x="2218" y="9830"/>
                    <a:pt x="2218" y="9830"/>
                  </a:cubicBezTo>
                  <a:cubicBezTo>
                    <a:pt x="2218" y="9830"/>
                    <a:pt x="2547" y="2267"/>
                    <a:pt x="9468" y="2267"/>
                  </a:cubicBezTo>
                  <a:cubicBezTo>
                    <a:pt x="9618" y="2267"/>
                    <a:pt x="9772" y="2271"/>
                    <a:pt x="9928" y="2278"/>
                  </a:cubicBezTo>
                  <a:cubicBezTo>
                    <a:pt x="17295" y="2622"/>
                    <a:pt x="19012" y="10411"/>
                    <a:pt x="19012" y="10411"/>
                  </a:cubicBezTo>
                  <a:lnTo>
                    <a:pt x="20754" y="10068"/>
                  </a:lnTo>
                  <a:cubicBezTo>
                    <a:pt x="19765" y="6111"/>
                    <a:pt x="17224" y="0"/>
                    <a:pt x="112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66"/>
            <p:cNvSpPr/>
            <p:nvPr/>
          </p:nvSpPr>
          <p:spPr>
            <a:xfrm>
              <a:off x="9144000" y="4148116"/>
              <a:ext cx="867654" cy="719476"/>
            </a:xfrm>
            <a:custGeom>
              <a:avLst/>
              <a:gdLst/>
              <a:ahLst/>
              <a:cxnLst/>
              <a:rect l="l" t="t" r="r" b="b"/>
              <a:pathLst>
                <a:path w="13573" h="11255" extrusionOk="0">
                  <a:moveTo>
                    <a:pt x="10456" y="1"/>
                  </a:moveTo>
                  <a:cubicBezTo>
                    <a:pt x="8947" y="1"/>
                    <a:pt x="7529" y="844"/>
                    <a:pt x="6839" y="2224"/>
                  </a:cubicBezTo>
                  <a:cubicBezTo>
                    <a:pt x="6839" y="2224"/>
                    <a:pt x="5674" y="574"/>
                    <a:pt x="4100" y="574"/>
                  </a:cubicBezTo>
                  <a:cubicBezTo>
                    <a:pt x="3595" y="574"/>
                    <a:pt x="3047" y="745"/>
                    <a:pt x="2483" y="1194"/>
                  </a:cubicBezTo>
                  <a:cubicBezTo>
                    <a:pt x="1" y="3174"/>
                    <a:pt x="1822" y="6316"/>
                    <a:pt x="3354" y="8059"/>
                  </a:cubicBezTo>
                  <a:cubicBezTo>
                    <a:pt x="5598" y="10673"/>
                    <a:pt x="9084" y="11254"/>
                    <a:pt x="9084" y="11254"/>
                  </a:cubicBezTo>
                  <a:cubicBezTo>
                    <a:pt x="9084" y="11254"/>
                    <a:pt x="12384" y="8455"/>
                    <a:pt x="13071" y="5313"/>
                  </a:cubicBezTo>
                  <a:cubicBezTo>
                    <a:pt x="13573" y="3016"/>
                    <a:pt x="13493" y="322"/>
                    <a:pt x="10959" y="32"/>
                  </a:cubicBezTo>
                  <a:cubicBezTo>
                    <a:pt x="10790" y="11"/>
                    <a:pt x="10623" y="1"/>
                    <a:pt x="104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66"/>
            <p:cNvSpPr/>
            <p:nvPr/>
          </p:nvSpPr>
          <p:spPr>
            <a:xfrm>
              <a:off x="10627739" y="4077987"/>
              <a:ext cx="877754" cy="755785"/>
            </a:xfrm>
            <a:custGeom>
              <a:avLst/>
              <a:gdLst/>
              <a:ahLst/>
              <a:cxnLst/>
              <a:rect l="l" t="t" r="r" b="b"/>
              <a:pathLst>
                <a:path w="13731" h="11823" extrusionOk="0">
                  <a:moveTo>
                    <a:pt x="3999" y="0"/>
                  </a:moveTo>
                  <a:cubicBezTo>
                    <a:pt x="3682" y="0"/>
                    <a:pt x="3336" y="62"/>
                    <a:pt x="2958" y="205"/>
                  </a:cubicBezTo>
                  <a:cubicBezTo>
                    <a:pt x="0" y="1314"/>
                    <a:pt x="793" y="4878"/>
                    <a:pt x="1717" y="7017"/>
                  </a:cubicBezTo>
                  <a:cubicBezTo>
                    <a:pt x="3063" y="10159"/>
                    <a:pt x="6206" y="11823"/>
                    <a:pt x="6206" y="11823"/>
                  </a:cubicBezTo>
                  <a:cubicBezTo>
                    <a:pt x="6206" y="11823"/>
                    <a:pt x="10193" y="10159"/>
                    <a:pt x="11803" y="7361"/>
                  </a:cubicBezTo>
                  <a:cubicBezTo>
                    <a:pt x="12992" y="5301"/>
                    <a:pt x="13731" y="2740"/>
                    <a:pt x="11407" y="1683"/>
                  </a:cubicBezTo>
                  <a:cubicBezTo>
                    <a:pt x="10859" y="1423"/>
                    <a:pt x="10274" y="1297"/>
                    <a:pt x="9695" y="1297"/>
                  </a:cubicBezTo>
                  <a:cubicBezTo>
                    <a:pt x="8630" y="1297"/>
                    <a:pt x="7583" y="1724"/>
                    <a:pt x="6813" y="2528"/>
                  </a:cubicBezTo>
                  <a:cubicBezTo>
                    <a:pt x="6813" y="2528"/>
                    <a:pt x="6023" y="0"/>
                    <a:pt x="39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7" name="Google Shape;3097;p66"/>
          <p:cNvGrpSpPr/>
          <p:nvPr/>
        </p:nvGrpSpPr>
        <p:grpSpPr>
          <a:xfrm rot="1283121">
            <a:off x="-1006486" y="4048317"/>
            <a:ext cx="1490322" cy="486577"/>
            <a:chOff x="2564525" y="5223525"/>
            <a:chExt cx="2556110" cy="834547"/>
          </a:xfrm>
        </p:grpSpPr>
        <p:sp>
          <p:nvSpPr>
            <p:cNvPr id="3098" name="Google Shape;3098;p66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66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66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66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66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66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66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66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66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66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8" name="Google Shape;3108;p66"/>
          <p:cNvGrpSpPr/>
          <p:nvPr/>
        </p:nvGrpSpPr>
        <p:grpSpPr>
          <a:xfrm rot="1358433">
            <a:off x="8558379" y="389609"/>
            <a:ext cx="1719595" cy="916331"/>
            <a:chOff x="7463504" y="3075665"/>
            <a:chExt cx="2603050" cy="1387103"/>
          </a:xfrm>
        </p:grpSpPr>
        <p:sp>
          <p:nvSpPr>
            <p:cNvPr id="3109" name="Google Shape;3109;p66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66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66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66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66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66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66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66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66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66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66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66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66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66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66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66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66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66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66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66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66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66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66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66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66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66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66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66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66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66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66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66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66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6" name="Google Shape;3146;p67"/>
          <p:cNvGrpSpPr/>
          <p:nvPr/>
        </p:nvGrpSpPr>
        <p:grpSpPr>
          <a:xfrm flipH="1">
            <a:off x="1267848" y="2000602"/>
            <a:ext cx="820063" cy="820063"/>
            <a:chOff x="5681300" y="2527788"/>
            <a:chExt cx="805800" cy="805800"/>
          </a:xfrm>
        </p:grpSpPr>
        <p:sp>
          <p:nvSpPr>
            <p:cNvPr id="3147" name="Google Shape;3147;p67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67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12658472"/>
                <a:gd name="adj2" fmla="val 16200000"/>
              </a:avLst>
            </a:pr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9" name="Google Shape;3149;p67"/>
          <p:cNvSpPr txBox="1">
            <a:spLocks noGrp="1"/>
          </p:cNvSpPr>
          <p:nvPr>
            <p:ph type="title"/>
          </p:nvPr>
        </p:nvSpPr>
        <p:spPr>
          <a:xfrm>
            <a:off x="713225" y="1402251"/>
            <a:ext cx="19293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15%</a:t>
            </a:r>
            <a:endParaRPr/>
          </a:p>
        </p:txBody>
      </p:sp>
      <p:sp>
        <p:nvSpPr>
          <p:cNvPr id="3150" name="Google Shape;3150;p67"/>
          <p:cNvSpPr txBox="1">
            <a:spLocks noGrp="1"/>
          </p:cNvSpPr>
          <p:nvPr>
            <p:ph type="subTitle" idx="1"/>
          </p:nvPr>
        </p:nvSpPr>
        <p:spPr>
          <a:xfrm>
            <a:off x="934775" y="3430346"/>
            <a:ext cx="14862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3151" name="Google Shape;3151;p67"/>
          <p:cNvSpPr txBox="1">
            <a:spLocks noGrp="1"/>
          </p:cNvSpPr>
          <p:nvPr>
            <p:ph type="title" idx="2"/>
          </p:nvPr>
        </p:nvSpPr>
        <p:spPr>
          <a:xfrm>
            <a:off x="2642600" y="1402251"/>
            <a:ext cx="19293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20%</a:t>
            </a:r>
            <a:endParaRPr/>
          </a:p>
        </p:txBody>
      </p:sp>
      <p:sp>
        <p:nvSpPr>
          <p:cNvPr id="3152" name="Google Shape;3152;p67"/>
          <p:cNvSpPr txBox="1">
            <a:spLocks noGrp="1"/>
          </p:cNvSpPr>
          <p:nvPr>
            <p:ph type="subTitle" idx="3"/>
          </p:nvPr>
        </p:nvSpPr>
        <p:spPr>
          <a:xfrm>
            <a:off x="2864150" y="3430348"/>
            <a:ext cx="14862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Mars is red but actually a very cold place</a:t>
            </a:r>
            <a:endParaRPr/>
          </a:p>
        </p:txBody>
      </p:sp>
      <p:sp>
        <p:nvSpPr>
          <p:cNvPr id="3153" name="Google Shape;3153;p67"/>
          <p:cNvSpPr txBox="1">
            <a:spLocks noGrp="1"/>
          </p:cNvSpPr>
          <p:nvPr>
            <p:ph type="title" idx="4"/>
          </p:nvPr>
        </p:nvSpPr>
        <p:spPr>
          <a:xfrm>
            <a:off x="4571975" y="1402251"/>
            <a:ext cx="19293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</a:t>
            </a:r>
            <a:endParaRPr/>
          </a:p>
        </p:txBody>
      </p:sp>
      <p:sp>
        <p:nvSpPr>
          <p:cNvPr id="3154" name="Google Shape;3154;p67"/>
          <p:cNvSpPr txBox="1">
            <a:spLocks noGrp="1"/>
          </p:cNvSpPr>
          <p:nvPr>
            <p:ph type="subTitle" idx="5"/>
          </p:nvPr>
        </p:nvSpPr>
        <p:spPr>
          <a:xfrm>
            <a:off x="4793525" y="3430346"/>
            <a:ext cx="14862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3155" name="Google Shape;3155;p67"/>
          <p:cNvSpPr txBox="1">
            <a:spLocks noGrp="1"/>
          </p:cNvSpPr>
          <p:nvPr>
            <p:ph type="title" idx="6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 subjects</a:t>
            </a:r>
            <a:endParaRPr/>
          </a:p>
        </p:txBody>
      </p:sp>
      <p:sp>
        <p:nvSpPr>
          <p:cNvPr id="3156" name="Google Shape;3156;p67"/>
          <p:cNvSpPr txBox="1">
            <a:spLocks noGrp="1"/>
          </p:cNvSpPr>
          <p:nvPr>
            <p:ph type="title" idx="7"/>
          </p:nvPr>
        </p:nvSpPr>
        <p:spPr>
          <a:xfrm>
            <a:off x="934775" y="3027526"/>
            <a:ext cx="1486200" cy="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3157" name="Google Shape;3157;p67"/>
          <p:cNvSpPr txBox="1">
            <a:spLocks noGrp="1"/>
          </p:cNvSpPr>
          <p:nvPr>
            <p:ph type="title" idx="8"/>
          </p:nvPr>
        </p:nvSpPr>
        <p:spPr>
          <a:xfrm>
            <a:off x="2864150" y="3027526"/>
            <a:ext cx="1486200" cy="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3158" name="Google Shape;3158;p67"/>
          <p:cNvSpPr txBox="1">
            <a:spLocks noGrp="1"/>
          </p:cNvSpPr>
          <p:nvPr>
            <p:ph type="title" idx="9"/>
          </p:nvPr>
        </p:nvSpPr>
        <p:spPr>
          <a:xfrm>
            <a:off x="4793525" y="3027526"/>
            <a:ext cx="1486200" cy="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3159" name="Google Shape;3159;p67"/>
          <p:cNvSpPr txBox="1">
            <a:spLocks noGrp="1"/>
          </p:cNvSpPr>
          <p:nvPr>
            <p:ph type="title" idx="13"/>
          </p:nvPr>
        </p:nvSpPr>
        <p:spPr>
          <a:xfrm>
            <a:off x="6501275" y="1402251"/>
            <a:ext cx="19293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35%</a:t>
            </a:r>
            <a:endParaRPr/>
          </a:p>
        </p:txBody>
      </p:sp>
      <p:sp>
        <p:nvSpPr>
          <p:cNvPr id="3160" name="Google Shape;3160;p67"/>
          <p:cNvSpPr txBox="1">
            <a:spLocks noGrp="1"/>
          </p:cNvSpPr>
          <p:nvPr>
            <p:ph type="subTitle" idx="14"/>
          </p:nvPr>
        </p:nvSpPr>
        <p:spPr>
          <a:xfrm>
            <a:off x="6722825" y="3430346"/>
            <a:ext cx="14862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It’s composed of hydrogen and helium</a:t>
            </a:r>
            <a:endParaRPr/>
          </a:p>
        </p:txBody>
      </p:sp>
      <p:sp>
        <p:nvSpPr>
          <p:cNvPr id="3161" name="Google Shape;3161;p67"/>
          <p:cNvSpPr txBox="1">
            <a:spLocks noGrp="1"/>
          </p:cNvSpPr>
          <p:nvPr>
            <p:ph type="title" idx="15"/>
          </p:nvPr>
        </p:nvSpPr>
        <p:spPr>
          <a:xfrm>
            <a:off x="6722825" y="3027526"/>
            <a:ext cx="1486200" cy="3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grpSp>
        <p:nvGrpSpPr>
          <p:cNvPr id="3162" name="Google Shape;3162;p67"/>
          <p:cNvGrpSpPr/>
          <p:nvPr/>
        </p:nvGrpSpPr>
        <p:grpSpPr>
          <a:xfrm rot="-2191368">
            <a:off x="1765655" y="5033468"/>
            <a:ext cx="1653987" cy="540012"/>
            <a:chOff x="2564525" y="5223525"/>
            <a:chExt cx="2556110" cy="834547"/>
          </a:xfrm>
        </p:grpSpPr>
        <p:sp>
          <p:nvSpPr>
            <p:cNvPr id="3163" name="Google Shape;3163;p67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67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67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67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67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67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67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67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67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67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3" name="Google Shape;3173;p67"/>
          <p:cNvGrpSpPr/>
          <p:nvPr/>
        </p:nvGrpSpPr>
        <p:grpSpPr>
          <a:xfrm rot="1358433">
            <a:off x="8319129" y="190259"/>
            <a:ext cx="1719595" cy="916331"/>
            <a:chOff x="7463504" y="3075665"/>
            <a:chExt cx="2603050" cy="1387103"/>
          </a:xfrm>
        </p:grpSpPr>
        <p:sp>
          <p:nvSpPr>
            <p:cNvPr id="3174" name="Google Shape;3174;p67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67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67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67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67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67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67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67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67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67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67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67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67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67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67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67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67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67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67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67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67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67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67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67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67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67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67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67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67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67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67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67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67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7" name="Google Shape;3207;p67"/>
          <p:cNvGrpSpPr/>
          <p:nvPr/>
        </p:nvGrpSpPr>
        <p:grpSpPr>
          <a:xfrm flipH="1">
            <a:off x="3197223" y="2000602"/>
            <a:ext cx="820063" cy="820063"/>
            <a:chOff x="5681300" y="2527788"/>
            <a:chExt cx="805800" cy="805800"/>
          </a:xfrm>
        </p:grpSpPr>
        <p:sp>
          <p:nvSpPr>
            <p:cNvPr id="3208" name="Google Shape;3208;p67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67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11754261"/>
                <a:gd name="adj2" fmla="val 16200000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0" name="Google Shape;3210;p67"/>
          <p:cNvGrpSpPr/>
          <p:nvPr/>
        </p:nvGrpSpPr>
        <p:grpSpPr>
          <a:xfrm flipH="1">
            <a:off x="5126598" y="2000602"/>
            <a:ext cx="820063" cy="820063"/>
            <a:chOff x="5681300" y="2527788"/>
            <a:chExt cx="805800" cy="805800"/>
          </a:xfrm>
        </p:grpSpPr>
        <p:sp>
          <p:nvSpPr>
            <p:cNvPr id="3211" name="Google Shape;3211;p67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67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9765750"/>
                <a:gd name="adj2" fmla="val 16200000"/>
              </a:avLst>
            </a:pr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3" name="Google Shape;3213;p67"/>
          <p:cNvGrpSpPr/>
          <p:nvPr/>
        </p:nvGrpSpPr>
        <p:grpSpPr>
          <a:xfrm flipH="1">
            <a:off x="7055973" y="2000602"/>
            <a:ext cx="820063" cy="820063"/>
            <a:chOff x="5681300" y="2527788"/>
            <a:chExt cx="805800" cy="805800"/>
          </a:xfrm>
        </p:grpSpPr>
        <p:sp>
          <p:nvSpPr>
            <p:cNvPr id="3214" name="Google Shape;3214;p67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67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8929126"/>
                <a:gd name="adj2" fmla="val 16200000"/>
              </a:avLst>
            </a:pr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0" name="Google Shape;3220;p68"/>
          <p:cNvSpPr txBox="1">
            <a:spLocks noGrp="1"/>
          </p:cNvSpPr>
          <p:nvPr>
            <p:ph type="title"/>
          </p:nvPr>
        </p:nvSpPr>
        <p:spPr>
          <a:xfrm>
            <a:off x="2436900" y="2532250"/>
            <a:ext cx="4270200" cy="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3221" name="Google Shape;3221;p68"/>
          <p:cNvSpPr txBox="1">
            <a:spLocks noGrp="1"/>
          </p:cNvSpPr>
          <p:nvPr>
            <p:ph type="title" idx="2"/>
          </p:nvPr>
        </p:nvSpPr>
        <p:spPr>
          <a:xfrm>
            <a:off x="3944100" y="1000931"/>
            <a:ext cx="12558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22" name="Google Shape;3222;p68"/>
          <p:cNvSpPr txBox="1">
            <a:spLocks noGrp="1"/>
          </p:cNvSpPr>
          <p:nvPr>
            <p:ph type="subTitle" idx="1"/>
          </p:nvPr>
        </p:nvSpPr>
        <p:spPr>
          <a:xfrm>
            <a:off x="2436900" y="3545662"/>
            <a:ext cx="4270200" cy="5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You can enter a subtitle here</a:t>
            </a:r>
            <a:r>
              <a:rPr lang="en"/>
              <a:t> if you need it</a:t>
            </a:r>
            <a:endParaRPr/>
          </a:p>
        </p:txBody>
      </p:sp>
      <p:grpSp>
        <p:nvGrpSpPr>
          <p:cNvPr id="3223" name="Google Shape;3223;p68"/>
          <p:cNvGrpSpPr/>
          <p:nvPr/>
        </p:nvGrpSpPr>
        <p:grpSpPr>
          <a:xfrm>
            <a:off x="3804736" y="964059"/>
            <a:ext cx="1553648" cy="1421934"/>
            <a:chOff x="-164200" y="1462250"/>
            <a:chExt cx="1037425" cy="949475"/>
          </a:xfrm>
        </p:grpSpPr>
        <p:sp>
          <p:nvSpPr>
            <p:cNvPr id="3224" name="Google Shape;3224;p68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68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68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68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68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68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68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68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68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68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68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68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68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68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68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68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68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68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68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68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68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68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68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68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68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9" name="Google Shape;3249;p68"/>
          <p:cNvGrpSpPr/>
          <p:nvPr/>
        </p:nvGrpSpPr>
        <p:grpSpPr>
          <a:xfrm rot="438146">
            <a:off x="7253012" y="2721764"/>
            <a:ext cx="1038227" cy="1592561"/>
            <a:chOff x="3620829" y="2133831"/>
            <a:chExt cx="1694039" cy="2598526"/>
          </a:xfrm>
        </p:grpSpPr>
        <p:sp>
          <p:nvSpPr>
            <p:cNvPr id="3250" name="Google Shape;3250;p68"/>
            <p:cNvSpPr/>
            <p:nvPr/>
          </p:nvSpPr>
          <p:spPr>
            <a:xfrm>
              <a:off x="3620829" y="2133831"/>
              <a:ext cx="1694039" cy="2598526"/>
            </a:xfrm>
            <a:custGeom>
              <a:avLst/>
              <a:gdLst/>
              <a:ahLst/>
              <a:cxnLst/>
              <a:rect l="l" t="t" r="r" b="b"/>
              <a:pathLst>
                <a:path w="44733" h="68617" extrusionOk="0">
                  <a:moveTo>
                    <a:pt x="20315" y="1"/>
                  </a:moveTo>
                  <a:cubicBezTo>
                    <a:pt x="19148" y="1"/>
                    <a:pt x="18080" y="668"/>
                    <a:pt x="17580" y="1669"/>
                  </a:cubicBezTo>
                  <a:cubicBezTo>
                    <a:pt x="17513" y="1769"/>
                    <a:pt x="17480" y="1902"/>
                    <a:pt x="17413" y="2002"/>
                  </a:cubicBezTo>
                  <a:cubicBezTo>
                    <a:pt x="17213" y="2069"/>
                    <a:pt x="17013" y="2102"/>
                    <a:pt x="16779" y="2169"/>
                  </a:cubicBezTo>
                  <a:cubicBezTo>
                    <a:pt x="16546" y="2035"/>
                    <a:pt x="16312" y="1935"/>
                    <a:pt x="16045" y="1835"/>
                  </a:cubicBezTo>
                  <a:cubicBezTo>
                    <a:pt x="15778" y="1769"/>
                    <a:pt x="15445" y="1702"/>
                    <a:pt x="15145" y="1702"/>
                  </a:cubicBezTo>
                  <a:cubicBezTo>
                    <a:pt x="14077" y="1702"/>
                    <a:pt x="13077" y="2302"/>
                    <a:pt x="12509" y="3236"/>
                  </a:cubicBezTo>
                  <a:cubicBezTo>
                    <a:pt x="12476" y="3303"/>
                    <a:pt x="12409" y="3403"/>
                    <a:pt x="12376" y="3503"/>
                  </a:cubicBezTo>
                  <a:cubicBezTo>
                    <a:pt x="10375" y="3703"/>
                    <a:pt x="9107" y="5738"/>
                    <a:pt x="9808" y="7639"/>
                  </a:cubicBezTo>
                  <a:cubicBezTo>
                    <a:pt x="9707" y="7940"/>
                    <a:pt x="9574" y="8273"/>
                    <a:pt x="9441" y="8607"/>
                  </a:cubicBezTo>
                  <a:cubicBezTo>
                    <a:pt x="8373" y="8940"/>
                    <a:pt x="7573" y="9808"/>
                    <a:pt x="7339" y="10875"/>
                  </a:cubicBezTo>
                  <a:cubicBezTo>
                    <a:pt x="7106" y="11876"/>
                    <a:pt x="7406" y="12910"/>
                    <a:pt x="8106" y="13610"/>
                  </a:cubicBezTo>
                  <a:cubicBezTo>
                    <a:pt x="8040" y="13944"/>
                    <a:pt x="7973" y="14244"/>
                    <a:pt x="7906" y="14578"/>
                  </a:cubicBezTo>
                  <a:lnTo>
                    <a:pt x="7773" y="14578"/>
                  </a:lnTo>
                  <a:cubicBezTo>
                    <a:pt x="6205" y="14778"/>
                    <a:pt x="5071" y="16079"/>
                    <a:pt x="5071" y="17647"/>
                  </a:cubicBezTo>
                  <a:cubicBezTo>
                    <a:pt x="5071" y="18914"/>
                    <a:pt x="5838" y="20082"/>
                    <a:pt x="7039" y="20549"/>
                  </a:cubicBezTo>
                  <a:cubicBezTo>
                    <a:pt x="7006" y="20816"/>
                    <a:pt x="6972" y="21116"/>
                    <a:pt x="6939" y="21383"/>
                  </a:cubicBezTo>
                  <a:cubicBezTo>
                    <a:pt x="6739" y="21583"/>
                    <a:pt x="6539" y="21783"/>
                    <a:pt x="6372" y="21983"/>
                  </a:cubicBezTo>
                  <a:cubicBezTo>
                    <a:pt x="5338" y="23217"/>
                    <a:pt x="5404" y="25019"/>
                    <a:pt x="6505" y="26153"/>
                  </a:cubicBezTo>
                  <a:cubicBezTo>
                    <a:pt x="6338" y="27954"/>
                    <a:pt x="6238" y="29822"/>
                    <a:pt x="6138" y="31790"/>
                  </a:cubicBezTo>
                  <a:cubicBezTo>
                    <a:pt x="5304" y="32524"/>
                    <a:pt x="4937" y="33691"/>
                    <a:pt x="5204" y="34792"/>
                  </a:cubicBezTo>
                  <a:cubicBezTo>
                    <a:pt x="5271" y="35226"/>
                    <a:pt x="5471" y="35626"/>
                    <a:pt x="5738" y="35960"/>
                  </a:cubicBezTo>
                  <a:cubicBezTo>
                    <a:pt x="3536" y="36127"/>
                    <a:pt x="2936" y="36327"/>
                    <a:pt x="2336" y="36760"/>
                  </a:cubicBezTo>
                  <a:cubicBezTo>
                    <a:pt x="1235" y="37528"/>
                    <a:pt x="534" y="38695"/>
                    <a:pt x="367" y="40029"/>
                  </a:cubicBezTo>
                  <a:cubicBezTo>
                    <a:pt x="1" y="42331"/>
                    <a:pt x="768" y="45567"/>
                    <a:pt x="2035" y="47234"/>
                  </a:cubicBezTo>
                  <a:cubicBezTo>
                    <a:pt x="2169" y="47368"/>
                    <a:pt x="2302" y="47501"/>
                    <a:pt x="2469" y="47635"/>
                  </a:cubicBezTo>
                  <a:cubicBezTo>
                    <a:pt x="2869" y="51904"/>
                    <a:pt x="4204" y="63246"/>
                    <a:pt x="7172" y="66315"/>
                  </a:cubicBezTo>
                  <a:cubicBezTo>
                    <a:pt x="7940" y="67082"/>
                    <a:pt x="9140" y="67682"/>
                    <a:pt x="12676" y="68149"/>
                  </a:cubicBezTo>
                  <a:cubicBezTo>
                    <a:pt x="15078" y="68450"/>
                    <a:pt x="17513" y="68616"/>
                    <a:pt x="19915" y="68616"/>
                  </a:cubicBezTo>
                  <a:cubicBezTo>
                    <a:pt x="27620" y="68616"/>
                    <a:pt x="29522" y="67082"/>
                    <a:pt x="30155" y="66582"/>
                  </a:cubicBezTo>
                  <a:cubicBezTo>
                    <a:pt x="31189" y="65781"/>
                    <a:pt x="33491" y="63946"/>
                    <a:pt x="35693" y="48435"/>
                  </a:cubicBezTo>
                  <a:cubicBezTo>
                    <a:pt x="36060" y="48168"/>
                    <a:pt x="36360" y="47835"/>
                    <a:pt x="36593" y="47468"/>
                  </a:cubicBezTo>
                  <a:cubicBezTo>
                    <a:pt x="37894" y="45233"/>
                    <a:pt x="38561" y="40963"/>
                    <a:pt x="37494" y="38528"/>
                  </a:cubicBezTo>
                  <a:cubicBezTo>
                    <a:pt x="38295" y="38462"/>
                    <a:pt x="39062" y="38095"/>
                    <a:pt x="39629" y="37461"/>
                  </a:cubicBezTo>
                  <a:cubicBezTo>
                    <a:pt x="40196" y="36827"/>
                    <a:pt x="40496" y="35926"/>
                    <a:pt x="40429" y="35059"/>
                  </a:cubicBezTo>
                  <a:cubicBezTo>
                    <a:pt x="40396" y="34692"/>
                    <a:pt x="40329" y="34359"/>
                    <a:pt x="40229" y="33992"/>
                  </a:cubicBezTo>
                  <a:cubicBezTo>
                    <a:pt x="40463" y="33525"/>
                    <a:pt x="40663" y="33024"/>
                    <a:pt x="40830" y="32524"/>
                  </a:cubicBezTo>
                  <a:cubicBezTo>
                    <a:pt x="44065" y="32224"/>
                    <a:pt x="44733" y="27754"/>
                    <a:pt x="41730" y="26520"/>
                  </a:cubicBezTo>
                  <a:lnTo>
                    <a:pt x="41597" y="26453"/>
                  </a:lnTo>
                  <a:cubicBezTo>
                    <a:pt x="43865" y="25419"/>
                    <a:pt x="44032" y="22250"/>
                    <a:pt x="41897" y="20982"/>
                  </a:cubicBezTo>
                  <a:cubicBezTo>
                    <a:pt x="42431" y="20148"/>
                    <a:pt x="42564" y="19114"/>
                    <a:pt x="42231" y="18180"/>
                  </a:cubicBezTo>
                  <a:cubicBezTo>
                    <a:pt x="41764" y="16913"/>
                    <a:pt x="40563" y="16079"/>
                    <a:pt x="39229" y="16079"/>
                  </a:cubicBezTo>
                  <a:lnTo>
                    <a:pt x="39062" y="16079"/>
                  </a:lnTo>
                  <a:cubicBezTo>
                    <a:pt x="38395" y="15345"/>
                    <a:pt x="37594" y="14745"/>
                    <a:pt x="36693" y="14344"/>
                  </a:cubicBezTo>
                  <a:cubicBezTo>
                    <a:pt x="36097" y="13410"/>
                    <a:pt x="35120" y="12950"/>
                    <a:pt x="34148" y="12950"/>
                  </a:cubicBezTo>
                  <a:cubicBezTo>
                    <a:pt x="33108" y="12950"/>
                    <a:pt x="32075" y="13476"/>
                    <a:pt x="31523" y="14511"/>
                  </a:cubicBezTo>
                  <a:cubicBezTo>
                    <a:pt x="31256" y="14678"/>
                    <a:pt x="30989" y="14845"/>
                    <a:pt x="30756" y="15045"/>
                  </a:cubicBezTo>
                  <a:cubicBezTo>
                    <a:pt x="30789" y="14678"/>
                    <a:pt x="30756" y="14311"/>
                    <a:pt x="30656" y="13977"/>
                  </a:cubicBezTo>
                  <a:cubicBezTo>
                    <a:pt x="30589" y="13844"/>
                    <a:pt x="30556" y="13710"/>
                    <a:pt x="30489" y="13577"/>
                  </a:cubicBezTo>
                  <a:cubicBezTo>
                    <a:pt x="31723" y="12176"/>
                    <a:pt x="31456" y="10008"/>
                    <a:pt x="29889" y="8940"/>
                  </a:cubicBezTo>
                  <a:cubicBezTo>
                    <a:pt x="30322" y="8073"/>
                    <a:pt x="30322" y="7039"/>
                    <a:pt x="29889" y="6172"/>
                  </a:cubicBezTo>
                  <a:cubicBezTo>
                    <a:pt x="29588" y="5605"/>
                    <a:pt x="29121" y="5138"/>
                    <a:pt x="28554" y="4837"/>
                  </a:cubicBezTo>
                  <a:cubicBezTo>
                    <a:pt x="28154" y="4104"/>
                    <a:pt x="27587" y="3470"/>
                    <a:pt x="26886" y="3003"/>
                  </a:cubicBezTo>
                  <a:cubicBezTo>
                    <a:pt x="26820" y="2869"/>
                    <a:pt x="26753" y="2769"/>
                    <a:pt x="26653" y="2669"/>
                  </a:cubicBezTo>
                  <a:cubicBezTo>
                    <a:pt x="26086" y="1935"/>
                    <a:pt x="25185" y="1502"/>
                    <a:pt x="24251" y="1468"/>
                  </a:cubicBezTo>
                  <a:cubicBezTo>
                    <a:pt x="23918" y="1468"/>
                    <a:pt x="23551" y="1535"/>
                    <a:pt x="23217" y="1669"/>
                  </a:cubicBezTo>
                  <a:lnTo>
                    <a:pt x="23050" y="1635"/>
                  </a:lnTo>
                  <a:cubicBezTo>
                    <a:pt x="22517" y="634"/>
                    <a:pt x="21449" y="1"/>
                    <a:pt x="20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76200" dir="2880000" algn="bl" rotWithShape="0">
                <a:schemeClr val="dk1">
                  <a:alpha val="8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68"/>
            <p:cNvSpPr/>
            <p:nvPr/>
          </p:nvSpPr>
          <p:spPr>
            <a:xfrm>
              <a:off x="3961896" y="2304061"/>
              <a:ext cx="1140758" cy="1461593"/>
            </a:xfrm>
            <a:custGeom>
              <a:avLst/>
              <a:gdLst/>
              <a:ahLst/>
              <a:cxnLst/>
              <a:rect l="l" t="t" r="r" b="b"/>
              <a:pathLst>
                <a:path w="30123" h="38595" extrusionOk="0">
                  <a:moveTo>
                    <a:pt x="12527" y="1"/>
                  </a:moveTo>
                  <a:cubicBezTo>
                    <a:pt x="10674" y="1"/>
                    <a:pt x="8395" y="448"/>
                    <a:pt x="5939" y="1477"/>
                  </a:cubicBezTo>
                  <a:cubicBezTo>
                    <a:pt x="201" y="3878"/>
                    <a:pt x="1" y="36035"/>
                    <a:pt x="1" y="36035"/>
                  </a:cubicBezTo>
                  <a:cubicBezTo>
                    <a:pt x="2148" y="37951"/>
                    <a:pt x="5010" y="38595"/>
                    <a:pt x="7886" y="38595"/>
                  </a:cubicBezTo>
                  <a:cubicBezTo>
                    <a:pt x="13771" y="38595"/>
                    <a:pt x="19715" y="35901"/>
                    <a:pt x="19715" y="35901"/>
                  </a:cubicBezTo>
                  <a:cubicBezTo>
                    <a:pt x="19648" y="34434"/>
                    <a:pt x="19715" y="32966"/>
                    <a:pt x="19848" y="31531"/>
                  </a:cubicBezTo>
                  <a:cubicBezTo>
                    <a:pt x="20082" y="30064"/>
                    <a:pt x="22984" y="31231"/>
                    <a:pt x="26553" y="30164"/>
                  </a:cubicBezTo>
                  <a:cubicBezTo>
                    <a:pt x="30123" y="29130"/>
                    <a:pt x="29756" y="21558"/>
                    <a:pt x="29522" y="17922"/>
                  </a:cubicBezTo>
                  <a:cubicBezTo>
                    <a:pt x="29339" y="14631"/>
                    <a:pt x="27487" y="12287"/>
                    <a:pt x="25311" y="12287"/>
                  </a:cubicBezTo>
                  <a:cubicBezTo>
                    <a:pt x="25105" y="12287"/>
                    <a:pt x="24896" y="12308"/>
                    <a:pt x="24685" y="12351"/>
                  </a:cubicBezTo>
                  <a:cubicBezTo>
                    <a:pt x="22250" y="12851"/>
                    <a:pt x="22317" y="18088"/>
                    <a:pt x="21650" y="19590"/>
                  </a:cubicBezTo>
                  <a:cubicBezTo>
                    <a:pt x="21162" y="20712"/>
                    <a:pt x="20620" y="21228"/>
                    <a:pt x="19934" y="21228"/>
                  </a:cubicBezTo>
                  <a:cubicBezTo>
                    <a:pt x="19682" y="21228"/>
                    <a:pt x="19410" y="21158"/>
                    <a:pt x="19115" y="21024"/>
                  </a:cubicBezTo>
                  <a:cubicBezTo>
                    <a:pt x="18014" y="20524"/>
                    <a:pt x="17714" y="4312"/>
                    <a:pt x="17080" y="2077"/>
                  </a:cubicBezTo>
                  <a:cubicBezTo>
                    <a:pt x="16717" y="799"/>
                    <a:pt x="15002" y="1"/>
                    <a:pt x="12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68"/>
            <p:cNvSpPr/>
            <p:nvPr/>
          </p:nvSpPr>
          <p:spPr>
            <a:xfrm>
              <a:off x="4153940" y="2397035"/>
              <a:ext cx="119745" cy="495718"/>
            </a:xfrm>
            <a:custGeom>
              <a:avLst/>
              <a:gdLst/>
              <a:ahLst/>
              <a:cxnLst/>
              <a:rect l="l" t="t" r="r" b="b"/>
              <a:pathLst>
                <a:path w="3162" h="13090" extrusionOk="0">
                  <a:moveTo>
                    <a:pt x="3052" y="0"/>
                  </a:moveTo>
                  <a:cubicBezTo>
                    <a:pt x="3035" y="0"/>
                    <a:pt x="3018" y="7"/>
                    <a:pt x="3002" y="22"/>
                  </a:cubicBezTo>
                  <a:cubicBezTo>
                    <a:pt x="1701" y="1457"/>
                    <a:pt x="1335" y="3358"/>
                    <a:pt x="968" y="5193"/>
                  </a:cubicBezTo>
                  <a:cubicBezTo>
                    <a:pt x="467" y="7761"/>
                    <a:pt x="0" y="10330"/>
                    <a:pt x="0" y="12965"/>
                  </a:cubicBezTo>
                  <a:cubicBezTo>
                    <a:pt x="0" y="13048"/>
                    <a:pt x="59" y="13090"/>
                    <a:pt x="121" y="13090"/>
                  </a:cubicBezTo>
                  <a:cubicBezTo>
                    <a:pt x="184" y="13090"/>
                    <a:pt x="250" y="13048"/>
                    <a:pt x="267" y="12965"/>
                  </a:cubicBezTo>
                  <a:cubicBezTo>
                    <a:pt x="267" y="8729"/>
                    <a:pt x="934" y="3792"/>
                    <a:pt x="3136" y="122"/>
                  </a:cubicBezTo>
                  <a:cubicBezTo>
                    <a:pt x="3161" y="71"/>
                    <a:pt x="3108" y="0"/>
                    <a:pt x="30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68"/>
            <p:cNvSpPr/>
            <p:nvPr/>
          </p:nvSpPr>
          <p:spPr>
            <a:xfrm>
              <a:off x="4117281" y="2984491"/>
              <a:ext cx="66992" cy="657234"/>
            </a:xfrm>
            <a:custGeom>
              <a:avLst/>
              <a:gdLst/>
              <a:ahLst/>
              <a:cxnLst/>
              <a:rect l="l" t="t" r="r" b="b"/>
              <a:pathLst>
                <a:path w="1769" h="17355" extrusionOk="0">
                  <a:moveTo>
                    <a:pt x="1037" y="0"/>
                  </a:moveTo>
                  <a:cubicBezTo>
                    <a:pt x="983" y="0"/>
                    <a:pt x="935" y="35"/>
                    <a:pt x="935" y="88"/>
                  </a:cubicBezTo>
                  <a:cubicBezTo>
                    <a:pt x="1068" y="3024"/>
                    <a:pt x="668" y="5926"/>
                    <a:pt x="535" y="8861"/>
                  </a:cubicBezTo>
                  <a:cubicBezTo>
                    <a:pt x="368" y="11596"/>
                    <a:pt x="1" y="14532"/>
                    <a:pt x="535" y="17234"/>
                  </a:cubicBezTo>
                  <a:cubicBezTo>
                    <a:pt x="551" y="17313"/>
                    <a:pt x="627" y="17355"/>
                    <a:pt x="699" y="17355"/>
                  </a:cubicBezTo>
                  <a:cubicBezTo>
                    <a:pt x="779" y="17355"/>
                    <a:pt x="852" y="17305"/>
                    <a:pt x="835" y="17200"/>
                  </a:cubicBezTo>
                  <a:cubicBezTo>
                    <a:pt x="568" y="14198"/>
                    <a:pt x="868" y="11163"/>
                    <a:pt x="1068" y="8127"/>
                  </a:cubicBezTo>
                  <a:cubicBezTo>
                    <a:pt x="1235" y="5425"/>
                    <a:pt x="1769" y="2757"/>
                    <a:pt x="1168" y="88"/>
                  </a:cubicBezTo>
                  <a:cubicBezTo>
                    <a:pt x="1137" y="26"/>
                    <a:pt x="1085" y="0"/>
                    <a:pt x="10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68"/>
            <p:cNvSpPr/>
            <p:nvPr/>
          </p:nvSpPr>
          <p:spPr>
            <a:xfrm>
              <a:off x="4423468" y="2402261"/>
              <a:ext cx="53889" cy="389455"/>
            </a:xfrm>
            <a:custGeom>
              <a:avLst/>
              <a:gdLst/>
              <a:ahLst/>
              <a:cxnLst/>
              <a:rect l="l" t="t" r="r" b="b"/>
              <a:pathLst>
                <a:path w="1423" h="10284" extrusionOk="0">
                  <a:moveTo>
                    <a:pt x="185" y="0"/>
                  </a:moveTo>
                  <a:cubicBezTo>
                    <a:pt x="91" y="0"/>
                    <a:pt x="0" y="88"/>
                    <a:pt x="22" y="218"/>
                  </a:cubicBezTo>
                  <a:cubicBezTo>
                    <a:pt x="55" y="685"/>
                    <a:pt x="188" y="1185"/>
                    <a:pt x="389" y="1652"/>
                  </a:cubicBezTo>
                  <a:cubicBezTo>
                    <a:pt x="922" y="2886"/>
                    <a:pt x="989" y="4154"/>
                    <a:pt x="1022" y="5455"/>
                  </a:cubicBezTo>
                  <a:cubicBezTo>
                    <a:pt x="1089" y="7056"/>
                    <a:pt x="1022" y="8657"/>
                    <a:pt x="1089" y="10258"/>
                  </a:cubicBezTo>
                  <a:cubicBezTo>
                    <a:pt x="1089" y="10275"/>
                    <a:pt x="1097" y="10283"/>
                    <a:pt x="1110" y="10283"/>
                  </a:cubicBezTo>
                  <a:cubicBezTo>
                    <a:pt x="1122" y="10283"/>
                    <a:pt x="1139" y="10275"/>
                    <a:pt x="1156" y="10258"/>
                  </a:cubicBezTo>
                  <a:cubicBezTo>
                    <a:pt x="1356" y="8457"/>
                    <a:pt x="1423" y="6622"/>
                    <a:pt x="1356" y="4821"/>
                  </a:cubicBezTo>
                  <a:cubicBezTo>
                    <a:pt x="1256" y="3253"/>
                    <a:pt x="1122" y="1485"/>
                    <a:pt x="322" y="84"/>
                  </a:cubicBezTo>
                  <a:cubicBezTo>
                    <a:pt x="287" y="26"/>
                    <a:pt x="235" y="0"/>
                    <a:pt x="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68"/>
            <p:cNvSpPr/>
            <p:nvPr/>
          </p:nvSpPr>
          <p:spPr>
            <a:xfrm>
              <a:off x="4435625" y="2873528"/>
              <a:ext cx="53094" cy="742820"/>
            </a:xfrm>
            <a:custGeom>
              <a:avLst/>
              <a:gdLst/>
              <a:ahLst/>
              <a:cxnLst/>
              <a:rect l="l" t="t" r="r" b="b"/>
              <a:pathLst>
                <a:path w="1402" h="19615" extrusionOk="0">
                  <a:moveTo>
                    <a:pt x="1133" y="0"/>
                  </a:moveTo>
                  <a:cubicBezTo>
                    <a:pt x="1070" y="0"/>
                    <a:pt x="1002" y="52"/>
                    <a:pt x="1002" y="149"/>
                  </a:cubicBezTo>
                  <a:cubicBezTo>
                    <a:pt x="1202" y="1751"/>
                    <a:pt x="935" y="3318"/>
                    <a:pt x="868" y="4919"/>
                  </a:cubicBezTo>
                  <a:cubicBezTo>
                    <a:pt x="768" y="6587"/>
                    <a:pt x="801" y="8322"/>
                    <a:pt x="601" y="9990"/>
                  </a:cubicBezTo>
                  <a:cubicBezTo>
                    <a:pt x="301" y="13025"/>
                    <a:pt x="1" y="16528"/>
                    <a:pt x="601" y="19530"/>
                  </a:cubicBezTo>
                  <a:cubicBezTo>
                    <a:pt x="616" y="19588"/>
                    <a:pt x="663" y="19615"/>
                    <a:pt x="708" y="19615"/>
                  </a:cubicBezTo>
                  <a:cubicBezTo>
                    <a:pt x="765" y="19615"/>
                    <a:pt x="820" y="19572"/>
                    <a:pt x="801" y="19497"/>
                  </a:cubicBezTo>
                  <a:cubicBezTo>
                    <a:pt x="668" y="16061"/>
                    <a:pt x="735" y="12625"/>
                    <a:pt x="935" y="9223"/>
                  </a:cubicBezTo>
                  <a:cubicBezTo>
                    <a:pt x="1035" y="7321"/>
                    <a:pt x="801" y="5453"/>
                    <a:pt x="1135" y="3585"/>
                  </a:cubicBezTo>
                  <a:cubicBezTo>
                    <a:pt x="1369" y="2418"/>
                    <a:pt x="1402" y="1250"/>
                    <a:pt x="1235" y="83"/>
                  </a:cubicBezTo>
                  <a:cubicBezTo>
                    <a:pt x="1221" y="27"/>
                    <a:pt x="1178" y="0"/>
                    <a:pt x="1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68"/>
            <p:cNvSpPr/>
            <p:nvPr/>
          </p:nvSpPr>
          <p:spPr>
            <a:xfrm>
              <a:off x="4617482" y="2886253"/>
              <a:ext cx="348745" cy="435619"/>
            </a:xfrm>
            <a:custGeom>
              <a:avLst/>
              <a:gdLst/>
              <a:ahLst/>
              <a:cxnLst/>
              <a:rect l="l" t="t" r="r" b="b"/>
              <a:pathLst>
                <a:path w="9209" h="11503" extrusionOk="0">
                  <a:moveTo>
                    <a:pt x="8504" y="0"/>
                  </a:moveTo>
                  <a:cubicBezTo>
                    <a:pt x="8462" y="0"/>
                    <a:pt x="8408" y="31"/>
                    <a:pt x="8408" y="80"/>
                  </a:cubicBezTo>
                  <a:cubicBezTo>
                    <a:pt x="8709" y="1181"/>
                    <a:pt x="8575" y="2382"/>
                    <a:pt x="8709" y="3516"/>
                  </a:cubicBezTo>
                  <a:cubicBezTo>
                    <a:pt x="8942" y="5184"/>
                    <a:pt x="8675" y="6885"/>
                    <a:pt x="7941" y="8386"/>
                  </a:cubicBezTo>
                  <a:cubicBezTo>
                    <a:pt x="6984" y="10324"/>
                    <a:pt x="5107" y="10984"/>
                    <a:pt x="3173" y="10984"/>
                  </a:cubicBezTo>
                  <a:cubicBezTo>
                    <a:pt x="2278" y="10984"/>
                    <a:pt x="1370" y="10843"/>
                    <a:pt x="536" y="10621"/>
                  </a:cubicBezTo>
                  <a:cubicBezTo>
                    <a:pt x="502" y="10613"/>
                    <a:pt x="470" y="10609"/>
                    <a:pt x="439" y="10609"/>
                  </a:cubicBezTo>
                  <a:cubicBezTo>
                    <a:pt x="111" y="10609"/>
                    <a:pt x="0" y="11066"/>
                    <a:pt x="336" y="11188"/>
                  </a:cubicBezTo>
                  <a:cubicBezTo>
                    <a:pt x="1069" y="11398"/>
                    <a:pt x="1802" y="11502"/>
                    <a:pt x="2518" y="11502"/>
                  </a:cubicBezTo>
                  <a:cubicBezTo>
                    <a:pt x="4540" y="11502"/>
                    <a:pt x="6429" y="10670"/>
                    <a:pt x="7808" y="9020"/>
                  </a:cubicBezTo>
                  <a:cubicBezTo>
                    <a:pt x="8809" y="7819"/>
                    <a:pt x="9042" y="6251"/>
                    <a:pt x="9076" y="4750"/>
                  </a:cubicBezTo>
                  <a:cubicBezTo>
                    <a:pt x="9076" y="3116"/>
                    <a:pt x="9209" y="1548"/>
                    <a:pt x="8542" y="14"/>
                  </a:cubicBezTo>
                  <a:cubicBezTo>
                    <a:pt x="8533" y="5"/>
                    <a:pt x="8519" y="0"/>
                    <a:pt x="85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68"/>
            <p:cNvSpPr/>
            <p:nvPr/>
          </p:nvSpPr>
          <p:spPr>
            <a:xfrm>
              <a:off x="4003970" y="2565750"/>
              <a:ext cx="61160" cy="20563"/>
            </a:xfrm>
            <a:custGeom>
              <a:avLst/>
              <a:gdLst/>
              <a:ahLst/>
              <a:cxnLst/>
              <a:rect l="l" t="t" r="r" b="b"/>
              <a:pathLst>
                <a:path w="1615" h="543" extrusionOk="0">
                  <a:moveTo>
                    <a:pt x="194" y="0"/>
                  </a:moveTo>
                  <a:cubicBezTo>
                    <a:pt x="77" y="0"/>
                    <a:pt x="1" y="173"/>
                    <a:pt x="124" y="204"/>
                  </a:cubicBezTo>
                  <a:cubicBezTo>
                    <a:pt x="558" y="404"/>
                    <a:pt x="1025" y="538"/>
                    <a:pt x="1525" y="538"/>
                  </a:cubicBezTo>
                  <a:cubicBezTo>
                    <a:pt x="1533" y="541"/>
                    <a:pt x="1539" y="543"/>
                    <a:pt x="1546" y="543"/>
                  </a:cubicBezTo>
                  <a:cubicBezTo>
                    <a:pt x="1598" y="543"/>
                    <a:pt x="1614" y="434"/>
                    <a:pt x="1525" y="404"/>
                  </a:cubicBezTo>
                  <a:cubicBezTo>
                    <a:pt x="1125" y="271"/>
                    <a:pt x="691" y="104"/>
                    <a:pt x="224" y="4"/>
                  </a:cubicBezTo>
                  <a:cubicBezTo>
                    <a:pt x="214" y="1"/>
                    <a:pt x="204" y="0"/>
                    <a:pt x="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68"/>
            <p:cNvSpPr/>
            <p:nvPr/>
          </p:nvSpPr>
          <p:spPr>
            <a:xfrm>
              <a:off x="4095278" y="2377380"/>
              <a:ext cx="59607" cy="58661"/>
            </a:xfrm>
            <a:custGeom>
              <a:avLst/>
              <a:gdLst/>
              <a:ahLst/>
              <a:cxnLst/>
              <a:rect l="l" t="t" r="r" b="b"/>
              <a:pathLst>
                <a:path w="1574" h="1549" extrusionOk="0">
                  <a:moveTo>
                    <a:pt x="166" y="0"/>
                  </a:moveTo>
                  <a:cubicBezTo>
                    <a:pt x="72" y="0"/>
                    <a:pt x="0" y="79"/>
                    <a:pt x="48" y="174"/>
                  </a:cubicBezTo>
                  <a:cubicBezTo>
                    <a:pt x="415" y="741"/>
                    <a:pt x="882" y="1175"/>
                    <a:pt x="1416" y="1542"/>
                  </a:cubicBezTo>
                  <a:cubicBezTo>
                    <a:pt x="1425" y="1547"/>
                    <a:pt x="1435" y="1549"/>
                    <a:pt x="1445" y="1549"/>
                  </a:cubicBezTo>
                  <a:cubicBezTo>
                    <a:pt x="1507" y="1549"/>
                    <a:pt x="1574" y="1466"/>
                    <a:pt x="1516" y="1409"/>
                  </a:cubicBezTo>
                  <a:cubicBezTo>
                    <a:pt x="1149" y="908"/>
                    <a:pt x="715" y="441"/>
                    <a:pt x="282" y="41"/>
                  </a:cubicBezTo>
                  <a:cubicBezTo>
                    <a:pt x="244" y="13"/>
                    <a:pt x="203" y="0"/>
                    <a:pt x="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68"/>
            <p:cNvSpPr/>
            <p:nvPr/>
          </p:nvSpPr>
          <p:spPr>
            <a:xfrm>
              <a:off x="3920237" y="2783698"/>
              <a:ext cx="156668" cy="29008"/>
            </a:xfrm>
            <a:custGeom>
              <a:avLst/>
              <a:gdLst/>
              <a:ahLst/>
              <a:cxnLst/>
              <a:rect l="l" t="t" r="r" b="b"/>
              <a:pathLst>
                <a:path w="4137" h="766" extrusionOk="0">
                  <a:moveTo>
                    <a:pt x="2743" y="1"/>
                  </a:moveTo>
                  <a:cubicBezTo>
                    <a:pt x="1910" y="1"/>
                    <a:pt x="1086" y="211"/>
                    <a:pt x="234" y="320"/>
                  </a:cubicBezTo>
                  <a:cubicBezTo>
                    <a:pt x="0" y="320"/>
                    <a:pt x="67" y="687"/>
                    <a:pt x="300" y="720"/>
                  </a:cubicBezTo>
                  <a:cubicBezTo>
                    <a:pt x="549" y="752"/>
                    <a:pt x="794" y="766"/>
                    <a:pt x="1036" y="766"/>
                  </a:cubicBezTo>
                  <a:cubicBezTo>
                    <a:pt x="2062" y="766"/>
                    <a:pt x="3044" y="521"/>
                    <a:pt x="4070" y="387"/>
                  </a:cubicBezTo>
                  <a:cubicBezTo>
                    <a:pt x="4136" y="353"/>
                    <a:pt x="4136" y="220"/>
                    <a:pt x="4070" y="220"/>
                  </a:cubicBezTo>
                  <a:cubicBezTo>
                    <a:pt x="3621" y="59"/>
                    <a:pt x="3181" y="1"/>
                    <a:pt x="27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68"/>
            <p:cNvSpPr/>
            <p:nvPr/>
          </p:nvSpPr>
          <p:spPr>
            <a:xfrm>
              <a:off x="3942316" y="2984756"/>
              <a:ext cx="101757" cy="66613"/>
            </a:xfrm>
            <a:custGeom>
              <a:avLst/>
              <a:gdLst/>
              <a:ahLst/>
              <a:cxnLst/>
              <a:rect l="l" t="t" r="r" b="b"/>
              <a:pathLst>
                <a:path w="2687" h="1759" extrusionOk="0">
                  <a:moveTo>
                    <a:pt x="2622" y="1"/>
                  </a:moveTo>
                  <a:cubicBezTo>
                    <a:pt x="2609" y="1"/>
                    <a:pt x="2596" y="5"/>
                    <a:pt x="2586" y="14"/>
                  </a:cubicBezTo>
                  <a:cubicBezTo>
                    <a:pt x="2353" y="381"/>
                    <a:pt x="1652" y="548"/>
                    <a:pt x="1285" y="682"/>
                  </a:cubicBezTo>
                  <a:cubicBezTo>
                    <a:pt x="852" y="815"/>
                    <a:pt x="451" y="1048"/>
                    <a:pt x="151" y="1349"/>
                  </a:cubicBezTo>
                  <a:cubicBezTo>
                    <a:pt x="1" y="1499"/>
                    <a:pt x="122" y="1759"/>
                    <a:pt x="294" y="1759"/>
                  </a:cubicBezTo>
                  <a:cubicBezTo>
                    <a:pt x="313" y="1759"/>
                    <a:pt x="332" y="1755"/>
                    <a:pt x="351" y="1749"/>
                  </a:cubicBezTo>
                  <a:cubicBezTo>
                    <a:pt x="885" y="1682"/>
                    <a:pt x="1385" y="1482"/>
                    <a:pt x="1852" y="1182"/>
                  </a:cubicBezTo>
                  <a:cubicBezTo>
                    <a:pt x="2253" y="948"/>
                    <a:pt x="2553" y="515"/>
                    <a:pt x="2686" y="48"/>
                  </a:cubicBezTo>
                  <a:cubicBezTo>
                    <a:pt x="2686" y="24"/>
                    <a:pt x="2653" y="1"/>
                    <a:pt x="2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68"/>
            <p:cNvSpPr/>
            <p:nvPr/>
          </p:nvSpPr>
          <p:spPr>
            <a:xfrm>
              <a:off x="4019157" y="3210316"/>
              <a:ext cx="48701" cy="67144"/>
            </a:xfrm>
            <a:custGeom>
              <a:avLst/>
              <a:gdLst/>
              <a:ahLst/>
              <a:cxnLst/>
              <a:rect l="l" t="t" r="r" b="b"/>
              <a:pathLst>
                <a:path w="1286" h="1773" extrusionOk="0">
                  <a:moveTo>
                    <a:pt x="53" y="1"/>
                  </a:moveTo>
                  <a:cubicBezTo>
                    <a:pt x="25" y="1"/>
                    <a:pt x="0" y="40"/>
                    <a:pt x="23" y="63"/>
                  </a:cubicBezTo>
                  <a:cubicBezTo>
                    <a:pt x="357" y="630"/>
                    <a:pt x="457" y="1530"/>
                    <a:pt x="1124" y="1764"/>
                  </a:cubicBezTo>
                  <a:cubicBezTo>
                    <a:pt x="1136" y="1770"/>
                    <a:pt x="1149" y="1773"/>
                    <a:pt x="1162" y="1773"/>
                  </a:cubicBezTo>
                  <a:cubicBezTo>
                    <a:pt x="1222" y="1773"/>
                    <a:pt x="1285" y="1713"/>
                    <a:pt x="1258" y="1631"/>
                  </a:cubicBezTo>
                  <a:cubicBezTo>
                    <a:pt x="1158" y="1330"/>
                    <a:pt x="1024" y="1063"/>
                    <a:pt x="791" y="863"/>
                  </a:cubicBezTo>
                  <a:cubicBezTo>
                    <a:pt x="590" y="563"/>
                    <a:pt x="357" y="263"/>
                    <a:pt x="90" y="29"/>
                  </a:cubicBezTo>
                  <a:cubicBezTo>
                    <a:pt x="80" y="9"/>
                    <a:pt x="66" y="1"/>
                    <a:pt x="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68"/>
            <p:cNvSpPr/>
            <p:nvPr/>
          </p:nvSpPr>
          <p:spPr>
            <a:xfrm>
              <a:off x="3922737" y="3390090"/>
              <a:ext cx="105203" cy="41165"/>
            </a:xfrm>
            <a:custGeom>
              <a:avLst/>
              <a:gdLst/>
              <a:ahLst/>
              <a:cxnLst/>
              <a:rect l="l" t="t" r="r" b="b"/>
              <a:pathLst>
                <a:path w="2778" h="1087" extrusionOk="0">
                  <a:moveTo>
                    <a:pt x="2553" y="1"/>
                  </a:moveTo>
                  <a:cubicBezTo>
                    <a:pt x="2527" y="1"/>
                    <a:pt x="2499" y="6"/>
                    <a:pt x="2469" y="19"/>
                  </a:cubicBezTo>
                  <a:cubicBezTo>
                    <a:pt x="1669" y="153"/>
                    <a:pt x="868" y="419"/>
                    <a:pt x="134" y="786"/>
                  </a:cubicBezTo>
                  <a:cubicBezTo>
                    <a:pt x="1" y="853"/>
                    <a:pt x="34" y="1087"/>
                    <a:pt x="201" y="1087"/>
                  </a:cubicBezTo>
                  <a:cubicBezTo>
                    <a:pt x="1068" y="1020"/>
                    <a:pt x="1869" y="786"/>
                    <a:pt x="2603" y="319"/>
                  </a:cubicBezTo>
                  <a:cubicBezTo>
                    <a:pt x="2777" y="261"/>
                    <a:pt x="2724" y="1"/>
                    <a:pt x="2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68"/>
            <p:cNvSpPr/>
            <p:nvPr/>
          </p:nvSpPr>
          <p:spPr>
            <a:xfrm>
              <a:off x="4589760" y="2414872"/>
              <a:ext cx="66310" cy="37340"/>
            </a:xfrm>
            <a:custGeom>
              <a:avLst/>
              <a:gdLst/>
              <a:ahLst/>
              <a:cxnLst/>
              <a:rect l="l" t="t" r="r" b="b"/>
              <a:pathLst>
                <a:path w="1751" h="986" extrusionOk="0">
                  <a:moveTo>
                    <a:pt x="1543" y="1"/>
                  </a:moveTo>
                  <a:cubicBezTo>
                    <a:pt x="1518" y="1"/>
                    <a:pt x="1493" y="6"/>
                    <a:pt x="1468" y="18"/>
                  </a:cubicBezTo>
                  <a:cubicBezTo>
                    <a:pt x="1201" y="118"/>
                    <a:pt x="934" y="285"/>
                    <a:pt x="701" y="452"/>
                  </a:cubicBezTo>
                  <a:cubicBezTo>
                    <a:pt x="568" y="552"/>
                    <a:pt x="467" y="619"/>
                    <a:pt x="334" y="719"/>
                  </a:cubicBezTo>
                  <a:cubicBezTo>
                    <a:pt x="267" y="786"/>
                    <a:pt x="167" y="852"/>
                    <a:pt x="67" y="886"/>
                  </a:cubicBezTo>
                  <a:cubicBezTo>
                    <a:pt x="0" y="886"/>
                    <a:pt x="0" y="986"/>
                    <a:pt x="67" y="986"/>
                  </a:cubicBezTo>
                  <a:lnTo>
                    <a:pt x="434" y="986"/>
                  </a:lnTo>
                  <a:cubicBezTo>
                    <a:pt x="601" y="952"/>
                    <a:pt x="768" y="919"/>
                    <a:pt x="901" y="852"/>
                  </a:cubicBezTo>
                  <a:cubicBezTo>
                    <a:pt x="1201" y="719"/>
                    <a:pt x="1468" y="519"/>
                    <a:pt x="1668" y="218"/>
                  </a:cubicBezTo>
                  <a:cubicBezTo>
                    <a:pt x="1750" y="110"/>
                    <a:pt x="1654" y="1"/>
                    <a:pt x="1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68"/>
            <p:cNvSpPr/>
            <p:nvPr/>
          </p:nvSpPr>
          <p:spPr>
            <a:xfrm>
              <a:off x="4598584" y="2562077"/>
              <a:ext cx="97326" cy="38135"/>
            </a:xfrm>
            <a:custGeom>
              <a:avLst/>
              <a:gdLst/>
              <a:ahLst/>
              <a:cxnLst/>
              <a:rect l="l" t="t" r="r" b="b"/>
              <a:pathLst>
                <a:path w="2570" h="1007" extrusionOk="0">
                  <a:moveTo>
                    <a:pt x="2303" y="1"/>
                  </a:moveTo>
                  <a:cubicBezTo>
                    <a:pt x="1535" y="67"/>
                    <a:pt x="835" y="401"/>
                    <a:pt x="101" y="601"/>
                  </a:cubicBezTo>
                  <a:cubicBezTo>
                    <a:pt x="34" y="601"/>
                    <a:pt x="1" y="701"/>
                    <a:pt x="68" y="768"/>
                  </a:cubicBezTo>
                  <a:cubicBezTo>
                    <a:pt x="303" y="936"/>
                    <a:pt x="584" y="1006"/>
                    <a:pt x="875" y="1006"/>
                  </a:cubicBezTo>
                  <a:cubicBezTo>
                    <a:pt x="1448" y="1006"/>
                    <a:pt x="2060" y="733"/>
                    <a:pt x="2436" y="401"/>
                  </a:cubicBezTo>
                  <a:cubicBezTo>
                    <a:pt x="2569" y="268"/>
                    <a:pt x="2503" y="1"/>
                    <a:pt x="23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68"/>
            <p:cNvSpPr/>
            <p:nvPr/>
          </p:nvSpPr>
          <p:spPr>
            <a:xfrm>
              <a:off x="4580898" y="2692050"/>
              <a:ext cx="94524" cy="43134"/>
            </a:xfrm>
            <a:custGeom>
              <a:avLst/>
              <a:gdLst/>
              <a:ahLst/>
              <a:cxnLst/>
              <a:rect l="l" t="t" r="r" b="b"/>
              <a:pathLst>
                <a:path w="2496" h="1139" extrusionOk="0">
                  <a:moveTo>
                    <a:pt x="2338" y="1"/>
                  </a:moveTo>
                  <a:cubicBezTo>
                    <a:pt x="2327" y="1"/>
                    <a:pt x="2315" y="2"/>
                    <a:pt x="2303" y="5"/>
                  </a:cubicBezTo>
                  <a:cubicBezTo>
                    <a:pt x="1535" y="238"/>
                    <a:pt x="802" y="605"/>
                    <a:pt x="68" y="1005"/>
                  </a:cubicBezTo>
                  <a:cubicBezTo>
                    <a:pt x="1" y="1039"/>
                    <a:pt x="34" y="1139"/>
                    <a:pt x="134" y="1139"/>
                  </a:cubicBezTo>
                  <a:cubicBezTo>
                    <a:pt x="935" y="972"/>
                    <a:pt x="1702" y="672"/>
                    <a:pt x="2403" y="238"/>
                  </a:cubicBezTo>
                  <a:cubicBezTo>
                    <a:pt x="2495" y="176"/>
                    <a:pt x="2474" y="1"/>
                    <a:pt x="23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68"/>
            <p:cNvSpPr/>
            <p:nvPr/>
          </p:nvSpPr>
          <p:spPr>
            <a:xfrm>
              <a:off x="4909354" y="2734845"/>
              <a:ext cx="8899" cy="59418"/>
            </a:xfrm>
            <a:custGeom>
              <a:avLst/>
              <a:gdLst/>
              <a:ahLst/>
              <a:cxnLst/>
              <a:rect l="l" t="t" r="r" b="b"/>
              <a:pathLst>
                <a:path w="235" h="1569" extrusionOk="0">
                  <a:moveTo>
                    <a:pt x="118" y="0"/>
                  </a:moveTo>
                  <a:cubicBezTo>
                    <a:pt x="84" y="0"/>
                    <a:pt x="51" y="25"/>
                    <a:pt x="34" y="75"/>
                  </a:cubicBezTo>
                  <a:cubicBezTo>
                    <a:pt x="1" y="542"/>
                    <a:pt x="1" y="1043"/>
                    <a:pt x="1" y="1543"/>
                  </a:cubicBezTo>
                  <a:cubicBezTo>
                    <a:pt x="1" y="1560"/>
                    <a:pt x="18" y="1568"/>
                    <a:pt x="34" y="1568"/>
                  </a:cubicBezTo>
                  <a:cubicBezTo>
                    <a:pt x="51" y="1568"/>
                    <a:pt x="68" y="1560"/>
                    <a:pt x="68" y="1543"/>
                  </a:cubicBezTo>
                  <a:cubicBezTo>
                    <a:pt x="201" y="1076"/>
                    <a:pt x="234" y="542"/>
                    <a:pt x="201" y="75"/>
                  </a:cubicBezTo>
                  <a:cubicBezTo>
                    <a:pt x="184" y="25"/>
                    <a:pt x="151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68"/>
            <p:cNvSpPr/>
            <p:nvPr/>
          </p:nvSpPr>
          <p:spPr>
            <a:xfrm>
              <a:off x="5025239" y="2852737"/>
              <a:ext cx="94978" cy="70741"/>
            </a:xfrm>
            <a:custGeom>
              <a:avLst/>
              <a:gdLst/>
              <a:ahLst/>
              <a:cxnLst/>
              <a:rect l="l" t="t" r="r" b="b"/>
              <a:pathLst>
                <a:path w="2508" h="1868" extrusionOk="0">
                  <a:moveTo>
                    <a:pt x="2156" y="1"/>
                  </a:moveTo>
                  <a:cubicBezTo>
                    <a:pt x="2120" y="1"/>
                    <a:pt x="2082" y="10"/>
                    <a:pt x="2045" y="31"/>
                  </a:cubicBezTo>
                  <a:cubicBezTo>
                    <a:pt x="1244" y="432"/>
                    <a:pt x="577" y="999"/>
                    <a:pt x="76" y="1666"/>
                  </a:cubicBezTo>
                  <a:cubicBezTo>
                    <a:pt x="1" y="1767"/>
                    <a:pt x="97" y="1867"/>
                    <a:pt x="191" y="1867"/>
                  </a:cubicBezTo>
                  <a:cubicBezTo>
                    <a:pt x="222" y="1867"/>
                    <a:pt x="252" y="1857"/>
                    <a:pt x="277" y="1833"/>
                  </a:cubicBezTo>
                  <a:cubicBezTo>
                    <a:pt x="910" y="1332"/>
                    <a:pt x="1678" y="965"/>
                    <a:pt x="2311" y="432"/>
                  </a:cubicBezTo>
                  <a:cubicBezTo>
                    <a:pt x="2508" y="263"/>
                    <a:pt x="2350" y="1"/>
                    <a:pt x="21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68"/>
            <p:cNvSpPr/>
            <p:nvPr/>
          </p:nvSpPr>
          <p:spPr>
            <a:xfrm>
              <a:off x="5024747" y="3020355"/>
              <a:ext cx="133113" cy="30031"/>
            </a:xfrm>
            <a:custGeom>
              <a:avLst/>
              <a:gdLst/>
              <a:ahLst/>
              <a:cxnLst/>
              <a:rect l="l" t="t" r="r" b="b"/>
              <a:pathLst>
                <a:path w="3515" h="793" extrusionOk="0">
                  <a:moveTo>
                    <a:pt x="2968" y="1"/>
                  </a:moveTo>
                  <a:cubicBezTo>
                    <a:pt x="2158" y="1"/>
                    <a:pt x="1387" y="283"/>
                    <a:pt x="554" y="283"/>
                  </a:cubicBezTo>
                  <a:cubicBezTo>
                    <a:pt x="477" y="283"/>
                    <a:pt x="400" y="280"/>
                    <a:pt x="323" y="275"/>
                  </a:cubicBezTo>
                  <a:cubicBezTo>
                    <a:pt x="313" y="274"/>
                    <a:pt x="304" y="274"/>
                    <a:pt x="295" y="274"/>
                  </a:cubicBezTo>
                  <a:cubicBezTo>
                    <a:pt x="21" y="274"/>
                    <a:pt x="0" y="743"/>
                    <a:pt x="323" y="776"/>
                  </a:cubicBezTo>
                  <a:cubicBezTo>
                    <a:pt x="495" y="787"/>
                    <a:pt x="666" y="793"/>
                    <a:pt x="838" y="793"/>
                  </a:cubicBezTo>
                  <a:cubicBezTo>
                    <a:pt x="1665" y="793"/>
                    <a:pt x="2485" y="663"/>
                    <a:pt x="3258" y="442"/>
                  </a:cubicBezTo>
                  <a:cubicBezTo>
                    <a:pt x="3515" y="378"/>
                    <a:pt x="3463" y="6"/>
                    <a:pt x="3223" y="6"/>
                  </a:cubicBezTo>
                  <a:cubicBezTo>
                    <a:pt x="3213" y="6"/>
                    <a:pt x="3202" y="7"/>
                    <a:pt x="3192" y="8"/>
                  </a:cubicBezTo>
                  <a:cubicBezTo>
                    <a:pt x="3117" y="3"/>
                    <a:pt x="3042" y="1"/>
                    <a:pt x="29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68"/>
            <p:cNvSpPr/>
            <p:nvPr/>
          </p:nvSpPr>
          <p:spPr>
            <a:xfrm>
              <a:off x="4744577" y="2856032"/>
              <a:ext cx="108838" cy="44838"/>
            </a:xfrm>
            <a:custGeom>
              <a:avLst/>
              <a:gdLst/>
              <a:ahLst/>
              <a:cxnLst/>
              <a:rect l="l" t="t" r="r" b="b"/>
              <a:pathLst>
                <a:path w="2874" h="1184" extrusionOk="0">
                  <a:moveTo>
                    <a:pt x="229" y="0"/>
                  </a:moveTo>
                  <a:cubicBezTo>
                    <a:pt x="90" y="0"/>
                    <a:pt x="0" y="218"/>
                    <a:pt x="149" y="278"/>
                  </a:cubicBezTo>
                  <a:cubicBezTo>
                    <a:pt x="949" y="678"/>
                    <a:pt x="1817" y="978"/>
                    <a:pt x="2684" y="1178"/>
                  </a:cubicBezTo>
                  <a:cubicBezTo>
                    <a:pt x="2695" y="1182"/>
                    <a:pt x="2706" y="1184"/>
                    <a:pt x="2716" y="1184"/>
                  </a:cubicBezTo>
                  <a:cubicBezTo>
                    <a:pt x="2803" y="1184"/>
                    <a:pt x="2873" y="1071"/>
                    <a:pt x="2784" y="1012"/>
                  </a:cubicBezTo>
                  <a:cubicBezTo>
                    <a:pt x="2017" y="511"/>
                    <a:pt x="1183" y="178"/>
                    <a:pt x="282" y="11"/>
                  </a:cubicBezTo>
                  <a:cubicBezTo>
                    <a:pt x="264" y="4"/>
                    <a:pt x="246" y="0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68"/>
            <p:cNvSpPr/>
            <p:nvPr/>
          </p:nvSpPr>
          <p:spPr>
            <a:xfrm>
              <a:off x="4719203" y="2996079"/>
              <a:ext cx="70022" cy="71612"/>
            </a:xfrm>
            <a:custGeom>
              <a:avLst/>
              <a:gdLst/>
              <a:ahLst/>
              <a:cxnLst/>
              <a:rect l="l" t="t" r="r" b="b"/>
              <a:pathLst>
                <a:path w="1849" h="1891" extrusionOk="0">
                  <a:moveTo>
                    <a:pt x="169" y="0"/>
                  </a:moveTo>
                  <a:cubicBezTo>
                    <a:pt x="82" y="0"/>
                    <a:pt x="1" y="132"/>
                    <a:pt x="85" y="216"/>
                  </a:cubicBezTo>
                  <a:cubicBezTo>
                    <a:pt x="619" y="716"/>
                    <a:pt x="1119" y="1350"/>
                    <a:pt x="1653" y="1884"/>
                  </a:cubicBezTo>
                  <a:cubicBezTo>
                    <a:pt x="1666" y="1888"/>
                    <a:pt x="1680" y="1890"/>
                    <a:pt x="1693" y="1890"/>
                  </a:cubicBezTo>
                  <a:cubicBezTo>
                    <a:pt x="1778" y="1890"/>
                    <a:pt x="1848" y="1808"/>
                    <a:pt x="1820" y="1750"/>
                  </a:cubicBezTo>
                  <a:cubicBezTo>
                    <a:pt x="1286" y="1150"/>
                    <a:pt x="852" y="483"/>
                    <a:pt x="218" y="16"/>
                  </a:cubicBezTo>
                  <a:cubicBezTo>
                    <a:pt x="203" y="5"/>
                    <a:pt x="186" y="0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68"/>
            <p:cNvSpPr/>
            <p:nvPr/>
          </p:nvSpPr>
          <p:spPr>
            <a:xfrm>
              <a:off x="5044553" y="3225313"/>
              <a:ext cx="120957" cy="30410"/>
            </a:xfrm>
            <a:custGeom>
              <a:avLst/>
              <a:gdLst/>
              <a:ahLst/>
              <a:cxnLst/>
              <a:rect l="l" t="t" r="r" b="b"/>
              <a:pathLst>
                <a:path w="3194" h="803" extrusionOk="0">
                  <a:moveTo>
                    <a:pt x="167" y="67"/>
                  </a:moveTo>
                  <a:cubicBezTo>
                    <a:pt x="0" y="67"/>
                    <a:pt x="0" y="301"/>
                    <a:pt x="167" y="301"/>
                  </a:cubicBezTo>
                  <a:cubicBezTo>
                    <a:pt x="1068" y="434"/>
                    <a:pt x="1968" y="601"/>
                    <a:pt x="2869" y="801"/>
                  </a:cubicBezTo>
                  <a:cubicBezTo>
                    <a:pt x="2879" y="802"/>
                    <a:pt x="2889" y="803"/>
                    <a:pt x="2898" y="803"/>
                  </a:cubicBezTo>
                  <a:cubicBezTo>
                    <a:pt x="3110" y="803"/>
                    <a:pt x="3194" y="463"/>
                    <a:pt x="3002" y="367"/>
                  </a:cubicBezTo>
                  <a:cubicBezTo>
                    <a:pt x="2135" y="0"/>
                    <a:pt x="1068" y="100"/>
                    <a:pt x="167" y="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68"/>
            <p:cNvSpPr/>
            <p:nvPr/>
          </p:nvSpPr>
          <p:spPr>
            <a:xfrm>
              <a:off x="4995283" y="3360588"/>
              <a:ext cx="46769" cy="121752"/>
            </a:xfrm>
            <a:custGeom>
              <a:avLst/>
              <a:gdLst/>
              <a:ahLst/>
              <a:cxnLst/>
              <a:rect l="l" t="t" r="r" b="b"/>
              <a:pathLst>
                <a:path w="1235" h="3215" extrusionOk="0">
                  <a:moveTo>
                    <a:pt x="221" y="1"/>
                  </a:moveTo>
                  <a:cubicBezTo>
                    <a:pt x="134" y="1"/>
                    <a:pt x="47" y="65"/>
                    <a:pt x="67" y="164"/>
                  </a:cubicBezTo>
                  <a:cubicBezTo>
                    <a:pt x="300" y="1098"/>
                    <a:pt x="0" y="2366"/>
                    <a:pt x="734" y="3133"/>
                  </a:cubicBezTo>
                  <a:cubicBezTo>
                    <a:pt x="778" y="3189"/>
                    <a:pt x="849" y="3215"/>
                    <a:pt x="923" y="3215"/>
                  </a:cubicBezTo>
                  <a:cubicBezTo>
                    <a:pt x="1071" y="3215"/>
                    <a:pt x="1234" y="3111"/>
                    <a:pt x="1234" y="2933"/>
                  </a:cubicBezTo>
                  <a:cubicBezTo>
                    <a:pt x="1134" y="1966"/>
                    <a:pt x="634" y="1032"/>
                    <a:pt x="367" y="98"/>
                  </a:cubicBezTo>
                  <a:cubicBezTo>
                    <a:pt x="340" y="30"/>
                    <a:pt x="281" y="1"/>
                    <a:pt x="2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68"/>
            <p:cNvSpPr/>
            <p:nvPr/>
          </p:nvSpPr>
          <p:spPr>
            <a:xfrm>
              <a:off x="4856296" y="3404064"/>
              <a:ext cx="31621" cy="130765"/>
            </a:xfrm>
            <a:custGeom>
              <a:avLst/>
              <a:gdLst/>
              <a:ahLst/>
              <a:cxnLst/>
              <a:rect l="l" t="t" r="r" b="b"/>
              <a:pathLst>
                <a:path w="835" h="3453" extrusionOk="0">
                  <a:moveTo>
                    <a:pt x="384" y="0"/>
                  </a:moveTo>
                  <a:cubicBezTo>
                    <a:pt x="309" y="0"/>
                    <a:pt x="234" y="50"/>
                    <a:pt x="201" y="150"/>
                  </a:cubicBezTo>
                  <a:cubicBezTo>
                    <a:pt x="1" y="1218"/>
                    <a:pt x="201" y="2285"/>
                    <a:pt x="401" y="3353"/>
                  </a:cubicBezTo>
                  <a:cubicBezTo>
                    <a:pt x="418" y="3419"/>
                    <a:pt x="476" y="3453"/>
                    <a:pt x="535" y="3453"/>
                  </a:cubicBezTo>
                  <a:cubicBezTo>
                    <a:pt x="593" y="3453"/>
                    <a:pt x="651" y="3419"/>
                    <a:pt x="668" y="3353"/>
                  </a:cubicBezTo>
                  <a:cubicBezTo>
                    <a:pt x="835" y="2285"/>
                    <a:pt x="768" y="1185"/>
                    <a:pt x="568" y="150"/>
                  </a:cubicBezTo>
                  <a:cubicBezTo>
                    <a:pt x="535" y="50"/>
                    <a:pt x="460" y="0"/>
                    <a:pt x="3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68"/>
            <p:cNvSpPr/>
            <p:nvPr/>
          </p:nvSpPr>
          <p:spPr>
            <a:xfrm>
              <a:off x="4352271" y="2245664"/>
              <a:ext cx="54343" cy="117473"/>
            </a:xfrm>
            <a:custGeom>
              <a:avLst/>
              <a:gdLst/>
              <a:ahLst/>
              <a:cxnLst/>
              <a:rect l="l" t="t" r="r" b="b"/>
              <a:pathLst>
                <a:path w="1435" h="3102" extrusionOk="0">
                  <a:moveTo>
                    <a:pt x="995" y="1"/>
                  </a:moveTo>
                  <a:cubicBezTo>
                    <a:pt x="935" y="1"/>
                    <a:pt x="876" y="27"/>
                    <a:pt x="834" y="83"/>
                  </a:cubicBezTo>
                  <a:cubicBezTo>
                    <a:pt x="434" y="884"/>
                    <a:pt x="0" y="2185"/>
                    <a:pt x="334" y="3052"/>
                  </a:cubicBezTo>
                  <a:cubicBezTo>
                    <a:pt x="334" y="3085"/>
                    <a:pt x="359" y="3102"/>
                    <a:pt x="388" y="3102"/>
                  </a:cubicBezTo>
                  <a:cubicBezTo>
                    <a:pt x="417" y="3102"/>
                    <a:pt x="451" y="3085"/>
                    <a:pt x="467" y="3052"/>
                  </a:cubicBezTo>
                  <a:cubicBezTo>
                    <a:pt x="1001" y="2285"/>
                    <a:pt x="1435" y="1051"/>
                    <a:pt x="1201" y="150"/>
                  </a:cubicBezTo>
                  <a:cubicBezTo>
                    <a:pt x="1162" y="53"/>
                    <a:pt x="1078" y="1"/>
                    <a:pt x="9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68"/>
            <p:cNvSpPr/>
            <p:nvPr/>
          </p:nvSpPr>
          <p:spPr>
            <a:xfrm>
              <a:off x="4498263" y="2301297"/>
              <a:ext cx="45633" cy="65856"/>
            </a:xfrm>
            <a:custGeom>
              <a:avLst/>
              <a:gdLst/>
              <a:ahLst/>
              <a:cxnLst/>
              <a:rect l="l" t="t" r="r" b="b"/>
              <a:pathLst>
                <a:path w="1205" h="1739" extrusionOk="0">
                  <a:moveTo>
                    <a:pt x="1096" y="0"/>
                  </a:moveTo>
                  <a:cubicBezTo>
                    <a:pt x="1067" y="0"/>
                    <a:pt x="1038" y="15"/>
                    <a:pt x="1015" y="49"/>
                  </a:cubicBezTo>
                  <a:cubicBezTo>
                    <a:pt x="715" y="549"/>
                    <a:pt x="348" y="1016"/>
                    <a:pt x="48" y="1550"/>
                  </a:cubicBezTo>
                  <a:cubicBezTo>
                    <a:pt x="1" y="1644"/>
                    <a:pt x="87" y="1738"/>
                    <a:pt x="177" y="1738"/>
                  </a:cubicBezTo>
                  <a:cubicBezTo>
                    <a:pt x="214" y="1738"/>
                    <a:pt x="252" y="1722"/>
                    <a:pt x="282" y="1683"/>
                  </a:cubicBezTo>
                  <a:cubicBezTo>
                    <a:pt x="615" y="1183"/>
                    <a:pt x="1049" y="749"/>
                    <a:pt x="1182" y="149"/>
                  </a:cubicBezTo>
                  <a:cubicBezTo>
                    <a:pt x="1205" y="60"/>
                    <a:pt x="1153" y="0"/>
                    <a:pt x="1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68"/>
            <p:cNvSpPr/>
            <p:nvPr/>
          </p:nvSpPr>
          <p:spPr>
            <a:xfrm>
              <a:off x="4188365" y="2310462"/>
              <a:ext cx="38855" cy="42982"/>
            </a:xfrm>
            <a:custGeom>
              <a:avLst/>
              <a:gdLst/>
              <a:ahLst/>
              <a:cxnLst/>
              <a:rect l="l" t="t" r="r" b="b"/>
              <a:pathLst>
                <a:path w="1026" h="1135" extrusionOk="0">
                  <a:moveTo>
                    <a:pt x="152" y="0"/>
                  </a:moveTo>
                  <a:cubicBezTo>
                    <a:pt x="68" y="0"/>
                    <a:pt x="1" y="87"/>
                    <a:pt x="59" y="173"/>
                  </a:cubicBezTo>
                  <a:cubicBezTo>
                    <a:pt x="292" y="507"/>
                    <a:pt x="559" y="841"/>
                    <a:pt x="859" y="1107"/>
                  </a:cubicBezTo>
                  <a:cubicBezTo>
                    <a:pt x="878" y="1126"/>
                    <a:pt x="899" y="1134"/>
                    <a:pt x="920" y="1134"/>
                  </a:cubicBezTo>
                  <a:cubicBezTo>
                    <a:pt x="974" y="1134"/>
                    <a:pt x="1026" y="1080"/>
                    <a:pt x="1026" y="1007"/>
                  </a:cubicBezTo>
                  <a:cubicBezTo>
                    <a:pt x="926" y="574"/>
                    <a:pt x="626" y="173"/>
                    <a:pt x="192" y="7"/>
                  </a:cubicBezTo>
                  <a:cubicBezTo>
                    <a:pt x="179" y="2"/>
                    <a:pt x="165" y="0"/>
                    <a:pt x="1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68"/>
            <p:cNvSpPr/>
            <p:nvPr/>
          </p:nvSpPr>
          <p:spPr>
            <a:xfrm>
              <a:off x="4591010" y="2925791"/>
              <a:ext cx="129705" cy="54457"/>
            </a:xfrm>
            <a:custGeom>
              <a:avLst/>
              <a:gdLst/>
              <a:ahLst/>
              <a:cxnLst/>
              <a:rect l="l" t="t" r="r" b="b"/>
              <a:pathLst>
                <a:path w="3425" h="1438" extrusionOk="0">
                  <a:moveTo>
                    <a:pt x="3137" y="1"/>
                  </a:moveTo>
                  <a:cubicBezTo>
                    <a:pt x="3126" y="1"/>
                    <a:pt x="3115" y="2"/>
                    <a:pt x="3103" y="4"/>
                  </a:cubicBezTo>
                  <a:cubicBezTo>
                    <a:pt x="2036" y="270"/>
                    <a:pt x="1002" y="704"/>
                    <a:pt x="68" y="1305"/>
                  </a:cubicBezTo>
                  <a:cubicBezTo>
                    <a:pt x="1" y="1338"/>
                    <a:pt x="1" y="1438"/>
                    <a:pt x="101" y="1438"/>
                  </a:cubicBezTo>
                  <a:cubicBezTo>
                    <a:pt x="1202" y="1338"/>
                    <a:pt x="2236" y="737"/>
                    <a:pt x="3236" y="304"/>
                  </a:cubicBezTo>
                  <a:cubicBezTo>
                    <a:pt x="3425" y="241"/>
                    <a:pt x="3318" y="1"/>
                    <a:pt x="3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68"/>
            <p:cNvSpPr/>
            <p:nvPr/>
          </p:nvSpPr>
          <p:spPr>
            <a:xfrm>
              <a:off x="4577452" y="3121887"/>
              <a:ext cx="57411" cy="74907"/>
            </a:xfrm>
            <a:custGeom>
              <a:avLst/>
              <a:gdLst/>
              <a:ahLst/>
              <a:cxnLst/>
              <a:rect l="l" t="t" r="r" b="b"/>
              <a:pathLst>
                <a:path w="1516" h="1978" extrusionOk="0">
                  <a:moveTo>
                    <a:pt x="1318" y="1"/>
                  </a:moveTo>
                  <a:cubicBezTo>
                    <a:pt x="1271" y="1"/>
                    <a:pt x="1225" y="20"/>
                    <a:pt x="1193" y="63"/>
                  </a:cubicBezTo>
                  <a:cubicBezTo>
                    <a:pt x="1026" y="363"/>
                    <a:pt x="792" y="630"/>
                    <a:pt x="592" y="897"/>
                  </a:cubicBezTo>
                  <a:cubicBezTo>
                    <a:pt x="392" y="1230"/>
                    <a:pt x="192" y="1564"/>
                    <a:pt x="25" y="1897"/>
                  </a:cubicBezTo>
                  <a:cubicBezTo>
                    <a:pt x="1" y="1946"/>
                    <a:pt x="30" y="1977"/>
                    <a:pt x="61" y="1977"/>
                  </a:cubicBezTo>
                  <a:cubicBezTo>
                    <a:pt x="72" y="1977"/>
                    <a:pt x="83" y="1973"/>
                    <a:pt x="92" y="1964"/>
                  </a:cubicBezTo>
                  <a:cubicBezTo>
                    <a:pt x="359" y="1697"/>
                    <a:pt x="692" y="1464"/>
                    <a:pt x="959" y="1197"/>
                  </a:cubicBezTo>
                  <a:cubicBezTo>
                    <a:pt x="1226" y="897"/>
                    <a:pt x="1393" y="563"/>
                    <a:pt x="1493" y="196"/>
                  </a:cubicBezTo>
                  <a:cubicBezTo>
                    <a:pt x="1516" y="83"/>
                    <a:pt x="1416" y="1"/>
                    <a:pt x="13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68"/>
            <p:cNvSpPr/>
            <p:nvPr/>
          </p:nvSpPr>
          <p:spPr>
            <a:xfrm>
              <a:off x="4770405" y="3107761"/>
              <a:ext cx="31621" cy="113345"/>
            </a:xfrm>
            <a:custGeom>
              <a:avLst/>
              <a:gdLst/>
              <a:ahLst/>
              <a:cxnLst/>
              <a:rect l="l" t="t" r="r" b="b"/>
              <a:pathLst>
                <a:path w="835" h="2993" extrusionOk="0">
                  <a:moveTo>
                    <a:pt x="723" y="0"/>
                  </a:moveTo>
                  <a:cubicBezTo>
                    <a:pt x="678" y="0"/>
                    <a:pt x="630" y="25"/>
                    <a:pt x="601" y="69"/>
                  </a:cubicBezTo>
                  <a:cubicBezTo>
                    <a:pt x="34" y="769"/>
                    <a:pt x="101" y="2037"/>
                    <a:pt x="1" y="2904"/>
                  </a:cubicBezTo>
                  <a:cubicBezTo>
                    <a:pt x="1" y="2958"/>
                    <a:pt x="48" y="2992"/>
                    <a:pt x="98" y="2992"/>
                  </a:cubicBezTo>
                  <a:cubicBezTo>
                    <a:pt x="141" y="2992"/>
                    <a:pt x="185" y="2966"/>
                    <a:pt x="201" y="2904"/>
                  </a:cubicBezTo>
                  <a:cubicBezTo>
                    <a:pt x="267" y="2437"/>
                    <a:pt x="367" y="1970"/>
                    <a:pt x="468" y="1536"/>
                  </a:cubicBezTo>
                  <a:cubicBezTo>
                    <a:pt x="634" y="1069"/>
                    <a:pt x="734" y="602"/>
                    <a:pt x="834" y="135"/>
                  </a:cubicBezTo>
                  <a:cubicBezTo>
                    <a:pt x="834" y="42"/>
                    <a:pt x="782" y="0"/>
                    <a:pt x="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68"/>
            <p:cNvSpPr/>
            <p:nvPr/>
          </p:nvSpPr>
          <p:spPr>
            <a:xfrm>
              <a:off x="4893713" y="3298821"/>
              <a:ext cx="35749" cy="40445"/>
            </a:xfrm>
            <a:custGeom>
              <a:avLst/>
              <a:gdLst/>
              <a:ahLst/>
              <a:cxnLst/>
              <a:rect l="l" t="t" r="r" b="b"/>
              <a:pathLst>
                <a:path w="944" h="1068" extrusionOk="0">
                  <a:moveTo>
                    <a:pt x="341" y="1"/>
                  </a:moveTo>
                  <a:cubicBezTo>
                    <a:pt x="170" y="1"/>
                    <a:pt x="1" y="129"/>
                    <a:pt x="80" y="328"/>
                  </a:cubicBezTo>
                  <a:cubicBezTo>
                    <a:pt x="147" y="661"/>
                    <a:pt x="380" y="928"/>
                    <a:pt x="714" y="1061"/>
                  </a:cubicBezTo>
                  <a:cubicBezTo>
                    <a:pt x="727" y="1066"/>
                    <a:pt x="741" y="1068"/>
                    <a:pt x="755" y="1068"/>
                  </a:cubicBezTo>
                  <a:cubicBezTo>
                    <a:pt x="846" y="1068"/>
                    <a:pt x="943" y="977"/>
                    <a:pt x="914" y="861"/>
                  </a:cubicBezTo>
                  <a:cubicBezTo>
                    <a:pt x="914" y="761"/>
                    <a:pt x="881" y="628"/>
                    <a:pt x="814" y="561"/>
                  </a:cubicBezTo>
                  <a:cubicBezTo>
                    <a:pt x="714" y="461"/>
                    <a:pt x="647" y="328"/>
                    <a:pt x="614" y="194"/>
                  </a:cubicBezTo>
                  <a:cubicBezTo>
                    <a:pt x="574" y="59"/>
                    <a:pt x="457" y="1"/>
                    <a:pt x="3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68"/>
            <p:cNvSpPr/>
            <p:nvPr/>
          </p:nvSpPr>
          <p:spPr>
            <a:xfrm>
              <a:off x="4986421" y="3135596"/>
              <a:ext cx="55631" cy="24388"/>
            </a:xfrm>
            <a:custGeom>
              <a:avLst/>
              <a:gdLst/>
              <a:ahLst/>
              <a:cxnLst/>
              <a:rect l="l" t="t" r="r" b="b"/>
              <a:pathLst>
                <a:path w="1469" h="644" extrusionOk="0">
                  <a:moveTo>
                    <a:pt x="1101" y="1"/>
                  </a:moveTo>
                  <a:cubicBezTo>
                    <a:pt x="835" y="1"/>
                    <a:pt x="601" y="68"/>
                    <a:pt x="334" y="101"/>
                  </a:cubicBezTo>
                  <a:cubicBezTo>
                    <a:pt x="1" y="134"/>
                    <a:pt x="1" y="601"/>
                    <a:pt x="334" y="635"/>
                  </a:cubicBezTo>
                  <a:cubicBezTo>
                    <a:pt x="386" y="640"/>
                    <a:pt x="438" y="643"/>
                    <a:pt x="491" y="643"/>
                  </a:cubicBezTo>
                  <a:cubicBezTo>
                    <a:pt x="747" y="643"/>
                    <a:pt x="1014" y="578"/>
                    <a:pt x="1235" y="468"/>
                  </a:cubicBezTo>
                  <a:cubicBezTo>
                    <a:pt x="1468" y="334"/>
                    <a:pt x="1368" y="1"/>
                    <a:pt x="1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68"/>
            <p:cNvSpPr/>
            <p:nvPr/>
          </p:nvSpPr>
          <p:spPr>
            <a:xfrm>
              <a:off x="4833006" y="2988808"/>
              <a:ext cx="53283" cy="70060"/>
            </a:xfrm>
            <a:custGeom>
              <a:avLst/>
              <a:gdLst/>
              <a:ahLst/>
              <a:cxnLst/>
              <a:rect l="l" t="t" r="r" b="b"/>
              <a:pathLst>
                <a:path w="1407" h="1850" extrusionOk="0">
                  <a:moveTo>
                    <a:pt x="224" y="1"/>
                  </a:moveTo>
                  <a:cubicBezTo>
                    <a:pt x="110" y="1"/>
                    <a:pt x="0" y="87"/>
                    <a:pt x="49" y="208"/>
                  </a:cubicBezTo>
                  <a:cubicBezTo>
                    <a:pt x="316" y="808"/>
                    <a:pt x="649" y="1342"/>
                    <a:pt x="1116" y="1809"/>
                  </a:cubicBezTo>
                  <a:cubicBezTo>
                    <a:pt x="1145" y="1837"/>
                    <a:pt x="1181" y="1849"/>
                    <a:pt x="1218" y="1849"/>
                  </a:cubicBezTo>
                  <a:cubicBezTo>
                    <a:pt x="1311" y="1849"/>
                    <a:pt x="1407" y="1771"/>
                    <a:pt x="1383" y="1675"/>
                  </a:cubicBezTo>
                  <a:cubicBezTo>
                    <a:pt x="1183" y="1042"/>
                    <a:pt x="816" y="474"/>
                    <a:pt x="349" y="41"/>
                  </a:cubicBezTo>
                  <a:cubicBezTo>
                    <a:pt x="312" y="13"/>
                    <a:pt x="268" y="1"/>
                    <a:pt x="2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68"/>
            <p:cNvSpPr/>
            <p:nvPr/>
          </p:nvSpPr>
          <p:spPr>
            <a:xfrm>
              <a:off x="4867582" y="3123856"/>
              <a:ext cx="31962" cy="39006"/>
            </a:xfrm>
            <a:custGeom>
              <a:avLst/>
              <a:gdLst/>
              <a:ahLst/>
              <a:cxnLst/>
              <a:rect l="l" t="t" r="r" b="b"/>
              <a:pathLst>
                <a:path w="844" h="1030" extrusionOk="0">
                  <a:moveTo>
                    <a:pt x="221" y="0"/>
                  </a:moveTo>
                  <a:cubicBezTo>
                    <a:pt x="96" y="0"/>
                    <a:pt x="0" y="149"/>
                    <a:pt x="103" y="278"/>
                  </a:cubicBezTo>
                  <a:cubicBezTo>
                    <a:pt x="237" y="444"/>
                    <a:pt x="370" y="678"/>
                    <a:pt x="437" y="911"/>
                  </a:cubicBezTo>
                  <a:cubicBezTo>
                    <a:pt x="464" y="993"/>
                    <a:pt x="540" y="1030"/>
                    <a:pt x="617" y="1030"/>
                  </a:cubicBezTo>
                  <a:cubicBezTo>
                    <a:pt x="730" y="1030"/>
                    <a:pt x="843" y="950"/>
                    <a:pt x="804" y="811"/>
                  </a:cubicBezTo>
                  <a:cubicBezTo>
                    <a:pt x="737" y="511"/>
                    <a:pt x="570" y="211"/>
                    <a:pt x="337" y="44"/>
                  </a:cubicBezTo>
                  <a:cubicBezTo>
                    <a:pt x="298" y="14"/>
                    <a:pt x="259" y="0"/>
                    <a:pt x="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68"/>
            <p:cNvSpPr/>
            <p:nvPr/>
          </p:nvSpPr>
          <p:spPr>
            <a:xfrm>
              <a:off x="4623389" y="3385469"/>
              <a:ext cx="78126" cy="43020"/>
            </a:xfrm>
            <a:custGeom>
              <a:avLst/>
              <a:gdLst/>
              <a:ahLst/>
              <a:cxnLst/>
              <a:rect l="l" t="t" r="r" b="b"/>
              <a:pathLst>
                <a:path w="2063" h="1136" extrusionOk="0">
                  <a:moveTo>
                    <a:pt x="289" y="0"/>
                  </a:moveTo>
                  <a:cubicBezTo>
                    <a:pt x="67" y="0"/>
                    <a:pt x="0" y="346"/>
                    <a:pt x="247" y="408"/>
                  </a:cubicBezTo>
                  <a:cubicBezTo>
                    <a:pt x="747" y="575"/>
                    <a:pt x="1247" y="808"/>
                    <a:pt x="1714" y="1108"/>
                  </a:cubicBezTo>
                  <a:cubicBezTo>
                    <a:pt x="1739" y="1127"/>
                    <a:pt x="1767" y="1135"/>
                    <a:pt x="1796" y="1135"/>
                  </a:cubicBezTo>
                  <a:cubicBezTo>
                    <a:pt x="1923" y="1135"/>
                    <a:pt x="2063" y="977"/>
                    <a:pt x="1981" y="842"/>
                  </a:cubicBezTo>
                  <a:cubicBezTo>
                    <a:pt x="1614" y="308"/>
                    <a:pt x="947" y="174"/>
                    <a:pt x="347" y="8"/>
                  </a:cubicBezTo>
                  <a:cubicBezTo>
                    <a:pt x="326" y="3"/>
                    <a:pt x="307" y="0"/>
                    <a:pt x="2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68"/>
            <p:cNvSpPr/>
            <p:nvPr/>
          </p:nvSpPr>
          <p:spPr>
            <a:xfrm>
              <a:off x="4357535" y="2492432"/>
              <a:ext cx="68052" cy="51617"/>
            </a:xfrm>
            <a:custGeom>
              <a:avLst/>
              <a:gdLst/>
              <a:ahLst/>
              <a:cxnLst/>
              <a:rect l="l" t="t" r="r" b="b"/>
              <a:pathLst>
                <a:path w="1797" h="1363" extrusionOk="0">
                  <a:moveTo>
                    <a:pt x="219" y="1"/>
                  </a:moveTo>
                  <a:cubicBezTo>
                    <a:pt x="79" y="1"/>
                    <a:pt x="1" y="150"/>
                    <a:pt x="61" y="272"/>
                  </a:cubicBezTo>
                  <a:cubicBezTo>
                    <a:pt x="228" y="572"/>
                    <a:pt x="495" y="839"/>
                    <a:pt x="795" y="1039"/>
                  </a:cubicBezTo>
                  <a:cubicBezTo>
                    <a:pt x="998" y="1191"/>
                    <a:pt x="1240" y="1363"/>
                    <a:pt x="1491" y="1363"/>
                  </a:cubicBezTo>
                  <a:cubicBezTo>
                    <a:pt x="1570" y="1363"/>
                    <a:pt x="1650" y="1346"/>
                    <a:pt x="1729" y="1306"/>
                  </a:cubicBezTo>
                  <a:cubicBezTo>
                    <a:pt x="1763" y="1306"/>
                    <a:pt x="1796" y="1239"/>
                    <a:pt x="1763" y="1206"/>
                  </a:cubicBezTo>
                  <a:cubicBezTo>
                    <a:pt x="1529" y="972"/>
                    <a:pt x="1296" y="772"/>
                    <a:pt x="1062" y="572"/>
                  </a:cubicBezTo>
                  <a:cubicBezTo>
                    <a:pt x="862" y="305"/>
                    <a:pt x="562" y="139"/>
                    <a:pt x="262" y="5"/>
                  </a:cubicBezTo>
                  <a:cubicBezTo>
                    <a:pt x="247" y="2"/>
                    <a:pt x="233" y="1"/>
                    <a:pt x="2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68"/>
            <p:cNvSpPr/>
            <p:nvPr/>
          </p:nvSpPr>
          <p:spPr>
            <a:xfrm>
              <a:off x="4206012" y="2607522"/>
              <a:ext cx="110315" cy="99447"/>
            </a:xfrm>
            <a:custGeom>
              <a:avLst/>
              <a:gdLst/>
              <a:ahLst/>
              <a:cxnLst/>
              <a:rect l="l" t="t" r="r" b="b"/>
              <a:pathLst>
                <a:path w="2913" h="2626" extrusionOk="0">
                  <a:moveTo>
                    <a:pt x="2756" y="0"/>
                  </a:moveTo>
                  <a:cubicBezTo>
                    <a:pt x="2727" y="0"/>
                    <a:pt x="2694" y="11"/>
                    <a:pt x="2661" y="35"/>
                  </a:cubicBezTo>
                  <a:cubicBezTo>
                    <a:pt x="1761" y="802"/>
                    <a:pt x="727" y="1503"/>
                    <a:pt x="26" y="2537"/>
                  </a:cubicBezTo>
                  <a:cubicBezTo>
                    <a:pt x="1" y="2562"/>
                    <a:pt x="33" y="2626"/>
                    <a:pt x="80" y="2626"/>
                  </a:cubicBezTo>
                  <a:cubicBezTo>
                    <a:pt x="94" y="2626"/>
                    <a:pt x="110" y="2620"/>
                    <a:pt x="126" y="2603"/>
                  </a:cubicBezTo>
                  <a:cubicBezTo>
                    <a:pt x="1127" y="1936"/>
                    <a:pt x="2061" y="1102"/>
                    <a:pt x="2862" y="202"/>
                  </a:cubicBezTo>
                  <a:cubicBezTo>
                    <a:pt x="2912" y="101"/>
                    <a:pt x="2848" y="0"/>
                    <a:pt x="2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68"/>
            <p:cNvSpPr/>
            <p:nvPr/>
          </p:nvSpPr>
          <p:spPr>
            <a:xfrm>
              <a:off x="4121522" y="2556472"/>
              <a:ext cx="38779" cy="57979"/>
            </a:xfrm>
            <a:custGeom>
              <a:avLst/>
              <a:gdLst/>
              <a:ahLst/>
              <a:cxnLst/>
              <a:rect l="l" t="t" r="r" b="b"/>
              <a:pathLst>
                <a:path w="1024" h="1531" extrusionOk="0">
                  <a:moveTo>
                    <a:pt x="168" y="0"/>
                  </a:moveTo>
                  <a:cubicBezTo>
                    <a:pt x="82" y="0"/>
                    <a:pt x="0" y="60"/>
                    <a:pt x="22" y="149"/>
                  </a:cubicBezTo>
                  <a:cubicBezTo>
                    <a:pt x="122" y="682"/>
                    <a:pt x="423" y="1149"/>
                    <a:pt x="790" y="1516"/>
                  </a:cubicBezTo>
                  <a:cubicBezTo>
                    <a:pt x="799" y="1526"/>
                    <a:pt x="809" y="1530"/>
                    <a:pt x="819" y="1530"/>
                  </a:cubicBezTo>
                  <a:cubicBezTo>
                    <a:pt x="842" y="1530"/>
                    <a:pt x="866" y="1507"/>
                    <a:pt x="890" y="1483"/>
                  </a:cubicBezTo>
                  <a:cubicBezTo>
                    <a:pt x="1023" y="949"/>
                    <a:pt x="556" y="449"/>
                    <a:pt x="289" y="49"/>
                  </a:cubicBezTo>
                  <a:cubicBezTo>
                    <a:pt x="256" y="15"/>
                    <a:pt x="21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68"/>
            <p:cNvSpPr/>
            <p:nvPr/>
          </p:nvSpPr>
          <p:spPr>
            <a:xfrm>
              <a:off x="4040251" y="2883110"/>
              <a:ext cx="82140" cy="25146"/>
            </a:xfrm>
            <a:custGeom>
              <a:avLst/>
              <a:gdLst/>
              <a:ahLst/>
              <a:cxnLst/>
              <a:rect l="l" t="t" r="r" b="b"/>
              <a:pathLst>
                <a:path w="2169" h="664" extrusionOk="0">
                  <a:moveTo>
                    <a:pt x="647" y="1"/>
                  </a:moveTo>
                  <a:cubicBezTo>
                    <a:pt x="467" y="1"/>
                    <a:pt x="284" y="22"/>
                    <a:pt x="100" y="63"/>
                  </a:cubicBezTo>
                  <a:cubicBezTo>
                    <a:pt x="0" y="63"/>
                    <a:pt x="0" y="263"/>
                    <a:pt x="134" y="263"/>
                  </a:cubicBezTo>
                  <a:cubicBezTo>
                    <a:pt x="801" y="330"/>
                    <a:pt x="1434" y="463"/>
                    <a:pt x="2068" y="664"/>
                  </a:cubicBezTo>
                  <a:cubicBezTo>
                    <a:pt x="2102" y="664"/>
                    <a:pt x="2168" y="597"/>
                    <a:pt x="2102" y="564"/>
                  </a:cubicBezTo>
                  <a:cubicBezTo>
                    <a:pt x="1701" y="188"/>
                    <a:pt x="1188" y="1"/>
                    <a:pt x="6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68"/>
            <p:cNvSpPr/>
            <p:nvPr/>
          </p:nvSpPr>
          <p:spPr>
            <a:xfrm>
              <a:off x="3980869" y="3508626"/>
              <a:ext cx="106301" cy="36431"/>
            </a:xfrm>
            <a:custGeom>
              <a:avLst/>
              <a:gdLst/>
              <a:ahLst/>
              <a:cxnLst/>
              <a:rect l="l" t="t" r="r" b="b"/>
              <a:pathLst>
                <a:path w="2807" h="962" extrusionOk="0">
                  <a:moveTo>
                    <a:pt x="2617" y="0"/>
                  </a:moveTo>
                  <a:cubicBezTo>
                    <a:pt x="2592" y="0"/>
                    <a:pt x="2564" y="7"/>
                    <a:pt x="2535" y="25"/>
                  </a:cubicBezTo>
                  <a:cubicBezTo>
                    <a:pt x="1802" y="425"/>
                    <a:pt x="968" y="492"/>
                    <a:pt x="134" y="658"/>
                  </a:cubicBezTo>
                  <a:cubicBezTo>
                    <a:pt x="0" y="692"/>
                    <a:pt x="0" y="859"/>
                    <a:pt x="134" y="925"/>
                  </a:cubicBezTo>
                  <a:cubicBezTo>
                    <a:pt x="298" y="950"/>
                    <a:pt x="462" y="962"/>
                    <a:pt x="627" y="962"/>
                  </a:cubicBezTo>
                  <a:cubicBezTo>
                    <a:pt x="1366" y="962"/>
                    <a:pt x="2096" y="716"/>
                    <a:pt x="2669" y="225"/>
                  </a:cubicBezTo>
                  <a:cubicBezTo>
                    <a:pt x="2807" y="170"/>
                    <a:pt x="2739" y="0"/>
                    <a:pt x="26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68"/>
            <p:cNvSpPr/>
            <p:nvPr/>
          </p:nvSpPr>
          <p:spPr>
            <a:xfrm>
              <a:off x="4515836" y="3568462"/>
              <a:ext cx="101378" cy="61274"/>
            </a:xfrm>
            <a:custGeom>
              <a:avLst/>
              <a:gdLst/>
              <a:ahLst/>
              <a:cxnLst/>
              <a:rect l="l" t="t" r="r" b="b"/>
              <a:pathLst>
                <a:path w="2677" h="1618" extrusionOk="0">
                  <a:moveTo>
                    <a:pt x="171" y="1"/>
                  </a:moveTo>
                  <a:cubicBezTo>
                    <a:pt x="63" y="1"/>
                    <a:pt x="1" y="187"/>
                    <a:pt x="118" y="246"/>
                  </a:cubicBezTo>
                  <a:cubicBezTo>
                    <a:pt x="485" y="446"/>
                    <a:pt x="852" y="680"/>
                    <a:pt x="1185" y="913"/>
                  </a:cubicBezTo>
                  <a:cubicBezTo>
                    <a:pt x="1552" y="1213"/>
                    <a:pt x="1919" y="1447"/>
                    <a:pt x="2353" y="1614"/>
                  </a:cubicBezTo>
                  <a:cubicBezTo>
                    <a:pt x="2365" y="1616"/>
                    <a:pt x="2378" y="1617"/>
                    <a:pt x="2390" y="1617"/>
                  </a:cubicBezTo>
                  <a:cubicBezTo>
                    <a:pt x="2543" y="1617"/>
                    <a:pt x="2676" y="1434"/>
                    <a:pt x="2553" y="1280"/>
                  </a:cubicBezTo>
                  <a:cubicBezTo>
                    <a:pt x="2186" y="1013"/>
                    <a:pt x="1819" y="780"/>
                    <a:pt x="1385" y="580"/>
                  </a:cubicBezTo>
                  <a:cubicBezTo>
                    <a:pt x="1018" y="379"/>
                    <a:pt x="652" y="179"/>
                    <a:pt x="218" y="12"/>
                  </a:cubicBezTo>
                  <a:cubicBezTo>
                    <a:pt x="202" y="4"/>
                    <a:pt x="186" y="1"/>
                    <a:pt x="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68"/>
            <p:cNvSpPr/>
            <p:nvPr/>
          </p:nvSpPr>
          <p:spPr>
            <a:xfrm>
              <a:off x="4526591" y="3495409"/>
              <a:ext cx="63167" cy="31432"/>
            </a:xfrm>
            <a:custGeom>
              <a:avLst/>
              <a:gdLst/>
              <a:ahLst/>
              <a:cxnLst/>
              <a:rect l="l" t="t" r="r" b="b"/>
              <a:pathLst>
                <a:path w="1668" h="830" extrusionOk="0">
                  <a:moveTo>
                    <a:pt x="297" y="0"/>
                  </a:moveTo>
                  <a:cubicBezTo>
                    <a:pt x="242" y="0"/>
                    <a:pt x="188" y="3"/>
                    <a:pt x="134" y="7"/>
                  </a:cubicBezTo>
                  <a:cubicBezTo>
                    <a:pt x="34" y="40"/>
                    <a:pt x="1" y="140"/>
                    <a:pt x="67" y="207"/>
                  </a:cubicBezTo>
                  <a:cubicBezTo>
                    <a:pt x="234" y="374"/>
                    <a:pt x="401" y="474"/>
                    <a:pt x="601" y="540"/>
                  </a:cubicBezTo>
                  <a:cubicBezTo>
                    <a:pt x="835" y="641"/>
                    <a:pt x="1035" y="741"/>
                    <a:pt x="1268" y="807"/>
                  </a:cubicBezTo>
                  <a:cubicBezTo>
                    <a:pt x="1303" y="823"/>
                    <a:pt x="1336" y="830"/>
                    <a:pt x="1365" y="830"/>
                  </a:cubicBezTo>
                  <a:cubicBezTo>
                    <a:pt x="1594" y="830"/>
                    <a:pt x="1667" y="425"/>
                    <a:pt x="1402" y="307"/>
                  </a:cubicBezTo>
                  <a:cubicBezTo>
                    <a:pt x="1051" y="103"/>
                    <a:pt x="676" y="0"/>
                    <a:pt x="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68"/>
            <p:cNvSpPr/>
            <p:nvPr/>
          </p:nvSpPr>
          <p:spPr>
            <a:xfrm>
              <a:off x="4524319" y="2833006"/>
              <a:ext cx="59948" cy="52867"/>
            </a:xfrm>
            <a:custGeom>
              <a:avLst/>
              <a:gdLst/>
              <a:ahLst/>
              <a:cxnLst/>
              <a:rect l="l" t="t" r="r" b="b"/>
              <a:pathLst>
                <a:path w="1583" h="1396" extrusionOk="0">
                  <a:moveTo>
                    <a:pt x="1420" y="1"/>
                  </a:moveTo>
                  <a:cubicBezTo>
                    <a:pt x="1400" y="1"/>
                    <a:pt x="1380" y="6"/>
                    <a:pt x="1362" y="19"/>
                  </a:cubicBezTo>
                  <a:cubicBezTo>
                    <a:pt x="861" y="385"/>
                    <a:pt x="428" y="819"/>
                    <a:pt x="27" y="1319"/>
                  </a:cubicBezTo>
                  <a:cubicBezTo>
                    <a:pt x="0" y="1346"/>
                    <a:pt x="39" y="1395"/>
                    <a:pt x="90" y="1395"/>
                  </a:cubicBezTo>
                  <a:cubicBezTo>
                    <a:pt x="102" y="1395"/>
                    <a:pt x="115" y="1393"/>
                    <a:pt x="127" y="1386"/>
                  </a:cubicBezTo>
                  <a:cubicBezTo>
                    <a:pt x="628" y="1053"/>
                    <a:pt x="1095" y="652"/>
                    <a:pt x="1528" y="185"/>
                  </a:cubicBezTo>
                  <a:cubicBezTo>
                    <a:pt x="1583" y="104"/>
                    <a:pt x="1505" y="1"/>
                    <a:pt x="14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68"/>
            <p:cNvSpPr/>
            <p:nvPr/>
          </p:nvSpPr>
          <p:spPr>
            <a:xfrm>
              <a:off x="4525341" y="3025202"/>
              <a:ext cx="35408" cy="12876"/>
            </a:xfrm>
            <a:custGeom>
              <a:avLst/>
              <a:gdLst/>
              <a:ahLst/>
              <a:cxnLst/>
              <a:rect l="l" t="t" r="r" b="b"/>
              <a:pathLst>
                <a:path w="935" h="340" extrusionOk="0">
                  <a:moveTo>
                    <a:pt x="376" y="0"/>
                  </a:moveTo>
                  <a:cubicBezTo>
                    <a:pt x="318" y="0"/>
                    <a:pt x="259" y="4"/>
                    <a:pt x="200" y="14"/>
                  </a:cubicBezTo>
                  <a:cubicBezTo>
                    <a:pt x="0" y="14"/>
                    <a:pt x="0" y="314"/>
                    <a:pt x="200" y="314"/>
                  </a:cubicBezTo>
                  <a:cubicBezTo>
                    <a:pt x="300" y="331"/>
                    <a:pt x="401" y="339"/>
                    <a:pt x="501" y="339"/>
                  </a:cubicBezTo>
                  <a:cubicBezTo>
                    <a:pt x="601" y="339"/>
                    <a:pt x="701" y="331"/>
                    <a:pt x="801" y="314"/>
                  </a:cubicBezTo>
                  <a:cubicBezTo>
                    <a:pt x="934" y="281"/>
                    <a:pt x="934" y="81"/>
                    <a:pt x="801" y="47"/>
                  </a:cubicBezTo>
                  <a:cubicBezTo>
                    <a:pt x="659" y="24"/>
                    <a:pt x="518" y="0"/>
                    <a:pt x="3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68"/>
            <p:cNvSpPr/>
            <p:nvPr/>
          </p:nvSpPr>
          <p:spPr>
            <a:xfrm>
              <a:off x="4176662" y="3496924"/>
              <a:ext cx="94561" cy="39536"/>
            </a:xfrm>
            <a:custGeom>
              <a:avLst/>
              <a:gdLst/>
              <a:ahLst/>
              <a:cxnLst/>
              <a:rect l="l" t="t" r="r" b="b"/>
              <a:pathLst>
                <a:path w="2497" h="1044" extrusionOk="0">
                  <a:moveTo>
                    <a:pt x="67" y="0"/>
                  </a:moveTo>
                  <a:cubicBezTo>
                    <a:pt x="34" y="0"/>
                    <a:pt x="1" y="33"/>
                    <a:pt x="67" y="67"/>
                  </a:cubicBezTo>
                  <a:cubicBezTo>
                    <a:pt x="835" y="367"/>
                    <a:pt x="1635" y="734"/>
                    <a:pt x="2436" y="1034"/>
                  </a:cubicBezTo>
                  <a:cubicBezTo>
                    <a:pt x="2442" y="1041"/>
                    <a:pt x="2449" y="1043"/>
                    <a:pt x="2454" y="1043"/>
                  </a:cubicBezTo>
                  <a:cubicBezTo>
                    <a:pt x="2479" y="1043"/>
                    <a:pt x="2496" y="994"/>
                    <a:pt x="2469" y="967"/>
                  </a:cubicBezTo>
                  <a:cubicBezTo>
                    <a:pt x="1669" y="601"/>
                    <a:pt x="868" y="267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68"/>
            <p:cNvSpPr/>
            <p:nvPr/>
          </p:nvSpPr>
          <p:spPr>
            <a:xfrm>
              <a:off x="4189652" y="3405693"/>
              <a:ext cx="84034" cy="33326"/>
            </a:xfrm>
            <a:custGeom>
              <a:avLst/>
              <a:gdLst/>
              <a:ahLst/>
              <a:cxnLst/>
              <a:rect l="l" t="t" r="r" b="b"/>
              <a:pathLst>
                <a:path w="2219" h="880" extrusionOk="0">
                  <a:moveTo>
                    <a:pt x="44" y="1"/>
                  </a:moveTo>
                  <a:cubicBezTo>
                    <a:pt x="17" y="1"/>
                    <a:pt x="1" y="74"/>
                    <a:pt x="58" y="74"/>
                  </a:cubicBezTo>
                  <a:cubicBezTo>
                    <a:pt x="725" y="374"/>
                    <a:pt x="1392" y="641"/>
                    <a:pt x="2093" y="875"/>
                  </a:cubicBezTo>
                  <a:cubicBezTo>
                    <a:pt x="2104" y="878"/>
                    <a:pt x="2114" y="880"/>
                    <a:pt x="2123" y="880"/>
                  </a:cubicBezTo>
                  <a:cubicBezTo>
                    <a:pt x="2199" y="880"/>
                    <a:pt x="2219" y="771"/>
                    <a:pt x="2159" y="741"/>
                  </a:cubicBezTo>
                  <a:cubicBezTo>
                    <a:pt x="1459" y="441"/>
                    <a:pt x="758" y="208"/>
                    <a:pt x="58" y="7"/>
                  </a:cubicBezTo>
                  <a:cubicBezTo>
                    <a:pt x="53" y="3"/>
                    <a:pt x="48" y="1"/>
                    <a:pt x="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68"/>
            <p:cNvSpPr/>
            <p:nvPr/>
          </p:nvSpPr>
          <p:spPr>
            <a:xfrm>
              <a:off x="4203210" y="3257995"/>
              <a:ext cx="89373" cy="33363"/>
            </a:xfrm>
            <a:custGeom>
              <a:avLst/>
              <a:gdLst/>
              <a:ahLst/>
              <a:cxnLst/>
              <a:rect l="l" t="t" r="r" b="b"/>
              <a:pathLst>
                <a:path w="2360" h="881" extrusionOk="0">
                  <a:moveTo>
                    <a:pt x="2170" y="0"/>
                  </a:moveTo>
                  <a:cubicBezTo>
                    <a:pt x="2158" y="0"/>
                    <a:pt x="2147" y="2"/>
                    <a:pt x="2135" y="5"/>
                  </a:cubicBezTo>
                  <a:cubicBezTo>
                    <a:pt x="1801" y="71"/>
                    <a:pt x="1501" y="171"/>
                    <a:pt x="1201" y="338"/>
                  </a:cubicBezTo>
                  <a:cubicBezTo>
                    <a:pt x="902" y="548"/>
                    <a:pt x="548" y="677"/>
                    <a:pt x="189" y="677"/>
                  </a:cubicBezTo>
                  <a:cubicBezTo>
                    <a:pt x="149" y="677"/>
                    <a:pt x="108" y="675"/>
                    <a:pt x="67" y="672"/>
                  </a:cubicBezTo>
                  <a:cubicBezTo>
                    <a:pt x="34" y="672"/>
                    <a:pt x="0" y="738"/>
                    <a:pt x="34" y="772"/>
                  </a:cubicBezTo>
                  <a:cubicBezTo>
                    <a:pt x="218" y="847"/>
                    <a:pt x="416" y="881"/>
                    <a:pt x="617" y="881"/>
                  </a:cubicBezTo>
                  <a:cubicBezTo>
                    <a:pt x="1215" y="881"/>
                    <a:pt x="1844" y="587"/>
                    <a:pt x="2268" y="238"/>
                  </a:cubicBezTo>
                  <a:cubicBezTo>
                    <a:pt x="2360" y="147"/>
                    <a:pt x="2285" y="0"/>
                    <a:pt x="2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68"/>
            <p:cNvSpPr/>
            <p:nvPr/>
          </p:nvSpPr>
          <p:spPr>
            <a:xfrm>
              <a:off x="4204460" y="3143208"/>
              <a:ext cx="88464" cy="45482"/>
            </a:xfrm>
            <a:custGeom>
              <a:avLst/>
              <a:gdLst/>
              <a:ahLst/>
              <a:cxnLst/>
              <a:rect l="l" t="t" r="r" b="b"/>
              <a:pathLst>
                <a:path w="2336" h="1201" extrusionOk="0">
                  <a:moveTo>
                    <a:pt x="2202" y="0"/>
                  </a:moveTo>
                  <a:cubicBezTo>
                    <a:pt x="1802" y="67"/>
                    <a:pt x="1435" y="200"/>
                    <a:pt x="1135" y="434"/>
                  </a:cubicBezTo>
                  <a:cubicBezTo>
                    <a:pt x="768" y="667"/>
                    <a:pt x="401" y="867"/>
                    <a:pt x="67" y="1101"/>
                  </a:cubicBezTo>
                  <a:cubicBezTo>
                    <a:pt x="1" y="1134"/>
                    <a:pt x="34" y="1201"/>
                    <a:pt x="67" y="1201"/>
                  </a:cubicBezTo>
                  <a:cubicBezTo>
                    <a:pt x="935" y="1201"/>
                    <a:pt x="1735" y="834"/>
                    <a:pt x="2302" y="200"/>
                  </a:cubicBezTo>
                  <a:cubicBezTo>
                    <a:pt x="2336" y="100"/>
                    <a:pt x="2302" y="0"/>
                    <a:pt x="22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68"/>
            <p:cNvSpPr/>
            <p:nvPr/>
          </p:nvSpPr>
          <p:spPr>
            <a:xfrm>
              <a:off x="4205710" y="2884208"/>
              <a:ext cx="81345" cy="53018"/>
            </a:xfrm>
            <a:custGeom>
              <a:avLst/>
              <a:gdLst/>
              <a:ahLst/>
              <a:cxnLst/>
              <a:rect l="l" t="t" r="r" b="b"/>
              <a:pathLst>
                <a:path w="2148" h="1400" extrusionOk="0">
                  <a:moveTo>
                    <a:pt x="68" y="1"/>
                  </a:moveTo>
                  <a:cubicBezTo>
                    <a:pt x="34" y="1"/>
                    <a:pt x="1" y="68"/>
                    <a:pt x="34" y="101"/>
                  </a:cubicBezTo>
                  <a:cubicBezTo>
                    <a:pt x="268" y="334"/>
                    <a:pt x="535" y="535"/>
                    <a:pt x="835" y="701"/>
                  </a:cubicBezTo>
                  <a:cubicBezTo>
                    <a:pt x="1168" y="935"/>
                    <a:pt x="1502" y="1168"/>
                    <a:pt x="1836" y="1368"/>
                  </a:cubicBezTo>
                  <a:cubicBezTo>
                    <a:pt x="1871" y="1390"/>
                    <a:pt x="1907" y="1399"/>
                    <a:pt x="1940" y="1399"/>
                  </a:cubicBezTo>
                  <a:cubicBezTo>
                    <a:pt x="2061" y="1399"/>
                    <a:pt x="2148" y="1273"/>
                    <a:pt x="2069" y="1168"/>
                  </a:cubicBezTo>
                  <a:cubicBezTo>
                    <a:pt x="1602" y="501"/>
                    <a:pt x="868" y="68"/>
                    <a:pt x="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68"/>
            <p:cNvSpPr/>
            <p:nvPr/>
          </p:nvSpPr>
          <p:spPr>
            <a:xfrm>
              <a:off x="4320118" y="2958738"/>
              <a:ext cx="135764" cy="45936"/>
            </a:xfrm>
            <a:custGeom>
              <a:avLst/>
              <a:gdLst/>
              <a:ahLst/>
              <a:cxnLst/>
              <a:rect l="l" t="t" r="r" b="b"/>
              <a:pathLst>
                <a:path w="3585" h="1213" extrusionOk="0">
                  <a:moveTo>
                    <a:pt x="3485" y="1"/>
                  </a:moveTo>
                  <a:cubicBezTo>
                    <a:pt x="2317" y="1"/>
                    <a:pt x="1150" y="301"/>
                    <a:pt x="149" y="935"/>
                  </a:cubicBezTo>
                  <a:cubicBezTo>
                    <a:pt x="0" y="994"/>
                    <a:pt x="63" y="1212"/>
                    <a:pt x="197" y="1212"/>
                  </a:cubicBezTo>
                  <a:cubicBezTo>
                    <a:pt x="213" y="1212"/>
                    <a:pt x="231" y="1209"/>
                    <a:pt x="249" y="1202"/>
                  </a:cubicBezTo>
                  <a:cubicBezTo>
                    <a:pt x="1383" y="968"/>
                    <a:pt x="2450" y="601"/>
                    <a:pt x="3518" y="134"/>
                  </a:cubicBezTo>
                  <a:cubicBezTo>
                    <a:pt x="3585" y="101"/>
                    <a:pt x="3551" y="34"/>
                    <a:pt x="3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68"/>
            <p:cNvSpPr/>
            <p:nvPr/>
          </p:nvSpPr>
          <p:spPr>
            <a:xfrm>
              <a:off x="4330798" y="3087349"/>
              <a:ext cx="77028" cy="28440"/>
            </a:xfrm>
            <a:custGeom>
              <a:avLst/>
              <a:gdLst/>
              <a:ahLst/>
              <a:cxnLst/>
              <a:rect l="l" t="t" r="r" b="b"/>
              <a:pathLst>
                <a:path w="2034" h="751" extrusionOk="0">
                  <a:moveTo>
                    <a:pt x="408" y="0"/>
                  </a:moveTo>
                  <a:cubicBezTo>
                    <a:pt x="361" y="0"/>
                    <a:pt x="314" y="2"/>
                    <a:pt x="267" y="7"/>
                  </a:cubicBezTo>
                  <a:cubicBezTo>
                    <a:pt x="100" y="7"/>
                    <a:pt x="0" y="241"/>
                    <a:pt x="167" y="308"/>
                  </a:cubicBezTo>
                  <a:cubicBezTo>
                    <a:pt x="734" y="574"/>
                    <a:pt x="1368" y="741"/>
                    <a:pt x="2002" y="741"/>
                  </a:cubicBezTo>
                  <a:cubicBezTo>
                    <a:pt x="2008" y="748"/>
                    <a:pt x="2014" y="751"/>
                    <a:pt x="2018" y="751"/>
                  </a:cubicBezTo>
                  <a:cubicBezTo>
                    <a:pt x="2034" y="751"/>
                    <a:pt x="2028" y="708"/>
                    <a:pt x="2002" y="708"/>
                  </a:cubicBezTo>
                  <a:cubicBezTo>
                    <a:pt x="1539" y="368"/>
                    <a:pt x="990" y="0"/>
                    <a:pt x="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68"/>
            <p:cNvSpPr/>
            <p:nvPr/>
          </p:nvSpPr>
          <p:spPr>
            <a:xfrm>
              <a:off x="4360148" y="2699776"/>
              <a:ext cx="57487" cy="72559"/>
            </a:xfrm>
            <a:custGeom>
              <a:avLst/>
              <a:gdLst/>
              <a:ahLst/>
              <a:cxnLst/>
              <a:rect l="l" t="t" r="r" b="b"/>
              <a:pathLst>
                <a:path w="1518" h="1916" extrusionOk="0">
                  <a:moveTo>
                    <a:pt x="240" y="0"/>
                  </a:moveTo>
                  <a:cubicBezTo>
                    <a:pt x="112" y="0"/>
                    <a:pt x="0" y="114"/>
                    <a:pt x="26" y="268"/>
                  </a:cubicBezTo>
                  <a:cubicBezTo>
                    <a:pt x="159" y="568"/>
                    <a:pt x="326" y="868"/>
                    <a:pt x="560" y="1101"/>
                  </a:cubicBezTo>
                  <a:cubicBezTo>
                    <a:pt x="826" y="1402"/>
                    <a:pt x="1160" y="1635"/>
                    <a:pt x="1460" y="1902"/>
                  </a:cubicBezTo>
                  <a:cubicBezTo>
                    <a:pt x="1460" y="1912"/>
                    <a:pt x="1466" y="1916"/>
                    <a:pt x="1473" y="1916"/>
                  </a:cubicBezTo>
                  <a:cubicBezTo>
                    <a:pt x="1491" y="1916"/>
                    <a:pt x="1517" y="1892"/>
                    <a:pt x="1494" y="1869"/>
                  </a:cubicBezTo>
                  <a:cubicBezTo>
                    <a:pt x="1460" y="1502"/>
                    <a:pt x="1327" y="1135"/>
                    <a:pt x="1160" y="801"/>
                  </a:cubicBezTo>
                  <a:cubicBezTo>
                    <a:pt x="926" y="501"/>
                    <a:pt x="660" y="234"/>
                    <a:pt x="359" y="34"/>
                  </a:cubicBezTo>
                  <a:cubicBezTo>
                    <a:pt x="320" y="11"/>
                    <a:pt x="280" y="0"/>
                    <a:pt x="2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68"/>
            <p:cNvSpPr/>
            <p:nvPr/>
          </p:nvSpPr>
          <p:spPr>
            <a:xfrm>
              <a:off x="4344696" y="3213346"/>
              <a:ext cx="85700" cy="54040"/>
            </a:xfrm>
            <a:custGeom>
              <a:avLst/>
              <a:gdLst/>
              <a:ahLst/>
              <a:cxnLst/>
              <a:rect l="l" t="t" r="r" b="b"/>
              <a:pathLst>
                <a:path w="2263" h="1427" extrusionOk="0">
                  <a:moveTo>
                    <a:pt x="306" y="0"/>
                  </a:moveTo>
                  <a:cubicBezTo>
                    <a:pt x="260" y="0"/>
                    <a:pt x="214" y="5"/>
                    <a:pt x="167" y="16"/>
                  </a:cubicBezTo>
                  <a:cubicBezTo>
                    <a:pt x="67" y="49"/>
                    <a:pt x="0" y="183"/>
                    <a:pt x="67" y="283"/>
                  </a:cubicBezTo>
                  <a:cubicBezTo>
                    <a:pt x="234" y="617"/>
                    <a:pt x="734" y="750"/>
                    <a:pt x="1068" y="950"/>
                  </a:cubicBezTo>
                  <a:cubicBezTo>
                    <a:pt x="1401" y="1150"/>
                    <a:pt x="1768" y="1317"/>
                    <a:pt x="2168" y="1417"/>
                  </a:cubicBezTo>
                  <a:cubicBezTo>
                    <a:pt x="2175" y="1423"/>
                    <a:pt x="2182" y="1426"/>
                    <a:pt x="2190" y="1426"/>
                  </a:cubicBezTo>
                  <a:cubicBezTo>
                    <a:pt x="2224" y="1426"/>
                    <a:pt x="2262" y="1377"/>
                    <a:pt x="2235" y="1350"/>
                  </a:cubicBezTo>
                  <a:cubicBezTo>
                    <a:pt x="1935" y="1050"/>
                    <a:pt x="1635" y="783"/>
                    <a:pt x="1301" y="550"/>
                  </a:cubicBezTo>
                  <a:cubicBezTo>
                    <a:pt x="1033" y="341"/>
                    <a:pt x="686" y="0"/>
                    <a:pt x="3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68"/>
            <p:cNvSpPr/>
            <p:nvPr/>
          </p:nvSpPr>
          <p:spPr>
            <a:xfrm>
              <a:off x="4349733" y="3364072"/>
              <a:ext cx="82140" cy="22305"/>
            </a:xfrm>
            <a:custGeom>
              <a:avLst/>
              <a:gdLst/>
              <a:ahLst/>
              <a:cxnLst/>
              <a:rect l="l" t="t" r="r" b="b"/>
              <a:pathLst>
                <a:path w="2169" h="589" extrusionOk="0">
                  <a:moveTo>
                    <a:pt x="426" y="1"/>
                  </a:moveTo>
                  <a:cubicBezTo>
                    <a:pt x="362" y="1"/>
                    <a:pt x="298" y="2"/>
                    <a:pt x="234" y="6"/>
                  </a:cubicBezTo>
                  <a:cubicBezTo>
                    <a:pt x="34" y="6"/>
                    <a:pt x="1" y="272"/>
                    <a:pt x="167" y="339"/>
                  </a:cubicBezTo>
                  <a:cubicBezTo>
                    <a:pt x="551" y="501"/>
                    <a:pt x="947" y="589"/>
                    <a:pt x="1341" y="589"/>
                  </a:cubicBezTo>
                  <a:cubicBezTo>
                    <a:pt x="1597" y="589"/>
                    <a:pt x="1852" y="552"/>
                    <a:pt x="2102" y="473"/>
                  </a:cubicBezTo>
                  <a:cubicBezTo>
                    <a:pt x="2169" y="473"/>
                    <a:pt x="2169" y="373"/>
                    <a:pt x="2102" y="373"/>
                  </a:cubicBezTo>
                  <a:cubicBezTo>
                    <a:pt x="1562" y="133"/>
                    <a:pt x="996" y="1"/>
                    <a:pt x="4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68"/>
            <p:cNvSpPr/>
            <p:nvPr/>
          </p:nvSpPr>
          <p:spPr>
            <a:xfrm>
              <a:off x="4538293" y="3301055"/>
              <a:ext cx="20753" cy="35939"/>
            </a:xfrm>
            <a:custGeom>
              <a:avLst/>
              <a:gdLst/>
              <a:ahLst/>
              <a:cxnLst/>
              <a:rect l="l" t="t" r="r" b="b"/>
              <a:pathLst>
                <a:path w="548" h="949" extrusionOk="0">
                  <a:moveTo>
                    <a:pt x="477" y="0"/>
                  </a:moveTo>
                  <a:cubicBezTo>
                    <a:pt x="458" y="0"/>
                    <a:pt x="437" y="11"/>
                    <a:pt x="425" y="35"/>
                  </a:cubicBezTo>
                  <a:cubicBezTo>
                    <a:pt x="325" y="335"/>
                    <a:pt x="192" y="602"/>
                    <a:pt x="25" y="869"/>
                  </a:cubicBezTo>
                  <a:cubicBezTo>
                    <a:pt x="1" y="918"/>
                    <a:pt x="48" y="949"/>
                    <a:pt x="88" y="949"/>
                  </a:cubicBezTo>
                  <a:cubicBezTo>
                    <a:pt x="103" y="949"/>
                    <a:pt x="116" y="945"/>
                    <a:pt x="125" y="936"/>
                  </a:cubicBezTo>
                  <a:cubicBezTo>
                    <a:pt x="292" y="669"/>
                    <a:pt x="425" y="402"/>
                    <a:pt x="526" y="102"/>
                  </a:cubicBezTo>
                  <a:cubicBezTo>
                    <a:pt x="547" y="37"/>
                    <a:pt x="513" y="0"/>
                    <a:pt x="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68"/>
            <p:cNvSpPr/>
            <p:nvPr/>
          </p:nvSpPr>
          <p:spPr>
            <a:xfrm>
              <a:off x="4337425" y="3491849"/>
              <a:ext cx="80549" cy="48171"/>
            </a:xfrm>
            <a:custGeom>
              <a:avLst/>
              <a:gdLst/>
              <a:ahLst/>
              <a:cxnLst/>
              <a:rect l="l" t="t" r="r" b="b"/>
              <a:pathLst>
                <a:path w="2127" h="1272" extrusionOk="0">
                  <a:moveTo>
                    <a:pt x="2060" y="1"/>
                  </a:moveTo>
                  <a:cubicBezTo>
                    <a:pt x="1326" y="101"/>
                    <a:pt x="659" y="401"/>
                    <a:pt x="125" y="935"/>
                  </a:cubicBezTo>
                  <a:cubicBezTo>
                    <a:pt x="1" y="1059"/>
                    <a:pt x="109" y="1271"/>
                    <a:pt x="287" y="1271"/>
                  </a:cubicBezTo>
                  <a:cubicBezTo>
                    <a:pt x="300" y="1271"/>
                    <a:pt x="313" y="1270"/>
                    <a:pt x="326" y="1268"/>
                  </a:cubicBezTo>
                  <a:cubicBezTo>
                    <a:pt x="993" y="1035"/>
                    <a:pt x="1627" y="634"/>
                    <a:pt x="2094" y="101"/>
                  </a:cubicBezTo>
                  <a:cubicBezTo>
                    <a:pt x="2127" y="67"/>
                    <a:pt x="2094" y="1"/>
                    <a:pt x="20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68"/>
            <p:cNvSpPr/>
            <p:nvPr/>
          </p:nvSpPr>
          <p:spPr>
            <a:xfrm>
              <a:off x="3805261" y="3778230"/>
              <a:ext cx="1076303" cy="843100"/>
            </a:xfrm>
            <a:custGeom>
              <a:avLst/>
              <a:gdLst/>
              <a:ahLst/>
              <a:cxnLst/>
              <a:rect l="l" t="t" r="r" b="b"/>
              <a:pathLst>
                <a:path w="28421" h="22263" extrusionOk="0">
                  <a:moveTo>
                    <a:pt x="9151" y="1"/>
                  </a:moveTo>
                  <a:cubicBezTo>
                    <a:pt x="4863" y="1"/>
                    <a:pt x="1301" y="218"/>
                    <a:pt x="368" y="878"/>
                  </a:cubicBezTo>
                  <a:cubicBezTo>
                    <a:pt x="1" y="1145"/>
                    <a:pt x="1735" y="18124"/>
                    <a:pt x="4404" y="20859"/>
                  </a:cubicBezTo>
                  <a:cubicBezTo>
                    <a:pt x="5125" y="21599"/>
                    <a:pt x="10235" y="22263"/>
                    <a:pt x="15056" y="22263"/>
                  </a:cubicBezTo>
                  <a:cubicBezTo>
                    <a:pt x="18713" y="22263"/>
                    <a:pt x="22203" y="21881"/>
                    <a:pt x="23484" y="20859"/>
                  </a:cubicBezTo>
                  <a:cubicBezTo>
                    <a:pt x="26453" y="18491"/>
                    <a:pt x="28421" y="811"/>
                    <a:pt x="28421" y="811"/>
                  </a:cubicBezTo>
                  <a:cubicBezTo>
                    <a:pt x="28421" y="811"/>
                    <a:pt x="17432" y="1"/>
                    <a:pt x="9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68"/>
            <p:cNvSpPr/>
            <p:nvPr/>
          </p:nvSpPr>
          <p:spPr>
            <a:xfrm>
              <a:off x="3720619" y="3600880"/>
              <a:ext cx="1248119" cy="315154"/>
            </a:xfrm>
            <a:custGeom>
              <a:avLst/>
              <a:gdLst/>
              <a:ahLst/>
              <a:cxnLst/>
              <a:rect l="l" t="t" r="r" b="b"/>
              <a:pathLst>
                <a:path w="32958" h="8322" extrusionOk="0">
                  <a:moveTo>
                    <a:pt x="10250" y="1"/>
                  </a:moveTo>
                  <a:cubicBezTo>
                    <a:pt x="5563" y="1"/>
                    <a:pt x="1839" y="107"/>
                    <a:pt x="1368" y="424"/>
                  </a:cubicBezTo>
                  <a:cubicBezTo>
                    <a:pt x="1" y="1325"/>
                    <a:pt x="701" y="5328"/>
                    <a:pt x="1769" y="6695"/>
                  </a:cubicBezTo>
                  <a:cubicBezTo>
                    <a:pt x="2501" y="7626"/>
                    <a:pt x="12414" y="8321"/>
                    <a:pt x="20601" y="8321"/>
                  </a:cubicBezTo>
                  <a:cubicBezTo>
                    <a:pt x="26206" y="8321"/>
                    <a:pt x="31002" y="7995"/>
                    <a:pt x="31490" y="7196"/>
                  </a:cubicBezTo>
                  <a:cubicBezTo>
                    <a:pt x="32657" y="5227"/>
                    <a:pt x="32958" y="524"/>
                    <a:pt x="31590" y="424"/>
                  </a:cubicBezTo>
                  <a:cubicBezTo>
                    <a:pt x="30726" y="359"/>
                    <a:pt x="18864" y="1"/>
                    <a:pt x="102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8" name="Google Shape;3308;p68"/>
          <p:cNvGrpSpPr/>
          <p:nvPr/>
        </p:nvGrpSpPr>
        <p:grpSpPr>
          <a:xfrm rot="354580">
            <a:off x="1399574" y="1288124"/>
            <a:ext cx="697628" cy="1463642"/>
            <a:chOff x="4303600" y="-2397000"/>
            <a:chExt cx="1138321" cy="2388227"/>
          </a:xfrm>
        </p:grpSpPr>
        <p:sp>
          <p:nvSpPr>
            <p:cNvPr id="3309" name="Google Shape;3309;p68"/>
            <p:cNvSpPr/>
            <p:nvPr/>
          </p:nvSpPr>
          <p:spPr>
            <a:xfrm>
              <a:off x="4303600" y="-2397000"/>
              <a:ext cx="1138321" cy="2388227"/>
            </a:xfrm>
            <a:custGeom>
              <a:avLst/>
              <a:gdLst/>
              <a:ahLst/>
              <a:cxnLst/>
              <a:rect l="l" t="t" r="r" b="b"/>
              <a:pathLst>
                <a:path w="17771" h="37284" fill="none" extrusionOk="0">
                  <a:moveTo>
                    <a:pt x="12014" y="20279"/>
                  </a:moveTo>
                  <a:cubicBezTo>
                    <a:pt x="10668" y="21335"/>
                    <a:pt x="9532" y="22629"/>
                    <a:pt x="8635" y="24081"/>
                  </a:cubicBezTo>
                  <a:cubicBezTo>
                    <a:pt x="9215" y="20121"/>
                    <a:pt x="9770" y="16213"/>
                    <a:pt x="10008" y="14734"/>
                  </a:cubicBezTo>
                  <a:cubicBezTo>
                    <a:pt x="11460" y="14312"/>
                    <a:pt x="15236" y="13018"/>
                    <a:pt x="15922" y="10721"/>
                  </a:cubicBezTo>
                  <a:cubicBezTo>
                    <a:pt x="16662" y="8238"/>
                    <a:pt x="16371" y="6100"/>
                    <a:pt x="14259" y="5492"/>
                  </a:cubicBezTo>
                  <a:cubicBezTo>
                    <a:pt x="14391" y="4595"/>
                    <a:pt x="14470" y="2614"/>
                    <a:pt x="12859" y="1954"/>
                  </a:cubicBezTo>
                  <a:cubicBezTo>
                    <a:pt x="12516" y="1822"/>
                    <a:pt x="12173" y="1743"/>
                    <a:pt x="11803" y="1743"/>
                  </a:cubicBezTo>
                  <a:cubicBezTo>
                    <a:pt x="11433" y="792"/>
                    <a:pt x="10588" y="159"/>
                    <a:pt x="9585" y="79"/>
                  </a:cubicBezTo>
                  <a:cubicBezTo>
                    <a:pt x="8397" y="0"/>
                    <a:pt x="7737" y="871"/>
                    <a:pt x="7420" y="1532"/>
                  </a:cubicBezTo>
                  <a:cubicBezTo>
                    <a:pt x="6892" y="1426"/>
                    <a:pt x="6364" y="1479"/>
                    <a:pt x="5888" y="1716"/>
                  </a:cubicBezTo>
                  <a:cubicBezTo>
                    <a:pt x="4647" y="2297"/>
                    <a:pt x="4647" y="4119"/>
                    <a:pt x="4832" y="5334"/>
                  </a:cubicBezTo>
                  <a:cubicBezTo>
                    <a:pt x="2297" y="5730"/>
                    <a:pt x="2403" y="9453"/>
                    <a:pt x="4198" y="11354"/>
                  </a:cubicBezTo>
                  <a:cubicBezTo>
                    <a:pt x="5519" y="12754"/>
                    <a:pt x="7631" y="13942"/>
                    <a:pt x="8714" y="14523"/>
                  </a:cubicBezTo>
                  <a:cubicBezTo>
                    <a:pt x="8450" y="16213"/>
                    <a:pt x="7842" y="20411"/>
                    <a:pt x="7235" y="24742"/>
                  </a:cubicBezTo>
                  <a:cubicBezTo>
                    <a:pt x="6892" y="23553"/>
                    <a:pt x="6047" y="20939"/>
                    <a:pt x="4251" y="18800"/>
                  </a:cubicBezTo>
                  <a:cubicBezTo>
                    <a:pt x="1848" y="15922"/>
                    <a:pt x="0" y="16160"/>
                    <a:pt x="0" y="16160"/>
                  </a:cubicBezTo>
                  <a:cubicBezTo>
                    <a:pt x="0" y="16160"/>
                    <a:pt x="211" y="20860"/>
                    <a:pt x="2878" y="23606"/>
                  </a:cubicBezTo>
                  <a:cubicBezTo>
                    <a:pt x="4938" y="25771"/>
                    <a:pt x="6496" y="25666"/>
                    <a:pt x="7129" y="25507"/>
                  </a:cubicBezTo>
                  <a:cubicBezTo>
                    <a:pt x="6337" y="31237"/>
                    <a:pt x="5624" y="36941"/>
                    <a:pt x="5941" y="37073"/>
                  </a:cubicBezTo>
                  <a:cubicBezTo>
                    <a:pt x="6575" y="37284"/>
                    <a:pt x="6892" y="36413"/>
                    <a:pt x="7103" y="34749"/>
                  </a:cubicBezTo>
                  <a:cubicBezTo>
                    <a:pt x="7209" y="34036"/>
                    <a:pt x="7816" y="29864"/>
                    <a:pt x="8450" y="25455"/>
                  </a:cubicBezTo>
                  <a:cubicBezTo>
                    <a:pt x="9189" y="25507"/>
                    <a:pt x="10826" y="25375"/>
                    <a:pt x="13335" y="24266"/>
                  </a:cubicBezTo>
                  <a:cubicBezTo>
                    <a:pt x="16873" y="22708"/>
                    <a:pt x="17771" y="17903"/>
                    <a:pt x="17771" y="17903"/>
                  </a:cubicBezTo>
                  <a:cubicBezTo>
                    <a:pt x="17771" y="17903"/>
                    <a:pt x="15024" y="17956"/>
                    <a:pt x="12014" y="20279"/>
                  </a:cubicBezTo>
                  <a:close/>
                </a:path>
              </a:pathLst>
            </a:custGeom>
            <a:solidFill>
              <a:schemeClr val="accent4"/>
            </a:solidFill>
            <a:ln w="228600" cap="flat" cmpd="sng">
              <a:solidFill>
                <a:schemeClr val="accent4"/>
              </a:solidFill>
              <a:prstDash val="solid"/>
              <a:miter lim="26404"/>
              <a:headEnd type="none" w="sm" len="sm"/>
              <a:tailEnd type="none" w="sm" len="sm"/>
            </a:ln>
            <a:effectLst>
              <a:outerShdw dist="66675" dir="3000000" algn="bl" rotWithShape="0">
                <a:schemeClr val="dk1">
                  <a:alpha val="8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68"/>
            <p:cNvSpPr/>
            <p:nvPr/>
          </p:nvSpPr>
          <p:spPr>
            <a:xfrm>
              <a:off x="4643540" y="-1517525"/>
              <a:ext cx="306183" cy="1495556"/>
            </a:xfrm>
            <a:custGeom>
              <a:avLst/>
              <a:gdLst/>
              <a:ahLst/>
              <a:cxnLst/>
              <a:rect l="l" t="t" r="r" b="b"/>
              <a:pathLst>
                <a:path w="4780" h="23348" extrusionOk="0">
                  <a:moveTo>
                    <a:pt x="3512" y="1"/>
                  </a:moveTo>
                  <a:cubicBezTo>
                    <a:pt x="3512" y="1"/>
                    <a:pt x="0" y="23079"/>
                    <a:pt x="634" y="23316"/>
                  </a:cubicBezTo>
                  <a:cubicBezTo>
                    <a:pt x="697" y="23337"/>
                    <a:pt x="756" y="23348"/>
                    <a:pt x="813" y="23348"/>
                  </a:cubicBezTo>
                  <a:cubicBezTo>
                    <a:pt x="1330" y="23348"/>
                    <a:pt x="1606" y="22492"/>
                    <a:pt x="1796" y="20993"/>
                  </a:cubicBezTo>
                  <a:cubicBezTo>
                    <a:pt x="2034" y="19356"/>
                    <a:pt x="4780" y="344"/>
                    <a:pt x="4780" y="344"/>
                  </a:cubicBezTo>
                  <a:lnTo>
                    <a:pt x="35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68"/>
            <p:cNvSpPr/>
            <p:nvPr/>
          </p:nvSpPr>
          <p:spPr>
            <a:xfrm>
              <a:off x="4760248" y="-2390595"/>
              <a:ext cx="312973" cy="289849"/>
            </a:xfrm>
            <a:custGeom>
              <a:avLst/>
              <a:gdLst/>
              <a:ahLst/>
              <a:cxnLst/>
              <a:rect l="l" t="t" r="r" b="b"/>
              <a:pathLst>
                <a:path w="4886" h="4525" extrusionOk="0">
                  <a:moveTo>
                    <a:pt x="2297" y="0"/>
                  </a:moveTo>
                  <a:cubicBezTo>
                    <a:pt x="475" y="0"/>
                    <a:pt x="0" y="2197"/>
                    <a:pt x="0" y="2197"/>
                  </a:cubicBezTo>
                  <a:cubicBezTo>
                    <a:pt x="0" y="2197"/>
                    <a:pt x="2150" y="4524"/>
                    <a:pt x="2390" y="4524"/>
                  </a:cubicBezTo>
                  <a:cubicBezTo>
                    <a:pt x="2396" y="4524"/>
                    <a:pt x="2400" y="4523"/>
                    <a:pt x="2403" y="4521"/>
                  </a:cubicBezTo>
                  <a:cubicBezTo>
                    <a:pt x="2535" y="4415"/>
                    <a:pt x="4885" y="2197"/>
                    <a:pt x="4885" y="2197"/>
                  </a:cubicBezTo>
                  <a:cubicBezTo>
                    <a:pt x="4885" y="2197"/>
                    <a:pt x="4410" y="111"/>
                    <a:pt x="2456" y="6"/>
                  </a:cubicBezTo>
                  <a:cubicBezTo>
                    <a:pt x="2402" y="2"/>
                    <a:pt x="2349" y="0"/>
                    <a:pt x="2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68"/>
            <p:cNvSpPr/>
            <p:nvPr/>
          </p:nvSpPr>
          <p:spPr>
            <a:xfrm>
              <a:off x="4557258" y="-2302071"/>
              <a:ext cx="703708" cy="571307"/>
            </a:xfrm>
            <a:custGeom>
              <a:avLst/>
              <a:gdLst/>
              <a:ahLst/>
              <a:cxnLst/>
              <a:rect l="l" t="t" r="r" b="b"/>
              <a:pathLst>
                <a:path w="10986" h="8919" extrusionOk="0">
                  <a:moveTo>
                    <a:pt x="2961" y="1"/>
                  </a:moveTo>
                  <a:cubicBezTo>
                    <a:pt x="2627" y="1"/>
                    <a:pt x="2280" y="69"/>
                    <a:pt x="1928" y="234"/>
                  </a:cubicBezTo>
                  <a:cubicBezTo>
                    <a:pt x="1" y="1159"/>
                    <a:pt x="1083" y="5040"/>
                    <a:pt x="1083" y="5040"/>
                  </a:cubicBezTo>
                  <a:cubicBezTo>
                    <a:pt x="1083" y="5040"/>
                    <a:pt x="5543" y="8918"/>
                    <a:pt x="6126" y="8918"/>
                  </a:cubicBezTo>
                  <a:cubicBezTo>
                    <a:pt x="6152" y="8918"/>
                    <a:pt x="6170" y="8911"/>
                    <a:pt x="6180" y="8895"/>
                  </a:cubicBezTo>
                  <a:cubicBezTo>
                    <a:pt x="6417" y="8526"/>
                    <a:pt x="10220" y="4459"/>
                    <a:pt x="10220" y="4459"/>
                  </a:cubicBezTo>
                  <a:cubicBezTo>
                    <a:pt x="10220" y="4459"/>
                    <a:pt x="10985" y="1317"/>
                    <a:pt x="8899" y="472"/>
                  </a:cubicBezTo>
                  <a:cubicBezTo>
                    <a:pt x="8542" y="318"/>
                    <a:pt x="8168" y="244"/>
                    <a:pt x="7798" y="244"/>
                  </a:cubicBezTo>
                  <a:cubicBezTo>
                    <a:pt x="6965" y="244"/>
                    <a:pt x="6156" y="622"/>
                    <a:pt x="5625" y="1317"/>
                  </a:cubicBezTo>
                  <a:cubicBezTo>
                    <a:pt x="5625" y="1317"/>
                    <a:pt x="4432" y="1"/>
                    <a:pt x="29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68"/>
            <p:cNvSpPr/>
            <p:nvPr/>
          </p:nvSpPr>
          <p:spPr>
            <a:xfrm>
              <a:off x="4449005" y="-2057957"/>
              <a:ext cx="926940" cy="614928"/>
            </a:xfrm>
            <a:custGeom>
              <a:avLst/>
              <a:gdLst/>
              <a:ahLst/>
              <a:cxnLst/>
              <a:rect l="l" t="t" r="r" b="b"/>
              <a:pathLst>
                <a:path w="14471" h="9600" extrusionOk="0">
                  <a:moveTo>
                    <a:pt x="10717" y="0"/>
                  </a:moveTo>
                  <a:cubicBezTo>
                    <a:pt x="7989" y="0"/>
                    <a:pt x="6602" y="2629"/>
                    <a:pt x="6602" y="2629"/>
                  </a:cubicBezTo>
                  <a:cubicBezTo>
                    <a:pt x="6602" y="2629"/>
                    <a:pt x="5613" y="32"/>
                    <a:pt x="3036" y="32"/>
                  </a:cubicBezTo>
                  <a:cubicBezTo>
                    <a:pt x="2951" y="32"/>
                    <a:pt x="2863" y="35"/>
                    <a:pt x="2773" y="41"/>
                  </a:cubicBezTo>
                  <a:cubicBezTo>
                    <a:pt x="1" y="226"/>
                    <a:pt x="54" y="4107"/>
                    <a:pt x="1928" y="6061"/>
                  </a:cubicBezTo>
                  <a:cubicBezTo>
                    <a:pt x="3803" y="8015"/>
                    <a:pt x="7157" y="9600"/>
                    <a:pt x="7157" y="9600"/>
                  </a:cubicBezTo>
                  <a:cubicBezTo>
                    <a:pt x="7157" y="9600"/>
                    <a:pt x="12807" y="8279"/>
                    <a:pt x="13626" y="5428"/>
                  </a:cubicBezTo>
                  <a:cubicBezTo>
                    <a:pt x="14471" y="2629"/>
                    <a:pt x="13996" y="252"/>
                    <a:pt x="11065" y="15"/>
                  </a:cubicBezTo>
                  <a:cubicBezTo>
                    <a:pt x="10946" y="5"/>
                    <a:pt x="10830" y="0"/>
                    <a:pt x="107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68"/>
            <p:cNvSpPr/>
            <p:nvPr/>
          </p:nvSpPr>
          <p:spPr>
            <a:xfrm>
              <a:off x="4303600" y="-1362192"/>
              <a:ext cx="473623" cy="603014"/>
            </a:xfrm>
            <a:custGeom>
              <a:avLst/>
              <a:gdLst/>
              <a:ahLst/>
              <a:cxnLst/>
              <a:rect l="l" t="t" r="r" b="b"/>
              <a:pathLst>
                <a:path w="7394" h="9414" extrusionOk="0">
                  <a:moveTo>
                    <a:pt x="108" y="0"/>
                  </a:moveTo>
                  <a:cubicBezTo>
                    <a:pt x="37" y="0"/>
                    <a:pt x="0" y="5"/>
                    <a:pt x="0" y="5"/>
                  </a:cubicBezTo>
                  <a:cubicBezTo>
                    <a:pt x="0" y="5"/>
                    <a:pt x="211" y="4679"/>
                    <a:pt x="2878" y="7451"/>
                  </a:cubicBezTo>
                  <a:cubicBezTo>
                    <a:pt x="4427" y="9078"/>
                    <a:pt x="5713" y="9414"/>
                    <a:pt x="6511" y="9414"/>
                  </a:cubicBezTo>
                  <a:cubicBezTo>
                    <a:pt x="7073" y="9414"/>
                    <a:pt x="7393" y="9247"/>
                    <a:pt x="7393" y="9247"/>
                  </a:cubicBezTo>
                  <a:cubicBezTo>
                    <a:pt x="7393" y="9247"/>
                    <a:pt x="6654" y="5524"/>
                    <a:pt x="4251" y="2645"/>
                  </a:cubicBezTo>
                  <a:cubicBezTo>
                    <a:pt x="2189" y="175"/>
                    <a:pt x="535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68"/>
            <p:cNvSpPr/>
            <p:nvPr/>
          </p:nvSpPr>
          <p:spPr>
            <a:xfrm>
              <a:off x="4814374" y="-1251954"/>
              <a:ext cx="627547" cy="485409"/>
            </a:xfrm>
            <a:custGeom>
              <a:avLst/>
              <a:gdLst/>
              <a:ahLst/>
              <a:cxnLst/>
              <a:rect l="l" t="t" r="r" b="b"/>
              <a:pathLst>
                <a:path w="9797" h="7578" extrusionOk="0">
                  <a:moveTo>
                    <a:pt x="9797" y="0"/>
                  </a:moveTo>
                  <a:cubicBezTo>
                    <a:pt x="9796" y="0"/>
                    <a:pt x="7050" y="80"/>
                    <a:pt x="4040" y="2403"/>
                  </a:cubicBezTo>
                  <a:cubicBezTo>
                    <a:pt x="2271" y="3750"/>
                    <a:pt x="898" y="5493"/>
                    <a:pt x="0" y="7526"/>
                  </a:cubicBezTo>
                  <a:cubicBezTo>
                    <a:pt x="0" y="7526"/>
                    <a:pt x="226" y="7578"/>
                    <a:pt x="672" y="7578"/>
                  </a:cubicBezTo>
                  <a:cubicBezTo>
                    <a:pt x="1494" y="7578"/>
                    <a:pt x="3067" y="7400"/>
                    <a:pt x="5361" y="6390"/>
                  </a:cubicBezTo>
                  <a:cubicBezTo>
                    <a:pt x="8899" y="4806"/>
                    <a:pt x="9797" y="0"/>
                    <a:pt x="97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6" name="Google Shape;3316;p68"/>
          <p:cNvGrpSpPr/>
          <p:nvPr/>
        </p:nvGrpSpPr>
        <p:grpSpPr>
          <a:xfrm rot="1434405">
            <a:off x="-503574" y="3157580"/>
            <a:ext cx="1653827" cy="539960"/>
            <a:chOff x="2564525" y="5223525"/>
            <a:chExt cx="2556110" cy="834547"/>
          </a:xfrm>
        </p:grpSpPr>
        <p:sp>
          <p:nvSpPr>
            <p:cNvPr id="3317" name="Google Shape;3317;p68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68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68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68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68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68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68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68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68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68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7" name="Google Shape;3327;p68"/>
          <p:cNvGrpSpPr/>
          <p:nvPr/>
        </p:nvGrpSpPr>
        <p:grpSpPr>
          <a:xfrm rot="375986">
            <a:off x="7747564" y="1263873"/>
            <a:ext cx="1719436" cy="916246"/>
            <a:chOff x="7463504" y="3075665"/>
            <a:chExt cx="2603050" cy="1387103"/>
          </a:xfrm>
        </p:grpSpPr>
        <p:sp>
          <p:nvSpPr>
            <p:cNvPr id="3328" name="Google Shape;3328;p68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68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68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68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68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68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68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68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68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68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68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68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68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68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68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68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68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68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68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68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68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68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68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68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68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68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68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68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68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68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68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68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68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p69"/>
          <p:cNvSpPr txBox="1">
            <a:spLocks noGrp="1"/>
          </p:cNvSpPr>
          <p:nvPr>
            <p:ph type="title"/>
          </p:nvPr>
        </p:nvSpPr>
        <p:spPr>
          <a:xfrm>
            <a:off x="850149" y="3161292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Jenna Doe</a:t>
            </a:r>
            <a:endParaRPr/>
          </a:p>
        </p:txBody>
      </p:sp>
      <p:sp>
        <p:nvSpPr>
          <p:cNvPr id="3366" name="Google Shape;3366;p69"/>
          <p:cNvSpPr txBox="1">
            <a:spLocks noGrp="1"/>
          </p:cNvSpPr>
          <p:nvPr>
            <p:ph type="subTitle" idx="1"/>
          </p:nvPr>
        </p:nvSpPr>
        <p:spPr>
          <a:xfrm>
            <a:off x="850150" y="3618967"/>
            <a:ext cx="2415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speak a bit about this person here</a:t>
            </a:r>
            <a:endParaRPr/>
          </a:p>
        </p:txBody>
      </p:sp>
      <p:sp>
        <p:nvSpPr>
          <p:cNvPr id="3367" name="Google Shape;3367;p69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3368" name="Google Shape;3368;p69"/>
          <p:cNvSpPr txBox="1">
            <a:spLocks noGrp="1"/>
          </p:cNvSpPr>
          <p:nvPr>
            <p:ph type="title" idx="3"/>
          </p:nvPr>
        </p:nvSpPr>
        <p:spPr>
          <a:xfrm>
            <a:off x="3364436" y="3161292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Timmy Jimmy</a:t>
            </a:r>
            <a:endParaRPr/>
          </a:p>
        </p:txBody>
      </p:sp>
      <p:sp>
        <p:nvSpPr>
          <p:cNvPr id="3369" name="Google Shape;3369;p69"/>
          <p:cNvSpPr txBox="1">
            <a:spLocks noGrp="1"/>
          </p:cNvSpPr>
          <p:nvPr>
            <p:ph type="subTitle" idx="4"/>
          </p:nvPr>
        </p:nvSpPr>
        <p:spPr>
          <a:xfrm>
            <a:off x="3364438" y="3618967"/>
            <a:ext cx="2415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speak a bit about this person here</a:t>
            </a:r>
            <a:endParaRPr/>
          </a:p>
        </p:txBody>
      </p:sp>
      <p:sp>
        <p:nvSpPr>
          <p:cNvPr id="3370" name="Google Shape;3370;p69"/>
          <p:cNvSpPr txBox="1">
            <a:spLocks noGrp="1"/>
          </p:cNvSpPr>
          <p:nvPr>
            <p:ph type="title" idx="5"/>
          </p:nvPr>
        </p:nvSpPr>
        <p:spPr>
          <a:xfrm>
            <a:off x="5878749" y="3161292"/>
            <a:ext cx="2415300" cy="41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Susan Bones</a:t>
            </a:r>
            <a:endParaRPr/>
          </a:p>
        </p:txBody>
      </p:sp>
      <p:sp>
        <p:nvSpPr>
          <p:cNvPr id="3371" name="Google Shape;3371;p69"/>
          <p:cNvSpPr txBox="1">
            <a:spLocks noGrp="1"/>
          </p:cNvSpPr>
          <p:nvPr>
            <p:ph type="subTitle" idx="6"/>
          </p:nvPr>
        </p:nvSpPr>
        <p:spPr>
          <a:xfrm>
            <a:off x="5878750" y="3618967"/>
            <a:ext cx="2415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speak a bit about this person here</a:t>
            </a:r>
            <a:endParaRPr/>
          </a:p>
        </p:txBody>
      </p:sp>
      <p:grpSp>
        <p:nvGrpSpPr>
          <p:cNvPr id="3372" name="Google Shape;3372;p69"/>
          <p:cNvGrpSpPr/>
          <p:nvPr/>
        </p:nvGrpSpPr>
        <p:grpSpPr>
          <a:xfrm>
            <a:off x="-742512" y="406361"/>
            <a:ext cx="1693701" cy="857873"/>
            <a:chOff x="0" y="6078527"/>
            <a:chExt cx="2501774" cy="1267169"/>
          </a:xfrm>
        </p:grpSpPr>
        <p:sp>
          <p:nvSpPr>
            <p:cNvPr id="3373" name="Google Shape;3373;p69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69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69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69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69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69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9" name="Google Shape;3379;p69"/>
          <p:cNvGrpSpPr/>
          <p:nvPr/>
        </p:nvGrpSpPr>
        <p:grpSpPr>
          <a:xfrm rot="2084330">
            <a:off x="4257594" y="4882202"/>
            <a:ext cx="1653874" cy="539975"/>
            <a:chOff x="2564525" y="5223525"/>
            <a:chExt cx="2556110" cy="834547"/>
          </a:xfrm>
        </p:grpSpPr>
        <p:sp>
          <p:nvSpPr>
            <p:cNvPr id="3380" name="Google Shape;3380;p69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69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69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69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69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69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69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69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69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69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90" name="Google Shape;3390;p69"/>
          <p:cNvPicPr preferRelativeResize="0"/>
          <p:nvPr/>
        </p:nvPicPr>
        <p:blipFill rotWithShape="1">
          <a:blip r:embed="rId3">
            <a:alphaModFix/>
          </a:blip>
          <a:srcRect l="3633" t="1821" b="1811"/>
          <a:stretch/>
        </p:blipFill>
        <p:spPr>
          <a:xfrm>
            <a:off x="3847900" y="1476883"/>
            <a:ext cx="1448400" cy="1448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pic>
      <p:pic>
        <p:nvPicPr>
          <p:cNvPr id="3391" name="Google Shape;3391;p69"/>
          <p:cNvPicPr preferRelativeResize="0"/>
          <p:nvPr/>
        </p:nvPicPr>
        <p:blipFill rotWithShape="1">
          <a:blip r:embed="rId4">
            <a:alphaModFix/>
          </a:blip>
          <a:srcRect l="3840" t="6194" r="3849" b="1495"/>
          <a:stretch/>
        </p:blipFill>
        <p:spPr>
          <a:xfrm>
            <a:off x="1333600" y="1476883"/>
            <a:ext cx="1448400" cy="1448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pic>
      <p:pic>
        <p:nvPicPr>
          <p:cNvPr id="3392" name="Google Shape;3392;p69"/>
          <p:cNvPicPr preferRelativeResize="0"/>
          <p:nvPr/>
        </p:nvPicPr>
        <p:blipFill rotWithShape="1">
          <a:blip r:embed="rId5">
            <a:alphaModFix/>
          </a:blip>
          <a:srcRect l="3663" t="4054" r="1170" b="780"/>
          <a:stretch/>
        </p:blipFill>
        <p:spPr>
          <a:xfrm>
            <a:off x="6362200" y="1476883"/>
            <a:ext cx="1448400" cy="1448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p70"/>
          <p:cNvSpPr txBox="1">
            <a:spLocks noGrp="1"/>
          </p:cNvSpPr>
          <p:nvPr>
            <p:ph type="subTitle" idx="1"/>
          </p:nvPr>
        </p:nvSpPr>
        <p:spPr>
          <a:xfrm flipH="1">
            <a:off x="1143425" y="2335075"/>
            <a:ext cx="6438600" cy="13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82880" lvl="0" indent="0" algn="l" rtl="0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You can write here a summary of your day</a:t>
            </a:r>
            <a:r>
              <a:rPr lang="en"/>
              <a:t> or something else that you consider important</a:t>
            </a:r>
            <a:endParaRPr/>
          </a:p>
        </p:txBody>
      </p:sp>
      <p:sp>
        <p:nvSpPr>
          <p:cNvPr id="3398" name="Google Shape;3398;p70"/>
          <p:cNvSpPr txBox="1">
            <a:spLocks noGrp="1"/>
          </p:cNvSpPr>
          <p:nvPr>
            <p:ph type="title"/>
          </p:nvPr>
        </p:nvSpPr>
        <p:spPr>
          <a:xfrm flipH="1">
            <a:off x="1143030" y="1301575"/>
            <a:ext cx="3714300" cy="103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summary</a:t>
            </a:r>
            <a:endParaRPr/>
          </a:p>
        </p:txBody>
      </p:sp>
      <p:grpSp>
        <p:nvGrpSpPr>
          <p:cNvPr id="3399" name="Google Shape;3399;p70"/>
          <p:cNvGrpSpPr/>
          <p:nvPr/>
        </p:nvGrpSpPr>
        <p:grpSpPr>
          <a:xfrm rot="-330585">
            <a:off x="6523533" y="690510"/>
            <a:ext cx="1246857" cy="846632"/>
            <a:chOff x="1074550" y="-1975760"/>
            <a:chExt cx="2275987" cy="1545734"/>
          </a:xfrm>
        </p:grpSpPr>
        <p:sp>
          <p:nvSpPr>
            <p:cNvPr id="3400" name="Google Shape;3400;p70"/>
            <p:cNvSpPr/>
            <p:nvPr/>
          </p:nvSpPr>
          <p:spPr>
            <a:xfrm>
              <a:off x="1074550" y="-1975760"/>
              <a:ext cx="2274315" cy="1545670"/>
            </a:xfrm>
            <a:custGeom>
              <a:avLst/>
              <a:gdLst/>
              <a:ahLst/>
              <a:cxnLst/>
              <a:rect l="l" t="t" r="r" b="b"/>
              <a:pathLst>
                <a:path w="35358" h="24030" fill="none" extrusionOk="0">
                  <a:moveTo>
                    <a:pt x="35278" y="20465"/>
                  </a:moveTo>
                  <a:lnTo>
                    <a:pt x="33984" y="1981"/>
                  </a:lnTo>
                  <a:cubicBezTo>
                    <a:pt x="33905" y="872"/>
                    <a:pt x="32981" y="1"/>
                    <a:pt x="31872" y="27"/>
                  </a:cubicBezTo>
                  <a:lnTo>
                    <a:pt x="2113" y="555"/>
                  </a:lnTo>
                  <a:cubicBezTo>
                    <a:pt x="925" y="582"/>
                    <a:pt x="1" y="1585"/>
                    <a:pt x="54" y="2773"/>
                  </a:cubicBezTo>
                  <a:lnTo>
                    <a:pt x="1057" y="22023"/>
                  </a:lnTo>
                  <a:cubicBezTo>
                    <a:pt x="1110" y="23158"/>
                    <a:pt x="2087" y="24029"/>
                    <a:pt x="3249" y="24003"/>
                  </a:cubicBezTo>
                  <a:lnTo>
                    <a:pt x="6338" y="23871"/>
                  </a:lnTo>
                  <a:lnTo>
                    <a:pt x="6338" y="23871"/>
                  </a:lnTo>
                  <a:lnTo>
                    <a:pt x="31370" y="22788"/>
                  </a:lnTo>
                  <a:lnTo>
                    <a:pt x="31370" y="22788"/>
                  </a:lnTo>
                  <a:lnTo>
                    <a:pt x="33271" y="22709"/>
                  </a:lnTo>
                  <a:cubicBezTo>
                    <a:pt x="34459" y="22656"/>
                    <a:pt x="35357" y="21627"/>
                    <a:pt x="35278" y="20465"/>
                  </a:cubicBezTo>
                  <a:close/>
                </a:path>
              </a:pathLst>
            </a:custGeom>
            <a:solidFill>
              <a:schemeClr val="accent4"/>
            </a:solidFill>
            <a:ln w="228600" cap="flat" cmpd="sng">
              <a:solidFill>
                <a:schemeClr val="accent4"/>
              </a:solidFill>
              <a:prstDash val="solid"/>
              <a:miter lim="26404"/>
              <a:headEnd type="none" w="sm" len="sm"/>
              <a:tailEnd type="none" w="sm" len="sm"/>
            </a:ln>
            <a:effectLst>
              <a:outerShdw dist="76200" dir="30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70"/>
            <p:cNvSpPr/>
            <p:nvPr/>
          </p:nvSpPr>
          <p:spPr>
            <a:xfrm>
              <a:off x="1074550" y="-1974087"/>
              <a:ext cx="2275987" cy="1544062"/>
            </a:xfrm>
            <a:custGeom>
              <a:avLst/>
              <a:gdLst/>
              <a:ahLst/>
              <a:cxnLst/>
              <a:rect l="l" t="t" r="r" b="b"/>
              <a:pathLst>
                <a:path w="35384" h="24005" extrusionOk="0">
                  <a:moveTo>
                    <a:pt x="31921" y="1"/>
                  </a:moveTo>
                  <a:cubicBezTo>
                    <a:pt x="31904" y="1"/>
                    <a:pt x="31888" y="1"/>
                    <a:pt x="31872" y="1"/>
                  </a:cubicBezTo>
                  <a:lnTo>
                    <a:pt x="2113" y="529"/>
                  </a:lnTo>
                  <a:cubicBezTo>
                    <a:pt x="925" y="556"/>
                    <a:pt x="1" y="1559"/>
                    <a:pt x="54" y="2747"/>
                  </a:cubicBezTo>
                  <a:lnTo>
                    <a:pt x="1057" y="22023"/>
                  </a:lnTo>
                  <a:cubicBezTo>
                    <a:pt x="1109" y="23142"/>
                    <a:pt x="2058" y="24004"/>
                    <a:pt x="3197" y="24004"/>
                  </a:cubicBezTo>
                  <a:cubicBezTo>
                    <a:pt x="3214" y="24004"/>
                    <a:pt x="3232" y="24004"/>
                    <a:pt x="3249" y="24003"/>
                  </a:cubicBezTo>
                  <a:lnTo>
                    <a:pt x="33271" y="22710"/>
                  </a:lnTo>
                  <a:cubicBezTo>
                    <a:pt x="34459" y="22657"/>
                    <a:pt x="35384" y="21627"/>
                    <a:pt x="35304" y="20439"/>
                  </a:cubicBezTo>
                  <a:lnTo>
                    <a:pt x="34011" y="1955"/>
                  </a:lnTo>
                  <a:cubicBezTo>
                    <a:pt x="33932" y="863"/>
                    <a:pt x="33009" y="1"/>
                    <a:pt x="319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70"/>
            <p:cNvSpPr/>
            <p:nvPr/>
          </p:nvSpPr>
          <p:spPr>
            <a:xfrm>
              <a:off x="1195157" y="-1828008"/>
              <a:ext cx="1988916" cy="988637"/>
            </a:xfrm>
            <a:custGeom>
              <a:avLst/>
              <a:gdLst/>
              <a:ahLst/>
              <a:cxnLst/>
              <a:rect l="l" t="t" r="r" b="b"/>
              <a:pathLst>
                <a:path w="30921" h="15370" extrusionOk="0">
                  <a:moveTo>
                    <a:pt x="29017" y="0"/>
                  </a:moveTo>
                  <a:cubicBezTo>
                    <a:pt x="29000" y="0"/>
                    <a:pt x="28984" y="0"/>
                    <a:pt x="28967" y="1"/>
                  </a:cubicBezTo>
                  <a:lnTo>
                    <a:pt x="1189" y="1163"/>
                  </a:lnTo>
                  <a:cubicBezTo>
                    <a:pt x="502" y="1216"/>
                    <a:pt x="1" y="1797"/>
                    <a:pt x="54" y="2457"/>
                  </a:cubicBezTo>
                  <a:lnTo>
                    <a:pt x="1057" y="14286"/>
                  </a:lnTo>
                  <a:cubicBezTo>
                    <a:pt x="1108" y="14903"/>
                    <a:pt x="1610" y="15370"/>
                    <a:pt x="2221" y="15370"/>
                  </a:cubicBezTo>
                  <a:cubicBezTo>
                    <a:pt x="2238" y="15370"/>
                    <a:pt x="2255" y="15370"/>
                    <a:pt x="2272" y="15369"/>
                  </a:cubicBezTo>
                  <a:lnTo>
                    <a:pt x="29706" y="14762"/>
                  </a:lnTo>
                  <a:cubicBezTo>
                    <a:pt x="30366" y="14762"/>
                    <a:pt x="30921" y="14181"/>
                    <a:pt x="30868" y="13494"/>
                  </a:cubicBezTo>
                  <a:lnTo>
                    <a:pt x="30208" y="1137"/>
                  </a:lnTo>
                  <a:cubicBezTo>
                    <a:pt x="30182" y="493"/>
                    <a:pt x="29655" y="0"/>
                    <a:pt x="290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70"/>
            <p:cNvSpPr/>
            <p:nvPr/>
          </p:nvSpPr>
          <p:spPr>
            <a:xfrm>
              <a:off x="1225775" y="-1410162"/>
              <a:ext cx="1946463" cy="361878"/>
            </a:xfrm>
            <a:custGeom>
              <a:avLst/>
              <a:gdLst/>
              <a:ahLst/>
              <a:cxnLst/>
              <a:rect l="l" t="t" r="r" b="b"/>
              <a:pathLst>
                <a:path w="30261" h="5626" extrusionOk="0">
                  <a:moveTo>
                    <a:pt x="30022" y="1"/>
                  </a:moveTo>
                  <a:lnTo>
                    <a:pt x="0" y="1004"/>
                  </a:lnTo>
                  <a:lnTo>
                    <a:pt x="396" y="5625"/>
                  </a:lnTo>
                  <a:lnTo>
                    <a:pt x="30260" y="4622"/>
                  </a:lnTo>
                  <a:lnTo>
                    <a:pt x="300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70"/>
            <p:cNvSpPr/>
            <p:nvPr/>
          </p:nvSpPr>
          <p:spPr>
            <a:xfrm>
              <a:off x="1487314" y="-1452745"/>
              <a:ext cx="1426737" cy="431733"/>
            </a:xfrm>
            <a:custGeom>
              <a:avLst/>
              <a:gdLst/>
              <a:ahLst/>
              <a:cxnLst/>
              <a:rect l="l" t="t" r="r" b="b"/>
              <a:pathLst>
                <a:path w="22181" h="6712" extrusionOk="0">
                  <a:moveTo>
                    <a:pt x="18901" y="1"/>
                  </a:moveTo>
                  <a:cubicBezTo>
                    <a:pt x="18868" y="1"/>
                    <a:pt x="18834" y="2"/>
                    <a:pt x="18801" y="3"/>
                  </a:cubicBezTo>
                  <a:lnTo>
                    <a:pt x="3248" y="293"/>
                  </a:lnTo>
                  <a:cubicBezTo>
                    <a:pt x="1400" y="346"/>
                    <a:pt x="0" y="1957"/>
                    <a:pt x="212" y="3805"/>
                  </a:cubicBezTo>
                  <a:lnTo>
                    <a:pt x="212" y="3937"/>
                  </a:lnTo>
                  <a:cubicBezTo>
                    <a:pt x="393" y="5514"/>
                    <a:pt x="1738" y="6711"/>
                    <a:pt x="3305" y="6711"/>
                  </a:cubicBezTo>
                  <a:cubicBezTo>
                    <a:pt x="3339" y="6711"/>
                    <a:pt x="3373" y="6711"/>
                    <a:pt x="3407" y="6709"/>
                  </a:cubicBezTo>
                  <a:lnTo>
                    <a:pt x="18959" y="6287"/>
                  </a:lnTo>
                  <a:cubicBezTo>
                    <a:pt x="20781" y="6234"/>
                    <a:pt x="22180" y="4650"/>
                    <a:pt x="21996" y="2828"/>
                  </a:cubicBezTo>
                  <a:cubicBezTo>
                    <a:pt x="21840" y="1224"/>
                    <a:pt x="20495" y="1"/>
                    <a:pt x="189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70"/>
            <p:cNvSpPr/>
            <p:nvPr/>
          </p:nvSpPr>
          <p:spPr>
            <a:xfrm>
              <a:off x="1944205" y="-1376200"/>
              <a:ext cx="567324" cy="217474"/>
            </a:xfrm>
            <a:custGeom>
              <a:avLst/>
              <a:gdLst/>
              <a:ahLst/>
              <a:cxnLst/>
              <a:rect l="l" t="t" r="r" b="b"/>
              <a:pathLst>
                <a:path w="8820" h="3381" extrusionOk="0">
                  <a:moveTo>
                    <a:pt x="8767" y="1"/>
                  </a:moveTo>
                  <a:lnTo>
                    <a:pt x="0" y="423"/>
                  </a:lnTo>
                  <a:lnTo>
                    <a:pt x="159" y="3381"/>
                  </a:lnTo>
                  <a:lnTo>
                    <a:pt x="8820" y="3169"/>
                  </a:lnTo>
                  <a:lnTo>
                    <a:pt x="87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70"/>
            <p:cNvSpPr/>
            <p:nvPr/>
          </p:nvSpPr>
          <p:spPr>
            <a:xfrm>
              <a:off x="1596021" y="-1340886"/>
              <a:ext cx="224228" cy="216317"/>
            </a:xfrm>
            <a:custGeom>
              <a:avLst/>
              <a:gdLst/>
              <a:ahLst/>
              <a:cxnLst/>
              <a:rect l="l" t="t" r="r" b="b"/>
              <a:pathLst>
                <a:path w="3486" h="3363" extrusionOk="0">
                  <a:moveTo>
                    <a:pt x="1705" y="0"/>
                  </a:moveTo>
                  <a:cubicBezTo>
                    <a:pt x="819" y="0"/>
                    <a:pt x="103" y="688"/>
                    <a:pt x="53" y="1591"/>
                  </a:cubicBezTo>
                  <a:cubicBezTo>
                    <a:pt x="0" y="2515"/>
                    <a:pt x="713" y="3307"/>
                    <a:pt x="1637" y="3360"/>
                  </a:cubicBezTo>
                  <a:cubicBezTo>
                    <a:pt x="1671" y="3362"/>
                    <a:pt x="1704" y="3363"/>
                    <a:pt x="1737" y="3363"/>
                  </a:cubicBezTo>
                  <a:cubicBezTo>
                    <a:pt x="2618" y="3363"/>
                    <a:pt x="3357" y="2692"/>
                    <a:pt x="3433" y="1775"/>
                  </a:cubicBezTo>
                  <a:cubicBezTo>
                    <a:pt x="3486" y="851"/>
                    <a:pt x="2773" y="59"/>
                    <a:pt x="1849" y="6"/>
                  </a:cubicBezTo>
                  <a:cubicBezTo>
                    <a:pt x="1800" y="2"/>
                    <a:pt x="1752" y="0"/>
                    <a:pt x="17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70"/>
            <p:cNvSpPr/>
            <p:nvPr/>
          </p:nvSpPr>
          <p:spPr>
            <a:xfrm>
              <a:off x="1942468" y="-1357481"/>
              <a:ext cx="183512" cy="197084"/>
            </a:xfrm>
            <a:custGeom>
              <a:avLst/>
              <a:gdLst/>
              <a:ahLst/>
              <a:cxnLst/>
              <a:rect l="l" t="t" r="r" b="b"/>
              <a:pathLst>
                <a:path w="2853" h="3064" extrusionOk="0">
                  <a:moveTo>
                    <a:pt x="2536" y="0"/>
                  </a:moveTo>
                  <a:lnTo>
                    <a:pt x="1" y="132"/>
                  </a:lnTo>
                  <a:lnTo>
                    <a:pt x="186" y="3063"/>
                  </a:lnTo>
                  <a:lnTo>
                    <a:pt x="2721" y="3010"/>
                  </a:lnTo>
                  <a:cubicBezTo>
                    <a:pt x="2773" y="2799"/>
                    <a:pt x="2800" y="2562"/>
                    <a:pt x="2800" y="2350"/>
                  </a:cubicBezTo>
                  <a:cubicBezTo>
                    <a:pt x="2853" y="1558"/>
                    <a:pt x="2773" y="766"/>
                    <a:pt x="2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70"/>
            <p:cNvSpPr/>
            <p:nvPr/>
          </p:nvSpPr>
          <p:spPr>
            <a:xfrm>
              <a:off x="2280488" y="-1376200"/>
              <a:ext cx="231046" cy="208984"/>
            </a:xfrm>
            <a:custGeom>
              <a:avLst/>
              <a:gdLst/>
              <a:ahLst/>
              <a:cxnLst/>
              <a:rect l="l" t="t" r="r" b="b"/>
              <a:pathLst>
                <a:path w="3592" h="3249" extrusionOk="0">
                  <a:moveTo>
                    <a:pt x="3539" y="1"/>
                  </a:moveTo>
                  <a:lnTo>
                    <a:pt x="159" y="159"/>
                  </a:lnTo>
                  <a:cubicBezTo>
                    <a:pt x="106" y="450"/>
                    <a:pt x="80" y="767"/>
                    <a:pt x="53" y="1083"/>
                  </a:cubicBezTo>
                  <a:cubicBezTo>
                    <a:pt x="0" y="1823"/>
                    <a:pt x="80" y="2536"/>
                    <a:pt x="265" y="3249"/>
                  </a:cubicBezTo>
                  <a:lnTo>
                    <a:pt x="3592" y="3169"/>
                  </a:lnTo>
                  <a:lnTo>
                    <a:pt x="35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70"/>
            <p:cNvSpPr/>
            <p:nvPr/>
          </p:nvSpPr>
          <p:spPr>
            <a:xfrm>
              <a:off x="2554056" y="-1388357"/>
              <a:ext cx="256389" cy="218118"/>
            </a:xfrm>
            <a:custGeom>
              <a:avLst/>
              <a:gdLst/>
              <a:ahLst/>
              <a:cxnLst/>
              <a:rect l="l" t="t" r="r" b="b"/>
              <a:pathLst>
                <a:path w="3986" h="3391" extrusionOk="0">
                  <a:moveTo>
                    <a:pt x="2222" y="1"/>
                  </a:moveTo>
                  <a:cubicBezTo>
                    <a:pt x="796" y="1"/>
                    <a:pt x="1" y="1727"/>
                    <a:pt x="976" y="2830"/>
                  </a:cubicBezTo>
                  <a:cubicBezTo>
                    <a:pt x="1333" y="3216"/>
                    <a:pt x="1790" y="3391"/>
                    <a:pt x="2237" y="3391"/>
                  </a:cubicBezTo>
                  <a:cubicBezTo>
                    <a:pt x="3076" y="3391"/>
                    <a:pt x="3881" y="2774"/>
                    <a:pt x="3933" y="1774"/>
                  </a:cubicBezTo>
                  <a:cubicBezTo>
                    <a:pt x="3986" y="850"/>
                    <a:pt x="3273" y="58"/>
                    <a:pt x="2349" y="5"/>
                  </a:cubicBezTo>
                  <a:cubicBezTo>
                    <a:pt x="2306" y="2"/>
                    <a:pt x="2264" y="1"/>
                    <a:pt x="22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70"/>
            <p:cNvSpPr/>
            <p:nvPr/>
          </p:nvSpPr>
          <p:spPr>
            <a:xfrm>
              <a:off x="1482233" y="-783394"/>
              <a:ext cx="1610185" cy="343096"/>
            </a:xfrm>
            <a:custGeom>
              <a:avLst/>
              <a:gdLst/>
              <a:ahLst/>
              <a:cxnLst/>
              <a:rect l="l" t="t" r="r" b="b"/>
              <a:pathLst>
                <a:path w="25033" h="5334" extrusionOk="0">
                  <a:moveTo>
                    <a:pt x="21890" y="0"/>
                  </a:moveTo>
                  <a:lnTo>
                    <a:pt x="2825" y="581"/>
                  </a:lnTo>
                  <a:cubicBezTo>
                    <a:pt x="2350" y="608"/>
                    <a:pt x="1901" y="898"/>
                    <a:pt x="1716" y="1347"/>
                  </a:cubicBezTo>
                  <a:lnTo>
                    <a:pt x="0" y="5334"/>
                  </a:lnTo>
                  <a:lnTo>
                    <a:pt x="0" y="5334"/>
                  </a:lnTo>
                  <a:lnTo>
                    <a:pt x="25032" y="4251"/>
                  </a:lnTo>
                  <a:lnTo>
                    <a:pt x="23025" y="660"/>
                  </a:lnTo>
                  <a:cubicBezTo>
                    <a:pt x="22788" y="238"/>
                    <a:pt x="22365" y="0"/>
                    <a:pt x="218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70"/>
            <p:cNvSpPr/>
            <p:nvPr/>
          </p:nvSpPr>
          <p:spPr>
            <a:xfrm>
              <a:off x="1636802" y="-619498"/>
              <a:ext cx="73070" cy="69983"/>
            </a:xfrm>
            <a:custGeom>
              <a:avLst/>
              <a:gdLst/>
              <a:ahLst/>
              <a:cxnLst/>
              <a:rect l="l" t="t" r="r" b="b"/>
              <a:pathLst>
                <a:path w="1136" h="1088" extrusionOk="0">
                  <a:moveTo>
                    <a:pt x="537" y="1"/>
                  </a:moveTo>
                  <a:cubicBezTo>
                    <a:pt x="264" y="1"/>
                    <a:pt x="26" y="229"/>
                    <a:pt x="26" y="505"/>
                  </a:cubicBezTo>
                  <a:cubicBezTo>
                    <a:pt x="0" y="821"/>
                    <a:pt x="238" y="1086"/>
                    <a:pt x="528" y="1086"/>
                  </a:cubicBezTo>
                  <a:cubicBezTo>
                    <a:pt x="544" y="1087"/>
                    <a:pt x="560" y="1088"/>
                    <a:pt x="576" y="1088"/>
                  </a:cubicBezTo>
                  <a:cubicBezTo>
                    <a:pt x="871" y="1088"/>
                    <a:pt x="1109" y="859"/>
                    <a:pt x="1109" y="584"/>
                  </a:cubicBezTo>
                  <a:cubicBezTo>
                    <a:pt x="1135" y="267"/>
                    <a:pt x="898" y="3"/>
                    <a:pt x="581" y="3"/>
                  </a:cubicBezTo>
                  <a:cubicBezTo>
                    <a:pt x="566" y="2"/>
                    <a:pt x="551" y="1"/>
                    <a:pt x="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70"/>
            <p:cNvSpPr/>
            <p:nvPr/>
          </p:nvSpPr>
          <p:spPr>
            <a:xfrm>
              <a:off x="1784554" y="-718042"/>
              <a:ext cx="62907" cy="58148"/>
            </a:xfrm>
            <a:custGeom>
              <a:avLst/>
              <a:gdLst/>
              <a:ahLst/>
              <a:cxnLst/>
              <a:rect l="l" t="t" r="r" b="b"/>
              <a:pathLst>
                <a:path w="978" h="904" extrusionOk="0">
                  <a:moveTo>
                    <a:pt x="478" y="1"/>
                  </a:moveTo>
                  <a:cubicBezTo>
                    <a:pt x="238" y="1"/>
                    <a:pt x="51" y="179"/>
                    <a:pt x="27" y="426"/>
                  </a:cubicBezTo>
                  <a:cubicBezTo>
                    <a:pt x="0" y="690"/>
                    <a:pt x="211" y="901"/>
                    <a:pt x="476" y="901"/>
                  </a:cubicBezTo>
                  <a:cubicBezTo>
                    <a:pt x="491" y="903"/>
                    <a:pt x="506" y="904"/>
                    <a:pt x="521" y="904"/>
                  </a:cubicBezTo>
                  <a:cubicBezTo>
                    <a:pt x="743" y="904"/>
                    <a:pt x="951" y="726"/>
                    <a:pt x="951" y="479"/>
                  </a:cubicBezTo>
                  <a:cubicBezTo>
                    <a:pt x="977" y="215"/>
                    <a:pt x="766" y="3"/>
                    <a:pt x="528" y="3"/>
                  </a:cubicBezTo>
                  <a:cubicBezTo>
                    <a:pt x="511" y="2"/>
                    <a:pt x="495" y="1"/>
                    <a:pt x="4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70"/>
            <p:cNvSpPr/>
            <p:nvPr/>
          </p:nvSpPr>
          <p:spPr>
            <a:xfrm>
              <a:off x="2729338" y="-731486"/>
              <a:ext cx="69211" cy="58855"/>
            </a:xfrm>
            <a:custGeom>
              <a:avLst/>
              <a:gdLst/>
              <a:ahLst/>
              <a:cxnLst/>
              <a:rect l="l" t="t" r="r" b="b"/>
              <a:pathLst>
                <a:path w="1076" h="915" extrusionOk="0">
                  <a:moveTo>
                    <a:pt x="596" y="0"/>
                  </a:moveTo>
                  <a:cubicBezTo>
                    <a:pt x="219" y="0"/>
                    <a:pt x="0" y="459"/>
                    <a:pt x="257" y="767"/>
                  </a:cubicBezTo>
                  <a:cubicBezTo>
                    <a:pt x="349" y="868"/>
                    <a:pt x="470" y="915"/>
                    <a:pt x="590" y="915"/>
                  </a:cubicBezTo>
                  <a:cubicBezTo>
                    <a:pt x="813" y="915"/>
                    <a:pt x="1032" y="752"/>
                    <a:pt x="1050" y="476"/>
                  </a:cubicBezTo>
                  <a:cubicBezTo>
                    <a:pt x="1076" y="239"/>
                    <a:pt x="891" y="1"/>
                    <a:pt x="627" y="1"/>
                  </a:cubicBezTo>
                  <a:cubicBezTo>
                    <a:pt x="616" y="0"/>
                    <a:pt x="606" y="0"/>
                    <a:pt x="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70"/>
            <p:cNvSpPr/>
            <p:nvPr/>
          </p:nvSpPr>
          <p:spPr>
            <a:xfrm>
              <a:off x="2851617" y="-643169"/>
              <a:ext cx="82847" cy="69983"/>
            </a:xfrm>
            <a:custGeom>
              <a:avLst/>
              <a:gdLst/>
              <a:ahLst/>
              <a:cxnLst/>
              <a:rect l="l" t="t" r="r" b="b"/>
              <a:pathLst>
                <a:path w="1288" h="1088" extrusionOk="0">
                  <a:moveTo>
                    <a:pt x="702" y="0"/>
                  </a:moveTo>
                  <a:cubicBezTo>
                    <a:pt x="246" y="0"/>
                    <a:pt x="1" y="563"/>
                    <a:pt x="310" y="899"/>
                  </a:cubicBezTo>
                  <a:cubicBezTo>
                    <a:pt x="431" y="1029"/>
                    <a:pt x="581" y="1087"/>
                    <a:pt x="727" y="1087"/>
                  </a:cubicBezTo>
                  <a:cubicBezTo>
                    <a:pt x="994" y="1087"/>
                    <a:pt x="1244" y="890"/>
                    <a:pt x="1261" y="582"/>
                  </a:cubicBezTo>
                  <a:cubicBezTo>
                    <a:pt x="1287" y="265"/>
                    <a:pt x="1050" y="1"/>
                    <a:pt x="733" y="1"/>
                  </a:cubicBezTo>
                  <a:cubicBezTo>
                    <a:pt x="722" y="1"/>
                    <a:pt x="712" y="0"/>
                    <a:pt x="7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70"/>
            <p:cNvSpPr/>
            <p:nvPr/>
          </p:nvSpPr>
          <p:spPr>
            <a:xfrm>
              <a:off x="1348054" y="-1727728"/>
              <a:ext cx="1639002" cy="52680"/>
            </a:xfrm>
            <a:custGeom>
              <a:avLst/>
              <a:gdLst/>
              <a:ahLst/>
              <a:cxnLst/>
              <a:rect l="l" t="t" r="r" b="b"/>
              <a:pathLst>
                <a:path w="25481" h="819" fill="none" extrusionOk="0">
                  <a:moveTo>
                    <a:pt x="0" y="819"/>
                  </a:moveTo>
                  <a:lnTo>
                    <a:pt x="25481" y="0"/>
                  </a:lnTo>
                </a:path>
              </a:pathLst>
            </a:custGeom>
            <a:solidFill>
              <a:schemeClr val="dk1"/>
            </a:solidFill>
            <a:ln w="10550" cap="flat" cmpd="sng">
              <a:solidFill>
                <a:schemeClr val="dk1"/>
              </a:solidFill>
              <a:prstDash val="solid"/>
              <a:miter lim="264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70"/>
            <p:cNvSpPr/>
            <p:nvPr/>
          </p:nvSpPr>
          <p:spPr>
            <a:xfrm>
              <a:off x="1359954" y="-1636067"/>
              <a:ext cx="1637329" cy="62907"/>
            </a:xfrm>
            <a:custGeom>
              <a:avLst/>
              <a:gdLst/>
              <a:ahLst/>
              <a:cxnLst/>
              <a:rect l="l" t="t" r="r" b="b"/>
              <a:pathLst>
                <a:path w="25455" h="978" fill="none" extrusionOk="0">
                  <a:moveTo>
                    <a:pt x="0" y="978"/>
                  </a:moveTo>
                  <a:lnTo>
                    <a:pt x="25454" y="1"/>
                  </a:lnTo>
                </a:path>
              </a:pathLst>
            </a:custGeom>
            <a:solidFill>
              <a:schemeClr val="dk1"/>
            </a:solidFill>
            <a:ln w="10550" cap="flat" cmpd="sng">
              <a:solidFill>
                <a:schemeClr val="dk1"/>
              </a:solidFill>
              <a:prstDash val="solid"/>
              <a:miter lim="264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70"/>
            <p:cNvSpPr/>
            <p:nvPr/>
          </p:nvSpPr>
          <p:spPr>
            <a:xfrm>
              <a:off x="1353135" y="-1523951"/>
              <a:ext cx="1654310" cy="51008"/>
            </a:xfrm>
            <a:custGeom>
              <a:avLst/>
              <a:gdLst/>
              <a:ahLst/>
              <a:cxnLst/>
              <a:rect l="l" t="t" r="r" b="b"/>
              <a:pathLst>
                <a:path w="25719" h="793" fill="none" extrusionOk="0">
                  <a:moveTo>
                    <a:pt x="0" y="793"/>
                  </a:moveTo>
                  <a:lnTo>
                    <a:pt x="25719" y="1"/>
                  </a:lnTo>
                </a:path>
              </a:pathLst>
            </a:custGeom>
            <a:solidFill>
              <a:schemeClr val="dk1"/>
            </a:solidFill>
            <a:ln w="10550" cap="flat" cmpd="sng">
              <a:solidFill>
                <a:schemeClr val="dk1"/>
              </a:solidFill>
              <a:prstDash val="solid"/>
              <a:miter lim="2640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70"/>
            <p:cNvSpPr/>
            <p:nvPr/>
          </p:nvSpPr>
          <p:spPr>
            <a:xfrm>
              <a:off x="1157785" y="-1839844"/>
              <a:ext cx="85034" cy="84970"/>
            </a:xfrm>
            <a:custGeom>
              <a:avLst/>
              <a:gdLst/>
              <a:ahLst/>
              <a:cxnLst/>
              <a:rect l="l" t="t" r="r" b="b"/>
              <a:pathLst>
                <a:path w="1322" h="1321" extrusionOk="0">
                  <a:moveTo>
                    <a:pt x="714" y="0"/>
                  </a:moveTo>
                  <a:cubicBezTo>
                    <a:pt x="344" y="0"/>
                    <a:pt x="27" y="264"/>
                    <a:pt x="1" y="634"/>
                  </a:cubicBezTo>
                  <a:cubicBezTo>
                    <a:pt x="1" y="977"/>
                    <a:pt x="265" y="1294"/>
                    <a:pt x="608" y="1321"/>
                  </a:cubicBezTo>
                  <a:cubicBezTo>
                    <a:pt x="978" y="1321"/>
                    <a:pt x="1295" y="1056"/>
                    <a:pt x="1321" y="713"/>
                  </a:cubicBezTo>
                  <a:cubicBezTo>
                    <a:pt x="1321" y="344"/>
                    <a:pt x="1057" y="27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70"/>
            <p:cNvSpPr/>
            <p:nvPr/>
          </p:nvSpPr>
          <p:spPr>
            <a:xfrm>
              <a:off x="1210466" y="-610879"/>
              <a:ext cx="86707" cy="85034"/>
            </a:xfrm>
            <a:custGeom>
              <a:avLst/>
              <a:gdLst/>
              <a:ahLst/>
              <a:cxnLst/>
              <a:rect l="l" t="t" r="r" b="b"/>
              <a:pathLst>
                <a:path w="1348" h="1322" extrusionOk="0">
                  <a:moveTo>
                    <a:pt x="713" y="1"/>
                  </a:moveTo>
                  <a:cubicBezTo>
                    <a:pt x="344" y="1"/>
                    <a:pt x="53" y="265"/>
                    <a:pt x="27" y="608"/>
                  </a:cubicBezTo>
                  <a:cubicBezTo>
                    <a:pt x="0" y="978"/>
                    <a:pt x="264" y="1295"/>
                    <a:pt x="634" y="1321"/>
                  </a:cubicBezTo>
                  <a:cubicBezTo>
                    <a:pt x="977" y="1321"/>
                    <a:pt x="1294" y="1057"/>
                    <a:pt x="1321" y="714"/>
                  </a:cubicBezTo>
                  <a:cubicBezTo>
                    <a:pt x="1347" y="344"/>
                    <a:pt x="1057" y="27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70"/>
            <p:cNvSpPr/>
            <p:nvPr/>
          </p:nvSpPr>
          <p:spPr>
            <a:xfrm>
              <a:off x="3107625" y="-1906226"/>
              <a:ext cx="86707" cy="83555"/>
            </a:xfrm>
            <a:custGeom>
              <a:avLst/>
              <a:gdLst/>
              <a:ahLst/>
              <a:cxnLst/>
              <a:rect l="l" t="t" r="r" b="b"/>
              <a:pathLst>
                <a:path w="1348" h="1299" extrusionOk="0">
                  <a:moveTo>
                    <a:pt x="666" y="1"/>
                  </a:moveTo>
                  <a:cubicBezTo>
                    <a:pt x="342" y="1"/>
                    <a:pt x="52" y="257"/>
                    <a:pt x="27" y="610"/>
                  </a:cubicBezTo>
                  <a:cubicBezTo>
                    <a:pt x="1" y="979"/>
                    <a:pt x="291" y="1270"/>
                    <a:pt x="634" y="1296"/>
                  </a:cubicBezTo>
                  <a:cubicBezTo>
                    <a:pt x="651" y="1298"/>
                    <a:pt x="668" y="1298"/>
                    <a:pt x="685" y="1298"/>
                  </a:cubicBezTo>
                  <a:cubicBezTo>
                    <a:pt x="1030" y="1298"/>
                    <a:pt x="1297" y="1042"/>
                    <a:pt x="1347" y="689"/>
                  </a:cubicBezTo>
                  <a:cubicBezTo>
                    <a:pt x="1347" y="319"/>
                    <a:pt x="1083" y="29"/>
                    <a:pt x="714" y="2"/>
                  </a:cubicBezTo>
                  <a:cubicBezTo>
                    <a:pt x="698" y="1"/>
                    <a:pt x="682" y="1"/>
                    <a:pt x="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70"/>
            <p:cNvSpPr/>
            <p:nvPr/>
          </p:nvSpPr>
          <p:spPr>
            <a:xfrm>
              <a:off x="3181597" y="-685752"/>
              <a:ext cx="99314" cy="84841"/>
            </a:xfrm>
            <a:custGeom>
              <a:avLst/>
              <a:gdLst/>
              <a:ahLst/>
              <a:cxnLst/>
              <a:rect l="l" t="t" r="r" b="b"/>
              <a:pathLst>
                <a:path w="1544" h="1319" extrusionOk="0">
                  <a:moveTo>
                    <a:pt x="850" y="0"/>
                  </a:moveTo>
                  <a:cubicBezTo>
                    <a:pt x="306" y="0"/>
                    <a:pt x="0" y="678"/>
                    <a:pt x="382" y="1086"/>
                  </a:cubicBezTo>
                  <a:cubicBezTo>
                    <a:pt x="514" y="1246"/>
                    <a:pt x="692" y="1318"/>
                    <a:pt x="869" y="1318"/>
                  </a:cubicBezTo>
                  <a:cubicBezTo>
                    <a:pt x="1188" y="1318"/>
                    <a:pt x="1501" y="1081"/>
                    <a:pt x="1518" y="690"/>
                  </a:cubicBezTo>
                  <a:cubicBezTo>
                    <a:pt x="1544" y="346"/>
                    <a:pt x="1280" y="30"/>
                    <a:pt x="910" y="3"/>
                  </a:cubicBezTo>
                  <a:cubicBezTo>
                    <a:pt x="890" y="1"/>
                    <a:pt x="869" y="0"/>
                    <a:pt x="8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2" name="Google Shape;3422;p70"/>
          <p:cNvGrpSpPr/>
          <p:nvPr/>
        </p:nvGrpSpPr>
        <p:grpSpPr>
          <a:xfrm rot="-1812633">
            <a:off x="1726519" y="4744943"/>
            <a:ext cx="1654023" cy="540024"/>
            <a:chOff x="2564525" y="5223525"/>
            <a:chExt cx="2556110" cy="834547"/>
          </a:xfrm>
        </p:grpSpPr>
        <p:sp>
          <p:nvSpPr>
            <p:cNvPr id="3423" name="Google Shape;3423;p70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70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70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70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70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70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70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70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70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70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3" name="Google Shape;3433;p70"/>
          <p:cNvGrpSpPr/>
          <p:nvPr/>
        </p:nvGrpSpPr>
        <p:grpSpPr>
          <a:xfrm rot="2958166">
            <a:off x="3452279" y="-360522"/>
            <a:ext cx="1719766" cy="916422"/>
            <a:chOff x="7463504" y="3075665"/>
            <a:chExt cx="2603050" cy="1387103"/>
          </a:xfrm>
        </p:grpSpPr>
        <p:sp>
          <p:nvSpPr>
            <p:cNvPr id="3434" name="Google Shape;3434;p70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70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70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70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70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70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70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70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70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70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70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70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70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70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70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70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70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70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70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70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70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70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70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70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70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70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70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70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70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70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70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70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70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Google Shape;3471;p71"/>
          <p:cNvSpPr txBox="1">
            <a:spLocks noGrp="1"/>
          </p:cNvSpPr>
          <p:nvPr>
            <p:ph type="title"/>
          </p:nvPr>
        </p:nvSpPr>
        <p:spPr>
          <a:xfrm>
            <a:off x="1307350" y="1461276"/>
            <a:ext cx="2955300" cy="4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Item A</a:t>
            </a:r>
            <a:endParaRPr/>
          </a:p>
        </p:txBody>
      </p:sp>
      <p:sp>
        <p:nvSpPr>
          <p:cNvPr id="3472" name="Google Shape;3472;p71"/>
          <p:cNvSpPr txBox="1">
            <a:spLocks noGrp="1"/>
          </p:cNvSpPr>
          <p:nvPr>
            <p:ph type="subTitle" idx="1"/>
          </p:nvPr>
        </p:nvSpPr>
        <p:spPr>
          <a:xfrm>
            <a:off x="1307356" y="2050887"/>
            <a:ext cx="2955300" cy="21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can add here the materials you need</a:t>
            </a:r>
            <a:endParaRPr/>
          </a:p>
        </p:txBody>
      </p:sp>
      <p:sp>
        <p:nvSpPr>
          <p:cNvPr id="3473" name="Google Shape;3473;p71"/>
          <p:cNvSpPr txBox="1">
            <a:spLocks noGrp="1"/>
          </p:cNvSpPr>
          <p:nvPr>
            <p:ph type="title" idx="2"/>
          </p:nvPr>
        </p:nvSpPr>
        <p:spPr>
          <a:xfrm>
            <a:off x="4881355" y="1461276"/>
            <a:ext cx="2955300" cy="4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Item B</a:t>
            </a:r>
            <a:endParaRPr/>
          </a:p>
        </p:txBody>
      </p:sp>
      <p:sp>
        <p:nvSpPr>
          <p:cNvPr id="3474" name="Google Shape;3474;p71"/>
          <p:cNvSpPr txBox="1">
            <a:spLocks noGrp="1"/>
          </p:cNvSpPr>
          <p:nvPr>
            <p:ph type="subTitle" idx="3"/>
          </p:nvPr>
        </p:nvSpPr>
        <p:spPr>
          <a:xfrm>
            <a:off x="4881350" y="2050887"/>
            <a:ext cx="2955300" cy="21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can add here the materials you need</a:t>
            </a:r>
            <a:endParaRPr/>
          </a:p>
        </p:txBody>
      </p:sp>
      <p:sp>
        <p:nvSpPr>
          <p:cNvPr id="3475" name="Google Shape;3475;p71"/>
          <p:cNvSpPr txBox="1">
            <a:spLocks noGrp="1"/>
          </p:cNvSpPr>
          <p:nvPr>
            <p:ph type="title" idx="4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</a:t>
            </a:r>
            <a:endParaRPr/>
          </a:p>
        </p:txBody>
      </p:sp>
      <p:grpSp>
        <p:nvGrpSpPr>
          <p:cNvPr id="3476" name="Google Shape;3476;p71"/>
          <p:cNvGrpSpPr/>
          <p:nvPr/>
        </p:nvGrpSpPr>
        <p:grpSpPr>
          <a:xfrm rot="1445359">
            <a:off x="-993014" y="3150073"/>
            <a:ext cx="1719380" cy="916216"/>
            <a:chOff x="7463504" y="3075665"/>
            <a:chExt cx="2603050" cy="1387103"/>
          </a:xfrm>
        </p:grpSpPr>
        <p:sp>
          <p:nvSpPr>
            <p:cNvPr id="3477" name="Google Shape;3477;p71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71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71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71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71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71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71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71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71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71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71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71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71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71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71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71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71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71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71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71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71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71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71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71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71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71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71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71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71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71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71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71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71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0" name="Google Shape;3510;p71"/>
          <p:cNvGrpSpPr/>
          <p:nvPr/>
        </p:nvGrpSpPr>
        <p:grpSpPr>
          <a:xfrm rot="2065613">
            <a:off x="8165694" y="930449"/>
            <a:ext cx="1653875" cy="539976"/>
            <a:chOff x="2564525" y="5223525"/>
            <a:chExt cx="2556110" cy="834547"/>
          </a:xfrm>
        </p:grpSpPr>
        <p:sp>
          <p:nvSpPr>
            <p:cNvPr id="3511" name="Google Shape;3511;p71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71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71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71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71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71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71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71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71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71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5" name="Google Shape;3525;p72"/>
          <p:cNvSpPr txBox="1">
            <a:spLocks noGrp="1"/>
          </p:cNvSpPr>
          <p:nvPr>
            <p:ph type="title"/>
          </p:nvPr>
        </p:nvSpPr>
        <p:spPr>
          <a:xfrm flipH="1">
            <a:off x="3395700" y="537376"/>
            <a:ext cx="2352600" cy="5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Subject 1</a:t>
            </a:r>
            <a:endParaRPr/>
          </a:p>
        </p:txBody>
      </p:sp>
      <p:sp>
        <p:nvSpPr>
          <p:cNvPr id="3526" name="Google Shape;3526;p72"/>
          <p:cNvSpPr txBox="1">
            <a:spLocks noGrp="1"/>
          </p:cNvSpPr>
          <p:nvPr>
            <p:ph type="subTitle" idx="1"/>
          </p:nvPr>
        </p:nvSpPr>
        <p:spPr>
          <a:xfrm flipH="1">
            <a:off x="1142975" y="1275519"/>
            <a:ext cx="68577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space to enter notes or something about the subject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space to enter notes or something about the subject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space to enter notes or something about the subject</a:t>
            </a:r>
            <a:endParaRPr/>
          </a:p>
        </p:txBody>
      </p:sp>
      <p:sp>
        <p:nvSpPr>
          <p:cNvPr id="3527" name="Google Shape;3527;p72"/>
          <p:cNvSpPr txBox="1">
            <a:spLocks noGrp="1"/>
          </p:cNvSpPr>
          <p:nvPr>
            <p:ph type="title" idx="2"/>
          </p:nvPr>
        </p:nvSpPr>
        <p:spPr>
          <a:xfrm flipH="1">
            <a:off x="3395700" y="2710586"/>
            <a:ext cx="2352600" cy="5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Subject 2</a:t>
            </a:r>
            <a:endParaRPr/>
          </a:p>
        </p:txBody>
      </p:sp>
      <p:sp>
        <p:nvSpPr>
          <p:cNvPr id="3528" name="Google Shape;3528;p72"/>
          <p:cNvSpPr txBox="1">
            <a:spLocks noGrp="1"/>
          </p:cNvSpPr>
          <p:nvPr>
            <p:ph type="subTitle" idx="3"/>
          </p:nvPr>
        </p:nvSpPr>
        <p:spPr>
          <a:xfrm flipH="1">
            <a:off x="1142975" y="3448873"/>
            <a:ext cx="68577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space to enter notes or something about the subject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space to enter notes or something about the subject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this space to enter notes or something about the subject</a:t>
            </a:r>
            <a:endParaRPr/>
          </a:p>
        </p:txBody>
      </p:sp>
      <p:grpSp>
        <p:nvGrpSpPr>
          <p:cNvPr id="3529" name="Google Shape;3529;p72"/>
          <p:cNvGrpSpPr/>
          <p:nvPr/>
        </p:nvGrpSpPr>
        <p:grpSpPr>
          <a:xfrm rot="1434405">
            <a:off x="-879349" y="2452980"/>
            <a:ext cx="1653827" cy="539960"/>
            <a:chOff x="2564525" y="5223525"/>
            <a:chExt cx="2556110" cy="834547"/>
          </a:xfrm>
        </p:grpSpPr>
        <p:sp>
          <p:nvSpPr>
            <p:cNvPr id="3530" name="Google Shape;3530;p72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72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72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72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72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72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72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72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72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72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0" name="Google Shape;3540;p72"/>
          <p:cNvGrpSpPr/>
          <p:nvPr/>
        </p:nvGrpSpPr>
        <p:grpSpPr>
          <a:xfrm rot="375986">
            <a:off x="8381689" y="516011"/>
            <a:ext cx="1719436" cy="916246"/>
            <a:chOff x="7463504" y="3075665"/>
            <a:chExt cx="2603050" cy="1387103"/>
          </a:xfrm>
        </p:grpSpPr>
        <p:sp>
          <p:nvSpPr>
            <p:cNvPr id="3541" name="Google Shape;3541;p72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72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72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72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72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72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72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72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72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72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72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72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72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72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72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72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72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72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72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72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72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72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72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72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72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72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72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72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72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72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72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72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72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73"/>
          <p:cNvSpPr txBox="1">
            <a:spLocks noGrp="1"/>
          </p:cNvSpPr>
          <p:nvPr>
            <p:ph type="subTitle" idx="1"/>
          </p:nvPr>
        </p:nvSpPr>
        <p:spPr>
          <a:xfrm>
            <a:off x="3677013" y="2828211"/>
            <a:ext cx="4270200" cy="5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You can enter a subtitle here </a:t>
            </a:r>
            <a:r>
              <a:rPr lang="en"/>
              <a:t>if you need it</a:t>
            </a:r>
            <a:endParaRPr/>
          </a:p>
        </p:txBody>
      </p:sp>
      <p:sp>
        <p:nvSpPr>
          <p:cNvPr id="3579" name="Google Shape;3579;p73"/>
          <p:cNvSpPr txBox="1">
            <a:spLocks noGrp="1"/>
          </p:cNvSpPr>
          <p:nvPr>
            <p:ph type="title"/>
          </p:nvPr>
        </p:nvSpPr>
        <p:spPr>
          <a:xfrm>
            <a:off x="3677026" y="1861775"/>
            <a:ext cx="4270200" cy="8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580" name="Google Shape;3580;p73"/>
          <p:cNvSpPr txBox="1">
            <a:spLocks noGrp="1"/>
          </p:cNvSpPr>
          <p:nvPr>
            <p:ph type="title" idx="2"/>
          </p:nvPr>
        </p:nvSpPr>
        <p:spPr>
          <a:xfrm>
            <a:off x="1935363" y="1967119"/>
            <a:ext cx="1255800" cy="11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581" name="Google Shape;3581;p73"/>
          <p:cNvGrpSpPr/>
          <p:nvPr/>
        </p:nvGrpSpPr>
        <p:grpSpPr>
          <a:xfrm>
            <a:off x="1795998" y="1930246"/>
            <a:ext cx="1553648" cy="1421934"/>
            <a:chOff x="-164200" y="1462250"/>
            <a:chExt cx="1037425" cy="949475"/>
          </a:xfrm>
        </p:grpSpPr>
        <p:sp>
          <p:nvSpPr>
            <p:cNvPr id="3582" name="Google Shape;3582;p73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73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73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73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73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73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73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73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73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73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73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73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73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73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73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73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73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73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73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73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73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73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73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73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73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7" name="Google Shape;3607;p73"/>
          <p:cNvGrpSpPr/>
          <p:nvPr/>
        </p:nvGrpSpPr>
        <p:grpSpPr>
          <a:xfrm>
            <a:off x="6714796" y="476045"/>
            <a:ext cx="1840839" cy="1454204"/>
            <a:chOff x="9528187" y="-1088730"/>
            <a:chExt cx="2199067" cy="1737192"/>
          </a:xfrm>
        </p:grpSpPr>
        <p:sp>
          <p:nvSpPr>
            <p:cNvPr id="3608" name="Google Shape;3608;p73"/>
            <p:cNvSpPr/>
            <p:nvPr/>
          </p:nvSpPr>
          <p:spPr>
            <a:xfrm>
              <a:off x="9528187" y="-1088730"/>
              <a:ext cx="2199067" cy="1737192"/>
            </a:xfrm>
            <a:custGeom>
              <a:avLst/>
              <a:gdLst/>
              <a:ahLst/>
              <a:cxnLst/>
              <a:rect l="l" t="t" r="r" b="b"/>
              <a:pathLst>
                <a:path w="38975" h="30789" extrusionOk="0">
                  <a:moveTo>
                    <a:pt x="25983" y="4779"/>
                  </a:moveTo>
                  <a:lnTo>
                    <a:pt x="26142" y="6284"/>
                  </a:lnTo>
                  <a:lnTo>
                    <a:pt x="9216" y="8080"/>
                  </a:lnTo>
                  <a:lnTo>
                    <a:pt x="9084" y="6416"/>
                  </a:lnTo>
                  <a:lnTo>
                    <a:pt x="25983" y="4779"/>
                  </a:lnTo>
                  <a:close/>
                  <a:moveTo>
                    <a:pt x="33826" y="8608"/>
                  </a:moveTo>
                  <a:lnTo>
                    <a:pt x="35674" y="24609"/>
                  </a:lnTo>
                  <a:lnTo>
                    <a:pt x="5361" y="27646"/>
                  </a:lnTo>
                  <a:lnTo>
                    <a:pt x="3222" y="11856"/>
                  </a:lnTo>
                  <a:lnTo>
                    <a:pt x="33826" y="8608"/>
                  </a:lnTo>
                  <a:close/>
                  <a:moveTo>
                    <a:pt x="28280" y="0"/>
                  </a:moveTo>
                  <a:lnTo>
                    <a:pt x="6364" y="2086"/>
                  </a:lnTo>
                  <a:cubicBezTo>
                    <a:pt x="4939" y="2244"/>
                    <a:pt x="3882" y="3485"/>
                    <a:pt x="3988" y="4911"/>
                  </a:cubicBezTo>
                  <a:lnTo>
                    <a:pt x="4278" y="8608"/>
                  </a:lnTo>
                  <a:lnTo>
                    <a:pt x="2615" y="8793"/>
                  </a:lnTo>
                  <a:cubicBezTo>
                    <a:pt x="1849" y="8872"/>
                    <a:pt x="1163" y="9242"/>
                    <a:pt x="687" y="9849"/>
                  </a:cubicBezTo>
                  <a:cubicBezTo>
                    <a:pt x="212" y="10456"/>
                    <a:pt x="1" y="11249"/>
                    <a:pt x="106" y="11988"/>
                  </a:cubicBezTo>
                  <a:lnTo>
                    <a:pt x="2324" y="28333"/>
                  </a:lnTo>
                  <a:cubicBezTo>
                    <a:pt x="2536" y="29732"/>
                    <a:pt x="3724" y="30788"/>
                    <a:pt x="5150" y="30788"/>
                  </a:cubicBezTo>
                  <a:cubicBezTo>
                    <a:pt x="5229" y="30788"/>
                    <a:pt x="5335" y="30762"/>
                    <a:pt x="5440" y="30762"/>
                  </a:cubicBezTo>
                  <a:lnTo>
                    <a:pt x="36255" y="27672"/>
                  </a:lnTo>
                  <a:cubicBezTo>
                    <a:pt x="37813" y="27514"/>
                    <a:pt x="38974" y="26088"/>
                    <a:pt x="38790" y="24504"/>
                  </a:cubicBezTo>
                  <a:lnTo>
                    <a:pt x="36915" y="7974"/>
                  </a:lnTo>
                  <a:cubicBezTo>
                    <a:pt x="36730" y="6548"/>
                    <a:pt x="35515" y="5466"/>
                    <a:pt x="34063" y="5466"/>
                  </a:cubicBezTo>
                  <a:lnTo>
                    <a:pt x="33773" y="5466"/>
                  </a:lnTo>
                  <a:lnTo>
                    <a:pt x="31370" y="5730"/>
                  </a:lnTo>
                  <a:lnTo>
                    <a:pt x="31159" y="2429"/>
                  </a:lnTo>
                  <a:cubicBezTo>
                    <a:pt x="31053" y="1056"/>
                    <a:pt x="29891" y="0"/>
                    <a:pt x="285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30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73"/>
            <p:cNvSpPr/>
            <p:nvPr/>
          </p:nvSpPr>
          <p:spPr>
            <a:xfrm>
              <a:off x="9614628" y="-692918"/>
              <a:ext cx="2020264" cy="1253934"/>
            </a:xfrm>
            <a:custGeom>
              <a:avLst/>
              <a:gdLst/>
              <a:ahLst/>
              <a:cxnLst/>
              <a:rect l="l" t="t" r="r" b="b"/>
              <a:pathLst>
                <a:path w="35806" h="22224" extrusionOk="0">
                  <a:moveTo>
                    <a:pt x="32541" y="1"/>
                  </a:moveTo>
                  <a:cubicBezTo>
                    <a:pt x="32494" y="1"/>
                    <a:pt x="32447" y="3"/>
                    <a:pt x="32399" y="9"/>
                  </a:cubicBezTo>
                  <a:lnTo>
                    <a:pt x="1241" y="3309"/>
                  </a:lnTo>
                  <a:cubicBezTo>
                    <a:pt x="528" y="3389"/>
                    <a:pt x="0" y="4049"/>
                    <a:pt x="106" y="4762"/>
                  </a:cubicBezTo>
                  <a:lnTo>
                    <a:pt x="2324" y="21106"/>
                  </a:lnTo>
                  <a:cubicBezTo>
                    <a:pt x="2422" y="21745"/>
                    <a:pt x="2977" y="22224"/>
                    <a:pt x="3607" y="22224"/>
                  </a:cubicBezTo>
                  <a:cubicBezTo>
                    <a:pt x="3654" y="22224"/>
                    <a:pt x="3702" y="22221"/>
                    <a:pt x="3750" y="22215"/>
                  </a:cubicBezTo>
                  <a:lnTo>
                    <a:pt x="34564" y="19126"/>
                  </a:lnTo>
                  <a:cubicBezTo>
                    <a:pt x="35277" y="19047"/>
                    <a:pt x="35805" y="18413"/>
                    <a:pt x="35726" y="17700"/>
                  </a:cubicBezTo>
                  <a:lnTo>
                    <a:pt x="33851" y="1171"/>
                  </a:lnTo>
                  <a:cubicBezTo>
                    <a:pt x="33777" y="505"/>
                    <a:pt x="33198" y="1"/>
                    <a:pt x="325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73"/>
            <p:cNvSpPr/>
            <p:nvPr/>
          </p:nvSpPr>
          <p:spPr>
            <a:xfrm>
              <a:off x="10270158" y="-632883"/>
              <a:ext cx="700260" cy="930012"/>
            </a:xfrm>
            <a:custGeom>
              <a:avLst/>
              <a:gdLst/>
              <a:ahLst/>
              <a:cxnLst/>
              <a:rect l="l" t="t" r="r" b="b"/>
              <a:pathLst>
                <a:path w="12411" h="16483" extrusionOk="0">
                  <a:moveTo>
                    <a:pt x="10879" y="1"/>
                  </a:moveTo>
                  <a:lnTo>
                    <a:pt x="0" y="1163"/>
                  </a:lnTo>
                  <a:lnTo>
                    <a:pt x="1743" y="15474"/>
                  </a:lnTo>
                  <a:cubicBezTo>
                    <a:pt x="1818" y="16072"/>
                    <a:pt x="2316" y="16482"/>
                    <a:pt x="2904" y="16482"/>
                  </a:cubicBezTo>
                  <a:cubicBezTo>
                    <a:pt x="2939" y="16482"/>
                    <a:pt x="2975" y="16481"/>
                    <a:pt x="3011" y="16478"/>
                  </a:cubicBezTo>
                  <a:lnTo>
                    <a:pt x="11328" y="15606"/>
                  </a:lnTo>
                  <a:cubicBezTo>
                    <a:pt x="11962" y="15553"/>
                    <a:pt x="12411" y="14973"/>
                    <a:pt x="12358" y="14339"/>
                  </a:cubicBezTo>
                  <a:lnTo>
                    <a:pt x="108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73"/>
            <p:cNvSpPr/>
            <p:nvPr/>
          </p:nvSpPr>
          <p:spPr>
            <a:xfrm>
              <a:off x="9690575" y="-338972"/>
              <a:ext cx="643668" cy="598191"/>
            </a:xfrm>
            <a:custGeom>
              <a:avLst/>
              <a:gdLst/>
              <a:ahLst/>
              <a:cxnLst/>
              <a:rect l="l" t="t" r="r" b="b"/>
              <a:pathLst>
                <a:path w="11408" h="10602" extrusionOk="0">
                  <a:moveTo>
                    <a:pt x="5702" y="1"/>
                  </a:moveTo>
                  <a:cubicBezTo>
                    <a:pt x="3166" y="1"/>
                    <a:pt x="927" y="1821"/>
                    <a:pt x="476" y="4430"/>
                  </a:cubicBezTo>
                  <a:cubicBezTo>
                    <a:pt x="1" y="7308"/>
                    <a:pt x="1929" y="10028"/>
                    <a:pt x="4833" y="10529"/>
                  </a:cubicBezTo>
                  <a:cubicBezTo>
                    <a:pt x="5127" y="10578"/>
                    <a:pt x="5418" y="10601"/>
                    <a:pt x="5707" y="10601"/>
                  </a:cubicBezTo>
                  <a:cubicBezTo>
                    <a:pt x="8243" y="10601"/>
                    <a:pt x="10482" y="8781"/>
                    <a:pt x="10933" y="6172"/>
                  </a:cubicBezTo>
                  <a:cubicBezTo>
                    <a:pt x="11408" y="3294"/>
                    <a:pt x="9480" y="575"/>
                    <a:pt x="6576" y="73"/>
                  </a:cubicBezTo>
                  <a:cubicBezTo>
                    <a:pt x="6282" y="24"/>
                    <a:pt x="5990" y="1"/>
                    <a:pt x="57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73"/>
            <p:cNvSpPr/>
            <p:nvPr/>
          </p:nvSpPr>
          <p:spPr>
            <a:xfrm>
              <a:off x="9714442" y="-304610"/>
              <a:ext cx="595991" cy="530259"/>
            </a:xfrm>
            <a:custGeom>
              <a:avLst/>
              <a:gdLst/>
              <a:ahLst/>
              <a:cxnLst/>
              <a:rect l="l" t="t" r="r" b="b"/>
              <a:pathLst>
                <a:path w="10563" h="9398" extrusionOk="0">
                  <a:moveTo>
                    <a:pt x="5297" y="1"/>
                  </a:moveTo>
                  <a:cubicBezTo>
                    <a:pt x="4793" y="1"/>
                    <a:pt x="4280" y="83"/>
                    <a:pt x="3776" y="256"/>
                  </a:cubicBezTo>
                  <a:cubicBezTo>
                    <a:pt x="1321" y="1075"/>
                    <a:pt x="0" y="3742"/>
                    <a:pt x="845" y="6197"/>
                  </a:cubicBezTo>
                  <a:cubicBezTo>
                    <a:pt x="1500" y="8160"/>
                    <a:pt x="3334" y="9397"/>
                    <a:pt x="5298" y="9397"/>
                  </a:cubicBezTo>
                  <a:cubicBezTo>
                    <a:pt x="5792" y="9397"/>
                    <a:pt x="6293" y="9319"/>
                    <a:pt x="6787" y="9155"/>
                  </a:cubicBezTo>
                  <a:cubicBezTo>
                    <a:pt x="9242" y="8310"/>
                    <a:pt x="10562" y="5643"/>
                    <a:pt x="9744" y="3187"/>
                  </a:cubicBezTo>
                  <a:cubicBezTo>
                    <a:pt x="9072" y="1235"/>
                    <a:pt x="7249" y="1"/>
                    <a:pt x="5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73"/>
            <p:cNvSpPr/>
            <p:nvPr/>
          </p:nvSpPr>
          <p:spPr>
            <a:xfrm>
              <a:off x="9845570" y="-166429"/>
              <a:ext cx="304456" cy="254240"/>
            </a:xfrm>
            <a:custGeom>
              <a:avLst/>
              <a:gdLst/>
              <a:ahLst/>
              <a:cxnLst/>
              <a:rect l="l" t="t" r="r" b="b"/>
              <a:pathLst>
                <a:path w="5396" h="4506" extrusionOk="0">
                  <a:moveTo>
                    <a:pt x="2993" y="0"/>
                  </a:moveTo>
                  <a:cubicBezTo>
                    <a:pt x="2885" y="0"/>
                    <a:pt x="2776" y="8"/>
                    <a:pt x="2667" y="25"/>
                  </a:cubicBezTo>
                  <a:cubicBezTo>
                    <a:pt x="660" y="289"/>
                    <a:pt x="0" y="2824"/>
                    <a:pt x="1584" y="4039"/>
                  </a:cubicBezTo>
                  <a:cubicBezTo>
                    <a:pt x="2012" y="4361"/>
                    <a:pt x="2487" y="4505"/>
                    <a:pt x="2948" y="4505"/>
                  </a:cubicBezTo>
                  <a:cubicBezTo>
                    <a:pt x="4223" y="4505"/>
                    <a:pt x="5396" y="3407"/>
                    <a:pt x="5202" y="1953"/>
                  </a:cubicBezTo>
                  <a:cubicBezTo>
                    <a:pt x="5034" y="824"/>
                    <a:pt x="4079" y="0"/>
                    <a:pt x="2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73"/>
            <p:cNvSpPr/>
            <p:nvPr/>
          </p:nvSpPr>
          <p:spPr>
            <a:xfrm>
              <a:off x="9663773" y="-451763"/>
              <a:ext cx="92420" cy="87511"/>
            </a:xfrm>
            <a:custGeom>
              <a:avLst/>
              <a:gdLst/>
              <a:ahLst/>
              <a:cxnLst/>
              <a:rect l="l" t="t" r="r" b="b"/>
              <a:pathLst>
                <a:path w="1638" h="1551" extrusionOk="0">
                  <a:moveTo>
                    <a:pt x="844" y="0"/>
                  </a:moveTo>
                  <a:cubicBezTo>
                    <a:pt x="801" y="0"/>
                    <a:pt x="758" y="4"/>
                    <a:pt x="714" y="12"/>
                  </a:cubicBezTo>
                  <a:cubicBezTo>
                    <a:pt x="291" y="65"/>
                    <a:pt x="1" y="461"/>
                    <a:pt x="53" y="884"/>
                  </a:cubicBezTo>
                  <a:cubicBezTo>
                    <a:pt x="102" y="1273"/>
                    <a:pt x="442" y="1550"/>
                    <a:pt x="826" y="1550"/>
                  </a:cubicBezTo>
                  <a:cubicBezTo>
                    <a:pt x="858" y="1550"/>
                    <a:pt x="892" y="1548"/>
                    <a:pt x="925" y="1544"/>
                  </a:cubicBezTo>
                  <a:cubicBezTo>
                    <a:pt x="1347" y="1465"/>
                    <a:pt x="1638" y="1095"/>
                    <a:pt x="1585" y="672"/>
                  </a:cubicBezTo>
                  <a:cubicBezTo>
                    <a:pt x="1538" y="294"/>
                    <a:pt x="1215" y="0"/>
                    <a:pt x="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73"/>
            <p:cNvSpPr/>
            <p:nvPr/>
          </p:nvSpPr>
          <p:spPr>
            <a:xfrm>
              <a:off x="11360715" y="-642137"/>
              <a:ext cx="104664" cy="88358"/>
            </a:xfrm>
            <a:custGeom>
              <a:avLst/>
              <a:gdLst/>
              <a:ahLst/>
              <a:cxnLst/>
              <a:rect l="l" t="t" r="r" b="b"/>
              <a:pathLst>
                <a:path w="1855" h="1566" extrusionOk="0">
                  <a:moveTo>
                    <a:pt x="998" y="0"/>
                  </a:moveTo>
                  <a:cubicBezTo>
                    <a:pt x="965" y="0"/>
                    <a:pt x="932" y="2"/>
                    <a:pt x="899" y="7"/>
                  </a:cubicBezTo>
                  <a:cubicBezTo>
                    <a:pt x="212" y="112"/>
                    <a:pt x="1" y="983"/>
                    <a:pt x="555" y="1406"/>
                  </a:cubicBezTo>
                  <a:cubicBezTo>
                    <a:pt x="700" y="1516"/>
                    <a:pt x="860" y="1566"/>
                    <a:pt x="1015" y="1566"/>
                  </a:cubicBezTo>
                  <a:cubicBezTo>
                    <a:pt x="1453" y="1566"/>
                    <a:pt x="1855" y="1174"/>
                    <a:pt x="1796" y="667"/>
                  </a:cubicBezTo>
                  <a:cubicBezTo>
                    <a:pt x="1723" y="277"/>
                    <a:pt x="1382" y="0"/>
                    <a:pt x="9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73"/>
            <p:cNvSpPr/>
            <p:nvPr/>
          </p:nvSpPr>
          <p:spPr>
            <a:xfrm>
              <a:off x="10915250" y="-474220"/>
              <a:ext cx="673459" cy="599038"/>
            </a:xfrm>
            <a:custGeom>
              <a:avLst/>
              <a:gdLst/>
              <a:ahLst/>
              <a:cxnLst/>
              <a:rect l="l" t="t" r="r" b="b"/>
              <a:pathLst>
                <a:path w="11936" h="10617" extrusionOk="0">
                  <a:moveTo>
                    <a:pt x="5969" y="0"/>
                  </a:moveTo>
                  <a:cubicBezTo>
                    <a:pt x="5383" y="0"/>
                    <a:pt x="4786" y="98"/>
                    <a:pt x="4199" y="305"/>
                  </a:cubicBezTo>
                  <a:cubicBezTo>
                    <a:pt x="1453" y="1282"/>
                    <a:pt x="1" y="4318"/>
                    <a:pt x="978" y="7064"/>
                  </a:cubicBezTo>
                  <a:cubicBezTo>
                    <a:pt x="1748" y="9251"/>
                    <a:pt x="3800" y="10617"/>
                    <a:pt x="5980" y="10617"/>
                  </a:cubicBezTo>
                  <a:cubicBezTo>
                    <a:pt x="6564" y="10617"/>
                    <a:pt x="7157" y="10519"/>
                    <a:pt x="7737" y="10312"/>
                  </a:cubicBezTo>
                  <a:cubicBezTo>
                    <a:pt x="10510" y="9335"/>
                    <a:pt x="11936" y="6299"/>
                    <a:pt x="10959" y="3526"/>
                  </a:cubicBezTo>
                  <a:cubicBezTo>
                    <a:pt x="10189" y="1361"/>
                    <a:pt x="8154" y="0"/>
                    <a:pt x="59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73"/>
            <p:cNvSpPr/>
            <p:nvPr/>
          </p:nvSpPr>
          <p:spPr>
            <a:xfrm>
              <a:off x="10903345" y="-440084"/>
              <a:ext cx="635374" cy="530992"/>
            </a:xfrm>
            <a:custGeom>
              <a:avLst/>
              <a:gdLst/>
              <a:ahLst/>
              <a:cxnLst/>
              <a:rect l="l" t="t" r="r" b="b"/>
              <a:pathLst>
                <a:path w="11261" h="9411" extrusionOk="0">
                  <a:moveTo>
                    <a:pt x="6200" y="1"/>
                  </a:moveTo>
                  <a:cubicBezTo>
                    <a:pt x="5993" y="1"/>
                    <a:pt x="5783" y="15"/>
                    <a:pt x="5572" y="43"/>
                  </a:cubicBezTo>
                  <a:cubicBezTo>
                    <a:pt x="1400" y="597"/>
                    <a:pt x="1" y="5905"/>
                    <a:pt x="3328" y="8440"/>
                  </a:cubicBezTo>
                  <a:cubicBezTo>
                    <a:pt x="4216" y="9111"/>
                    <a:pt x="5200" y="9410"/>
                    <a:pt x="6157" y="9410"/>
                  </a:cubicBezTo>
                  <a:cubicBezTo>
                    <a:pt x="8814" y="9410"/>
                    <a:pt x="11261" y="7104"/>
                    <a:pt x="10853" y="4057"/>
                  </a:cubicBezTo>
                  <a:cubicBezTo>
                    <a:pt x="10514" y="1706"/>
                    <a:pt x="8507" y="1"/>
                    <a:pt x="62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73"/>
            <p:cNvSpPr/>
            <p:nvPr/>
          </p:nvSpPr>
          <p:spPr>
            <a:xfrm>
              <a:off x="10456413" y="-582384"/>
              <a:ext cx="233928" cy="98739"/>
            </a:xfrm>
            <a:custGeom>
              <a:avLst/>
              <a:gdLst/>
              <a:ahLst/>
              <a:cxnLst/>
              <a:rect l="l" t="t" r="r" b="b"/>
              <a:pathLst>
                <a:path w="4146" h="1750" extrusionOk="0">
                  <a:moveTo>
                    <a:pt x="3644" y="0"/>
                  </a:moveTo>
                  <a:cubicBezTo>
                    <a:pt x="3627" y="0"/>
                    <a:pt x="3609" y="1"/>
                    <a:pt x="3591" y="4"/>
                  </a:cubicBezTo>
                  <a:lnTo>
                    <a:pt x="396" y="426"/>
                  </a:lnTo>
                  <a:cubicBezTo>
                    <a:pt x="159" y="453"/>
                    <a:pt x="0" y="664"/>
                    <a:pt x="53" y="901"/>
                  </a:cubicBezTo>
                  <a:lnTo>
                    <a:pt x="132" y="1430"/>
                  </a:lnTo>
                  <a:cubicBezTo>
                    <a:pt x="156" y="1623"/>
                    <a:pt x="313" y="1750"/>
                    <a:pt x="501" y="1750"/>
                  </a:cubicBezTo>
                  <a:cubicBezTo>
                    <a:pt x="519" y="1750"/>
                    <a:pt x="537" y="1749"/>
                    <a:pt x="555" y="1746"/>
                  </a:cubicBezTo>
                  <a:lnTo>
                    <a:pt x="3750" y="1430"/>
                  </a:lnTo>
                  <a:cubicBezTo>
                    <a:pt x="3987" y="1403"/>
                    <a:pt x="4146" y="1192"/>
                    <a:pt x="4119" y="981"/>
                  </a:cubicBezTo>
                  <a:lnTo>
                    <a:pt x="4014" y="347"/>
                  </a:lnTo>
                  <a:cubicBezTo>
                    <a:pt x="3989" y="129"/>
                    <a:pt x="3833" y="0"/>
                    <a:pt x="36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73"/>
            <p:cNvSpPr/>
            <p:nvPr/>
          </p:nvSpPr>
          <p:spPr>
            <a:xfrm>
              <a:off x="10349095" y="-466095"/>
              <a:ext cx="473836" cy="232686"/>
            </a:xfrm>
            <a:custGeom>
              <a:avLst/>
              <a:gdLst/>
              <a:ahLst/>
              <a:cxnLst/>
              <a:rect l="l" t="t" r="r" b="b"/>
              <a:pathLst>
                <a:path w="8398" h="4124" extrusionOk="0">
                  <a:moveTo>
                    <a:pt x="7631" y="0"/>
                  </a:moveTo>
                  <a:cubicBezTo>
                    <a:pt x="7614" y="0"/>
                    <a:pt x="7597" y="1"/>
                    <a:pt x="7579" y="2"/>
                  </a:cubicBezTo>
                  <a:lnTo>
                    <a:pt x="555" y="689"/>
                  </a:lnTo>
                  <a:cubicBezTo>
                    <a:pt x="239" y="742"/>
                    <a:pt x="1" y="1032"/>
                    <a:pt x="27" y="1349"/>
                  </a:cubicBezTo>
                  <a:lnTo>
                    <a:pt x="265" y="3593"/>
                  </a:lnTo>
                  <a:cubicBezTo>
                    <a:pt x="290" y="3894"/>
                    <a:pt x="577" y="4123"/>
                    <a:pt x="877" y="4123"/>
                  </a:cubicBezTo>
                  <a:cubicBezTo>
                    <a:pt x="893" y="4123"/>
                    <a:pt x="909" y="4123"/>
                    <a:pt x="925" y="4121"/>
                  </a:cubicBezTo>
                  <a:lnTo>
                    <a:pt x="7843" y="3382"/>
                  </a:lnTo>
                  <a:cubicBezTo>
                    <a:pt x="8160" y="3329"/>
                    <a:pt x="8398" y="3065"/>
                    <a:pt x="8371" y="2748"/>
                  </a:cubicBezTo>
                  <a:lnTo>
                    <a:pt x="8239" y="557"/>
                  </a:lnTo>
                  <a:cubicBezTo>
                    <a:pt x="8214" y="231"/>
                    <a:pt x="7951" y="0"/>
                    <a:pt x="7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73"/>
            <p:cNvSpPr/>
            <p:nvPr/>
          </p:nvSpPr>
          <p:spPr>
            <a:xfrm>
              <a:off x="10375953" y="-259077"/>
              <a:ext cx="457417" cy="125540"/>
            </a:xfrm>
            <a:custGeom>
              <a:avLst/>
              <a:gdLst/>
              <a:ahLst/>
              <a:cxnLst/>
              <a:rect l="l" t="t" r="r" b="b"/>
              <a:pathLst>
                <a:path w="8107" h="2225" extrusionOk="0">
                  <a:moveTo>
                    <a:pt x="7598" y="1"/>
                  </a:moveTo>
                  <a:cubicBezTo>
                    <a:pt x="7583" y="1"/>
                    <a:pt x="7568" y="2"/>
                    <a:pt x="7552" y="4"/>
                  </a:cubicBezTo>
                  <a:lnTo>
                    <a:pt x="370" y="769"/>
                  </a:lnTo>
                  <a:cubicBezTo>
                    <a:pt x="159" y="796"/>
                    <a:pt x="0" y="981"/>
                    <a:pt x="27" y="1218"/>
                  </a:cubicBezTo>
                  <a:lnTo>
                    <a:pt x="79" y="1878"/>
                  </a:lnTo>
                  <a:cubicBezTo>
                    <a:pt x="104" y="2074"/>
                    <a:pt x="264" y="2224"/>
                    <a:pt x="477" y="2224"/>
                  </a:cubicBezTo>
                  <a:cubicBezTo>
                    <a:pt x="494" y="2224"/>
                    <a:pt x="511" y="2224"/>
                    <a:pt x="528" y="2222"/>
                  </a:cubicBezTo>
                  <a:lnTo>
                    <a:pt x="7763" y="1429"/>
                  </a:lnTo>
                  <a:cubicBezTo>
                    <a:pt x="7975" y="1377"/>
                    <a:pt x="8107" y="1192"/>
                    <a:pt x="8080" y="981"/>
                  </a:cubicBezTo>
                  <a:lnTo>
                    <a:pt x="8001" y="347"/>
                  </a:lnTo>
                  <a:cubicBezTo>
                    <a:pt x="7976" y="151"/>
                    <a:pt x="7793" y="1"/>
                    <a:pt x="7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73"/>
            <p:cNvSpPr/>
            <p:nvPr/>
          </p:nvSpPr>
          <p:spPr>
            <a:xfrm>
              <a:off x="9817246" y="305611"/>
              <a:ext cx="458941" cy="126838"/>
            </a:xfrm>
            <a:custGeom>
              <a:avLst/>
              <a:gdLst/>
              <a:ahLst/>
              <a:cxnLst/>
              <a:rect l="l" t="t" r="r" b="b"/>
              <a:pathLst>
                <a:path w="8134" h="2248" extrusionOk="0">
                  <a:moveTo>
                    <a:pt x="7625" y="0"/>
                  </a:moveTo>
                  <a:cubicBezTo>
                    <a:pt x="7610" y="0"/>
                    <a:pt x="7594" y="1"/>
                    <a:pt x="7579" y="3"/>
                  </a:cubicBezTo>
                  <a:lnTo>
                    <a:pt x="396" y="769"/>
                  </a:lnTo>
                  <a:cubicBezTo>
                    <a:pt x="159" y="795"/>
                    <a:pt x="0" y="1006"/>
                    <a:pt x="27" y="1218"/>
                  </a:cubicBezTo>
                  <a:lnTo>
                    <a:pt x="80" y="1878"/>
                  </a:lnTo>
                  <a:cubicBezTo>
                    <a:pt x="106" y="2089"/>
                    <a:pt x="291" y="2248"/>
                    <a:pt x="528" y="2248"/>
                  </a:cubicBezTo>
                  <a:lnTo>
                    <a:pt x="7737" y="1429"/>
                  </a:lnTo>
                  <a:cubicBezTo>
                    <a:pt x="7975" y="1403"/>
                    <a:pt x="8133" y="1218"/>
                    <a:pt x="8080" y="980"/>
                  </a:cubicBezTo>
                  <a:lnTo>
                    <a:pt x="8001" y="320"/>
                  </a:lnTo>
                  <a:cubicBezTo>
                    <a:pt x="7977" y="149"/>
                    <a:pt x="7816" y="0"/>
                    <a:pt x="7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73"/>
            <p:cNvSpPr/>
            <p:nvPr/>
          </p:nvSpPr>
          <p:spPr>
            <a:xfrm>
              <a:off x="11059808" y="181930"/>
              <a:ext cx="457417" cy="125540"/>
            </a:xfrm>
            <a:custGeom>
              <a:avLst/>
              <a:gdLst/>
              <a:ahLst/>
              <a:cxnLst/>
              <a:rect l="l" t="t" r="r" b="b"/>
              <a:pathLst>
                <a:path w="8107" h="2225" extrusionOk="0">
                  <a:moveTo>
                    <a:pt x="7605" y="0"/>
                  </a:moveTo>
                  <a:cubicBezTo>
                    <a:pt x="7588" y="0"/>
                    <a:pt x="7570" y="1"/>
                    <a:pt x="7552" y="3"/>
                  </a:cubicBezTo>
                  <a:lnTo>
                    <a:pt x="370" y="769"/>
                  </a:lnTo>
                  <a:cubicBezTo>
                    <a:pt x="159" y="796"/>
                    <a:pt x="0" y="980"/>
                    <a:pt x="26" y="1218"/>
                  </a:cubicBezTo>
                  <a:lnTo>
                    <a:pt x="79" y="1878"/>
                  </a:lnTo>
                  <a:cubicBezTo>
                    <a:pt x="79" y="2074"/>
                    <a:pt x="261" y="2224"/>
                    <a:pt x="455" y="2224"/>
                  </a:cubicBezTo>
                  <a:cubicBezTo>
                    <a:pt x="471" y="2224"/>
                    <a:pt x="486" y="2223"/>
                    <a:pt x="502" y="2221"/>
                  </a:cubicBezTo>
                  <a:lnTo>
                    <a:pt x="7737" y="1429"/>
                  </a:lnTo>
                  <a:cubicBezTo>
                    <a:pt x="7948" y="1403"/>
                    <a:pt x="8106" y="1192"/>
                    <a:pt x="8080" y="980"/>
                  </a:cubicBezTo>
                  <a:lnTo>
                    <a:pt x="7974" y="320"/>
                  </a:lnTo>
                  <a:cubicBezTo>
                    <a:pt x="7950" y="127"/>
                    <a:pt x="7793" y="0"/>
                    <a:pt x="7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73"/>
            <p:cNvSpPr/>
            <p:nvPr/>
          </p:nvSpPr>
          <p:spPr>
            <a:xfrm>
              <a:off x="10420640" y="-144537"/>
              <a:ext cx="426159" cy="327025"/>
            </a:xfrm>
            <a:custGeom>
              <a:avLst/>
              <a:gdLst/>
              <a:ahLst/>
              <a:cxnLst/>
              <a:rect l="l" t="t" r="r" b="b"/>
              <a:pathLst>
                <a:path w="7553" h="5796" extrusionOk="0">
                  <a:moveTo>
                    <a:pt x="6293" y="1"/>
                  </a:moveTo>
                  <a:cubicBezTo>
                    <a:pt x="6264" y="1"/>
                    <a:pt x="6235" y="3"/>
                    <a:pt x="6206" y="7"/>
                  </a:cubicBezTo>
                  <a:lnTo>
                    <a:pt x="661" y="614"/>
                  </a:lnTo>
                  <a:cubicBezTo>
                    <a:pt x="264" y="667"/>
                    <a:pt x="0" y="1010"/>
                    <a:pt x="27" y="1380"/>
                  </a:cubicBezTo>
                  <a:lnTo>
                    <a:pt x="476" y="5182"/>
                  </a:lnTo>
                  <a:cubicBezTo>
                    <a:pt x="524" y="5522"/>
                    <a:pt x="819" y="5796"/>
                    <a:pt x="1154" y="5796"/>
                  </a:cubicBezTo>
                  <a:cubicBezTo>
                    <a:pt x="1183" y="5796"/>
                    <a:pt x="1212" y="5794"/>
                    <a:pt x="1241" y="5789"/>
                  </a:cubicBezTo>
                  <a:lnTo>
                    <a:pt x="6866" y="5235"/>
                  </a:lnTo>
                  <a:cubicBezTo>
                    <a:pt x="7262" y="5209"/>
                    <a:pt x="7552" y="4839"/>
                    <a:pt x="7499" y="4469"/>
                  </a:cubicBezTo>
                  <a:lnTo>
                    <a:pt x="6971" y="614"/>
                  </a:lnTo>
                  <a:cubicBezTo>
                    <a:pt x="6923" y="274"/>
                    <a:pt x="6628" y="1"/>
                    <a:pt x="62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73"/>
            <p:cNvSpPr/>
            <p:nvPr/>
          </p:nvSpPr>
          <p:spPr>
            <a:xfrm>
              <a:off x="10468318" y="-38517"/>
              <a:ext cx="312919" cy="103422"/>
            </a:xfrm>
            <a:custGeom>
              <a:avLst/>
              <a:gdLst/>
              <a:ahLst/>
              <a:cxnLst/>
              <a:rect l="l" t="t" r="r" b="b"/>
              <a:pathLst>
                <a:path w="5546" h="1833" extrusionOk="0">
                  <a:moveTo>
                    <a:pt x="4988" y="0"/>
                  </a:moveTo>
                  <a:cubicBezTo>
                    <a:pt x="4972" y="0"/>
                    <a:pt x="4955" y="1"/>
                    <a:pt x="4938" y="3"/>
                  </a:cubicBezTo>
                  <a:lnTo>
                    <a:pt x="449" y="504"/>
                  </a:lnTo>
                  <a:cubicBezTo>
                    <a:pt x="185" y="531"/>
                    <a:pt x="0" y="768"/>
                    <a:pt x="27" y="1032"/>
                  </a:cubicBezTo>
                  <a:lnTo>
                    <a:pt x="53" y="1402"/>
                  </a:lnTo>
                  <a:cubicBezTo>
                    <a:pt x="77" y="1638"/>
                    <a:pt x="270" y="1833"/>
                    <a:pt x="519" y="1833"/>
                  </a:cubicBezTo>
                  <a:cubicBezTo>
                    <a:pt x="548" y="1833"/>
                    <a:pt x="577" y="1830"/>
                    <a:pt x="608" y="1824"/>
                  </a:cubicBezTo>
                  <a:lnTo>
                    <a:pt x="5096" y="1217"/>
                  </a:lnTo>
                  <a:cubicBezTo>
                    <a:pt x="5361" y="1191"/>
                    <a:pt x="5545" y="953"/>
                    <a:pt x="5493" y="689"/>
                  </a:cubicBezTo>
                  <a:lnTo>
                    <a:pt x="5466" y="425"/>
                  </a:lnTo>
                  <a:cubicBezTo>
                    <a:pt x="5441" y="178"/>
                    <a:pt x="5232" y="0"/>
                    <a:pt x="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73"/>
            <p:cNvSpPr/>
            <p:nvPr/>
          </p:nvSpPr>
          <p:spPr>
            <a:xfrm>
              <a:off x="9838122" y="-1002571"/>
              <a:ext cx="1378120" cy="477052"/>
            </a:xfrm>
            <a:custGeom>
              <a:avLst/>
              <a:gdLst/>
              <a:ahLst/>
              <a:cxnLst/>
              <a:rect l="l" t="t" r="r" b="b"/>
              <a:pathLst>
                <a:path w="24425" h="8455" extrusionOk="0">
                  <a:moveTo>
                    <a:pt x="23016" y="0"/>
                  </a:moveTo>
                  <a:cubicBezTo>
                    <a:pt x="22984" y="0"/>
                    <a:pt x="22952" y="2"/>
                    <a:pt x="22920" y="5"/>
                  </a:cubicBezTo>
                  <a:lnTo>
                    <a:pt x="1003" y="2117"/>
                  </a:lnTo>
                  <a:cubicBezTo>
                    <a:pt x="423" y="2170"/>
                    <a:pt x="0" y="2698"/>
                    <a:pt x="53" y="3279"/>
                  </a:cubicBezTo>
                  <a:lnTo>
                    <a:pt x="475" y="8454"/>
                  </a:lnTo>
                  <a:lnTo>
                    <a:pt x="2297" y="8269"/>
                  </a:lnTo>
                  <a:lnTo>
                    <a:pt x="2007" y="4546"/>
                  </a:lnTo>
                  <a:cubicBezTo>
                    <a:pt x="1954" y="3965"/>
                    <a:pt x="2403" y="3437"/>
                    <a:pt x="2984" y="3384"/>
                  </a:cubicBezTo>
                  <a:lnTo>
                    <a:pt x="20834" y="1668"/>
                  </a:lnTo>
                  <a:cubicBezTo>
                    <a:pt x="20866" y="1665"/>
                    <a:pt x="20899" y="1664"/>
                    <a:pt x="20931" y="1664"/>
                  </a:cubicBezTo>
                  <a:cubicBezTo>
                    <a:pt x="21473" y="1664"/>
                    <a:pt x="21947" y="2072"/>
                    <a:pt x="22022" y="2645"/>
                  </a:cubicBezTo>
                  <a:lnTo>
                    <a:pt x="22339" y="6157"/>
                  </a:lnTo>
                  <a:lnTo>
                    <a:pt x="24425" y="5919"/>
                  </a:lnTo>
                  <a:lnTo>
                    <a:pt x="24108" y="1008"/>
                  </a:lnTo>
                  <a:cubicBezTo>
                    <a:pt x="24058" y="433"/>
                    <a:pt x="23582" y="0"/>
                    <a:pt x="230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73"/>
            <p:cNvSpPr/>
            <p:nvPr/>
          </p:nvSpPr>
          <p:spPr>
            <a:xfrm>
              <a:off x="11086609" y="-300548"/>
              <a:ext cx="302989" cy="254240"/>
            </a:xfrm>
            <a:custGeom>
              <a:avLst/>
              <a:gdLst/>
              <a:ahLst/>
              <a:cxnLst/>
              <a:rect l="l" t="t" r="r" b="b"/>
              <a:pathLst>
                <a:path w="5370" h="4506" extrusionOk="0">
                  <a:moveTo>
                    <a:pt x="2973" y="1"/>
                  </a:moveTo>
                  <a:cubicBezTo>
                    <a:pt x="2864" y="1"/>
                    <a:pt x="2753" y="9"/>
                    <a:pt x="2641" y="26"/>
                  </a:cubicBezTo>
                  <a:cubicBezTo>
                    <a:pt x="660" y="290"/>
                    <a:pt x="0" y="2825"/>
                    <a:pt x="1585" y="4039"/>
                  </a:cubicBezTo>
                  <a:cubicBezTo>
                    <a:pt x="2006" y="4362"/>
                    <a:pt x="2475" y="4506"/>
                    <a:pt x="2932" y="4506"/>
                  </a:cubicBezTo>
                  <a:cubicBezTo>
                    <a:pt x="4197" y="4506"/>
                    <a:pt x="5370" y="3407"/>
                    <a:pt x="5176" y="1953"/>
                  </a:cubicBezTo>
                  <a:cubicBezTo>
                    <a:pt x="5032" y="824"/>
                    <a:pt x="4079" y="1"/>
                    <a:pt x="29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7" name="Google Shape;3627;p73"/>
          <p:cNvGrpSpPr/>
          <p:nvPr/>
        </p:nvGrpSpPr>
        <p:grpSpPr>
          <a:xfrm>
            <a:off x="605127" y="3352174"/>
            <a:ext cx="943533" cy="1421984"/>
            <a:chOff x="1734075" y="3171623"/>
            <a:chExt cx="1231766" cy="1856376"/>
          </a:xfrm>
        </p:grpSpPr>
        <p:sp>
          <p:nvSpPr>
            <p:cNvPr id="3628" name="Google Shape;3628;p73"/>
            <p:cNvSpPr/>
            <p:nvPr/>
          </p:nvSpPr>
          <p:spPr>
            <a:xfrm>
              <a:off x="1734075" y="3171623"/>
              <a:ext cx="1231766" cy="1856376"/>
            </a:xfrm>
            <a:custGeom>
              <a:avLst/>
              <a:gdLst/>
              <a:ahLst/>
              <a:cxnLst/>
              <a:rect l="l" t="t" r="r" b="b"/>
              <a:pathLst>
                <a:path w="36627" h="55200" extrusionOk="0">
                  <a:moveTo>
                    <a:pt x="17603" y="1"/>
                  </a:moveTo>
                  <a:cubicBezTo>
                    <a:pt x="17494" y="1"/>
                    <a:pt x="17387" y="6"/>
                    <a:pt x="17280" y="15"/>
                  </a:cubicBezTo>
                  <a:cubicBezTo>
                    <a:pt x="14578" y="215"/>
                    <a:pt x="11776" y="3117"/>
                    <a:pt x="11776" y="3151"/>
                  </a:cubicBezTo>
                  <a:cubicBezTo>
                    <a:pt x="11642" y="3284"/>
                    <a:pt x="11575" y="3418"/>
                    <a:pt x="11475" y="3551"/>
                  </a:cubicBezTo>
                  <a:lnTo>
                    <a:pt x="11409" y="3551"/>
                  </a:lnTo>
                  <a:cubicBezTo>
                    <a:pt x="11242" y="3551"/>
                    <a:pt x="11075" y="3584"/>
                    <a:pt x="10908" y="3618"/>
                  </a:cubicBezTo>
                  <a:cubicBezTo>
                    <a:pt x="8607" y="4085"/>
                    <a:pt x="5805" y="6787"/>
                    <a:pt x="4971" y="8788"/>
                  </a:cubicBezTo>
                  <a:cubicBezTo>
                    <a:pt x="2336" y="9188"/>
                    <a:pt x="1402" y="11924"/>
                    <a:pt x="901" y="13458"/>
                  </a:cubicBezTo>
                  <a:cubicBezTo>
                    <a:pt x="1" y="16160"/>
                    <a:pt x="67" y="17128"/>
                    <a:pt x="101" y="17428"/>
                  </a:cubicBezTo>
                  <a:cubicBezTo>
                    <a:pt x="267" y="19629"/>
                    <a:pt x="1335" y="20497"/>
                    <a:pt x="8607" y="24199"/>
                  </a:cubicBezTo>
                  <a:cubicBezTo>
                    <a:pt x="7439" y="25700"/>
                    <a:pt x="6372" y="27235"/>
                    <a:pt x="5371" y="28869"/>
                  </a:cubicBezTo>
                  <a:cubicBezTo>
                    <a:pt x="4737" y="29970"/>
                    <a:pt x="3436" y="32205"/>
                    <a:pt x="4504" y="34440"/>
                  </a:cubicBezTo>
                  <a:cubicBezTo>
                    <a:pt x="5794" y="37158"/>
                    <a:pt x="8780" y="37662"/>
                    <a:pt x="11898" y="37662"/>
                  </a:cubicBezTo>
                  <a:cubicBezTo>
                    <a:pt x="12568" y="37662"/>
                    <a:pt x="13244" y="37638"/>
                    <a:pt x="13910" y="37609"/>
                  </a:cubicBezTo>
                  <a:lnTo>
                    <a:pt x="13910" y="37609"/>
                  </a:lnTo>
                  <a:cubicBezTo>
                    <a:pt x="13777" y="38443"/>
                    <a:pt x="13677" y="39310"/>
                    <a:pt x="13544" y="40077"/>
                  </a:cubicBezTo>
                  <a:cubicBezTo>
                    <a:pt x="12143" y="49451"/>
                    <a:pt x="11942" y="51852"/>
                    <a:pt x="13310" y="53654"/>
                  </a:cubicBezTo>
                  <a:cubicBezTo>
                    <a:pt x="14019" y="54640"/>
                    <a:pt x="15156" y="55199"/>
                    <a:pt x="16351" y="55199"/>
                  </a:cubicBezTo>
                  <a:cubicBezTo>
                    <a:pt x="16449" y="55199"/>
                    <a:pt x="16547" y="55196"/>
                    <a:pt x="16646" y="55188"/>
                  </a:cubicBezTo>
                  <a:cubicBezTo>
                    <a:pt x="18514" y="55055"/>
                    <a:pt x="19848" y="53754"/>
                    <a:pt x="22116" y="50885"/>
                  </a:cubicBezTo>
                  <a:cubicBezTo>
                    <a:pt x="25352" y="46649"/>
                    <a:pt x="28387" y="42212"/>
                    <a:pt x="31123" y="37642"/>
                  </a:cubicBezTo>
                  <a:cubicBezTo>
                    <a:pt x="36460" y="28869"/>
                    <a:pt x="36627" y="26434"/>
                    <a:pt x="36393" y="24866"/>
                  </a:cubicBezTo>
                  <a:cubicBezTo>
                    <a:pt x="36207" y="23746"/>
                    <a:pt x="35381" y="21291"/>
                    <a:pt x="31399" y="21291"/>
                  </a:cubicBezTo>
                  <a:cubicBezTo>
                    <a:pt x="31113" y="21291"/>
                    <a:pt x="30809" y="21304"/>
                    <a:pt x="30489" y="21331"/>
                  </a:cubicBezTo>
                  <a:cubicBezTo>
                    <a:pt x="29722" y="21364"/>
                    <a:pt x="28888" y="21497"/>
                    <a:pt x="28054" y="21631"/>
                  </a:cubicBezTo>
                  <a:cubicBezTo>
                    <a:pt x="30722" y="13692"/>
                    <a:pt x="31690" y="9689"/>
                    <a:pt x="28788" y="7487"/>
                  </a:cubicBezTo>
                  <a:cubicBezTo>
                    <a:pt x="28128" y="6977"/>
                    <a:pt x="27306" y="6710"/>
                    <a:pt x="26467" y="6710"/>
                  </a:cubicBezTo>
                  <a:cubicBezTo>
                    <a:pt x="26374" y="6710"/>
                    <a:pt x="26280" y="6713"/>
                    <a:pt x="26186" y="6720"/>
                  </a:cubicBezTo>
                  <a:cubicBezTo>
                    <a:pt x="25385" y="6787"/>
                    <a:pt x="24551" y="6853"/>
                    <a:pt x="22283" y="8822"/>
                  </a:cubicBezTo>
                  <a:cubicBezTo>
                    <a:pt x="22283" y="8655"/>
                    <a:pt x="22283" y="8555"/>
                    <a:pt x="22283" y="8555"/>
                  </a:cubicBezTo>
                  <a:cubicBezTo>
                    <a:pt x="21916" y="3851"/>
                    <a:pt x="21683" y="1550"/>
                    <a:pt x="19481" y="449"/>
                  </a:cubicBezTo>
                  <a:cubicBezTo>
                    <a:pt x="18883" y="164"/>
                    <a:pt x="18236" y="1"/>
                    <a:pt x="176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73"/>
            <p:cNvSpPr/>
            <p:nvPr/>
          </p:nvSpPr>
          <p:spPr>
            <a:xfrm>
              <a:off x="1962516" y="3520052"/>
              <a:ext cx="892843" cy="1384850"/>
            </a:xfrm>
            <a:custGeom>
              <a:avLst/>
              <a:gdLst/>
              <a:ahLst/>
              <a:cxnLst/>
              <a:rect l="l" t="t" r="r" b="b"/>
              <a:pathLst>
                <a:path w="26549" h="41179" extrusionOk="0">
                  <a:moveTo>
                    <a:pt x="19696" y="0"/>
                  </a:moveTo>
                  <a:cubicBezTo>
                    <a:pt x="17827" y="0"/>
                    <a:pt x="1" y="20355"/>
                    <a:pt x="1013" y="22511"/>
                  </a:cubicBezTo>
                  <a:cubicBezTo>
                    <a:pt x="1446" y="23433"/>
                    <a:pt x="3211" y="23635"/>
                    <a:pt x="5147" y="23635"/>
                  </a:cubicBezTo>
                  <a:cubicBezTo>
                    <a:pt x="6667" y="23635"/>
                    <a:pt x="8293" y="23510"/>
                    <a:pt x="9461" y="23510"/>
                  </a:cubicBezTo>
                  <a:cubicBezTo>
                    <a:pt x="10359" y="23510"/>
                    <a:pt x="10986" y="23584"/>
                    <a:pt x="11087" y="23845"/>
                  </a:cubicBezTo>
                  <a:cubicBezTo>
                    <a:pt x="11521" y="24846"/>
                    <a:pt x="8485" y="39790"/>
                    <a:pt x="9452" y="41124"/>
                  </a:cubicBezTo>
                  <a:cubicBezTo>
                    <a:pt x="9479" y="41161"/>
                    <a:pt x="9517" y="41179"/>
                    <a:pt x="9565" y="41179"/>
                  </a:cubicBezTo>
                  <a:cubicBezTo>
                    <a:pt x="11290" y="41179"/>
                    <a:pt x="26548" y="18674"/>
                    <a:pt x="25964" y="15072"/>
                  </a:cubicBezTo>
                  <a:cubicBezTo>
                    <a:pt x="25912" y="14717"/>
                    <a:pt x="25406" y="14584"/>
                    <a:pt x="24646" y="14584"/>
                  </a:cubicBezTo>
                  <a:cubicBezTo>
                    <a:pt x="22345" y="14584"/>
                    <a:pt x="17724" y="15808"/>
                    <a:pt x="16389" y="15808"/>
                  </a:cubicBezTo>
                  <a:cubicBezTo>
                    <a:pt x="16178" y="15808"/>
                    <a:pt x="16049" y="15777"/>
                    <a:pt x="16024" y="15706"/>
                  </a:cubicBezTo>
                  <a:cubicBezTo>
                    <a:pt x="15790" y="15006"/>
                    <a:pt x="21461" y="1329"/>
                    <a:pt x="19793" y="28"/>
                  </a:cubicBezTo>
                  <a:cubicBezTo>
                    <a:pt x="19768" y="10"/>
                    <a:pt x="19736" y="0"/>
                    <a:pt x="196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73"/>
            <p:cNvSpPr/>
            <p:nvPr/>
          </p:nvSpPr>
          <p:spPr>
            <a:xfrm>
              <a:off x="1858636" y="3589126"/>
              <a:ext cx="287839" cy="300820"/>
            </a:xfrm>
            <a:custGeom>
              <a:avLst/>
              <a:gdLst/>
              <a:ahLst/>
              <a:cxnLst/>
              <a:rect l="l" t="t" r="r" b="b"/>
              <a:pathLst>
                <a:path w="8559" h="8945" extrusionOk="0">
                  <a:moveTo>
                    <a:pt x="1848" y="0"/>
                  </a:moveTo>
                  <a:cubicBezTo>
                    <a:pt x="1171" y="0"/>
                    <a:pt x="0" y="4226"/>
                    <a:pt x="33" y="4746"/>
                  </a:cubicBezTo>
                  <a:cubicBezTo>
                    <a:pt x="99" y="5246"/>
                    <a:pt x="7338" y="8916"/>
                    <a:pt x="7338" y="8916"/>
                  </a:cubicBezTo>
                  <a:cubicBezTo>
                    <a:pt x="7403" y="8935"/>
                    <a:pt x="7467" y="8944"/>
                    <a:pt x="7530" y="8944"/>
                  </a:cubicBezTo>
                  <a:cubicBezTo>
                    <a:pt x="8109" y="8944"/>
                    <a:pt x="8559" y="8173"/>
                    <a:pt x="8439" y="7781"/>
                  </a:cubicBezTo>
                  <a:cubicBezTo>
                    <a:pt x="8305" y="7314"/>
                    <a:pt x="2601" y="209"/>
                    <a:pt x="1901" y="9"/>
                  </a:cubicBezTo>
                  <a:cubicBezTo>
                    <a:pt x="1883" y="3"/>
                    <a:pt x="1866" y="0"/>
                    <a:pt x="18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73"/>
            <p:cNvSpPr/>
            <p:nvPr/>
          </p:nvSpPr>
          <p:spPr>
            <a:xfrm>
              <a:off x="2005561" y="3414323"/>
              <a:ext cx="274824" cy="368080"/>
            </a:xfrm>
            <a:custGeom>
              <a:avLst/>
              <a:gdLst/>
              <a:ahLst/>
              <a:cxnLst/>
              <a:rect l="l" t="t" r="r" b="b"/>
              <a:pathLst>
                <a:path w="8172" h="10945" extrusionOk="0">
                  <a:moveTo>
                    <a:pt x="3603" y="0"/>
                  </a:moveTo>
                  <a:cubicBezTo>
                    <a:pt x="3592" y="0"/>
                    <a:pt x="3580" y="1"/>
                    <a:pt x="3569" y="3"/>
                  </a:cubicBezTo>
                  <a:cubicBezTo>
                    <a:pt x="2535" y="204"/>
                    <a:pt x="600" y="2072"/>
                    <a:pt x="267" y="3006"/>
                  </a:cubicBezTo>
                  <a:cubicBezTo>
                    <a:pt x="1" y="3804"/>
                    <a:pt x="5844" y="10945"/>
                    <a:pt x="6633" y="10945"/>
                  </a:cubicBezTo>
                  <a:cubicBezTo>
                    <a:pt x="6634" y="10945"/>
                    <a:pt x="6636" y="10945"/>
                    <a:pt x="6638" y="10945"/>
                  </a:cubicBezTo>
                  <a:cubicBezTo>
                    <a:pt x="7439" y="10878"/>
                    <a:pt x="8072" y="9977"/>
                    <a:pt x="8106" y="9510"/>
                  </a:cubicBezTo>
                  <a:cubicBezTo>
                    <a:pt x="8172" y="9048"/>
                    <a:pt x="4679" y="0"/>
                    <a:pt x="36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73"/>
            <p:cNvSpPr/>
            <p:nvPr/>
          </p:nvSpPr>
          <p:spPr>
            <a:xfrm>
              <a:off x="2211941" y="3295209"/>
              <a:ext cx="158229" cy="359706"/>
            </a:xfrm>
            <a:custGeom>
              <a:avLst/>
              <a:gdLst/>
              <a:ahLst/>
              <a:cxnLst/>
              <a:rect l="l" t="t" r="r" b="b"/>
              <a:pathLst>
                <a:path w="4705" h="10696" extrusionOk="0">
                  <a:moveTo>
                    <a:pt x="3422" y="1"/>
                  </a:moveTo>
                  <a:cubicBezTo>
                    <a:pt x="2563" y="1"/>
                    <a:pt x="672" y="1482"/>
                    <a:pt x="368" y="1878"/>
                  </a:cubicBezTo>
                  <a:cubicBezTo>
                    <a:pt x="1" y="2311"/>
                    <a:pt x="3303" y="10584"/>
                    <a:pt x="3803" y="10684"/>
                  </a:cubicBezTo>
                  <a:cubicBezTo>
                    <a:pt x="3858" y="10692"/>
                    <a:pt x="3911" y="10695"/>
                    <a:pt x="3962" y="10695"/>
                  </a:cubicBezTo>
                  <a:cubicBezTo>
                    <a:pt x="4351" y="10695"/>
                    <a:pt x="4641" y="10482"/>
                    <a:pt x="4671" y="10217"/>
                  </a:cubicBezTo>
                  <a:cubicBezTo>
                    <a:pt x="4704" y="9917"/>
                    <a:pt x="4304" y="376"/>
                    <a:pt x="3637" y="43"/>
                  </a:cubicBezTo>
                  <a:cubicBezTo>
                    <a:pt x="3576" y="14"/>
                    <a:pt x="3503" y="1"/>
                    <a:pt x="34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3" name="Google Shape;3633;p73"/>
          <p:cNvGrpSpPr/>
          <p:nvPr/>
        </p:nvGrpSpPr>
        <p:grpSpPr>
          <a:xfrm rot="2065613">
            <a:off x="6986644" y="4730874"/>
            <a:ext cx="1653875" cy="539976"/>
            <a:chOff x="2564525" y="5223525"/>
            <a:chExt cx="2556110" cy="834547"/>
          </a:xfrm>
        </p:grpSpPr>
        <p:sp>
          <p:nvSpPr>
            <p:cNvPr id="3634" name="Google Shape;3634;p73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73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73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73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73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73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73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73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73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73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4" name="Google Shape;3644;p73"/>
          <p:cNvGrpSpPr/>
          <p:nvPr/>
        </p:nvGrpSpPr>
        <p:grpSpPr>
          <a:xfrm rot="390124">
            <a:off x="-887350" y="483567"/>
            <a:ext cx="1719442" cy="916249"/>
            <a:chOff x="7463504" y="3075665"/>
            <a:chExt cx="2603050" cy="1387103"/>
          </a:xfrm>
        </p:grpSpPr>
        <p:sp>
          <p:nvSpPr>
            <p:cNvPr id="3645" name="Google Shape;3645;p73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73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73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73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73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73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73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73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73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73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73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73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73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73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73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73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73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73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73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73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73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73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73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73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73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73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73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73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73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73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73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73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73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2" name="Google Shape;3682;p74"/>
          <p:cNvSpPr txBox="1">
            <a:spLocks noGrp="1"/>
          </p:cNvSpPr>
          <p:nvPr>
            <p:ph type="subTitle" idx="1"/>
          </p:nvPr>
        </p:nvSpPr>
        <p:spPr>
          <a:xfrm flipH="1">
            <a:off x="865800" y="2566100"/>
            <a:ext cx="3960000" cy="1017600"/>
          </a:xfrm>
          <a:prstGeom prst="rect">
            <a:avLst/>
          </a:prstGeom>
        </p:spPr>
        <p:txBody>
          <a:bodyPr spcFirstLastPara="1" wrap="square" lIns="91425" tIns="91425" rIns="18287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You can replace the image on the screen with your own work.</a:t>
            </a:r>
            <a:r>
              <a:rPr lang="en"/>
              <a:t> Just right-click on it and select “Replace image”</a:t>
            </a:r>
            <a:endParaRPr/>
          </a:p>
        </p:txBody>
      </p:sp>
      <p:sp>
        <p:nvSpPr>
          <p:cNvPr id="3683" name="Google Shape;3683;p74"/>
          <p:cNvSpPr txBox="1">
            <a:spLocks noGrp="1"/>
          </p:cNvSpPr>
          <p:nvPr>
            <p:ph type="title"/>
          </p:nvPr>
        </p:nvSpPr>
        <p:spPr>
          <a:xfrm flipH="1">
            <a:off x="865700" y="1771400"/>
            <a:ext cx="39600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Desktop software</a:t>
            </a:r>
            <a:endParaRPr/>
          </a:p>
        </p:txBody>
      </p:sp>
      <p:grpSp>
        <p:nvGrpSpPr>
          <p:cNvPr id="3684" name="Google Shape;3684;p74"/>
          <p:cNvGrpSpPr/>
          <p:nvPr/>
        </p:nvGrpSpPr>
        <p:grpSpPr>
          <a:xfrm>
            <a:off x="5097399" y="1212534"/>
            <a:ext cx="3245808" cy="2862327"/>
            <a:chOff x="4972072" y="1212534"/>
            <a:chExt cx="3245808" cy="2862327"/>
          </a:xfrm>
        </p:grpSpPr>
        <p:grpSp>
          <p:nvGrpSpPr>
            <p:cNvPr id="3685" name="Google Shape;3685;p74"/>
            <p:cNvGrpSpPr/>
            <p:nvPr/>
          </p:nvGrpSpPr>
          <p:grpSpPr>
            <a:xfrm>
              <a:off x="5030775" y="1288853"/>
              <a:ext cx="3187105" cy="2786008"/>
              <a:chOff x="4724675" y="951218"/>
              <a:chExt cx="3707661" cy="3241051"/>
            </a:xfrm>
          </p:grpSpPr>
          <p:sp>
            <p:nvSpPr>
              <p:cNvPr id="3686" name="Google Shape;3686;p74"/>
              <p:cNvSpPr/>
              <p:nvPr/>
            </p:nvSpPr>
            <p:spPr>
              <a:xfrm>
                <a:off x="5965768" y="3371520"/>
                <a:ext cx="1252370" cy="712360"/>
              </a:xfrm>
              <a:custGeom>
                <a:avLst/>
                <a:gdLst/>
                <a:ahLst/>
                <a:cxnLst/>
                <a:rect l="l" t="t" r="r" b="b"/>
                <a:pathLst>
                  <a:path w="30214" h="17186" extrusionOk="0">
                    <a:moveTo>
                      <a:pt x="15444" y="1"/>
                    </a:moveTo>
                    <a:cubicBezTo>
                      <a:pt x="10177" y="1"/>
                      <a:pt x="4812" y="1036"/>
                      <a:pt x="4812" y="3146"/>
                    </a:cubicBezTo>
                    <a:cubicBezTo>
                      <a:pt x="4812" y="15742"/>
                      <a:pt x="0" y="17185"/>
                      <a:pt x="0" y="17185"/>
                    </a:cubicBezTo>
                    <a:lnTo>
                      <a:pt x="30214" y="17185"/>
                    </a:lnTo>
                    <a:cubicBezTo>
                      <a:pt x="30214" y="17185"/>
                      <a:pt x="25506" y="15951"/>
                      <a:pt x="25506" y="2853"/>
                    </a:cubicBezTo>
                    <a:cubicBezTo>
                      <a:pt x="25506" y="963"/>
                      <a:pt x="20520" y="1"/>
                      <a:pt x="154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2286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74"/>
              <p:cNvSpPr/>
              <p:nvPr/>
            </p:nvSpPr>
            <p:spPr>
              <a:xfrm>
                <a:off x="5928463" y="4083836"/>
                <a:ext cx="1344306" cy="108433"/>
              </a:xfrm>
              <a:custGeom>
                <a:avLst/>
                <a:gdLst/>
                <a:ahLst/>
                <a:cxnLst/>
                <a:rect l="l" t="t" r="r" b="b"/>
                <a:pathLst>
                  <a:path w="32432" h="2616" extrusionOk="0">
                    <a:moveTo>
                      <a:pt x="251" y="0"/>
                    </a:moveTo>
                    <a:cubicBezTo>
                      <a:pt x="0" y="0"/>
                      <a:pt x="0" y="482"/>
                      <a:pt x="0" y="733"/>
                    </a:cubicBezTo>
                    <a:lnTo>
                      <a:pt x="0" y="2051"/>
                    </a:lnTo>
                    <a:cubicBezTo>
                      <a:pt x="0" y="2323"/>
                      <a:pt x="0" y="2616"/>
                      <a:pt x="251" y="2616"/>
                    </a:cubicBezTo>
                    <a:lnTo>
                      <a:pt x="31867" y="2616"/>
                    </a:lnTo>
                    <a:cubicBezTo>
                      <a:pt x="32160" y="2574"/>
                      <a:pt x="32390" y="2344"/>
                      <a:pt x="32432" y="2051"/>
                    </a:cubicBezTo>
                    <a:lnTo>
                      <a:pt x="32432" y="733"/>
                    </a:lnTo>
                    <a:cubicBezTo>
                      <a:pt x="32432" y="482"/>
                      <a:pt x="32118" y="0"/>
                      <a:pt x="318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2286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74"/>
              <p:cNvSpPr/>
              <p:nvPr/>
            </p:nvSpPr>
            <p:spPr>
              <a:xfrm>
                <a:off x="4724675" y="3151504"/>
                <a:ext cx="3707661" cy="477048"/>
              </a:xfrm>
              <a:custGeom>
                <a:avLst/>
                <a:gdLst/>
                <a:ahLst/>
                <a:cxnLst/>
                <a:rect l="l" t="t" r="r" b="b"/>
                <a:pathLst>
                  <a:path w="89449" h="11509" extrusionOk="0">
                    <a:moveTo>
                      <a:pt x="0" y="1"/>
                    </a:moveTo>
                    <a:lnTo>
                      <a:pt x="0" y="7763"/>
                    </a:lnTo>
                    <a:cubicBezTo>
                      <a:pt x="0" y="9374"/>
                      <a:pt x="1528" y="11509"/>
                      <a:pt x="3139" y="11509"/>
                    </a:cubicBezTo>
                    <a:lnTo>
                      <a:pt x="86938" y="11509"/>
                    </a:lnTo>
                    <a:cubicBezTo>
                      <a:pt x="88549" y="11509"/>
                      <a:pt x="89449" y="9374"/>
                      <a:pt x="89449" y="7763"/>
                    </a:cubicBezTo>
                    <a:lnTo>
                      <a:pt x="89449" y="1"/>
                    </a:lnTo>
                    <a:close/>
                  </a:path>
                </a:pathLst>
              </a:custGeom>
              <a:solidFill>
                <a:schemeClr val="dk1"/>
              </a:solidFill>
              <a:ln w="2286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74"/>
              <p:cNvSpPr/>
              <p:nvPr/>
            </p:nvSpPr>
            <p:spPr>
              <a:xfrm>
                <a:off x="4724675" y="951218"/>
                <a:ext cx="3707661" cy="2200332"/>
              </a:xfrm>
              <a:custGeom>
                <a:avLst/>
                <a:gdLst/>
                <a:ahLst/>
                <a:cxnLst/>
                <a:rect l="l" t="t" r="r" b="b"/>
                <a:pathLst>
                  <a:path w="89449" h="53084" extrusionOk="0">
                    <a:moveTo>
                      <a:pt x="3139" y="0"/>
                    </a:moveTo>
                    <a:cubicBezTo>
                      <a:pt x="1528" y="0"/>
                      <a:pt x="0" y="775"/>
                      <a:pt x="0" y="2407"/>
                    </a:cubicBezTo>
                    <a:lnTo>
                      <a:pt x="0" y="53084"/>
                    </a:lnTo>
                    <a:lnTo>
                      <a:pt x="89449" y="53084"/>
                    </a:lnTo>
                    <a:lnTo>
                      <a:pt x="89449" y="2407"/>
                    </a:lnTo>
                    <a:cubicBezTo>
                      <a:pt x="89449" y="775"/>
                      <a:pt x="88549" y="0"/>
                      <a:pt x="869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2286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90" name="Google Shape;3690;p74"/>
            <p:cNvGrpSpPr/>
            <p:nvPr/>
          </p:nvGrpSpPr>
          <p:grpSpPr>
            <a:xfrm>
              <a:off x="4972072" y="1218976"/>
              <a:ext cx="3187105" cy="2786008"/>
              <a:chOff x="4724675" y="951218"/>
              <a:chExt cx="3707661" cy="3241051"/>
            </a:xfrm>
          </p:grpSpPr>
          <p:sp>
            <p:nvSpPr>
              <p:cNvPr id="3691" name="Google Shape;3691;p74"/>
              <p:cNvSpPr/>
              <p:nvPr/>
            </p:nvSpPr>
            <p:spPr>
              <a:xfrm>
                <a:off x="5965768" y="3371520"/>
                <a:ext cx="1252370" cy="712360"/>
              </a:xfrm>
              <a:custGeom>
                <a:avLst/>
                <a:gdLst/>
                <a:ahLst/>
                <a:cxnLst/>
                <a:rect l="l" t="t" r="r" b="b"/>
                <a:pathLst>
                  <a:path w="30214" h="17186" extrusionOk="0">
                    <a:moveTo>
                      <a:pt x="15444" y="1"/>
                    </a:moveTo>
                    <a:cubicBezTo>
                      <a:pt x="10177" y="1"/>
                      <a:pt x="4812" y="1036"/>
                      <a:pt x="4812" y="3146"/>
                    </a:cubicBezTo>
                    <a:cubicBezTo>
                      <a:pt x="4812" y="15742"/>
                      <a:pt x="0" y="17185"/>
                      <a:pt x="0" y="17185"/>
                    </a:cubicBezTo>
                    <a:lnTo>
                      <a:pt x="30214" y="17185"/>
                    </a:lnTo>
                    <a:cubicBezTo>
                      <a:pt x="30214" y="17185"/>
                      <a:pt x="25506" y="15951"/>
                      <a:pt x="25506" y="2853"/>
                    </a:cubicBezTo>
                    <a:cubicBezTo>
                      <a:pt x="25506" y="963"/>
                      <a:pt x="20520" y="1"/>
                      <a:pt x="154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286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74"/>
              <p:cNvSpPr/>
              <p:nvPr/>
            </p:nvSpPr>
            <p:spPr>
              <a:xfrm>
                <a:off x="5928463" y="4083836"/>
                <a:ext cx="1344306" cy="108433"/>
              </a:xfrm>
              <a:custGeom>
                <a:avLst/>
                <a:gdLst/>
                <a:ahLst/>
                <a:cxnLst/>
                <a:rect l="l" t="t" r="r" b="b"/>
                <a:pathLst>
                  <a:path w="32432" h="2616" extrusionOk="0">
                    <a:moveTo>
                      <a:pt x="251" y="0"/>
                    </a:moveTo>
                    <a:cubicBezTo>
                      <a:pt x="0" y="0"/>
                      <a:pt x="0" y="482"/>
                      <a:pt x="0" y="733"/>
                    </a:cubicBezTo>
                    <a:lnTo>
                      <a:pt x="0" y="2051"/>
                    </a:lnTo>
                    <a:cubicBezTo>
                      <a:pt x="0" y="2323"/>
                      <a:pt x="0" y="2616"/>
                      <a:pt x="251" y="2616"/>
                    </a:cubicBezTo>
                    <a:lnTo>
                      <a:pt x="31867" y="2616"/>
                    </a:lnTo>
                    <a:cubicBezTo>
                      <a:pt x="32160" y="2574"/>
                      <a:pt x="32390" y="2344"/>
                      <a:pt x="32432" y="2051"/>
                    </a:cubicBezTo>
                    <a:lnTo>
                      <a:pt x="32432" y="733"/>
                    </a:lnTo>
                    <a:cubicBezTo>
                      <a:pt x="32432" y="482"/>
                      <a:pt x="32118" y="0"/>
                      <a:pt x="318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286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74"/>
              <p:cNvSpPr/>
              <p:nvPr/>
            </p:nvSpPr>
            <p:spPr>
              <a:xfrm>
                <a:off x="4724675" y="3151504"/>
                <a:ext cx="3707661" cy="477048"/>
              </a:xfrm>
              <a:custGeom>
                <a:avLst/>
                <a:gdLst/>
                <a:ahLst/>
                <a:cxnLst/>
                <a:rect l="l" t="t" r="r" b="b"/>
                <a:pathLst>
                  <a:path w="89449" h="11509" extrusionOk="0">
                    <a:moveTo>
                      <a:pt x="0" y="1"/>
                    </a:moveTo>
                    <a:lnTo>
                      <a:pt x="0" y="7763"/>
                    </a:lnTo>
                    <a:cubicBezTo>
                      <a:pt x="0" y="9374"/>
                      <a:pt x="1528" y="11509"/>
                      <a:pt x="3139" y="11509"/>
                    </a:cubicBezTo>
                    <a:lnTo>
                      <a:pt x="86938" y="11509"/>
                    </a:lnTo>
                    <a:cubicBezTo>
                      <a:pt x="88549" y="11509"/>
                      <a:pt x="89449" y="9374"/>
                      <a:pt x="89449" y="7763"/>
                    </a:cubicBezTo>
                    <a:lnTo>
                      <a:pt x="89449" y="1"/>
                    </a:lnTo>
                    <a:close/>
                  </a:path>
                </a:pathLst>
              </a:custGeom>
              <a:solidFill>
                <a:schemeClr val="accent4"/>
              </a:solidFill>
              <a:ln w="2286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74"/>
              <p:cNvSpPr/>
              <p:nvPr/>
            </p:nvSpPr>
            <p:spPr>
              <a:xfrm>
                <a:off x="4724675" y="951218"/>
                <a:ext cx="3707661" cy="2200332"/>
              </a:xfrm>
              <a:custGeom>
                <a:avLst/>
                <a:gdLst/>
                <a:ahLst/>
                <a:cxnLst/>
                <a:rect l="l" t="t" r="r" b="b"/>
                <a:pathLst>
                  <a:path w="89449" h="53084" extrusionOk="0">
                    <a:moveTo>
                      <a:pt x="3139" y="0"/>
                    </a:moveTo>
                    <a:cubicBezTo>
                      <a:pt x="1528" y="0"/>
                      <a:pt x="0" y="775"/>
                      <a:pt x="0" y="2407"/>
                    </a:cubicBezTo>
                    <a:lnTo>
                      <a:pt x="0" y="53084"/>
                    </a:lnTo>
                    <a:lnTo>
                      <a:pt x="89449" y="53084"/>
                    </a:lnTo>
                    <a:lnTo>
                      <a:pt x="89449" y="2407"/>
                    </a:lnTo>
                    <a:cubicBezTo>
                      <a:pt x="89449" y="775"/>
                      <a:pt x="88549" y="0"/>
                      <a:pt x="869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286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95" name="Google Shape;3695;p74"/>
            <p:cNvGrpSpPr/>
            <p:nvPr/>
          </p:nvGrpSpPr>
          <p:grpSpPr>
            <a:xfrm>
              <a:off x="4978722" y="1212534"/>
              <a:ext cx="3187105" cy="2786008"/>
              <a:chOff x="4724675" y="951218"/>
              <a:chExt cx="3707661" cy="3241051"/>
            </a:xfrm>
          </p:grpSpPr>
          <p:sp>
            <p:nvSpPr>
              <p:cNvPr id="3696" name="Google Shape;3696;p74"/>
              <p:cNvSpPr/>
              <p:nvPr/>
            </p:nvSpPr>
            <p:spPr>
              <a:xfrm>
                <a:off x="5965768" y="3371520"/>
                <a:ext cx="1252370" cy="712360"/>
              </a:xfrm>
              <a:custGeom>
                <a:avLst/>
                <a:gdLst/>
                <a:ahLst/>
                <a:cxnLst/>
                <a:rect l="l" t="t" r="r" b="b"/>
                <a:pathLst>
                  <a:path w="30214" h="17186" extrusionOk="0">
                    <a:moveTo>
                      <a:pt x="15444" y="1"/>
                    </a:moveTo>
                    <a:cubicBezTo>
                      <a:pt x="10177" y="1"/>
                      <a:pt x="4812" y="1036"/>
                      <a:pt x="4812" y="3146"/>
                    </a:cubicBezTo>
                    <a:cubicBezTo>
                      <a:pt x="4812" y="15742"/>
                      <a:pt x="0" y="17185"/>
                      <a:pt x="0" y="17185"/>
                    </a:cubicBezTo>
                    <a:lnTo>
                      <a:pt x="30214" y="17185"/>
                    </a:lnTo>
                    <a:cubicBezTo>
                      <a:pt x="30214" y="17185"/>
                      <a:pt x="25506" y="15951"/>
                      <a:pt x="25506" y="2853"/>
                    </a:cubicBezTo>
                    <a:cubicBezTo>
                      <a:pt x="25506" y="963"/>
                      <a:pt x="20520" y="1"/>
                      <a:pt x="1544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74"/>
              <p:cNvSpPr/>
              <p:nvPr/>
            </p:nvSpPr>
            <p:spPr>
              <a:xfrm>
                <a:off x="5928463" y="4083836"/>
                <a:ext cx="1344306" cy="108433"/>
              </a:xfrm>
              <a:custGeom>
                <a:avLst/>
                <a:gdLst/>
                <a:ahLst/>
                <a:cxnLst/>
                <a:rect l="l" t="t" r="r" b="b"/>
                <a:pathLst>
                  <a:path w="32432" h="2616" extrusionOk="0">
                    <a:moveTo>
                      <a:pt x="251" y="0"/>
                    </a:moveTo>
                    <a:cubicBezTo>
                      <a:pt x="0" y="0"/>
                      <a:pt x="0" y="482"/>
                      <a:pt x="0" y="733"/>
                    </a:cubicBezTo>
                    <a:lnTo>
                      <a:pt x="0" y="2051"/>
                    </a:lnTo>
                    <a:cubicBezTo>
                      <a:pt x="0" y="2323"/>
                      <a:pt x="0" y="2616"/>
                      <a:pt x="251" y="2616"/>
                    </a:cubicBezTo>
                    <a:lnTo>
                      <a:pt x="31867" y="2616"/>
                    </a:lnTo>
                    <a:cubicBezTo>
                      <a:pt x="32160" y="2574"/>
                      <a:pt x="32390" y="2344"/>
                      <a:pt x="32432" y="2051"/>
                    </a:cubicBezTo>
                    <a:lnTo>
                      <a:pt x="32432" y="733"/>
                    </a:lnTo>
                    <a:cubicBezTo>
                      <a:pt x="32432" y="482"/>
                      <a:pt x="32118" y="0"/>
                      <a:pt x="318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74"/>
              <p:cNvSpPr/>
              <p:nvPr/>
            </p:nvSpPr>
            <p:spPr>
              <a:xfrm>
                <a:off x="4724675" y="3151504"/>
                <a:ext cx="3707661" cy="477048"/>
              </a:xfrm>
              <a:custGeom>
                <a:avLst/>
                <a:gdLst/>
                <a:ahLst/>
                <a:cxnLst/>
                <a:rect l="l" t="t" r="r" b="b"/>
                <a:pathLst>
                  <a:path w="89449" h="11509" extrusionOk="0">
                    <a:moveTo>
                      <a:pt x="0" y="1"/>
                    </a:moveTo>
                    <a:lnTo>
                      <a:pt x="0" y="7763"/>
                    </a:lnTo>
                    <a:cubicBezTo>
                      <a:pt x="0" y="9374"/>
                      <a:pt x="1528" y="11509"/>
                      <a:pt x="3139" y="11509"/>
                    </a:cubicBezTo>
                    <a:lnTo>
                      <a:pt x="86938" y="11509"/>
                    </a:lnTo>
                    <a:cubicBezTo>
                      <a:pt x="88549" y="11509"/>
                      <a:pt x="89449" y="9374"/>
                      <a:pt x="89449" y="7763"/>
                    </a:cubicBezTo>
                    <a:lnTo>
                      <a:pt x="8944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74"/>
              <p:cNvSpPr/>
              <p:nvPr/>
            </p:nvSpPr>
            <p:spPr>
              <a:xfrm>
                <a:off x="4724675" y="951218"/>
                <a:ext cx="3707661" cy="2200332"/>
              </a:xfrm>
              <a:custGeom>
                <a:avLst/>
                <a:gdLst/>
                <a:ahLst/>
                <a:cxnLst/>
                <a:rect l="l" t="t" r="r" b="b"/>
                <a:pathLst>
                  <a:path w="89449" h="53084" extrusionOk="0">
                    <a:moveTo>
                      <a:pt x="3139" y="0"/>
                    </a:moveTo>
                    <a:cubicBezTo>
                      <a:pt x="1528" y="0"/>
                      <a:pt x="0" y="775"/>
                      <a:pt x="0" y="2407"/>
                    </a:cubicBezTo>
                    <a:lnTo>
                      <a:pt x="0" y="53084"/>
                    </a:lnTo>
                    <a:lnTo>
                      <a:pt x="89449" y="53084"/>
                    </a:lnTo>
                    <a:lnTo>
                      <a:pt x="89449" y="2407"/>
                    </a:lnTo>
                    <a:cubicBezTo>
                      <a:pt x="89449" y="775"/>
                      <a:pt x="88549" y="0"/>
                      <a:pt x="869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700" name="Google Shape;3700;p74"/>
          <p:cNvPicPr preferRelativeResize="0"/>
          <p:nvPr/>
        </p:nvPicPr>
        <p:blipFill rotWithShape="1">
          <a:blip r:embed="rId3">
            <a:alphaModFix/>
          </a:blip>
          <a:srcRect t="485" b="485"/>
          <a:stretch/>
        </p:blipFill>
        <p:spPr>
          <a:xfrm>
            <a:off x="5251105" y="1366934"/>
            <a:ext cx="2892749" cy="16057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01" name="Google Shape;3701;p74"/>
          <p:cNvGrpSpPr/>
          <p:nvPr/>
        </p:nvGrpSpPr>
        <p:grpSpPr>
          <a:xfrm rot="-1062919">
            <a:off x="-581952" y="896494"/>
            <a:ext cx="1654020" cy="540023"/>
            <a:chOff x="2564525" y="5223525"/>
            <a:chExt cx="2556110" cy="834547"/>
          </a:xfrm>
        </p:grpSpPr>
        <p:sp>
          <p:nvSpPr>
            <p:cNvPr id="3702" name="Google Shape;3702;p74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74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74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74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74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74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74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74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74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74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2" name="Google Shape;3712;p74"/>
          <p:cNvGrpSpPr/>
          <p:nvPr/>
        </p:nvGrpSpPr>
        <p:grpSpPr>
          <a:xfrm rot="1358433">
            <a:off x="8255504" y="4191946"/>
            <a:ext cx="1719595" cy="916331"/>
            <a:chOff x="7463504" y="3075665"/>
            <a:chExt cx="2603050" cy="1387103"/>
          </a:xfrm>
        </p:grpSpPr>
        <p:sp>
          <p:nvSpPr>
            <p:cNvPr id="3713" name="Google Shape;3713;p74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74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74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74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74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74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74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74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74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74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74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74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74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74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74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74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74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74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74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74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74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74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74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74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74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74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74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74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74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74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74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74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74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0" name="Google Shape;3750;p75"/>
          <p:cNvSpPr txBox="1">
            <a:spLocks noGrp="1"/>
          </p:cNvSpPr>
          <p:nvPr>
            <p:ph type="title"/>
          </p:nvPr>
        </p:nvSpPr>
        <p:spPr>
          <a:xfrm flipH="1">
            <a:off x="4318800" y="1732050"/>
            <a:ext cx="39594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app</a:t>
            </a:r>
            <a:endParaRPr/>
          </a:p>
        </p:txBody>
      </p:sp>
      <p:sp>
        <p:nvSpPr>
          <p:cNvPr id="3751" name="Google Shape;3751;p75"/>
          <p:cNvSpPr txBox="1">
            <a:spLocks noGrp="1"/>
          </p:cNvSpPr>
          <p:nvPr>
            <p:ph type="subTitle" idx="1"/>
          </p:nvPr>
        </p:nvSpPr>
        <p:spPr>
          <a:xfrm flipH="1">
            <a:off x="4318975" y="2526750"/>
            <a:ext cx="3959400" cy="8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You can replace the image on the screen with your own work.</a:t>
            </a:r>
            <a:r>
              <a:rPr lang="en"/>
              <a:t> Just right-click on it and select “Replace image”</a:t>
            </a:r>
            <a:endParaRPr/>
          </a:p>
        </p:txBody>
      </p:sp>
      <p:grpSp>
        <p:nvGrpSpPr>
          <p:cNvPr id="3752" name="Google Shape;3752;p75"/>
          <p:cNvGrpSpPr/>
          <p:nvPr/>
        </p:nvGrpSpPr>
        <p:grpSpPr>
          <a:xfrm>
            <a:off x="1452451" y="1047289"/>
            <a:ext cx="2315496" cy="3108818"/>
            <a:chOff x="1452451" y="1199689"/>
            <a:chExt cx="2315496" cy="3108818"/>
          </a:xfrm>
        </p:grpSpPr>
        <p:grpSp>
          <p:nvGrpSpPr>
            <p:cNvPr id="3753" name="Google Shape;3753;p75"/>
            <p:cNvGrpSpPr/>
            <p:nvPr/>
          </p:nvGrpSpPr>
          <p:grpSpPr>
            <a:xfrm>
              <a:off x="1534674" y="1264411"/>
              <a:ext cx="2233273" cy="3044096"/>
              <a:chOff x="1341289" y="971114"/>
              <a:chExt cx="2473445" cy="3371466"/>
            </a:xfrm>
          </p:grpSpPr>
          <p:sp>
            <p:nvSpPr>
              <p:cNvPr id="3754" name="Google Shape;3754;p75"/>
              <p:cNvSpPr/>
              <p:nvPr/>
            </p:nvSpPr>
            <p:spPr>
              <a:xfrm>
                <a:off x="2393015" y="3985708"/>
                <a:ext cx="370040" cy="316904"/>
              </a:xfrm>
              <a:custGeom>
                <a:avLst/>
                <a:gdLst/>
                <a:ahLst/>
                <a:cxnLst/>
                <a:rect l="l" t="t" r="r" b="b"/>
                <a:pathLst>
                  <a:path w="5044" h="4320" extrusionOk="0">
                    <a:moveTo>
                      <a:pt x="2888" y="0"/>
                    </a:moveTo>
                    <a:cubicBezTo>
                      <a:pt x="963" y="0"/>
                      <a:pt x="1" y="2323"/>
                      <a:pt x="1361" y="3683"/>
                    </a:cubicBezTo>
                    <a:cubicBezTo>
                      <a:pt x="1801" y="4123"/>
                      <a:pt x="2341" y="4319"/>
                      <a:pt x="2871" y="4319"/>
                    </a:cubicBezTo>
                    <a:cubicBezTo>
                      <a:pt x="3980" y="4319"/>
                      <a:pt x="5044" y="3458"/>
                      <a:pt x="5044" y="2155"/>
                    </a:cubicBezTo>
                    <a:cubicBezTo>
                      <a:pt x="5044" y="963"/>
                      <a:pt x="4081" y="0"/>
                      <a:pt x="28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2286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5" name="Google Shape;3755;p75"/>
              <p:cNvSpPr/>
              <p:nvPr/>
            </p:nvSpPr>
            <p:spPr>
              <a:xfrm>
                <a:off x="1341289" y="971114"/>
                <a:ext cx="2473445" cy="3371466"/>
              </a:xfrm>
              <a:custGeom>
                <a:avLst/>
                <a:gdLst/>
                <a:ahLst/>
                <a:cxnLst/>
                <a:rect l="l" t="t" r="r" b="b"/>
                <a:pathLst>
                  <a:path w="53101" h="72384" extrusionOk="0">
                    <a:moveTo>
                      <a:pt x="26551" y="66082"/>
                    </a:moveTo>
                    <a:cubicBezTo>
                      <a:pt x="27601" y="66082"/>
                      <a:pt x="28483" y="66964"/>
                      <a:pt x="28483" y="68015"/>
                    </a:cubicBezTo>
                    <a:cubicBezTo>
                      <a:pt x="28483" y="69107"/>
                      <a:pt x="27601" y="69947"/>
                      <a:pt x="26551" y="69947"/>
                    </a:cubicBezTo>
                    <a:cubicBezTo>
                      <a:pt x="25459" y="69947"/>
                      <a:pt x="24618" y="69107"/>
                      <a:pt x="24618" y="68015"/>
                    </a:cubicBezTo>
                    <a:cubicBezTo>
                      <a:pt x="24618" y="66964"/>
                      <a:pt x="25459" y="66082"/>
                      <a:pt x="26551" y="66082"/>
                    </a:cubicBezTo>
                    <a:close/>
                    <a:moveTo>
                      <a:pt x="3992" y="1"/>
                    </a:moveTo>
                    <a:cubicBezTo>
                      <a:pt x="1765" y="1"/>
                      <a:pt x="1" y="1765"/>
                      <a:pt x="1" y="3992"/>
                    </a:cubicBezTo>
                    <a:lnTo>
                      <a:pt x="1" y="68393"/>
                    </a:lnTo>
                    <a:cubicBezTo>
                      <a:pt x="1" y="70619"/>
                      <a:pt x="1765" y="72384"/>
                      <a:pt x="3992" y="72384"/>
                    </a:cubicBezTo>
                    <a:lnTo>
                      <a:pt x="49110" y="72384"/>
                    </a:lnTo>
                    <a:cubicBezTo>
                      <a:pt x="51295" y="72384"/>
                      <a:pt x="53101" y="70619"/>
                      <a:pt x="53101" y="68393"/>
                    </a:cubicBezTo>
                    <a:lnTo>
                      <a:pt x="53101" y="3992"/>
                    </a:lnTo>
                    <a:cubicBezTo>
                      <a:pt x="53101" y="1765"/>
                      <a:pt x="51295" y="1"/>
                      <a:pt x="491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2286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56" name="Google Shape;3756;p75"/>
            <p:cNvGrpSpPr/>
            <p:nvPr/>
          </p:nvGrpSpPr>
          <p:grpSpPr>
            <a:xfrm>
              <a:off x="1458323" y="1199689"/>
              <a:ext cx="2233273" cy="3044096"/>
              <a:chOff x="1341289" y="971114"/>
              <a:chExt cx="2473445" cy="3371466"/>
            </a:xfrm>
          </p:grpSpPr>
          <p:sp>
            <p:nvSpPr>
              <p:cNvPr id="3757" name="Google Shape;3757;p75"/>
              <p:cNvSpPr/>
              <p:nvPr/>
            </p:nvSpPr>
            <p:spPr>
              <a:xfrm>
                <a:off x="2393015" y="3985708"/>
                <a:ext cx="370040" cy="316904"/>
              </a:xfrm>
              <a:custGeom>
                <a:avLst/>
                <a:gdLst/>
                <a:ahLst/>
                <a:cxnLst/>
                <a:rect l="l" t="t" r="r" b="b"/>
                <a:pathLst>
                  <a:path w="5044" h="4320" extrusionOk="0">
                    <a:moveTo>
                      <a:pt x="2888" y="0"/>
                    </a:moveTo>
                    <a:cubicBezTo>
                      <a:pt x="963" y="0"/>
                      <a:pt x="1" y="2323"/>
                      <a:pt x="1361" y="3683"/>
                    </a:cubicBezTo>
                    <a:cubicBezTo>
                      <a:pt x="1801" y="4123"/>
                      <a:pt x="2341" y="4319"/>
                      <a:pt x="2871" y="4319"/>
                    </a:cubicBezTo>
                    <a:cubicBezTo>
                      <a:pt x="3980" y="4319"/>
                      <a:pt x="5044" y="3458"/>
                      <a:pt x="5044" y="2155"/>
                    </a:cubicBezTo>
                    <a:cubicBezTo>
                      <a:pt x="5044" y="963"/>
                      <a:pt x="4081" y="0"/>
                      <a:pt x="28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286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8" name="Google Shape;3758;p75"/>
              <p:cNvSpPr/>
              <p:nvPr/>
            </p:nvSpPr>
            <p:spPr>
              <a:xfrm>
                <a:off x="1341289" y="971114"/>
                <a:ext cx="2473445" cy="3371466"/>
              </a:xfrm>
              <a:custGeom>
                <a:avLst/>
                <a:gdLst/>
                <a:ahLst/>
                <a:cxnLst/>
                <a:rect l="l" t="t" r="r" b="b"/>
                <a:pathLst>
                  <a:path w="53101" h="72384" extrusionOk="0">
                    <a:moveTo>
                      <a:pt x="26551" y="66082"/>
                    </a:moveTo>
                    <a:cubicBezTo>
                      <a:pt x="27601" y="66082"/>
                      <a:pt x="28483" y="66964"/>
                      <a:pt x="28483" y="68015"/>
                    </a:cubicBezTo>
                    <a:cubicBezTo>
                      <a:pt x="28483" y="69107"/>
                      <a:pt x="27601" y="69947"/>
                      <a:pt x="26551" y="69947"/>
                    </a:cubicBezTo>
                    <a:cubicBezTo>
                      <a:pt x="25459" y="69947"/>
                      <a:pt x="24618" y="69107"/>
                      <a:pt x="24618" y="68015"/>
                    </a:cubicBezTo>
                    <a:cubicBezTo>
                      <a:pt x="24618" y="66964"/>
                      <a:pt x="25459" y="66082"/>
                      <a:pt x="26551" y="66082"/>
                    </a:cubicBezTo>
                    <a:close/>
                    <a:moveTo>
                      <a:pt x="3992" y="1"/>
                    </a:moveTo>
                    <a:cubicBezTo>
                      <a:pt x="1765" y="1"/>
                      <a:pt x="1" y="1765"/>
                      <a:pt x="1" y="3992"/>
                    </a:cubicBezTo>
                    <a:lnTo>
                      <a:pt x="1" y="68393"/>
                    </a:lnTo>
                    <a:cubicBezTo>
                      <a:pt x="1" y="70619"/>
                      <a:pt x="1765" y="72384"/>
                      <a:pt x="3992" y="72384"/>
                    </a:cubicBezTo>
                    <a:lnTo>
                      <a:pt x="49110" y="72384"/>
                    </a:lnTo>
                    <a:cubicBezTo>
                      <a:pt x="51295" y="72384"/>
                      <a:pt x="53101" y="70619"/>
                      <a:pt x="53101" y="68393"/>
                    </a:cubicBezTo>
                    <a:lnTo>
                      <a:pt x="53101" y="3992"/>
                    </a:lnTo>
                    <a:cubicBezTo>
                      <a:pt x="53101" y="1765"/>
                      <a:pt x="51295" y="1"/>
                      <a:pt x="491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286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59" name="Google Shape;3759;p75"/>
            <p:cNvGrpSpPr/>
            <p:nvPr/>
          </p:nvGrpSpPr>
          <p:grpSpPr>
            <a:xfrm>
              <a:off x="1452451" y="1210471"/>
              <a:ext cx="2233273" cy="3044096"/>
              <a:chOff x="1341289" y="971114"/>
              <a:chExt cx="2473445" cy="3371466"/>
            </a:xfrm>
          </p:grpSpPr>
          <p:sp>
            <p:nvSpPr>
              <p:cNvPr id="3760" name="Google Shape;3760;p75"/>
              <p:cNvSpPr/>
              <p:nvPr/>
            </p:nvSpPr>
            <p:spPr>
              <a:xfrm>
                <a:off x="2393015" y="3985708"/>
                <a:ext cx="370040" cy="316904"/>
              </a:xfrm>
              <a:custGeom>
                <a:avLst/>
                <a:gdLst/>
                <a:ahLst/>
                <a:cxnLst/>
                <a:rect l="l" t="t" r="r" b="b"/>
                <a:pathLst>
                  <a:path w="5044" h="4320" extrusionOk="0">
                    <a:moveTo>
                      <a:pt x="2888" y="0"/>
                    </a:moveTo>
                    <a:cubicBezTo>
                      <a:pt x="963" y="0"/>
                      <a:pt x="1" y="2323"/>
                      <a:pt x="1361" y="3683"/>
                    </a:cubicBezTo>
                    <a:cubicBezTo>
                      <a:pt x="1801" y="4123"/>
                      <a:pt x="2341" y="4319"/>
                      <a:pt x="2871" y="4319"/>
                    </a:cubicBezTo>
                    <a:cubicBezTo>
                      <a:pt x="3980" y="4319"/>
                      <a:pt x="5044" y="3458"/>
                      <a:pt x="5044" y="2155"/>
                    </a:cubicBezTo>
                    <a:cubicBezTo>
                      <a:pt x="5044" y="963"/>
                      <a:pt x="4081" y="0"/>
                      <a:pt x="28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1" name="Google Shape;3761;p75"/>
              <p:cNvSpPr/>
              <p:nvPr/>
            </p:nvSpPr>
            <p:spPr>
              <a:xfrm>
                <a:off x="1341289" y="971114"/>
                <a:ext cx="2473445" cy="3371466"/>
              </a:xfrm>
              <a:custGeom>
                <a:avLst/>
                <a:gdLst/>
                <a:ahLst/>
                <a:cxnLst/>
                <a:rect l="l" t="t" r="r" b="b"/>
                <a:pathLst>
                  <a:path w="53101" h="72384" extrusionOk="0">
                    <a:moveTo>
                      <a:pt x="26551" y="66082"/>
                    </a:moveTo>
                    <a:cubicBezTo>
                      <a:pt x="27601" y="66082"/>
                      <a:pt x="28483" y="66964"/>
                      <a:pt x="28483" y="68015"/>
                    </a:cubicBezTo>
                    <a:cubicBezTo>
                      <a:pt x="28483" y="69107"/>
                      <a:pt x="27601" y="69947"/>
                      <a:pt x="26551" y="69947"/>
                    </a:cubicBezTo>
                    <a:cubicBezTo>
                      <a:pt x="25459" y="69947"/>
                      <a:pt x="24618" y="69107"/>
                      <a:pt x="24618" y="68015"/>
                    </a:cubicBezTo>
                    <a:cubicBezTo>
                      <a:pt x="24618" y="66964"/>
                      <a:pt x="25459" y="66082"/>
                      <a:pt x="26551" y="66082"/>
                    </a:cubicBezTo>
                    <a:close/>
                    <a:moveTo>
                      <a:pt x="3992" y="1"/>
                    </a:moveTo>
                    <a:cubicBezTo>
                      <a:pt x="1765" y="1"/>
                      <a:pt x="1" y="1765"/>
                      <a:pt x="1" y="3992"/>
                    </a:cubicBezTo>
                    <a:lnTo>
                      <a:pt x="1" y="68393"/>
                    </a:lnTo>
                    <a:cubicBezTo>
                      <a:pt x="1" y="70619"/>
                      <a:pt x="1765" y="72384"/>
                      <a:pt x="3992" y="72384"/>
                    </a:cubicBezTo>
                    <a:lnTo>
                      <a:pt x="49110" y="72384"/>
                    </a:lnTo>
                    <a:cubicBezTo>
                      <a:pt x="51295" y="72384"/>
                      <a:pt x="53101" y="70619"/>
                      <a:pt x="53101" y="68393"/>
                    </a:cubicBezTo>
                    <a:lnTo>
                      <a:pt x="53101" y="3992"/>
                    </a:lnTo>
                    <a:cubicBezTo>
                      <a:pt x="53101" y="1765"/>
                      <a:pt x="51295" y="1"/>
                      <a:pt x="491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762" name="Google Shape;3762;p75"/>
          <p:cNvPicPr preferRelativeResize="0"/>
          <p:nvPr/>
        </p:nvPicPr>
        <p:blipFill rotWithShape="1">
          <a:blip r:embed="rId3">
            <a:alphaModFix/>
          </a:blip>
          <a:srcRect l="53245" r="1361"/>
          <a:stretch/>
        </p:blipFill>
        <p:spPr>
          <a:xfrm>
            <a:off x="1568243" y="1277950"/>
            <a:ext cx="2001636" cy="24804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3" name="Google Shape;3763;p75"/>
          <p:cNvGrpSpPr/>
          <p:nvPr/>
        </p:nvGrpSpPr>
        <p:grpSpPr>
          <a:xfrm rot="-1062919">
            <a:off x="-934252" y="4493419"/>
            <a:ext cx="1654020" cy="540023"/>
            <a:chOff x="2564525" y="5223525"/>
            <a:chExt cx="2556110" cy="834547"/>
          </a:xfrm>
        </p:grpSpPr>
        <p:sp>
          <p:nvSpPr>
            <p:cNvPr id="3764" name="Google Shape;3764;p75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75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75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75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75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75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75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75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75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75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4" name="Google Shape;3774;p75"/>
          <p:cNvGrpSpPr/>
          <p:nvPr/>
        </p:nvGrpSpPr>
        <p:grpSpPr>
          <a:xfrm rot="1358433">
            <a:off x="8302479" y="428809"/>
            <a:ext cx="1719595" cy="916331"/>
            <a:chOff x="7463504" y="3075665"/>
            <a:chExt cx="2603050" cy="1387103"/>
          </a:xfrm>
        </p:grpSpPr>
        <p:sp>
          <p:nvSpPr>
            <p:cNvPr id="3775" name="Google Shape;3775;p75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75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75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75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75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75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75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75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75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75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75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75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75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75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75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75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75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75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75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75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75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75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75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75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75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75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75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75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75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75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75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75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75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2" name="Google Shape;3812;p76"/>
          <p:cNvSpPr txBox="1">
            <a:spLocks noGrp="1"/>
          </p:cNvSpPr>
          <p:nvPr>
            <p:ph type="title"/>
          </p:nvPr>
        </p:nvSpPr>
        <p:spPr>
          <a:xfrm flipH="1">
            <a:off x="865691" y="1771400"/>
            <a:ext cx="39591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Mobile web</a:t>
            </a:r>
            <a:endParaRPr/>
          </a:p>
        </p:txBody>
      </p:sp>
      <p:sp>
        <p:nvSpPr>
          <p:cNvPr id="3813" name="Google Shape;3813;p76"/>
          <p:cNvSpPr txBox="1">
            <a:spLocks noGrp="1"/>
          </p:cNvSpPr>
          <p:nvPr>
            <p:ph type="subTitle" idx="1"/>
          </p:nvPr>
        </p:nvSpPr>
        <p:spPr>
          <a:xfrm flipH="1">
            <a:off x="865871" y="2566100"/>
            <a:ext cx="3959100" cy="8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You can replace the image on the screen with your own work.</a:t>
            </a:r>
            <a:r>
              <a:rPr lang="en"/>
              <a:t> Just right-click on it and select “Replace image”</a:t>
            </a:r>
            <a:endParaRPr/>
          </a:p>
        </p:txBody>
      </p:sp>
      <p:grpSp>
        <p:nvGrpSpPr>
          <p:cNvPr id="3814" name="Google Shape;3814;p76"/>
          <p:cNvGrpSpPr/>
          <p:nvPr/>
        </p:nvGrpSpPr>
        <p:grpSpPr>
          <a:xfrm rot="-1434631">
            <a:off x="2443039" y="4630009"/>
            <a:ext cx="1719270" cy="916158"/>
            <a:chOff x="7463504" y="3075665"/>
            <a:chExt cx="2603050" cy="1387103"/>
          </a:xfrm>
        </p:grpSpPr>
        <p:sp>
          <p:nvSpPr>
            <p:cNvPr id="3815" name="Google Shape;3815;p76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76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76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76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76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76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76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76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76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76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76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76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76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76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76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76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76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76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76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76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76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76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76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76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76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76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76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76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76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76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76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76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76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8" name="Google Shape;3848;p76"/>
          <p:cNvGrpSpPr/>
          <p:nvPr/>
        </p:nvGrpSpPr>
        <p:grpSpPr>
          <a:xfrm rot="2065613">
            <a:off x="8165694" y="930449"/>
            <a:ext cx="1653875" cy="539976"/>
            <a:chOff x="2564525" y="5223525"/>
            <a:chExt cx="2556110" cy="834547"/>
          </a:xfrm>
        </p:grpSpPr>
        <p:sp>
          <p:nvSpPr>
            <p:cNvPr id="3849" name="Google Shape;3849;p76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76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76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76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76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76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76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76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76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76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9" name="Google Shape;3859;p76"/>
          <p:cNvGrpSpPr/>
          <p:nvPr/>
        </p:nvGrpSpPr>
        <p:grpSpPr>
          <a:xfrm>
            <a:off x="5426434" y="1019320"/>
            <a:ext cx="1728787" cy="3163439"/>
            <a:chOff x="5426434" y="1019320"/>
            <a:chExt cx="1728787" cy="3163439"/>
          </a:xfrm>
        </p:grpSpPr>
        <p:sp>
          <p:nvSpPr>
            <p:cNvPr id="3860" name="Google Shape;3860;p76"/>
            <p:cNvSpPr/>
            <p:nvPr/>
          </p:nvSpPr>
          <p:spPr>
            <a:xfrm>
              <a:off x="5485684" y="1078160"/>
              <a:ext cx="1669537" cy="3104599"/>
            </a:xfrm>
            <a:custGeom>
              <a:avLst/>
              <a:gdLst/>
              <a:ahLst/>
              <a:cxnLst/>
              <a:rect l="l" t="t" r="r" b="b"/>
              <a:pathLst>
                <a:path w="43817" h="78727" extrusionOk="0">
                  <a:moveTo>
                    <a:pt x="21887" y="70619"/>
                  </a:moveTo>
                  <a:cubicBezTo>
                    <a:pt x="23442" y="70619"/>
                    <a:pt x="24660" y="71879"/>
                    <a:pt x="24660" y="73391"/>
                  </a:cubicBezTo>
                  <a:cubicBezTo>
                    <a:pt x="24660" y="74946"/>
                    <a:pt x="23442" y="76164"/>
                    <a:pt x="21887" y="76164"/>
                  </a:cubicBezTo>
                  <a:cubicBezTo>
                    <a:pt x="20375" y="76164"/>
                    <a:pt x="19115" y="74946"/>
                    <a:pt x="19115" y="73391"/>
                  </a:cubicBezTo>
                  <a:cubicBezTo>
                    <a:pt x="19115" y="71879"/>
                    <a:pt x="20375" y="70619"/>
                    <a:pt x="21887" y="70619"/>
                  </a:cubicBezTo>
                  <a:close/>
                  <a:moveTo>
                    <a:pt x="5756" y="0"/>
                  </a:moveTo>
                  <a:cubicBezTo>
                    <a:pt x="2563" y="0"/>
                    <a:pt x="0" y="2563"/>
                    <a:pt x="0" y="5756"/>
                  </a:cubicBezTo>
                  <a:lnTo>
                    <a:pt x="0" y="72971"/>
                  </a:lnTo>
                  <a:cubicBezTo>
                    <a:pt x="0" y="76122"/>
                    <a:pt x="2563" y="78727"/>
                    <a:pt x="5756" y="78727"/>
                  </a:cubicBezTo>
                  <a:lnTo>
                    <a:pt x="38061" y="78727"/>
                  </a:lnTo>
                  <a:cubicBezTo>
                    <a:pt x="41254" y="78727"/>
                    <a:pt x="43816" y="76164"/>
                    <a:pt x="43816" y="72971"/>
                  </a:cubicBezTo>
                  <a:lnTo>
                    <a:pt x="43816" y="5756"/>
                  </a:lnTo>
                  <a:cubicBezTo>
                    <a:pt x="43816" y="2563"/>
                    <a:pt x="41254" y="0"/>
                    <a:pt x="38061" y="0"/>
                  </a:cubicBezTo>
                  <a:close/>
                </a:path>
              </a:pathLst>
            </a:custGeom>
            <a:solidFill>
              <a:schemeClr val="dk1"/>
            </a:solidFill>
            <a:ln w="152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61" name="Google Shape;3861;p76"/>
            <p:cNvGrpSpPr/>
            <p:nvPr/>
          </p:nvGrpSpPr>
          <p:grpSpPr>
            <a:xfrm>
              <a:off x="5426434" y="1019320"/>
              <a:ext cx="1669575" cy="3104878"/>
              <a:chOff x="1723980" y="699099"/>
              <a:chExt cx="2013720" cy="3744878"/>
            </a:xfrm>
          </p:grpSpPr>
          <p:grpSp>
            <p:nvGrpSpPr>
              <p:cNvPr id="3862" name="Google Shape;3862;p76"/>
              <p:cNvGrpSpPr/>
              <p:nvPr/>
            </p:nvGrpSpPr>
            <p:grpSpPr>
              <a:xfrm>
                <a:off x="1723980" y="699099"/>
                <a:ext cx="2013720" cy="3744453"/>
                <a:chOff x="1723980" y="699524"/>
                <a:chExt cx="2013720" cy="3744453"/>
              </a:xfrm>
            </p:grpSpPr>
            <p:sp>
              <p:nvSpPr>
                <p:cNvPr id="3863" name="Google Shape;3863;p76"/>
                <p:cNvSpPr/>
                <p:nvPr/>
              </p:nvSpPr>
              <p:spPr>
                <a:xfrm>
                  <a:off x="2559088" y="4017375"/>
                  <a:ext cx="343500" cy="343500"/>
                </a:xfrm>
                <a:prstGeom prst="ellipse">
                  <a:avLst/>
                </a:prstGeom>
                <a:solidFill>
                  <a:srgbClr val="FFFFFF"/>
                </a:solidFill>
                <a:ln w="1524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4" name="Google Shape;3864;p76"/>
                <p:cNvSpPr/>
                <p:nvPr/>
              </p:nvSpPr>
              <p:spPr>
                <a:xfrm>
                  <a:off x="1723980" y="699524"/>
                  <a:ext cx="2013720" cy="3744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7" h="78727" extrusionOk="0">
                      <a:moveTo>
                        <a:pt x="21887" y="70619"/>
                      </a:moveTo>
                      <a:cubicBezTo>
                        <a:pt x="23442" y="70619"/>
                        <a:pt x="24660" y="71879"/>
                        <a:pt x="24660" y="73391"/>
                      </a:cubicBezTo>
                      <a:cubicBezTo>
                        <a:pt x="24660" y="74946"/>
                        <a:pt x="23442" y="76164"/>
                        <a:pt x="21887" y="76164"/>
                      </a:cubicBezTo>
                      <a:cubicBezTo>
                        <a:pt x="20375" y="76164"/>
                        <a:pt x="19115" y="74946"/>
                        <a:pt x="19115" y="73391"/>
                      </a:cubicBezTo>
                      <a:cubicBezTo>
                        <a:pt x="19115" y="71879"/>
                        <a:pt x="20375" y="70619"/>
                        <a:pt x="21887" y="70619"/>
                      </a:cubicBezTo>
                      <a:close/>
                      <a:moveTo>
                        <a:pt x="5756" y="0"/>
                      </a:moveTo>
                      <a:cubicBezTo>
                        <a:pt x="2563" y="0"/>
                        <a:pt x="0" y="2563"/>
                        <a:pt x="0" y="5756"/>
                      </a:cubicBezTo>
                      <a:lnTo>
                        <a:pt x="0" y="72971"/>
                      </a:lnTo>
                      <a:cubicBezTo>
                        <a:pt x="0" y="76122"/>
                        <a:pt x="2563" y="78727"/>
                        <a:pt x="5756" y="78727"/>
                      </a:cubicBezTo>
                      <a:lnTo>
                        <a:pt x="38061" y="78727"/>
                      </a:lnTo>
                      <a:cubicBezTo>
                        <a:pt x="41254" y="78727"/>
                        <a:pt x="43816" y="76164"/>
                        <a:pt x="43816" y="72971"/>
                      </a:cubicBezTo>
                      <a:lnTo>
                        <a:pt x="43816" y="5756"/>
                      </a:lnTo>
                      <a:cubicBezTo>
                        <a:pt x="43816" y="2563"/>
                        <a:pt x="41254" y="0"/>
                        <a:pt x="3806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5240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5" name="Google Shape;3865;p76"/>
              <p:cNvGrpSpPr/>
              <p:nvPr/>
            </p:nvGrpSpPr>
            <p:grpSpPr>
              <a:xfrm>
                <a:off x="1723980" y="699524"/>
                <a:ext cx="2013720" cy="3744453"/>
                <a:chOff x="1723980" y="699524"/>
                <a:chExt cx="2013720" cy="3744453"/>
              </a:xfrm>
            </p:grpSpPr>
            <p:sp>
              <p:nvSpPr>
                <p:cNvPr id="3866" name="Google Shape;3866;p76"/>
                <p:cNvSpPr/>
                <p:nvPr/>
              </p:nvSpPr>
              <p:spPr>
                <a:xfrm>
                  <a:off x="2559088" y="4017375"/>
                  <a:ext cx="343500" cy="3435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7" name="Google Shape;3867;p76"/>
                <p:cNvSpPr/>
                <p:nvPr/>
              </p:nvSpPr>
              <p:spPr>
                <a:xfrm>
                  <a:off x="1723980" y="699524"/>
                  <a:ext cx="2013720" cy="3744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17" h="78727" extrusionOk="0">
                      <a:moveTo>
                        <a:pt x="21887" y="70619"/>
                      </a:moveTo>
                      <a:cubicBezTo>
                        <a:pt x="23442" y="70619"/>
                        <a:pt x="24660" y="71879"/>
                        <a:pt x="24660" y="73391"/>
                      </a:cubicBezTo>
                      <a:cubicBezTo>
                        <a:pt x="24660" y="74946"/>
                        <a:pt x="23442" y="76164"/>
                        <a:pt x="21887" y="76164"/>
                      </a:cubicBezTo>
                      <a:cubicBezTo>
                        <a:pt x="20375" y="76164"/>
                        <a:pt x="19115" y="74946"/>
                        <a:pt x="19115" y="73391"/>
                      </a:cubicBezTo>
                      <a:cubicBezTo>
                        <a:pt x="19115" y="71879"/>
                        <a:pt x="20375" y="70619"/>
                        <a:pt x="21887" y="70619"/>
                      </a:cubicBezTo>
                      <a:close/>
                      <a:moveTo>
                        <a:pt x="5756" y="0"/>
                      </a:moveTo>
                      <a:cubicBezTo>
                        <a:pt x="2563" y="0"/>
                        <a:pt x="0" y="2563"/>
                        <a:pt x="0" y="5756"/>
                      </a:cubicBezTo>
                      <a:lnTo>
                        <a:pt x="0" y="72971"/>
                      </a:lnTo>
                      <a:cubicBezTo>
                        <a:pt x="0" y="76122"/>
                        <a:pt x="2563" y="78727"/>
                        <a:pt x="5756" y="78727"/>
                      </a:cubicBezTo>
                      <a:lnTo>
                        <a:pt x="38061" y="78727"/>
                      </a:lnTo>
                      <a:cubicBezTo>
                        <a:pt x="41254" y="78727"/>
                        <a:pt x="43816" y="76164"/>
                        <a:pt x="43816" y="72971"/>
                      </a:cubicBezTo>
                      <a:lnTo>
                        <a:pt x="43816" y="5756"/>
                      </a:lnTo>
                      <a:cubicBezTo>
                        <a:pt x="43816" y="2563"/>
                        <a:pt x="41254" y="0"/>
                        <a:pt x="3806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pic>
        <p:nvPicPr>
          <p:cNvPr id="3868" name="Google Shape;3868;p76"/>
          <p:cNvPicPr preferRelativeResize="0"/>
          <p:nvPr/>
        </p:nvPicPr>
        <p:blipFill rotWithShape="1">
          <a:blip r:embed="rId3">
            <a:alphaModFix/>
          </a:blip>
          <a:srcRect l="15153" t="39368" r="62080"/>
          <a:stretch/>
        </p:blipFill>
        <p:spPr>
          <a:xfrm>
            <a:off x="5510175" y="1456995"/>
            <a:ext cx="1502018" cy="2250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3" name="Google Shape;3873;p77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Find our schools</a:t>
            </a:r>
            <a:endParaRPr/>
          </a:p>
        </p:txBody>
      </p:sp>
      <p:grpSp>
        <p:nvGrpSpPr>
          <p:cNvPr id="3874" name="Google Shape;3874;p77"/>
          <p:cNvGrpSpPr/>
          <p:nvPr/>
        </p:nvGrpSpPr>
        <p:grpSpPr>
          <a:xfrm>
            <a:off x="1071193" y="1476952"/>
            <a:ext cx="4478769" cy="2945120"/>
            <a:chOff x="235800" y="830650"/>
            <a:chExt cx="6978450" cy="4588844"/>
          </a:xfrm>
        </p:grpSpPr>
        <p:sp>
          <p:nvSpPr>
            <p:cNvPr id="3875" name="Google Shape;3875;p77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77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77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77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77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77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1" name="Google Shape;3881;p77"/>
          <p:cNvSpPr txBox="1"/>
          <p:nvPr/>
        </p:nvSpPr>
        <p:spPr>
          <a:xfrm>
            <a:off x="6202751" y="1552613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dk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Venus</a:t>
            </a:r>
            <a:endParaRPr sz="3100" b="1">
              <a:solidFill>
                <a:schemeClr val="dk1"/>
              </a:solidFill>
              <a:highlight>
                <a:schemeClr val="dk2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882" name="Google Shape;3882;p77"/>
          <p:cNvSpPr txBox="1"/>
          <p:nvPr/>
        </p:nvSpPr>
        <p:spPr>
          <a:xfrm>
            <a:off x="6202750" y="2139138"/>
            <a:ext cx="2164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Venus is the second planet from the Sun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3883" name="Google Shape;3883;p77"/>
          <p:cNvSpPr txBox="1"/>
          <p:nvPr/>
        </p:nvSpPr>
        <p:spPr>
          <a:xfrm>
            <a:off x="6202748" y="2986013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dk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Saturn</a:t>
            </a:r>
            <a:endParaRPr sz="3100" b="1">
              <a:solidFill>
                <a:schemeClr val="dk1"/>
              </a:solidFill>
              <a:highlight>
                <a:schemeClr val="dk2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884" name="Google Shape;3884;p77"/>
          <p:cNvSpPr txBox="1"/>
          <p:nvPr/>
        </p:nvSpPr>
        <p:spPr>
          <a:xfrm>
            <a:off x="6202801" y="3572538"/>
            <a:ext cx="2164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It’s composed of hydrogen and helium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3885" name="Google Shape;3885;p77"/>
          <p:cNvSpPr/>
          <p:nvPr/>
        </p:nvSpPr>
        <p:spPr>
          <a:xfrm>
            <a:off x="6014650" y="1759200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6" name="Google Shape;3886;p77"/>
          <p:cNvSpPr/>
          <p:nvPr/>
        </p:nvSpPr>
        <p:spPr>
          <a:xfrm>
            <a:off x="5989200" y="3221500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7" name="Google Shape;3887;p77"/>
          <p:cNvSpPr/>
          <p:nvPr/>
        </p:nvSpPr>
        <p:spPr>
          <a:xfrm>
            <a:off x="2288925" y="3800075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8" name="Google Shape;3888;p77"/>
          <p:cNvSpPr/>
          <p:nvPr/>
        </p:nvSpPr>
        <p:spPr>
          <a:xfrm>
            <a:off x="1729425" y="2547575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9" name="Google Shape;3889;p77"/>
          <p:cNvSpPr/>
          <p:nvPr/>
        </p:nvSpPr>
        <p:spPr>
          <a:xfrm>
            <a:off x="3147225" y="2410825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0" name="Google Shape;3890;p77"/>
          <p:cNvSpPr/>
          <p:nvPr/>
        </p:nvSpPr>
        <p:spPr>
          <a:xfrm>
            <a:off x="4170825" y="2139150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1" name="Google Shape;3891;p77"/>
          <p:cNvSpPr/>
          <p:nvPr/>
        </p:nvSpPr>
        <p:spPr>
          <a:xfrm>
            <a:off x="5130850" y="3601450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2" name="Google Shape;3892;p77"/>
          <p:cNvSpPr/>
          <p:nvPr/>
        </p:nvSpPr>
        <p:spPr>
          <a:xfrm>
            <a:off x="3966088" y="2547575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3" name="Google Shape;3893;p77"/>
          <p:cNvSpPr/>
          <p:nvPr/>
        </p:nvSpPr>
        <p:spPr>
          <a:xfrm>
            <a:off x="3196788" y="2864788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4" name="Google Shape;3894;p77"/>
          <p:cNvSpPr/>
          <p:nvPr/>
        </p:nvSpPr>
        <p:spPr>
          <a:xfrm>
            <a:off x="2262188" y="3344263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5" name="Google Shape;3895;p77"/>
          <p:cNvSpPr/>
          <p:nvPr/>
        </p:nvSpPr>
        <p:spPr>
          <a:xfrm>
            <a:off x="1422963" y="2410813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6" name="Google Shape;3896;p77"/>
          <p:cNvSpPr/>
          <p:nvPr/>
        </p:nvSpPr>
        <p:spPr>
          <a:xfrm>
            <a:off x="3556663" y="2378113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7" name="Google Shape;3897;p77"/>
          <p:cNvSpPr/>
          <p:nvPr/>
        </p:nvSpPr>
        <p:spPr>
          <a:xfrm>
            <a:off x="5324163" y="3730213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8" name="Google Shape;3898;p77"/>
          <p:cNvSpPr/>
          <p:nvPr/>
        </p:nvSpPr>
        <p:spPr>
          <a:xfrm>
            <a:off x="5057138" y="2410813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9" name="Google Shape;3899;p77"/>
          <p:cNvSpPr/>
          <p:nvPr/>
        </p:nvSpPr>
        <p:spPr>
          <a:xfrm>
            <a:off x="2573713" y="3601438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0" name="Google Shape;3900;p77"/>
          <p:cNvSpPr/>
          <p:nvPr/>
        </p:nvSpPr>
        <p:spPr>
          <a:xfrm>
            <a:off x="3649525" y="2623950"/>
            <a:ext cx="161672" cy="169451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01" name="Google Shape;3901;p77"/>
          <p:cNvGrpSpPr/>
          <p:nvPr/>
        </p:nvGrpSpPr>
        <p:grpSpPr>
          <a:xfrm rot="2065613">
            <a:off x="8269269" y="3635549"/>
            <a:ext cx="1653875" cy="539976"/>
            <a:chOff x="2564525" y="5223525"/>
            <a:chExt cx="2556110" cy="834547"/>
          </a:xfrm>
        </p:grpSpPr>
        <p:sp>
          <p:nvSpPr>
            <p:cNvPr id="3902" name="Google Shape;3902;p77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77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77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77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77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77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77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77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77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77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2" name="Google Shape;3912;p77"/>
          <p:cNvGrpSpPr/>
          <p:nvPr/>
        </p:nvGrpSpPr>
        <p:grpSpPr>
          <a:xfrm rot="-1297937">
            <a:off x="4820594" y="-217277"/>
            <a:ext cx="1719370" cy="916211"/>
            <a:chOff x="7463504" y="3075665"/>
            <a:chExt cx="2603050" cy="1387103"/>
          </a:xfrm>
        </p:grpSpPr>
        <p:sp>
          <p:nvSpPr>
            <p:cNvPr id="3913" name="Google Shape;3913;p77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77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77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77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77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77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77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77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77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77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77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77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77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77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77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77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77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77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77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77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77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77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77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77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77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77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77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77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77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77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77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77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77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0" name="Google Shape;3950;p78"/>
          <p:cNvGrpSpPr/>
          <p:nvPr/>
        </p:nvGrpSpPr>
        <p:grpSpPr>
          <a:xfrm>
            <a:off x="1300137" y="2565609"/>
            <a:ext cx="6614138" cy="841568"/>
            <a:chOff x="296748" y="134780"/>
            <a:chExt cx="6614138" cy="841568"/>
          </a:xfrm>
        </p:grpSpPr>
        <p:sp>
          <p:nvSpPr>
            <p:cNvPr id="3951" name="Google Shape;3951;p78"/>
            <p:cNvSpPr/>
            <p:nvPr/>
          </p:nvSpPr>
          <p:spPr>
            <a:xfrm>
              <a:off x="296748" y="134780"/>
              <a:ext cx="1068300" cy="841568"/>
            </a:xfrm>
            <a:prstGeom prst="rect">
              <a:avLst/>
            </a:prstGeom>
            <a:solidFill>
              <a:schemeClr val="dk1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78"/>
            <p:cNvSpPr/>
            <p:nvPr/>
          </p:nvSpPr>
          <p:spPr>
            <a:xfrm>
              <a:off x="1683227" y="134780"/>
              <a:ext cx="1068300" cy="841568"/>
            </a:xfrm>
            <a:prstGeom prst="rect">
              <a:avLst/>
            </a:prstGeom>
            <a:solidFill>
              <a:schemeClr val="dk1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78"/>
            <p:cNvSpPr/>
            <p:nvPr/>
          </p:nvSpPr>
          <p:spPr>
            <a:xfrm>
              <a:off x="3069680" y="134780"/>
              <a:ext cx="1068300" cy="841568"/>
            </a:xfrm>
            <a:prstGeom prst="rect">
              <a:avLst/>
            </a:prstGeom>
            <a:solidFill>
              <a:schemeClr val="dk1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78"/>
            <p:cNvSpPr/>
            <p:nvPr/>
          </p:nvSpPr>
          <p:spPr>
            <a:xfrm>
              <a:off x="4456133" y="134780"/>
              <a:ext cx="1068300" cy="841568"/>
            </a:xfrm>
            <a:prstGeom prst="rect">
              <a:avLst/>
            </a:prstGeom>
            <a:solidFill>
              <a:schemeClr val="dk1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78"/>
            <p:cNvSpPr/>
            <p:nvPr/>
          </p:nvSpPr>
          <p:spPr>
            <a:xfrm>
              <a:off x="5842586" y="134780"/>
              <a:ext cx="1068300" cy="841568"/>
            </a:xfrm>
            <a:prstGeom prst="rect">
              <a:avLst/>
            </a:prstGeom>
            <a:solidFill>
              <a:schemeClr val="dk1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56" name="Google Shape;3956;p78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next courses </a:t>
            </a:r>
            <a:endParaRPr/>
          </a:p>
        </p:txBody>
      </p:sp>
      <p:grpSp>
        <p:nvGrpSpPr>
          <p:cNvPr id="3957" name="Google Shape;3957;p78"/>
          <p:cNvGrpSpPr/>
          <p:nvPr/>
        </p:nvGrpSpPr>
        <p:grpSpPr>
          <a:xfrm>
            <a:off x="1247423" y="2073062"/>
            <a:ext cx="6614138" cy="1669398"/>
            <a:chOff x="1247424" y="2301719"/>
            <a:chExt cx="6614138" cy="912888"/>
          </a:xfrm>
        </p:grpSpPr>
        <p:sp>
          <p:nvSpPr>
            <p:cNvPr id="3958" name="Google Shape;3958;p78"/>
            <p:cNvSpPr/>
            <p:nvPr/>
          </p:nvSpPr>
          <p:spPr>
            <a:xfrm rot="-5880960" flipH="1">
              <a:off x="3007731" y="1515400"/>
              <a:ext cx="439252" cy="2333125"/>
            </a:xfrm>
            <a:custGeom>
              <a:avLst/>
              <a:gdLst/>
              <a:ahLst/>
              <a:cxnLst/>
              <a:rect l="l" t="t" r="r" b="b"/>
              <a:pathLst>
                <a:path w="24021" h="38433" fill="none" extrusionOk="0">
                  <a:moveTo>
                    <a:pt x="1" y="1"/>
                  </a:moveTo>
                  <a:cubicBezTo>
                    <a:pt x="1096" y="2664"/>
                    <a:pt x="3685" y="4407"/>
                    <a:pt x="6323" y="5601"/>
                  </a:cubicBezTo>
                  <a:cubicBezTo>
                    <a:pt x="8961" y="6771"/>
                    <a:pt x="11799" y="7543"/>
                    <a:pt x="14238" y="9111"/>
                  </a:cubicBezTo>
                  <a:cubicBezTo>
                    <a:pt x="16902" y="10828"/>
                    <a:pt x="18943" y="13392"/>
                    <a:pt x="20013" y="16379"/>
                  </a:cubicBezTo>
                  <a:cubicBezTo>
                    <a:pt x="21258" y="19963"/>
                    <a:pt x="21059" y="23846"/>
                    <a:pt x="21133" y="27630"/>
                  </a:cubicBezTo>
                  <a:cubicBezTo>
                    <a:pt x="21233" y="31438"/>
                    <a:pt x="21706" y="35446"/>
                    <a:pt x="24021" y="38433"/>
                  </a:cubicBez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dash"/>
              <a:miter lim="248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78"/>
            <p:cNvSpPr/>
            <p:nvPr/>
          </p:nvSpPr>
          <p:spPr>
            <a:xfrm rot="-4919040">
              <a:off x="5800706" y="1667800"/>
              <a:ext cx="439252" cy="2333125"/>
            </a:xfrm>
            <a:custGeom>
              <a:avLst/>
              <a:gdLst/>
              <a:ahLst/>
              <a:cxnLst/>
              <a:rect l="l" t="t" r="r" b="b"/>
              <a:pathLst>
                <a:path w="24021" h="38433" fill="none" extrusionOk="0">
                  <a:moveTo>
                    <a:pt x="1" y="1"/>
                  </a:moveTo>
                  <a:cubicBezTo>
                    <a:pt x="1096" y="2664"/>
                    <a:pt x="3685" y="4407"/>
                    <a:pt x="6323" y="5601"/>
                  </a:cubicBezTo>
                  <a:cubicBezTo>
                    <a:pt x="8961" y="6771"/>
                    <a:pt x="11799" y="7543"/>
                    <a:pt x="14238" y="9111"/>
                  </a:cubicBezTo>
                  <a:cubicBezTo>
                    <a:pt x="16902" y="10828"/>
                    <a:pt x="18943" y="13392"/>
                    <a:pt x="20013" y="16379"/>
                  </a:cubicBezTo>
                  <a:cubicBezTo>
                    <a:pt x="21258" y="19963"/>
                    <a:pt x="21059" y="23846"/>
                    <a:pt x="21133" y="27630"/>
                  </a:cubicBezTo>
                  <a:cubicBezTo>
                    <a:pt x="21233" y="31438"/>
                    <a:pt x="21706" y="35446"/>
                    <a:pt x="24021" y="38433"/>
                  </a:cubicBezTo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dash"/>
              <a:miter lim="2489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78"/>
            <p:cNvSpPr/>
            <p:nvPr/>
          </p:nvSpPr>
          <p:spPr>
            <a:xfrm>
              <a:off x="1247424" y="2543075"/>
              <a:ext cx="1068300" cy="460200"/>
            </a:xfrm>
            <a:prstGeom prst="rect">
              <a:avLst/>
            </a:prstGeom>
            <a:solidFill>
              <a:schemeClr val="lt2"/>
            </a:solidFill>
            <a:ln w="762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78"/>
            <p:cNvSpPr/>
            <p:nvPr/>
          </p:nvSpPr>
          <p:spPr>
            <a:xfrm>
              <a:off x="2633903" y="2543075"/>
              <a:ext cx="1068300" cy="460200"/>
            </a:xfrm>
            <a:prstGeom prst="rect">
              <a:avLst/>
            </a:prstGeom>
            <a:solidFill>
              <a:schemeClr val="accent1"/>
            </a:solidFill>
            <a:ln w="762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78"/>
            <p:cNvSpPr/>
            <p:nvPr/>
          </p:nvSpPr>
          <p:spPr>
            <a:xfrm>
              <a:off x="4020356" y="2543075"/>
              <a:ext cx="1068300" cy="460200"/>
            </a:xfrm>
            <a:prstGeom prst="rect">
              <a:avLst/>
            </a:prstGeom>
            <a:solidFill>
              <a:schemeClr val="accent2"/>
            </a:solidFill>
            <a:ln w="762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78"/>
            <p:cNvSpPr/>
            <p:nvPr/>
          </p:nvSpPr>
          <p:spPr>
            <a:xfrm>
              <a:off x="5406809" y="2543075"/>
              <a:ext cx="1068300" cy="460200"/>
            </a:xfrm>
            <a:prstGeom prst="rect">
              <a:avLst/>
            </a:prstGeom>
            <a:solidFill>
              <a:schemeClr val="dk2"/>
            </a:solidFill>
            <a:ln w="762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78"/>
            <p:cNvSpPr/>
            <p:nvPr/>
          </p:nvSpPr>
          <p:spPr>
            <a:xfrm>
              <a:off x="6793263" y="2543075"/>
              <a:ext cx="1068300" cy="460200"/>
            </a:xfrm>
            <a:prstGeom prst="rect">
              <a:avLst/>
            </a:prstGeom>
            <a:solidFill>
              <a:schemeClr val="accent3"/>
            </a:solidFill>
            <a:ln w="762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65" name="Google Shape;3965;p78"/>
          <p:cNvSpPr txBox="1"/>
          <p:nvPr/>
        </p:nvSpPr>
        <p:spPr>
          <a:xfrm flipH="1">
            <a:off x="6910882" y="2748287"/>
            <a:ext cx="8331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May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966" name="Google Shape;3966;p78"/>
          <p:cNvSpPr txBox="1"/>
          <p:nvPr/>
        </p:nvSpPr>
        <p:spPr>
          <a:xfrm flipH="1">
            <a:off x="5524427" y="2748287"/>
            <a:ext cx="8331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Apr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967" name="Google Shape;3967;p78"/>
          <p:cNvSpPr txBox="1"/>
          <p:nvPr/>
        </p:nvSpPr>
        <p:spPr>
          <a:xfrm flipH="1">
            <a:off x="4137971" y="2748287"/>
            <a:ext cx="8331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Mar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968" name="Google Shape;3968;p78"/>
          <p:cNvSpPr txBox="1"/>
          <p:nvPr/>
        </p:nvSpPr>
        <p:spPr>
          <a:xfrm flipH="1">
            <a:off x="2751516" y="2748287"/>
            <a:ext cx="8331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Feb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969" name="Google Shape;3969;p78"/>
          <p:cNvSpPr txBox="1"/>
          <p:nvPr/>
        </p:nvSpPr>
        <p:spPr>
          <a:xfrm flipH="1">
            <a:off x="1365024" y="2748287"/>
            <a:ext cx="8331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Jan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970" name="Google Shape;3970;p78"/>
          <p:cNvSpPr txBox="1"/>
          <p:nvPr/>
        </p:nvSpPr>
        <p:spPr>
          <a:xfrm>
            <a:off x="5186000" y="1645550"/>
            <a:ext cx="1509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Despite being red, </a:t>
            </a:r>
            <a:r>
              <a:rPr lang="en" sz="1500">
                <a:solidFill>
                  <a:schemeClr val="dk1"/>
                </a:solidFill>
                <a:highlight>
                  <a:schemeClr val="dk2"/>
                </a:highlight>
                <a:latin typeface="Delius Swash Caps"/>
                <a:ea typeface="Delius Swash Caps"/>
                <a:cs typeface="Delius Swash Caps"/>
                <a:sym typeface="Delius Swash Caps"/>
              </a:rPr>
              <a:t>Mars is very cold</a:t>
            </a:r>
            <a:endParaRPr sz="1500">
              <a:solidFill>
                <a:schemeClr val="dk1"/>
              </a:solidFill>
              <a:highlight>
                <a:schemeClr val="dk2"/>
              </a:highlight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3971" name="Google Shape;3971;p78"/>
          <p:cNvSpPr txBox="1"/>
          <p:nvPr/>
        </p:nvSpPr>
        <p:spPr>
          <a:xfrm>
            <a:off x="2413100" y="1645550"/>
            <a:ext cx="1509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Mercury is the </a:t>
            </a:r>
            <a:r>
              <a:rPr lang="en" sz="1500">
                <a:solidFill>
                  <a:schemeClr val="dk1"/>
                </a:solidFill>
                <a:highlight>
                  <a:schemeClr val="dk2"/>
                </a:highlight>
                <a:latin typeface="Delius Swash Caps"/>
                <a:ea typeface="Delius Swash Caps"/>
                <a:cs typeface="Delius Swash Caps"/>
                <a:sym typeface="Delius Swash Caps"/>
              </a:rPr>
              <a:t>closest planet to the Sun</a:t>
            </a:r>
            <a:endParaRPr sz="1500">
              <a:solidFill>
                <a:schemeClr val="dk1"/>
              </a:solidFill>
              <a:highlight>
                <a:schemeClr val="dk2"/>
              </a:highlight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3972" name="Google Shape;3972;p78"/>
          <p:cNvSpPr txBox="1"/>
          <p:nvPr/>
        </p:nvSpPr>
        <p:spPr>
          <a:xfrm flipH="1">
            <a:off x="6572475" y="3673917"/>
            <a:ext cx="15099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Saturn is a gas giant and </a:t>
            </a:r>
            <a:r>
              <a:rPr lang="en" sz="1500">
                <a:solidFill>
                  <a:schemeClr val="dk1"/>
                </a:solidFill>
                <a:highlight>
                  <a:schemeClr val="dk2"/>
                </a:highlight>
                <a:latin typeface="Delius Swash Caps"/>
                <a:ea typeface="Delius Swash Caps"/>
                <a:cs typeface="Delius Swash Caps"/>
                <a:sym typeface="Delius Swash Caps"/>
              </a:rPr>
              <a:t>has several rings</a:t>
            </a:r>
            <a:endParaRPr sz="1500">
              <a:solidFill>
                <a:schemeClr val="dk1"/>
              </a:solidFill>
              <a:highlight>
                <a:schemeClr val="dk2"/>
              </a:highlight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3973" name="Google Shape;3973;p78"/>
          <p:cNvSpPr txBox="1"/>
          <p:nvPr/>
        </p:nvSpPr>
        <p:spPr>
          <a:xfrm flipH="1">
            <a:off x="3799549" y="3673917"/>
            <a:ext cx="15099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Earth is the </a:t>
            </a:r>
            <a:r>
              <a:rPr lang="en" sz="1500">
                <a:solidFill>
                  <a:schemeClr val="dk1"/>
                </a:solidFill>
                <a:highlight>
                  <a:schemeClr val="dk2"/>
                </a:highlight>
                <a:latin typeface="Delius Swash Caps"/>
                <a:ea typeface="Delius Swash Caps"/>
                <a:cs typeface="Delius Swash Caps"/>
                <a:sym typeface="Delius Swash Caps"/>
              </a:rPr>
              <a:t>place where we live on</a:t>
            </a:r>
            <a:endParaRPr sz="1500">
              <a:solidFill>
                <a:schemeClr val="dk1"/>
              </a:solidFill>
              <a:highlight>
                <a:schemeClr val="dk2"/>
              </a:highlight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3974" name="Google Shape;3974;p78"/>
          <p:cNvSpPr txBox="1"/>
          <p:nvPr/>
        </p:nvSpPr>
        <p:spPr>
          <a:xfrm>
            <a:off x="1026625" y="3673917"/>
            <a:ext cx="15099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Venus is the </a:t>
            </a:r>
            <a:r>
              <a:rPr lang="en" sz="1500">
                <a:solidFill>
                  <a:schemeClr val="dk1"/>
                </a:solidFill>
                <a:highlight>
                  <a:schemeClr val="dk2"/>
                </a:highlight>
                <a:latin typeface="Delius Swash Caps"/>
                <a:ea typeface="Delius Swash Caps"/>
                <a:cs typeface="Delius Swash Caps"/>
                <a:sym typeface="Delius Swash Caps"/>
              </a:rPr>
              <a:t>second planet from the Sun</a:t>
            </a:r>
            <a:endParaRPr sz="1500">
              <a:solidFill>
                <a:schemeClr val="dk1"/>
              </a:solidFill>
              <a:highlight>
                <a:schemeClr val="dk2"/>
              </a:highlight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grpSp>
        <p:nvGrpSpPr>
          <p:cNvPr id="3975" name="Google Shape;3975;p78"/>
          <p:cNvGrpSpPr/>
          <p:nvPr/>
        </p:nvGrpSpPr>
        <p:grpSpPr>
          <a:xfrm rot="1434405">
            <a:off x="-665674" y="1210180"/>
            <a:ext cx="1653827" cy="539960"/>
            <a:chOff x="2564525" y="5223525"/>
            <a:chExt cx="2556110" cy="834547"/>
          </a:xfrm>
        </p:grpSpPr>
        <p:sp>
          <p:nvSpPr>
            <p:cNvPr id="3976" name="Google Shape;3976;p78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78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78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78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78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78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78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78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78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78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6" name="Google Shape;3986;p78"/>
          <p:cNvGrpSpPr/>
          <p:nvPr/>
        </p:nvGrpSpPr>
        <p:grpSpPr>
          <a:xfrm rot="375986">
            <a:off x="8003764" y="518173"/>
            <a:ext cx="1719436" cy="916246"/>
            <a:chOff x="7463504" y="3075665"/>
            <a:chExt cx="2603050" cy="1387103"/>
          </a:xfrm>
        </p:grpSpPr>
        <p:sp>
          <p:nvSpPr>
            <p:cNvPr id="3987" name="Google Shape;3987;p78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78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78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78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78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78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78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78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78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78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78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78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78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78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78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78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78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78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78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78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78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78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78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78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78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78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78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78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78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78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78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78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78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0" name="Google Shape;4020;p78"/>
          <p:cNvSpPr/>
          <p:nvPr/>
        </p:nvSpPr>
        <p:spPr>
          <a:xfrm>
            <a:off x="7023077" y="1884229"/>
            <a:ext cx="620149" cy="365215"/>
          </a:xfrm>
          <a:custGeom>
            <a:avLst/>
            <a:gdLst/>
            <a:ahLst/>
            <a:cxnLst/>
            <a:rect l="l" t="t" r="r" b="b"/>
            <a:pathLst>
              <a:path w="210042" h="123697" extrusionOk="0">
                <a:moveTo>
                  <a:pt x="115805" y="4118"/>
                </a:moveTo>
                <a:lnTo>
                  <a:pt x="115805" y="4118"/>
                </a:lnTo>
                <a:cubicBezTo>
                  <a:pt x="115707" y="6985"/>
                  <a:pt x="115805" y="9853"/>
                  <a:pt x="116099" y="12696"/>
                </a:cubicBezTo>
                <a:cubicBezTo>
                  <a:pt x="109187" y="12696"/>
                  <a:pt x="102300" y="12720"/>
                  <a:pt x="95389" y="12794"/>
                </a:cubicBezTo>
                <a:lnTo>
                  <a:pt x="94752" y="4265"/>
                </a:lnTo>
                <a:lnTo>
                  <a:pt x="115805" y="4118"/>
                </a:lnTo>
                <a:close/>
                <a:moveTo>
                  <a:pt x="135127" y="4653"/>
                </a:moveTo>
                <a:cubicBezTo>
                  <a:pt x="141378" y="4653"/>
                  <a:pt x="147635" y="5082"/>
                  <a:pt x="153818" y="5956"/>
                </a:cubicBezTo>
                <a:cubicBezTo>
                  <a:pt x="153401" y="8309"/>
                  <a:pt x="153181" y="10662"/>
                  <a:pt x="153132" y="13039"/>
                </a:cubicBezTo>
                <a:cubicBezTo>
                  <a:pt x="146147" y="12916"/>
                  <a:pt x="139137" y="12818"/>
                  <a:pt x="132103" y="12769"/>
                </a:cubicBezTo>
                <a:lnTo>
                  <a:pt x="132324" y="4682"/>
                </a:lnTo>
                <a:cubicBezTo>
                  <a:pt x="133258" y="4662"/>
                  <a:pt x="134192" y="4653"/>
                  <a:pt x="135127" y="4653"/>
                </a:cubicBezTo>
                <a:close/>
                <a:moveTo>
                  <a:pt x="56273" y="4363"/>
                </a:moveTo>
                <a:cubicBezTo>
                  <a:pt x="60390" y="4654"/>
                  <a:pt x="64530" y="4804"/>
                  <a:pt x="68667" y="4804"/>
                </a:cubicBezTo>
                <a:cubicBezTo>
                  <a:pt x="71845" y="4804"/>
                  <a:pt x="75022" y="4715"/>
                  <a:pt x="78184" y="4534"/>
                </a:cubicBezTo>
                <a:lnTo>
                  <a:pt x="78184" y="4534"/>
                </a:lnTo>
                <a:cubicBezTo>
                  <a:pt x="77816" y="7353"/>
                  <a:pt x="77988" y="10245"/>
                  <a:pt x="78723" y="12990"/>
                </a:cubicBezTo>
                <a:cubicBezTo>
                  <a:pt x="71370" y="13088"/>
                  <a:pt x="64042" y="13260"/>
                  <a:pt x="56714" y="13431"/>
                </a:cubicBezTo>
                <a:cubicBezTo>
                  <a:pt x="56494" y="10441"/>
                  <a:pt x="56347" y="7377"/>
                  <a:pt x="56273" y="4363"/>
                </a:cubicBezTo>
                <a:close/>
                <a:moveTo>
                  <a:pt x="115302" y="16787"/>
                </a:moveTo>
                <a:cubicBezTo>
                  <a:pt x="116172" y="16787"/>
                  <a:pt x="117042" y="16788"/>
                  <a:pt x="117913" y="16789"/>
                </a:cubicBezTo>
                <a:cubicBezTo>
                  <a:pt x="118060" y="16838"/>
                  <a:pt x="118231" y="16862"/>
                  <a:pt x="118403" y="16862"/>
                </a:cubicBezTo>
                <a:lnTo>
                  <a:pt x="118697" y="16862"/>
                </a:lnTo>
                <a:cubicBezTo>
                  <a:pt x="118770" y="16838"/>
                  <a:pt x="118844" y="16813"/>
                  <a:pt x="118917" y="16789"/>
                </a:cubicBezTo>
                <a:cubicBezTo>
                  <a:pt x="132618" y="16838"/>
                  <a:pt x="146318" y="16985"/>
                  <a:pt x="159945" y="17255"/>
                </a:cubicBezTo>
                <a:cubicBezTo>
                  <a:pt x="160827" y="32597"/>
                  <a:pt x="161023" y="48111"/>
                  <a:pt x="160509" y="63454"/>
                </a:cubicBezTo>
                <a:cubicBezTo>
                  <a:pt x="141367" y="62596"/>
                  <a:pt x="121295" y="61934"/>
                  <a:pt x="101320" y="61787"/>
                </a:cubicBezTo>
                <a:cubicBezTo>
                  <a:pt x="98203" y="61761"/>
                  <a:pt x="95131" y="61748"/>
                  <a:pt x="92099" y="61748"/>
                </a:cubicBezTo>
                <a:cubicBezTo>
                  <a:pt x="78042" y="61748"/>
                  <a:pt x="64851" y="62027"/>
                  <a:pt x="52008" y="62571"/>
                </a:cubicBezTo>
                <a:cubicBezTo>
                  <a:pt x="51665" y="62596"/>
                  <a:pt x="51298" y="62596"/>
                  <a:pt x="50930" y="62620"/>
                </a:cubicBezTo>
                <a:cubicBezTo>
                  <a:pt x="49754" y="47743"/>
                  <a:pt x="49435" y="32646"/>
                  <a:pt x="49974" y="17720"/>
                </a:cubicBezTo>
                <a:cubicBezTo>
                  <a:pt x="71634" y="17084"/>
                  <a:pt x="93475" y="16787"/>
                  <a:pt x="115302" y="16787"/>
                </a:cubicBezTo>
                <a:close/>
                <a:moveTo>
                  <a:pt x="28934" y="55798"/>
                </a:moveTo>
                <a:cubicBezTo>
                  <a:pt x="31475" y="55798"/>
                  <a:pt x="34014" y="55842"/>
                  <a:pt x="36543" y="55929"/>
                </a:cubicBezTo>
                <a:cubicBezTo>
                  <a:pt x="36396" y="58405"/>
                  <a:pt x="36445" y="60905"/>
                  <a:pt x="36666" y="63380"/>
                </a:cubicBezTo>
                <a:cubicBezTo>
                  <a:pt x="33553" y="63576"/>
                  <a:pt x="30441" y="63797"/>
                  <a:pt x="27402" y="64017"/>
                </a:cubicBezTo>
                <a:cubicBezTo>
                  <a:pt x="23627" y="64311"/>
                  <a:pt x="19877" y="64630"/>
                  <a:pt x="16177" y="64973"/>
                </a:cubicBezTo>
                <a:cubicBezTo>
                  <a:pt x="15588" y="62081"/>
                  <a:pt x="15270" y="59165"/>
                  <a:pt x="15245" y="56223"/>
                </a:cubicBezTo>
                <a:cubicBezTo>
                  <a:pt x="19783" y="55940"/>
                  <a:pt x="24361" y="55798"/>
                  <a:pt x="28934" y="55798"/>
                </a:cubicBezTo>
                <a:close/>
                <a:moveTo>
                  <a:pt x="177322" y="55709"/>
                </a:moveTo>
                <a:lnTo>
                  <a:pt x="195336" y="57424"/>
                </a:lnTo>
                <a:lnTo>
                  <a:pt x="194895" y="65194"/>
                </a:lnTo>
                <a:cubicBezTo>
                  <a:pt x="188963" y="64875"/>
                  <a:pt x="182861" y="64556"/>
                  <a:pt x="176611" y="64238"/>
                </a:cubicBezTo>
                <a:cubicBezTo>
                  <a:pt x="177101" y="61419"/>
                  <a:pt x="177346" y="58552"/>
                  <a:pt x="177322" y="55709"/>
                </a:cubicBezTo>
                <a:close/>
                <a:moveTo>
                  <a:pt x="106295" y="65929"/>
                </a:moveTo>
                <a:cubicBezTo>
                  <a:pt x="114898" y="66027"/>
                  <a:pt x="123501" y="66223"/>
                  <a:pt x="132103" y="66493"/>
                </a:cubicBezTo>
                <a:cubicBezTo>
                  <a:pt x="140534" y="66738"/>
                  <a:pt x="148965" y="67056"/>
                  <a:pt x="157421" y="67424"/>
                </a:cubicBezTo>
                <a:cubicBezTo>
                  <a:pt x="165533" y="67792"/>
                  <a:pt x="173646" y="68184"/>
                  <a:pt x="181758" y="68600"/>
                </a:cubicBezTo>
                <a:cubicBezTo>
                  <a:pt x="184723" y="68747"/>
                  <a:pt x="187689" y="68919"/>
                  <a:pt x="190655" y="69066"/>
                </a:cubicBezTo>
                <a:cubicBezTo>
                  <a:pt x="193473" y="69213"/>
                  <a:pt x="196292" y="69385"/>
                  <a:pt x="199110" y="69532"/>
                </a:cubicBezTo>
                <a:cubicBezTo>
                  <a:pt x="200703" y="69630"/>
                  <a:pt x="202443" y="69801"/>
                  <a:pt x="203179" y="70684"/>
                </a:cubicBezTo>
                <a:cubicBezTo>
                  <a:pt x="203644" y="71272"/>
                  <a:pt x="203791" y="72228"/>
                  <a:pt x="203938" y="73331"/>
                </a:cubicBezTo>
                <a:cubicBezTo>
                  <a:pt x="205826" y="87301"/>
                  <a:pt x="205924" y="101467"/>
                  <a:pt x="204257" y="115461"/>
                </a:cubicBezTo>
                <a:cubicBezTo>
                  <a:pt x="204134" y="116515"/>
                  <a:pt x="203987" y="117495"/>
                  <a:pt x="203522" y="118035"/>
                </a:cubicBezTo>
                <a:cubicBezTo>
                  <a:pt x="202860" y="118819"/>
                  <a:pt x="201218" y="118917"/>
                  <a:pt x="199723" y="118941"/>
                </a:cubicBezTo>
                <a:cubicBezTo>
                  <a:pt x="168327" y="119358"/>
                  <a:pt x="136686" y="119554"/>
                  <a:pt x="105143" y="119579"/>
                </a:cubicBezTo>
                <a:cubicBezTo>
                  <a:pt x="105781" y="101785"/>
                  <a:pt x="106173" y="83747"/>
                  <a:pt x="106295" y="65929"/>
                </a:cubicBezTo>
                <a:close/>
                <a:moveTo>
                  <a:pt x="92103" y="65841"/>
                </a:moveTo>
                <a:cubicBezTo>
                  <a:pt x="95125" y="65841"/>
                  <a:pt x="98187" y="65854"/>
                  <a:pt x="101296" y="65880"/>
                </a:cubicBezTo>
                <a:lnTo>
                  <a:pt x="102202" y="65880"/>
                </a:lnTo>
                <a:cubicBezTo>
                  <a:pt x="102055" y="83722"/>
                  <a:pt x="101663" y="101761"/>
                  <a:pt x="101026" y="119603"/>
                </a:cubicBezTo>
                <a:cubicBezTo>
                  <a:pt x="97665" y="119606"/>
                  <a:pt x="94305" y="119607"/>
                  <a:pt x="90947" y="119607"/>
                </a:cubicBezTo>
                <a:cubicBezTo>
                  <a:pt x="62499" y="119607"/>
                  <a:pt x="34181" y="119519"/>
                  <a:pt x="6275" y="119432"/>
                </a:cubicBezTo>
                <a:cubicBezTo>
                  <a:pt x="6153" y="119432"/>
                  <a:pt x="5907" y="119432"/>
                  <a:pt x="5736" y="119407"/>
                </a:cubicBezTo>
                <a:cubicBezTo>
                  <a:pt x="5711" y="119285"/>
                  <a:pt x="5662" y="118990"/>
                  <a:pt x="5662" y="118476"/>
                </a:cubicBezTo>
                <a:lnTo>
                  <a:pt x="4707" y="76860"/>
                </a:lnTo>
                <a:cubicBezTo>
                  <a:pt x="4707" y="76321"/>
                  <a:pt x="4658" y="75732"/>
                  <a:pt x="4609" y="75144"/>
                </a:cubicBezTo>
                <a:cubicBezTo>
                  <a:pt x="4412" y="72742"/>
                  <a:pt x="4363" y="70855"/>
                  <a:pt x="5368" y="70193"/>
                </a:cubicBezTo>
                <a:cubicBezTo>
                  <a:pt x="6692" y="69336"/>
                  <a:pt x="10000" y="69287"/>
                  <a:pt x="12402" y="69262"/>
                </a:cubicBezTo>
                <a:cubicBezTo>
                  <a:pt x="13530" y="69238"/>
                  <a:pt x="14584" y="69213"/>
                  <a:pt x="15490" y="69140"/>
                </a:cubicBezTo>
                <a:cubicBezTo>
                  <a:pt x="19485" y="68772"/>
                  <a:pt x="23603" y="68429"/>
                  <a:pt x="27720" y="68110"/>
                </a:cubicBezTo>
                <a:cubicBezTo>
                  <a:pt x="35637" y="67522"/>
                  <a:pt x="43872" y="67032"/>
                  <a:pt x="52205" y="66664"/>
                </a:cubicBezTo>
                <a:cubicBezTo>
                  <a:pt x="64966" y="66120"/>
                  <a:pt x="78093" y="65841"/>
                  <a:pt x="92103" y="65841"/>
                </a:cubicBezTo>
                <a:close/>
                <a:moveTo>
                  <a:pt x="117937" y="0"/>
                </a:moveTo>
                <a:lnTo>
                  <a:pt x="92521" y="196"/>
                </a:lnTo>
                <a:cubicBezTo>
                  <a:pt x="91958" y="196"/>
                  <a:pt x="91419" y="442"/>
                  <a:pt x="91051" y="858"/>
                </a:cubicBezTo>
                <a:cubicBezTo>
                  <a:pt x="90659" y="1275"/>
                  <a:pt x="90463" y="1839"/>
                  <a:pt x="90512" y="2402"/>
                </a:cubicBezTo>
                <a:lnTo>
                  <a:pt x="91272" y="12818"/>
                </a:lnTo>
                <a:cubicBezTo>
                  <a:pt x="88502" y="12843"/>
                  <a:pt x="85733" y="12892"/>
                  <a:pt x="82963" y="12916"/>
                </a:cubicBezTo>
                <a:cubicBezTo>
                  <a:pt x="81909" y="9681"/>
                  <a:pt x="81811" y="6152"/>
                  <a:pt x="82693" y="2868"/>
                </a:cubicBezTo>
                <a:cubicBezTo>
                  <a:pt x="82865" y="2231"/>
                  <a:pt x="82718" y="1544"/>
                  <a:pt x="82301" y="1030"/>
                </a:cubicBezTo>
                <a:cubicBezTo>
                  <a:pt x="81894" y="555"/>
                  <a:pt x="81321" y="289"/>
                  <a:pt x="80715" y="289"/>
                </a:cubicBezTo>
                <a:cubicBezTo>
                  <a:pt x="80664" y="289"/>
                  <a:pt x="80613" y="291"/>
                  <a:pt x="80561" y="294"/>
                </a:cubicBezTo>
                <a:cubicBezTo>
                  <a:pt x="76646" y="570"/>
                  <a:pt x="72705" y="707"/>
                  <a:pt x="68762" y="707"/>
                </a:cubicBezTo>
                <a:cubicBezTo>
                  <a:pt x="63944" y="707"/>
                  <a:pt x="59122" y="503"/>
                  <a:pt x="54337" y="98"/>
                </a:cubicBezTo>
                <a:cubicBezTo>
                  <a:pt x="54280" y="93"/>
                  <a:pt x="54223" y="91"/>
                  <a:pt x="54165" y="91"/>
                </a:cubicBezTo>
                <a:cubicBezTo>
                  <a:pt x="53656" y="91"/>
                  <a:pt x="53143" y="285"/>
                  <a:pt x="52768" y="638"/>
                </a:cubicBezTo>
                <a:cubicBezTo>
                  <a:pt x="52352" y="1030"/>
                  <a:pt x="52107" y="1593"/>
                  <a:pt x="52107" y="2157"/>
                </a:cubicBezTo>
                <a:cubicBezTo>
                  <a:pt x="52180" y="5956"/>
                  <a:pt x="52352" y="9779"/>
                  <a:pt x="52621" y="13554"/>
                </a:cubicBezTo>
                <a:cubicBezTo>
                  <a:pt x="51053" y="13603"/>
                  <a:pt x="49484" y="13627"/>
                  <a:pt x="47916" y="13676"/>
                </a:cubicBezTo>
                <a:cubicBezTo>
                  <a:pt x="46837" y="13701"/>
                  <a:pt x="45979" y="14559"/>
                  <a:pt x="45930" y="15637"/>
                </a:cubicBezTo>
                <a:cubicBezTo>
                  <a:pt x="45293" y="31298"/>
                  <a:pt x="45612" y="47180"/>
                  <a:pt x="46837" y="62816"/>
                </a:cubicBezTo>
                <a:cubicBezTo>
                  <a:pt x="44803" y="62914"/>
                  <a:pt x="42793" y="63037"/>
                  <a:pt x="40759" y="63135"/>
                </a:cubicBezTo>
                <a:cubicBezTo>
                  <a:pt x="40514" y="60635"/>
                  <a:pt x="40489" y="58135"/>
                  <a:pt x="40661" y="55635"/>
                </a:cubicBezTo>
                <a:cubicBezTo>
                  <a:pt x="40685" y="55121"/>
                  <a:pt x="40783" y="54091"/>
                  <a:pt x="40097" y="53160"/>
                </a:cubicBezTo>
                <a:cubicBezTo>
                  <a:pt x="39215" y="51934"/>
                  <a:pt x="37744" y="51885"/>
                  <a:pt x="37205" y="51861"/>
                </a:cubicBezTo>
                <a:cubicBezTo>
                  <a:pt x="34400" y="51746"/>
                  <a:pt x="31578" y="51688"/>
                  <a:pt x="28753" y="51688"/>
                </a:cubicBezTo>
                <a:cubicBezTo>
                  <a:pt x="23755" y="51688"/>
                  <a:pt x="18747" y="51868"/>
                  <a:pt x="13799" y="52229"/>
                </a:cubicBezTo>
                <a:cubicBezTo>
                  <a:pt x="13481" y="52253"/>
                  <a:pt x="12745" y="52302"/>
                  <a:pt x="12084" y="52866"/>
                </a:cubicBezTo>
                <a:cubicBezTo>
                  <a:pt x="11177" y="53650"/>
                  <a:pt x="11152" y="54728"/>
                  <a:pt x="11152" y="55072"/>
                </a:cubicBezTo>
                <a:cubicBezTo>
                  <a:pt x="11103" y="58454"/>
                  <a:pt x="11397" y="61836"/>
                  <a:pt x="12035" y="65169"/>
                </a:cubicBezTo>
                <a:cubicBezTo>
                  <a:pt x="8898" y="65218"/>
                  <a:pt x="5393" y="65316"/>
                  <a:pt x="3162" y="66738"/>
                </a:cubicBezTo>
                <a:cubicBezTo>
                  <a:pt x="1" y="68772"/>
                  <a:pt x="295" y="72791"/>
                  <a:pt x="516" y="75463"/>
                </a:cubicBezTo>
                <a:cubicBezTo>
                  <a:pt x="565" y="76002"/>
                  <a:pt x="589" y="76517"/>
                  <a:pt x="614" y="76958"/>
                </a:cubicBezTo>
                <a:lnTo>
                  <a:pt x="1545" y="118549"/>
                </a:lnTo>
                <a:cubicBezTo>
                  <a:pt x="1569" y="119481"/>
                  <a:pt x="1618" y="121637"/>
                  <a:pt x="3359" y="122838"/>
                </a:cubicBezTo>
                <a:cubicBezTo>
                  <a:pt x="4412" y="123525"/>
                  <a:pt x="5564" y="123525"/>
                  <a:pt x="6251" y="123525"/>
                </a:cubicBezTo>
                <a:cubicBezTo>
                  <a:pt x="33186" y="123623"/>
                  <a:pt x="60513" y="123696"/>
                  <a:pt x="87987" y="123696"/>
                </a:cubicBezTo>
                <a:cubicBezTo>
                  <a:pt x="125192" y="123696"/>
                  <a:pt x="162666" y="123549"/>
                  <a:pt x="199772" y="123034"/>
                </a:cubicBezTo>
                <a:cubicBezTo>
                  <a:pt x="201512" y="123010"/>
                  <a:pt x="204698" y="122961"/>
                  <a:pt x="206659" y="120682"/>
                </a:cubicBezTo>
                <a:cubicBezTo>
                  <a:pt x="207933" y="119162"/>
                  <a:pt x="208178" y="117226"/>
                  <a:pt x="208325" y="115951"/>
                </a:cubicBezTo>
                <a:cubicBezTo>
                  <a:pt x="210041" y="101614"/>
                  <a:pt x="209918" y="87080"/>
                  <a:pt x="208007" y="72767"/>
                </a:cubicBezTo>
                <a:cubicBezTo>
                  <a:pt x="207835" y="71517"/>
                  <a:pt x="207590" y="69630"/>
                  <a:pt x="206365" y="68110"/>
                </a:cubicBezTo>
                <a:cubicBezTo>
                  <a:pt x="204576" y="65904"/>
                  <a:pt x="201806" y="65586"/>
                  <a:pt x="199331" y="65439"/>
                </a:cubicBezTo>
                <a:cubicBezTo>
                  <a:pt x="199208" y="65439"/>
                  <a:pt x="199110" y="65439"/>
                  <a:pt x="198988" y="65414"/>
                </a:cubicBezTo>
                <a:lnTo>
                  <a:pt x="199453" y="57326"/>
                </a:lnTo>
                <a:cubicBezTo>
                  <a:pt x="199478" y="56861"/>
                  <a:pt x="199527" y="56003"/>
                  <a:pt x="199086" y="55145"/>
                </a:cubicBezTo>
                <a:cubicBezTo>
                  <a:pt x="198203" y="53577"/>
                  <a:pt x="196439" y="53405"/>
                  <a:pt x="195777" y="53331"/>
                </a:cubicBezTo>
                <a:lnTo>
                  <a:pt x="175386" y="51395"/>
                </a:lnTo>
                <a:cubicBezTo>
                  <a:pt x="175324" y="51390"/>
                  <a:pt x="175263" y="51388"/>
                  <a:pt x="175202" y="51388"/>
                </a:cubicBezTo>
                <a:cubicBezTo>
                  <a:pt x="174656" y="51388"/>
                  <a:pt x="174140" y="51584"/>
                  <a:pt x="173744" y="51959"/>
                </a:cubicBezTo>
                <a:cubicBezTo>
                  <a:pt x="173327" y="52400"/>
                  <a:pt x="173106" y="52964"/>
                  <a:pt x="173131" y="53577"/>
                </a:cubicBezTo>
                <a:cubicBezTo>
                  <a:pt x="173351" y="57081"/>
                  <a:pt x="173131" y="60586"/>
                  <a:pt x="172469" y="64017"/>
                </a:cubicBezTo>
                <a:cubicBezTo>
                  <a:pt x="169871" y="63895"/>
                  <a:pt x="167249" y="63772"/>
                  <a:pt x="164626" y="63650"/>
                </a:cubicBezTo>
                <a:cubicBezTo>
                  <a:pt x="165141" y="47523"/>
                  <a:pt x="164920" y="31225"/>
                  <a:pt x="163940" y="15122"/>
                </a:cubicBezTo>
                <a:cubicBezTo>
                  <a:pt x="163867" y="14068"/>
                  <a:pt x="162984" y="13235"/>
                  <a:pt x="161930" y="13211"/>
                </a:cubicBezTo>
                <a:cubicBezTo>
                  <a:pt x="160362" y="13162"/>
                  <a:pt x="158793" y="13137"/>
                  <a:pt x="157225" y="13113"/>
                </a:cubicBezTo>
                <a:cubicBezTo>
                  <a:pt x="157298" y="10294"/>
                  <a:pt x="157641" y="7451"/>
                  <a:pt x="158254" y="4706"/>
                </a:cubicBezTo>
                <a:cubicBezTo>
                  <a:pt x="158377" y="4142"/>
                  <a:pt x="158254" y="3554"/>
                  <a:pt x="157935" y="3088"/>
                </a:cubicBezTo>
                <a:cubicBezTo>
                  <a:pt x="157617" y="2623"/>
                  <a:pt x="157127" y="2304"/>
                  <a:pt x="156563" y="2231"/>
                </a:cubicBezTo>
                <a:cubicBezTo>
                  <a:pt x="149487" y="1104"/>
                  <a:pt x="142283" y="549"/>
                  <a:pt x="135109" y="549"/>
                </a:cubicBezTo>
                <a:cubicBezTo>
                  <a:pt x="134008" y="549"/>
                  <a:pt x="132908" y="562"/>
                  <a:pt x="131809" y="589"/>
                </a:cubicBezTo>
                <a:cubicBezTo>
                  <a:pt x="131319" y="613"/>
                  <a:pt x="130412" y="638"/>
                  <a:pt x="129579" y="1250"/>
                </a:cubicBezTo>
                <a:cubicBezTo>
                  <a:pt x="128304" y="2182"/>
                  <a:pt x="128255" y="3750"/>
                  <a:pt x="128231" y="4338"/>
                </a:cubicBezTo>
                <a:lnTo>
                  <a:pt x="128010" y="12745"/>
                </a:lnTo>
                <a:cubicBezTo>
                  <a:pt x="125412" y="12720"/>
                  <a:pt x="122814" y="12720"/>
                  <a:pt x="120216" y="12696"/>
                </a:cubicBezTo>
                <a:cubicBezTo>
                  <a:pt x="119824" y="9216"/>
                  <a:pt x="119775" y="5686"/>
                  <a:pt x="119996" y="2206"/>
                </a:cubicBezTo>
                <a:cubicBezTo>
                  <a:pt x="120045" y="1618"/>
                  <a:pt x="119849" y="1054"/>
                  <a:pt x="119457" y="638"/>
                </a:cubicBezTo>
                <a:cubicBezTo>
                  <a:pt x="119064" y="221"/>
                  <a:pt x="118525" y="0"/>
                  <a:pt x="117937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1" name="Google Shape;4021;p78"/>
          <p:cNvSpPr/>
          <p:nvPr/>
        </p:nvSpPr>
        <p:spPr>
          <a:xfrm>
            <a:off x="5637738" y="3675279"/>
            <a:ext cx="606439" cy="406743"/>
          </a:xfrm>
          <a:custGeom>
            <a:avLst/>
            <a:gdLst/>
            <a:ahLst/>
            <a:cxnLst/>
            <a:rect l="l" t="t" r="r" b="b"/>
            <a:pathLst>
              <a:path w="211119" h="123162" extrusionOk="0">
                <a:moveTo>
                  <a:pt x="80389" y="4098"/>
                </a:moveTo>
                <a:cubicBezTo>
                  <a:pt x="81492" y="4098"/>
                  <a:pt x="82570" y="4171"/>
                  <a:pt x="83624" y="4367"/>
                </a:cubicBezTo>
                <a:cubicBezTo>
                  <a:pt x="87055" y="4980"/>
                  <a:pt x="89678" y="6573"/>
                  <a:pt x="91050" y="8803"/>
                </a:cubicBezTo>
                <a:cubicBezTo>
                  <a:pt x="92790" y="11646"/>
                  <a:pt x="92766" y="15641"/>
                  <a:pt x="91001" y="18754"/>
                </a:cubicBezTo>
                <a:cubicBezTo>
                  <a:pt x="89310" y="21769"/>
                  <a:pt x="86075" y="23999"/>
                  <a:pt x="82374" y="24734"/>
                </a:cubicBezTo>
                <a:cubicBezTo>
                  <a:pt x="81403" y="24931"/>
                  <a:pt x="80403" y="25028"/>
                  <a:pt x="79389" y="25028"/>
                </a:cubicBezTo>
                <a:cubicBezTo>
                  <a:pt x="76745" y="25028"/>
                  <a:pt x="74005" y="24368"/>
                  <a:pt x="71419" y="23092"/>
                </a:cubicBezTo>
                <a:cubicBezTo>
                  <a:pt x="69654" y="22210"/>
                  <a:pt x="68355" y="21229"/>
                  <a:pt x="67497" y="20127"/>
                </a:cubicBezTo>
                <a:cubicBezTo>
                  <a:pt x="66125" y="18313"/>
                  <a:pt x="65635" y="15715"/>
                  <a:pt x="66223" y="13289"/>
                </a:cubicBezTo>
                <a:cubicBezTo>
                  <a:pt x="66787" y="10936"/>
                  <a:pt x="68257" y="8730"/>
                  <a:pt x="70414" y="7063"/>
                </a:cubicBezTo>
                <a:cubicBezTo>
                  <a:pt x="72816" y="5176"/>
                  <a:pt x="76615" y="4098"/>
                  <a:pt x="80389" y="4098"/>
                </a:cubicBezTo>
                <a:close/>
                <a:moveTo>
                  <a:pt x="108525" y="50493"/>
                </a:moveTo>
                <a:cubicBezTo>
                  <a:pt x="131490" y="50493"/>
                  <a:pt x="149969" y="52037"/>
                  <a:pt x="166733" y="55370"/>
                </a:cubicBezTo>
                <a:cubicBezTo>
                  <a:pt x="169723" y="55958"/>
                  <a:pt x="173081" y="56792"/>
                  <a:pt x="174748" y="59071"/>
                </a:cubicBezTo>
                <a:cubicBezTo>
                  <a:pt x="175704" y="60394"/>
                  <a:pt x="176071" y="62135"/>
                  <a:pt x="176267" y="63924"/>
                </a:cubicBezTo>
                <a:cubicBezTo>
                  <a:pt x="167934" y="63532"/>
                  <a:pt x="159209" y="63213"/>
                  <a:pt x="150288" y="63017"/>
                </a:cubicBezTo>
                <a:cubicBezTo>
                  <a:pt x="142557" y="62855"/>
                  <a:pt x="134630" y="62774"/>
                  <a:pt x="126123" y="62774"/>
                </a:cubicBezTo>
                <a:cubicBezTo>
                  <a:pt x="115347" y="62774"/>
                  <a:pt x="103639" y="62904"/>
                  <a:pt x="90217" y="63164"/>
                </a:cubicBezTo>
                <a:cubicBezTo>
                  <a:pt x="83747" y="63286"/>
                  <a:pt x="77203" y="63409"/>
                  <a:pt x="70733" y="63581"/>
                </a:cubicBezTo>
                <a:cubicBezTo>
                  <a:pt x="70684" y="63483"/>
                  <a:pt x="70659" y="63409"/>
                  <a:pt x="70610" y="63311"/>
                </a:cubicBezTo>
                <a:cubicBezTo>
                  <a:pt x="69238" y="60640"/>
                  <a:pt x="70904" y="57012"/>
                  <a:pt x="73257" y="55199"/>
                </a:cubicBezTo>
                <a:cubicBezTo>
                  <a:pt x="76002" y="53042"/>
                  <a:pt x="79850" y="52282"/>
                  <a:pt x="83575" y="51792"/>
                </a:cubicBezTo>
                <a:cubicBezTo>
                  <a:pt x="92055" y="50640"/>
                  <a:pt x="100511" y="50493"/>
                  <a:pt x="108378" y="50493"/>
                </a:cubicBezTo>
                <a:close/>
                <a:moveTo>
                  <a:pt x="67865" y="25788"/>
                </a:moveTo>
                <a:cubicBezTo>
                  <a:pt x="68404" y="26131"/>
                  <a:pt x="68992" y="26450"/>
                  <a:pt x="69605" y="26744"/>
                </a:cubicBezTo>
                <a:cubicBezTo>
                  <a:pt x="70193" y="27038"/>
                  <a:pt x="70757" y="27283"/>
                  <a:pt x="71345" y="27528"/>
                </a:cubicBezTo>
                <a:cubicBezTo>
                  <a:pt x="68502" y="31744"/>
                  <a:pt x="65169" y="35763"/>
                  <a:pt x="61909" y="39636"/>
                </a:cubicBezTo>
                <a:lnTo>
                  <a:pt x="60561" y="41253"/>
                </a:lnTo>
                <a:cubicBezTo>
                  <a:pt x="49729" y="54267"/>
                  <a:pt x="39386" y="67943"/>
                  <a:pt x="29803" y="81913"/>
                </a:cubicBezTo>
                <a:cubicBezTo>
                  <a:pt x="28455" y="80761"/>
                  <a:pt x="27082" y="79634"/>
                  <a:pt x="25612" y="78629"/>
                </a:cubicBezTo>
                <a:cubicBezTo>
                  <a:pt x="31862" y="70149"/>
                  <a:pt x="38381" y="61669"/>
                  <a:pt x="44704" y="53458"/>
                </a:cubicBezTo>
                <a:cubicBezTo>
                  <a:pt x="51910" y="44047"/>
                  <a:pt x="59385" y="34317"/>
                  <a:pt x="67865" y="25788"/>
                </a:cubicBezTo>
                <a:close/>
                <a:moveTo>
                  <a:pt x="125583" y="66865"/>
                </a:moveTo>
                <a:cubicBezTo>
                  <a:pt x="134259" y="66865"/>
                  <a:pt x="142323" y="66963"/>
                  <a:pt x="150190" y="67110"/>
                </a:cubicBezTo>
                <a:cubicBezTo>
                  <a:pt x="160582" y="67330"/>
                  <a:pt x="170704" y="67723"/>
                  <a:pt x="180238" y="68237"/>
                </a:cubicBezTo>
                <a:cubicBezTo>
                  <a:pt x="191438" y="68850"/>
                  <a:pt x="194061" y="72722"/>
                  <a:pt x="194306" y="75859"/>
                </a:cubicBezTo>
                <a:cubicBezTo>
                  <a:pt x="194526" y="78702"/>
                  <a:pt x="192174" y="81276"/>
                  <a:pt x="189919" y="82452"/>
                </a:cubicBezTo>
                <a:cubicBezTo>
                  <a:pt x="187051" y="83947"/>
                  <a:pt x="183620" y="84241"/>
                  <a:pt x="180336" y="84389"/>
                </a:cubicBezTo>
                <a:cubicBezTo>
                  <a:pt x="177458" y="84515"/>
                  <a:pt x="174557" y="84560"/>
                  <a:pt x="171662" y="84560"/>
                </a:cubicBezTo>
                <a:cubicBezTo>
                  <a:pt x="167849" y="84560"/>
                  <a:pt x="164045" y="84483"/>
                  <a:pt x="160312" y="84413"/>
                </a:cubicBezTo>
                <a:lnTo>
                  <a:pt x="104898" y="83212"/>
                </a:lnTo>
                <a:cubicBezTo>
                  <a:pt x="93991" y="82967"/>
                  <a:pt x="82693" y="82722"/>
                  <a:pt x="71664" y="82036"/>
                </a:cubicBezTo>
                <a:cubicBezTo>
                  <a:pt x="67375" y="81766"/>
                  <a:pt x="63012" y="81423"/>
                  <a:pt x="58748" y="81006"/>
                </a:cubicBezTo>
                <a:cubicBezTo>
                  <a:pt x="54385" y="80614"/>
                  <a:pt x="52106" y="79634"/>
                  <a:pt x="51322" y="77845"/>
                </a:cubicBezTo>
                <a:cubicBezTo>
                  <a:pt x="50807" y="76693"/>
                  <a:pt x="50954" y="75222"/>
                  <a:pt x="51199" y="73409"/>
                </a:cubicBezTo>
                <a:cubicBezTo>
                  <a:pt x="51469" y="71497"/>
                  <a:pt x="51836" y="69365"/>
                  <a:pt x="53111" y="68580"/>
                </a:cubicBezTo>
                <a:cubicBezTo>
                  <a:pt x="53895" y="68090"/>
                  <a:pt x="55169" y="68066"/>
                  <a:pt x="56297" y="68017"/>
                </a:cubicBezTo>
                <a:cubicBezTo>
                  <a:pt x="67424" y="67747"/>
                  <a:pt x="78968" y="67453"/>
                  <a:pt x="90291" y="67232"/>
                </a:cubicBezTo>
                <a:cubicBezTo>
                  <a:pt x="103476" y="66987"/>
                  <a:pt x="114995" y="66865"/>
                  <a:pt x="125583" y="66865"/>
                </a:cubicBezTo>
                <a:close/>
                <a:moveTo>
                  <a:pt x="177664" y="88580"/>
                </a:moveTo>
                <a:lnTo>
                  <a:pt x="177664" y="88580"/>
                </a:lnTo>
                <a:cubicBezTo>
                  <a:pt x="177517" y="91668"/>
                  <a:pt x="177248" y="94756"/>
                  <a:pt x="176831" y="97819"/>
                </a:cubicBezTo>
                <a:cubicBezTo>
                  <a:pt x="175483" y="97839"/>
                  <a:pt x="174150" y="97875"/>
                  <a:pt x="172834" y="97875"/>
                </a:cubicBezTo>
                <a:cubicBezTo>
                  <a:pt x="172524" y="97875"/>
                  <a:pt x="172214" y="97873"/>
                  <a:pt x="171905" y="97868"/>
                </a:cubicBezTo>
                <a:cubicBezTo>
                  <a:pt x="170606" y="97868"/>
                  <a:pt x="169331" y="97893"/>
                  <a:pt x="168032" y="97893"/>
                </a:cubicBezTo>
                <a:lnTo>
                  <a:pt x="168302" y="88629"/>
                </a:lnTo>
                <a:cubicBezTo>
                  <a:pt x="169405" y="88653"/>
                  <a:pt x="170508" y="88653"/>
                  <a:pt x="171611" y="88653"/>
                </a:cubicBezTo>
                <a:cubicBezTo>
                  <a:pt x="173620" y="88653"/>
                  <a:pt x="175655" y="88629"/>
                  <a:pt x="177664" y="88580"/>
                </a:cubicBezTo>
                <a:close/>
                <a:moveTo>
                  <a:pt x="67203" y="85835"/>
                </a:moveTo>
                <a:cubicBezTo>
                  <a:pt x="68625" y="85933"/>
                  <a:pt x="69997" y="86031"/>
                  <a:pt x="71394" y="86129"/>
                </a:cubicBezTo>
                <a:cubicBezTo>
                  <a:pt x="73551" y="86251"/>
                  <a:pt x="75708" y="86374"/>
                  <a:pt x="77889" y="86472"/>
                </a:cubicBezTo>
                <a:cubicBezTo>
                  <a:pt x="78036" y="90369"/>
                  <a:pt x="77938" y="94315"/>
                  <a:pt x="77571" y="98211"/>
                </a:cubicBezTo>
                <a:cubicBezTo>
                  <a:pt x="77546" y="98604"/>
                  <a:pt x="77620" y="98971"/>
                  <a:pt x="77791" y="99314"/>
                </a:cubicBezTo>
                <a:cubicBezTo>
                  <a:pt x="74017" y="99265"/>
                  <a:pt x="70242" y="99094"/>
                  <a:pt x="66517" y="98702"/>
                </a:cubicBezTo>
                <a:cubicBezTo>
                  <a:pt x="66811" y="94437"/>
                  <a:pt x="67032" y="90124"/>
                  <a:pt x="67203" y="85835"/>
                </a:cubicBezTo>
                <a:close/>
                <a:moveTo>
                  <a:pt x="81982" y="86668"/>
                </a:moveTo>
                <a:cubicBezTo>
                  <a:pt x="89653" y="86962"/>
                  <a:pt x="97300" y="87134"/>
                  <a:pt x="104800" y="87305"/>
                </a:cubicBezTo>
                <a:lnTo>
                  <a:pt x="160239" y="88506"/>
                </a:lnTo>
                <a:cubicBezTo>
                  <a:pt x="161538" y="88531"/>
                  <a:pt x="162861" y="88555"/>
                  <a:pt x="164209" y="88580"/>
                </a:cubicBezTo>
                <a:lnTo>
                  <a:pt x="163939" y="97893"/>
                </a:lnTo>
                <a:cubicBezTo>
                  <a:pt x="149920" y="97942"/>
                  <a:pt x="135779" y="98089"/>
                  <a:pt x="121809" y="98334"/>
                </a:cubicBezTo>
                <a:cubicBezTo>
                  <a:pt x="112373" y="98530"/>
                  <a:pt x="102790" y="98751"/>
                  <a:pt x="93354" y="99045"/>
                </a:cubicBezTo>
                <a:lnTo>
                  <a:pt x="92447" y="99069"/>
                </a:lnTo>
                <a:cubicBezTo>
                  <a:pt x="89041" y="99167"/>
                  <a:pt x="85609" y="99290"/>
                  <a:pt x="82154" y="99314"/>
                </a:cubicBezTo>
                <a:cubicBezTo>
                  <a:pt x="82374" y="98628"/>
                  <a:pt x="82203" y="97893"/>
                  <a:pt x="81762" y="97354"/>
                </a:cubicBezTo>
                <a:cubicBezTo>
                  <a:pt x="82031" y="93800"/>
                  <a:pt x="82105" y="90222"/>
                  <a:pt x="81982" y="86668"/>
                </a:cubicBezTo>
                <a:close/>
                <a:moveTo>
                  <a:pt x="14485" y="78997"/>
                </a:moveTo>
                <a:cubicBezTo>
                  <a:pt x="16593" y="78997"/>
                  <a:pt x="18774" y="79511"/>
                  <a:pt x="20637" y="80443"/>
                </a:cubicBezTo>
                <a:cubicBezTo>
                  <a:pt x="23896" y="82036"/>
                  <a:pt x="26617" y="84511"/>
                  <a:pt x="29509" y="87134"/>
                </a:cubicBezTo>
                <a:cubicBezTo>
                  <a:pt x="30979" y="88457"/>
                  <a:pt x="32499" y="89829"/>
                  <a:pt x="34092" y="91079"/>
                </a:cubicBezTo>
                <a:cubicBezTo>
                  <a:pt x="41543" y="96962"/>
                  <a:pt x="51248" y="100760"/>
                  <a:pt x="62914" y="102402"/>
                </a:cubicBezTo>
                <a:cubicBezTo>
                  <a:pt x="68558" y="103187"/>
                  <a:pt x="74258" y="103419"/>
                  <a:pt x="79923" y="103419"/>
                </a:cubicBezTo>
                <a:cubicBezTo>
                  <a:pt x="84171" y="103419"/>
                  <a:pt x="88400" y="103288"/>
                  <a:pt x="92570" y="103162"/>
                </a:cubicBezTo>
                <a:lnTo>
                  <a:pt x="93477" y="103138"/>
                </a:lnTo>
                <a:cubicBezTo>
                  <a:pt x="102913" y="102844"/>
                  <a:pt x="112471" y="102623"/>
                  <a:pt x="121882" y="102427"/>
                </a:cubicBezTo>
                <a:cubicBezTo>
                  <a:pt x="138058" y="102133"/>
                  <a:pt x="154479" y="101961"/>
                  <a:pt x="170655" y="101961"/>
                </a:cubicBezTo>
                <a:cubicBezTo>
                  <a:pt x="170949" y="101961"/>
                  <a:pt x="171243" y="101972"/>
                  <a:pt x="171530" y="101972"/>
                </a:cubicBezTo>
                <a:cubicBezTo>
                  <a:pt x="171673" y="101972"/>
                  <a:pt x="171815" y="101969"/>
                  <a:pt x="171954" y="101961"/>
                </a:cubicBezTo>
                <a:cubicBezTo>
                  <a:pt x="174429" y="101961"/>
                  <a:pt x="176978" y="101912"/>
                  <a:pt x="179429" y="101839"/>
                </a:cubicBezTo>
                <a:cubicBezTo>
                  <a:pt x="181906" y="101773"/>
                  <a:pt x="184418" y="101707"/>
                  <a:pt x="186917" y="101707"/>
                </a:cubicBezTo>
                <a:cubicBezTo>
                  <a:pt x="190007" y="101707"/>
                  <a:pt x="193079" y="101808"/>
                  <a:pt x="196046" y="102133"/>
                </a:cubicBezTo>
                <a:cubicBezTo>
                  <a:pt x="200090" y="102574"/>
                  <a:pt x="206560" y="104486"/>
                  <a:pt x="206732" y="107770"/>
                </a:cubicBezTo>
                <a:cubicBezTo>
                  <a:pt x="206903" y="110588"/>
                  <a:pt x="202712" y="112402"/>
                  <a:pt x="200188" y="113039"/>
                </a:cubicBezTo>
                <a:cubicBezTo>
                  <a:pt x="195139" y="114338"/>
                  <a:pt x="189919" y="114828"/>
                  <a:pt x="184135" y="115319"/>
                </a:cubicBezTo>
                <a:cubicBezTo>
                  <a:pt x="154504" y="117816"/>
                  <a:pt x="123015" y="119074"/>
                  <a:pt x="90406" y="119074"/>
                </a:cubicBezTo>
                <a:cubicBezTo>
                  <a:pt x="87493" y="119074"/>
                  <a:pt x="84570" y="119064"/>
                  <a:pt x="81639" y="119044"/>
                </a:cubicBezTo>
                <a:cubicBezTo>
                  <a:pt x="68257" y="118946"/>
                  <a:pt x="55219" y="118627"/>
                  <a:pt x="42793" y="115515"/>
                </a:cubicBezTo>
                <a:cubicBezTo>
                  <a:pt x="33087" y="113113"/>
                  <a:pt x="19607" y="107819"/>
                  <a:pt x="10465" y="96398"/>
                </a:cubicBezTo>
                <a:cubicBezTo>
                  <a:pt x="7328" y="92452"/>
                  <a:pt x="4608" y="86374"/>
                  <a:pt x="7328" y="82232"/>
                </a:cubicBezTo>
                <a:cubicBezTo>
                  <a:pt x="8823" y="79977"/>
                  <a:pt x="11568" y="78997"/>
                  <a:pt x="14485" y="78997"/>
                </a:cubicBezTo>
                <a:close/>
                <a:moveTo>
                  <a:pt x="80390" y="1"/>
                </a:moveTo>
                <a:cubicBezTo>
                  <a:pt x="75706" y="1"/>
                  <a:pt x="70997" y="1388"/>
                  <a:pt x="67890" y="3828"/>
                </a:cubicBezTo>
                <a:cubicBezTo>
                  <a:pt x="65022" y="6083"/>
                  <a:pt x="63012" y="9098"/>
                  <a:pt x="62228" y="12333"/>
                </a:cubicBezTo>
                <a:cubicBezTo>
                  <a:pt x="61370" y="15960"/>
                  <a:pt x="62105" y="19808"/>
                  <a:pt x="64262" y="22602"/>
                </a:cubicBezTo>
                <a:cubicBezTo>
                  <a:pt x="64409" y="22798"/>
                  <a:pt x="64556" y="22970"/>
                  <a:pt x="64703" y="23141"/>
                </a:cubicBezTo>
                <a:cubicBezTo>
                  <a:pt x="56150" y="31793"/>
                  <a:pt x="48675" y="41523"/>
                  <a:pt x="41445" y="50959"/>
                </a:cubicBezTo>
                <a:cubicBezTo>
                  <a:pt x="35048" y="59316"/>
                  <a:pt x="28406" y="67943"/>
                  <a:pt x="22034" y="76570"/>
                </a:cubicBezTo>
                <a:cubicBezTo>
                  <a:pt x="19670" y="75487"/>
                  <a:pt x="17005" y="74894"/>
                  <a:pt x="14434" y="74894"/>
                </a:cubicBezTo>
                <a:cubicBezTo>
                  <a:pt x="13806" y="74894"/>
                  <a:pt x="13184" y="74930"/>
                  <a:pt x="12573" y="75002"/>
                </a:cubicBezTo>
                <a:cubicBezTo>
                  <a:pt x="8823" y="75443"/>
                  <a:pt x="5735" y="77207"/>
                  <a:pt x="3922" y="80001"/>
                </a:cubicBezTo>
                <a:cubicBezTo>
                  <a:pt x="0" y="85957"/>
                  <a:pt x="3088" y="93702"/>
                  <a:pt x="7279" y="98947"/>
                </a:cubicBezTo>
                <a:cubicBezTo>
                  <a:pt x="17132" y="111275"/>
                  <a:pt x="31494" y="116912"/>
                  <a:pt x="41812" y="119485"/>
                </a:cubicBezTo>
                <a:cubicBezTo>
                  <a:pt x="54655" y="122696"/>
                  <a:pt x="67963" y="123039"/>
                  <a:pt x="81614" y="123137"/>
                </a:cubicBezTo>
                <a:cubicBezTo>
                  <a:pt x="84531" y="123161"/>
                  <a:pt x="87448" y="123161"/>
                  <a:pt x="90364" y="123161"/>
                </a:cubicBezTo>
                <a:cubicBezTo>
                  <a:pt x="123108" y="123161"/>
                  <a:pt x="154724" y="121911"/>
                  <a:pt x="184478" y="119387"/>
                </a:cubicBezTo>
                <a:cubicBezTo>
                  <a:pt x="190458" y="118897"/>
                  <a:pt x="195825" y="118382"/>
                  <a:pt x="201193" y="117010"/>
                </a:cubicBezTo>
                <a:cubicBezTo>
                  <a:pt x="206045" y="115784"/>
                  <a:pt x="211119" y="112647"/>
                  <a:pt x="210825" y="107525"/>
                </a:cubicBezTo>
                <a:cubicBezTo>
                  <a:pt x="210384" y="99780"/>
                  <a:pt x="197909" y="98211"/>
                  <a:pt x="196487" y="98064"/>
                </a:cubicBezTo>
                <a:cubicBezTo>
                  <a:pt x="193330" y="97715"/>
                  <a:pt x="190107" y="97611"/>
                  <a:pt x="186887" y="97611"/>
                </a:cubicBezTo>
                <a:cubicBezTo>
                  <a:pt x="184909" y="97611"/>
                  <a:pt x="182932" y="97650"/>
                  <a:pt x="180973" y="97697"/>
                </a:cubicBezTo>
                <a:cubicBezTo>
                  <a:pt x="181365" y="94633"/>
                  <a:pt x="181635" y="91496"/>
                  <a:pt x="181757" y="88408"/>
                </a:cubicBezTo>
                <a:cubicBezTo>
                  <a:pt x="185041" y="88212"/>
                  <a:pt x="188644" y="87746"/>
                  <a:pt x="191830" y="86080"/>
                </a:cubicBezTo>
                <a:cubicBezTo>
                  <a:pt x="195360" y="84241"/>
                  <a:pt x="198742" y="80271"/>
                  <a:pt x="198374" y="75541"/>
                </a:cubicBezTo>
                <a:cubicBezTo>
                  <a:pt x="197860" y="68801"/>
                  <a:pt x="191512" y="64757"/>
                  <a:pt x="180483" y="64144"/>
                </a:cubicBezTo>
                <a:lnTo>
                  <a:pt x="180409" y="64144"/>
                </a:lnTo>
                <a:cubicBezTo>
                  <a:pt x="180189" y="61669"/>
                  <a:pt x="179699" y="58899"/>
                  <a:pt x="178056" y="56645"/>
                </a:cubicBezTo>
                <a:cubicBezTo>
                  <a:pt x="175508" y="53189"/>
                  <a:pt x="171292" y="52110"/>
                  <a:pt x="167518" y="51351"/>
                </a:cubicBezTo>
                <a:cubicBezTo>
                  <a:pt x="150509" y="47968"/>
                  <a:pt x="131759" y="46400"/>
                  <a:pt x="108525" y="46400"/>
                </a:cubicBezTo>
                <a:lnTo>
                  <a:pt x="108378" y="46400"/>
                </a:lnTo>
                <a:cubicBezTo>
                  <a:pt x="100364" y="46400"/>
                  <a:pt x="91761" y="46571"/>
                  <a:pt x="83036" y="47723"/>
                </a:cubicBezTo>
                <a:cubicBezTo>
                  <a:pt x="78722" y="48287"/>
                  <a:pt x="74262" y="49194"/>
                  <a:pt x="70733" y="51963"/>
                </a:cubicBezTo>
                <a:cubicBezTo>
                  <a:pt x="66468" y="55272"/>
                  <a:pt x="65414" y="60125"/>
                  <a:pt x="66395" y="63679"/>
                </a:cubicBezTo>
                <a:cubicBezTo>
                  <a:pt x="62963" y="63777"/>
                  <a:pt x="59557" y="63850"/>
                  <a:pt x="56199" y="63924"/>
                </a:cubicBezTo>
                <a:lnTo>
                  <a:pt x="56248" y="65982"/>
                </a:lnTo>
                <a:lnTo>
                  <a:pt x="56174" y="63924"/>
                </a:lnTo>
                <a:cubicBezTo>
                  <a:pt x="54704" y="63973"/>
                  <a:pt x="52670" y="64022"/>
                  <a:pt x="50929" y="65125"/>
                </a:cubicBezTo>
                <a:cubicBezTo>
                  <a:pt x="47939" y="66987"/>
                  <a:pt x="47425" y="70811"/>
                  <a:pt x="47131" y="72869"/>
                </a:cubicBezTo>
                <a:cubicBezTo>
                  <a:pt x="46886" y="74708"/>
                  <a:pt x="46567" y="77207"/>
                  <a:pt x="47572" y="79511"/>
                </a:cubicBezTo>
                <a:cubicBezTo>
                  <a:pt x="49459" y="83727"/>
                  <a:pt x="54312" y="84707"/>
                  <a:pt x="58356" y="85099"/>
                </a:cubicBezTo>
                <a:cubicBezTo>
                  <a:pt x="59949" y="85246"/>
                  <a:pt x="61542" y="85369"/>
                  <a:pt x="63135" y="85516"/>
                </a:cubicBezTo>
                <a:cubicBezTo>
                  <a:pt x="62963" y="89731"/>
                  <a:pt x="62718" y="93971"/>
                  <a:pt x="62449" y="98187"/>
                </a:cubicBezTo>
                <a:cubicBezTo>
                  <a:pt x="51959" y="96594"/>
                  <a:pt x="43283" y="93114"/>
                  <a:pt x="36616" y="87869"/>
                </a:cubicBezTo>
                <a:cubicBezTo>
                  <a:pt x="35342" y="86864"/>
                  <a:pt x="34092" y="85761"/>
                  <a:pt x="32867" y="84658"/>
                </a:cubicBezTo>
                <a:cubicBezTo>
                  <a:pt x="42474" y="70639"/>
                  <a:pt x="52841" y="56939"/>
                  <a:pt x="63699" y="43876"/>
                </a:cubicBezTo>
                <a:lnTo>
                  <a:pt x="65047" y="42258"/>
                </a:lnTo>
                <a:cubicBezTo>
                  <a:pt x="68649" y="37969"/>
                  <a:pt x="72350" y="33533"/>
                  <a:pt x="75463" y="28729"/>
                </a:cubicBezTo>
                <a:cubicBezTo>
                  <a:pt x="76786" y="28974"/>
                  <a:pt x="78134" y="29121"/>
                  <a:pt x="79433" y="29121"/>
                </a:cubicBezTo>
                <a:cubicBezTo>
                  <a:pt x="80708" y="29121"/>
                  <a:pt x="81958" y="28999"/>
                  <a:pt x="83159" y="28754"/>
                </a:cubicBezTo>
                <a:cubicBezTo>
                  <a:pt x="88011" y="27798"/>
                  <a:pt x="92276" y="24808"/>
                  <a:pt x="94580" y="20764"/>
                </a:cubicBezTo>
                <a:cubicBezTo>
                  <a:pt x="97079" y="16352"/>
                  <a:pt x="97079" y="10813"/>
                  <a:pt x="94555" y="6671"/>
                </a:cubicBezTo>
                <a:cubicBezTo>
                  <a:pt x="92545" y="3412"/>
                  <a:pt x="88943" y="1157"/>
                  <a:pt x="84359" y="348"/>
                </a:cubicBezTo>
                <a:cubicBezTo>
                  <a:pt x="83064" y="114"/>
                  <a:pt x="81728" y="1"/>
                  <a:pt x="80390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22" name="Google Shape;4022;p78"/>
          <p:cNvGrpSpPr/>
          <p:nvPr/>
        </p:nvGrpSpPr>
        <p:grpSpPr>
          <a:xfrm>
            <a:off x="4307085" y="1739569"/>
            <a:ext cx="524517" cy="509225"/>
            <a:chOff x="1143425" y="268825"/>
            <a:chExt cx="5319650" cy="5164550"/>
          </a:xfrm>
        </p:grpSpPr>
        <p:sp>
          <p:nvSpPr>
            <p:cNvPr id="4023" name="Google Shape;4023;p78"/>
            <p:cNvSpPr/>
            <p:nvPr/>
          </p:nvSpPr>
          <p:spPr>
            <a:xfrm>
              <a:off x="1143425" y="268825"/>
              <a:ext cx="5319650" cy="5164550"/>
            </a:xfrm>
            <a:custGeom>
              <a:avLst/>
              <a:gdLst/>
              <a:ahLst/>
              <a:cxnLst/>
              <a:rect l="l" t="t" r="r" b="b"/>
              <a:pathLst>
                <a:path w="212786" h="206582" extrusionOk="0">
                  <a:moveTo>
                    <a:pt x="179111" y="3992"/>
                  </a:moveTo>
                  <a:cubicBezTo>
                    <a:pt x="188669" y="3992"/>
                    <a:pt x="196880" y="7963"/>
                    <a:pt x="201291" y="13453"/>
                  </a:cubicBezTo>
                  <a:cubicBezTo>
                    <a:pt x="206928" y="20438"/>
                    <a:pt x="208472" y="31148"/>
                    <a:pt x="205335" y="41393"/>
                  </a:cubicBezTo>
                  <a:cubicBezTo>
                    <a:pt x="203767" y="46515"/>
                    <a:pt x="200385" y="54726"/>
                    <a:pt x="189086" y="66857"/>
                  </a:cubicBezTo>
                  <a:cubicBezTo>
                    <a:pt x="169969" y="87347"/>
                    <a:pt x="145411" y="102738"/>
                    <a:pt x="121687" y="117615"/>
                  </a:cubicBezTo>
                  <a:cubicBezTo>
                    <a:pt x="101761" y="130115"/>
                    <a:pt x="81345" y="142908"/>
                    <a:pt x="63895" y="158888"/>
                  </a:cubicBezTo>
                  <a:cubicBezTo>
                    <a:pt x="63209" y="155604"/>
                    <a:pt x="61199" y="152540"/>
                    <a:pt x="58332" y="150506"/>
                  </a:cubicBezTo>
                  <a:cubicBezTo>
                    <a:pt x="56420" y="149158"/>
                    <a:pt x="54141" y="148251"/>
                    <a:pt x="51714" y="147859"/>
                  </a:cubicBezTo>
                  <a:cubicBezTo>
                    <a:pt x="55954" y="143717"/>
                    <a:pt x="60121" y="139281"/>
                    <a:pt x="64459" y="134575"/>
                  </a:cubicBezTo>
                  <a:cubicBezTo>
                    <a:pt x="73258" y="125041"/>
                    <a:pt x="81076" y="116316"/>
                    <a:pt x="87767" y="106341"/>
                  </a:cubicBezTo>
                  <a:cubicBezTo>
                    <a:pt x="94850" y="95778"/>
                    <a:pt x="101933" y="84920"/>
                    <a:pt x="108820" y="74087"/>
                  </a:cubicBezTo>
                  <a:lnTo>
                    <a:pt x="111491" y="69847"/>
                  </a:lnTo>
                  <a:cubicBezTo>
                    <a:pt x="118109" y="59407"/>
                    <a:pt x="124947" y="48598"/>
                    <a:pt x="132079" y="38280"/>
                  </a:cubicBezTo>
                  <a:cubicBezTo>
                    <a:pt x="139872" y="26982"/>
                    <a:pt x="149308" y="14409"/>
                    <a:pt x="162788" y="7865"/>
                  </a:cubicBezTo>
                  <a:cubicBezTo>
                    <a:pt x="168376" y="5144"/>
                    <a:pt x="173940" y="3992"/>
                    <a:pt x="179111" y="3992"/>
                  </a:cubicBezTo>
                  <a:close/>
                  <a:moveTo>
                    <a:pt x="48876" y="151718"/>
                  </a:moveTo>
                  <a:cubicBezTo>
                    <a:pt x="51498" y="151718"/>
                    <a:pt x="53997" y="152475"/>
                    <a:pt x="55954" y="153864"/>
                  </a:cubicBezTo>
                  <a:cubicBezTo>
                    <a:pt x="58503" y="155653"/>
                    <a:pt x="60072" y="158569"/>
                    <a:pt x="60072" y="161437"/>
                  </a:cubicBezTo>
                  <a:cubicBezTo>
                    <a:pt x="60072" y="161731"/>
                    <a:pt x="60145" y="162025"/>
                    <a:pt x="60268" y="162295"/>
                  </a:cubicBezTo>
                  <a:cubicBezTo>
                    <a:pt x="57842" y="164647"/>
                    <a:pt x="55464" y="167049"/>
                    <a:pt x="53185" y="169549"/>
                  </a:cubicBezTo>
                  <a:cubicBezTo>
                    <a:pt x="52450" y="166314"/>
                    <a:pt x="50808" y="163299"/>
                    <a:pt x="48479" y="160971"/>
                  </a:cubicBezTo>
                  <a:cubicBezTo>
                    <a:pt x="46592" y="159108"/>
                    <a:pt x="44239" y="157687"/>
                    <a:pt x="41715" y="156829"/>
                  </a:cubicBezTo>
                  <a:cubicBezTo>
                    <a:pt x="43724" y="155211"/>
                    <a:pt x="45685" y="153520"/>
                    <a:pt x="47572" y="151780"/>
                  </a:cubicBezTo>
                  <a:cubicBezTo>
                    <a:pt x="48009" y="151739"/>
                    <a:pt x="48444" y="151718"/>
                    <a:pt x="48876" y="151718"/>
                  </a:cubicBezTo>
                  <a:close/>
                  <a:moveTo>
                    <a:pt x="37524" y="160089"/>
                  </a:moveTo>
                  <a:cubicBezTo>
                    <a:pt x="40514" y="160383"/>
                    <a:pt x="43430" y="161755"/>
                    <a:pt x="45587" y="163888"/>
                  </a:cubicBezTo>
                  <a:cubicBezTo>
                    <a:pt x="47891" y="166167"/>
                    <a:pt x="49312" y="169329"/>
                    <a:pt x="49484" y="172588"/>
                  </a:cubicBezTo>
                  <a:cubicBezTo>
                    <a:pt x="49509" y="172882"/>
                    <a:pt x="49607" y="173176"/>
                    <a:pt x="49729" y="173422"/>
                  </a:cubicBezTo>
                  <a:cubicBezTo>
                    <a:pt x="48210" y="175211"/>
                    <a:pt x="46690" y="177049"/>
                    <a:pt x="45244" y="178911"/>
                  </a:cubicBezTo>
                  <a:cubicBezTo>
                    <a:pt x="44092" y="180407"/>
                    <a:pt x="42940" y="181926"/>
                    <a:pt x="41837" y="183397"/>
                  </a:cubicBezTo>
                  <a:cubicBezTo>
                    <a:pt x="37989" y="188568"/>
                    <a:pt x="34019" y="193911"/>
                    <a:pt x="29044" y="197906"/>
                  </a:cubicBezTo>
                  <a:cubicBezTo>
                    <a:pt x="25294" y="200896"/>
                    <a:pt x="21716" y="202440"/>
                    <a:pt x="18382" y="202464"/>
                  </a:cubicBezTo>
                  <a:cubicBezTo>
                    <a:pt x="18349" y="202465"/>
                    <a:pt x="18315" y="202465"/>
                    <a:pt x="18281" y="202465"/>
                  </a:cubicBezTo>
                  <a:cubicBezTo>
                    <a:pt x="13341" y="202465"/>
                    <a:pt x="8518" y="198901"/>
                    <a:pt x="6790" y="193911"/>
                  </a:cubicBezTo>
                  <a:cubicBezTo>
                    <a:pt x="3506" y="184328"/>
                    <a:pt x="10932" y="177956"/>
                    <a:pt x="14265" y="175652"/>
                  </a:cubicBezTo>
                  <a:cubicBezTo>
                    <a:pt x="17304" y="173593"/>
                    <a:pt x="20441" y="171559"/>
                    <a:pt x="23480" y="169598"/>
                  </a:cubicBezTo>
                  <a:cubicBezTo>
                    <a:pt x="28137" y="166584"/>
                    <a:pt x="32941" y="163471"/>
                    <a:pt x="37524" y="160089"/>
                  </a:cubicBezTo>
                  <a:close/>
                  <a:moveTo>
                    <a:pt x="179455" y="0"/>
                  </a:moveTo>
                  <a:cubicBezTo>
                    <a:pt x="172940" y="0"/>
                    <a:pt x="166429" y="1529"/>
                    <a:pt x="160999" y="4164"/>
                  </a:cubicBezTo>
                  <a:cubicBezTo>
                    <a:pt x="154651" y="7252"/>
                    <a:pt x="148696" y="11786"/>
                    <a:pt x="142813" y="17987"/>
                  </a:cubicBezTo>
                  <a:cubicBezTo>
                    <a:pt x="137274" y="23820"/>
                    <a:pt x="132593" y="30339"/>
                    <a:pt x="128721" y="35927"/>
                  </a:cubicBezTo>
                  <a:cubicBezTo>
                    <a:pt x="121540" y="46344"/>
                    <a:pt x="114677" y="57176"/>
                    <a:pt x="108035" y="67666"/>
                  </a:cubicBezTo>
                  <a:lnTo>
                    <a:pt x="105340" y="71906"/>
                  </a:lnTo>
                  <a:cubicBezTo>
                    <a:pt x="98502" y="82715"/>
                    <a:pt x="91443" y="93523"/>
                    <a:pt x="84360" y="104062"/>
                  </a:cubicBezTo>
                  <a:cubicBezTo>
                    <a:pt x="77841" y="113792"/>
                    <a:pt x="70120" y="122370"/>
                    <a:pt x="61444" y="131781"/>
                  </a:cubicBezTo>
                  <a:cubicBezTo>
                    <a:pt x="53405" y="140482"/>
                    <a:pt x="46077" y="148226"/>
                    <a:pt x="37622" y="154868"/>
                  </a:cubicBezTo>
                  <a:cubicBezTo>
                    <a:pt x="32426" y="158937"/>
                    <a:pt x="26740" y="162589"/>
                    <a:pt x="21250" y="166142"/>
                  </a:cubicBezTo>
                  <a:cubicBezTo>
                    <a:pt x="18186" y="168128"/>
                    <a:pt x="15025" y="170162"/>
                    <a:pt x="11961" y="172270"/>
                  </a:cubicBezTo>
                  <a:cubicBezTo>
                    <a:pt x="3383" y="178152"/>
                    <a:pt x="1" y="186754"/>
                    <a:pt x="2917" y="195259"/>
                  </a:cubicBezTo>
                  <a:cubicBezTo>
                    <a:pt x="5197" y="201827"/>
                    <a:pt x="11618" y="206582"/>
                    <a:pt x="18284" y="206582"/>
                  </a:cubicBezTo>
                  <a:lnTo>
                    <a:pt x="18431" y="206582"/>
                  </a:lnTo>
                  <a:cubicBezTo>
                    <a:pt x="22696" y="206533"/>
                    <a:pt x="27132" y="204695"/>
                    <a:pt x="31593" y="201092"/>
                  </a:cubicBezTo>
                  <a:cubicBezTo>
                    <a:pt x="36985" y="196778"/>
                    <a:pt x="41127" y="191215"/>
                    <a:pt x="45146" y="185847"/>
                  </a:cubicBezTo>
                  <a:cubicBezTo>
                    <a:pt x="46224" y="184401"/>
                    <a:pt x="47352" y="182882"/>
                    <a:pt x="48479" y="181436"/>
                  </a:cubicBezTo>
                  <a:cubicBezTo>
                    <a:pt x="68307" y="155922"/>
                    <a:pt x="96565" y="138202"/>
                    <a:pt x="123868" y="121095"/>
                  </a:cubicBezTo>
                  <a:cubicBezTo>
                    <a:pt x="147813" y="106071"/>
                    <a:pt x="172592" y="90533"/>
                    <a:pt x="192076" y="69651"/>
                  </a:cubicBezTo>
                  <a:cubicBezTo>
                    <a:pt x="203963" y="56907"/>
                    <a:pt x="207566" y="48108"/>
                    <a:pt x="209257" y="42594"/>
                  </a:cubicBezTo>
                  <a:cubicBezTo>
                    <a:pt x="212786" y="31075"/>
                    <a:pt x="210948" y="18918"/>
                    <a:pt x="204502" y="10879"/>
                  </a:cubicBezTo>
                  <a:cubicBezTo>
                    <a:pt x="198315" y="3199"/>
                    <a:pt x="188880" y="0"/>
                    <a:pt x="17945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78"/>
            <p:cNvSpPr/>
            <p:nvPr/>
          </p:nvSpPr>
          <p:spPr>
            <a:xfrm>
              <a:off x="4567925" y="3088025"/>
              <a:ext cx="1746275" cy="1600300"/>
            </a:xfrm>
            <a:custGeom>
              <a:avLst/>
              <a:gdLst/>
              <a:ahLst/>
              <a:cxnLst/>
              <a:rect l="l" t="t" r="r" b="b"/>
              <a:pathLst>
                <a:path w="69851" h="64012" extrusionOk="0">
                  <a:moveTo>
                    <a:pt x="36494" y="4112"/>
                  </a:moveTo>
                  <a:cubicBezTo>
                    <a:pt x="41224" y="4112"/>
                    <a:pt x="45979" y="5117"/>
                    <a:pt x="50292" y="7053"/>
                  </a:cubicBezTo>
                  <a:cubicBezTo>
                    <a:pt x="48773" y="8793"/>
                    <a:pt x="47989" y="10974"/>
                    <a:pt x="47253" y="12959"/>
                  </a:cubicBezTo>
                  <a:cubicBezTo>
                    <a:pt x="46910" y="13866"/>
                    <a:pt x="46592" y="14749"/>
                    <a:pt x="46224" y="15533"/>
                  </a:cubicBezTo>
                  <a:cubicBezTo>
                    <a:pt x="44729" y="18768"/>
                    <a:pt x="41984" y="21390"/>
                    <a:pt x="38675" y="22738"/>
                  </a:cubicBezTo>
                  <a:cubicBezTo>
                    <a:pt x="36979" y="23434"/>
                    <a:pt x="35146" y="23784"/>
                    <a:pt x="33311" y="23784"/>
                  </a:cubicBezTo>
                  <a:cubicBezTo>
                    <a:pt x="31592" y="23784"/>
                    <a:pt x="29871" y="23477"/>
                    <a:pt x="28259" y="22861"/>
                  </a:cubicBezTo>
                  <a:cubicBezTo>
                    <a:pt x="26666" y="22248"/>
                    <a:pt x="25146" y="21366"/>
                    <a:pt x="23529" y="20410"/>
                  </a:cubicBezTo>
                  <a:cubicBezTo>
                    <a:pt x="21421" y="19136"/>
                    <a:pt x="19215" y="17837"/>
                    <a:pt x="16642" y="17150"/>
                  </a:cubicBezTo>
                  <a:cubicBezTo>
                    <a:pt x="15784" y="16918"/>
                    <a:pt x="14798" y="16820"/>
                    <a:pt x="13759" y="16820"/>
                  </a:cubicBezTo>
                  <a:cubicBezTo>
                    <a:pt x="12720" y="16820"/>
                    <a:pt x="11630" y="16918"/>
                    <a:pt x="10564" y="17077"/>
                  </a:cubicBezTo>
                  <a:cubicBezTo>
                    <a:pt x="13529" y="12812"/>
                    <a:pt x="17818" y="9308"/>
                    <a:pt x="22990" y="7004"/>
                  </a:cubicBezTo>
                  <a:cubicBezTo>
                    <a:pt x="25931" y="5680"/>
                    <a:pt x="29068" y="4798"/>
                    <a:pt x="32278" y="4381"/>
                  </a:cubicBezTo>
                  <a:cubicBezTo>
                    <a:pt x="33675" y="4185"/>
                    <a:pt x="35097" y="4112"/>
                    <a:pt x="36494" y="4112"/>
                  </a:cubicBezTo>
                  <a:close/>
                  <a:moveTo>
                    <a:pt x="54091" y="9087"/>
                  </a:moveTo>
                  <a:cubicBezTo>
                    <a:pt x="59434" y="12445"/>
                    <a:pt x="63208" y="17175"/>
                    <a:pt x="64581" y="22395"/>
                  </a:cubicBezTo>
                  <a:cubicBezTo>
                    <a:pt x="65684" y="26684"/>
                    <a:pt x="65341" y="31758"/>
                    <a:pt x="63527" y="37517"/>
                  </a:cubicBezTo>
                  <a:cubicBezTo>
                    <a:pt x="63282" y="38326"/>
                    <a:pt x="63012" y="39135"/>
                    <a:pt x="62718" y="39919"/>
                  </a:cubicBezTo>
                  <a:cubicBezTo>
                    <a:pt x="62645" y="39919"/>
                    <a:pt x="62571" y="39944"/>
                    <a:pt x="62498" y="39968"/>
                  </a:cubicBezTo>
                  <a:cubicBezTo>
                    <a:pt x="62200" y="40067"/>
                    <a:pt x="61887" y="40109"/>
                    <a:pt x="61570" y="40109"/>
                  </a:cubicBezTo>
                  <a:cubicBezTo>
                    <a:pt x="60710" y="40109"/>
                    <a:pt x="59820" y="39800"/>
                    <a:pt x="59140" y="39478"/>
                  </a:cubicBezTo>
                  <a:cubicBezTo>
                    <a:pt x="58454" y="39159"/>
                    <a:pt x="57768" y="38767"/>
                    <a:pt x="57032" y="38326"/>
                  </a:cubicBezTo>
                  <a:cubicBezTo>
                    <a:pt x="56322" y="37909"/>
                    <a:pt x="55562" y="37468"/>
                    <a:pt x="54753" y="37076"/>
                  </a:cubicBezTo>
                  <a:cubicBezTo>
                    <a:pt x="52381" y="35946"/>
                    <a:pt x="49616" y="35374"/>
                    <a:pt x="46598" y="35374"/>
                  </a:cubicBezTo>
                  <a:cubicBezTo>
                    <a:pt x="44971" y="35374"/>
                    <a:pt x="43270" y="35540"/>
                    <a:pt x="41518" y="35875"/>
                  </a:cubicBezTo>
                  <a:cubicBezTo>
                    <a:pt x="36862" y="36757"/>
                    <a:pt x="33234" y="38547"/>
                    <a:pt x="30783" y="41194"/>
                  </a:cubicBezTo>
                  <a:cubicBezTo>
                    <a:pt x="29288" y="42787"/>
                    <a:pt x="28283" y="44625"/>
                    <a:pt x="27303" y="46389"/>
                  </a:cubicBezTo>
                  <a:cubicBezTo>
                    <a:pt x="26494" y="47860"/>
                    <a:pt x="25735" y="49232"/>
                    <a:pt x="24754" y="50409"/>
                  </a:cubicBezTo>
                  <a:cubicBezTo>
                    <a:pt x="23578" y="51806"/>
                    <a:pt x="22058" y="52884"/>
                    <a:pt x="20367" y="53546"/>
                  </a:cubicBezTo>
                  <a:cubicBezTo>
                    <a:pt x="19779" y="53791"/>
                    <a:pt x="19313" y="54085"/>
                    <a:pt x="18921" y="54306"/>
                  </a:cubicBezTo>
                  <a:cubicBezTo>
                    <a:pt x="18799" y="54404"/>
                    <a:pt x="18603" y="54526"/>
                    <a:pt x="18480" y="54575"/>
                  </a:cubicBezTo>
                  <a:cubicBezTo>
                    <a:pt x="18308" y="54526"/>
                    <a:pt x="18161" y="54502"/>
                    <a:pt x="17965" y="54477"/>
                  </a:cubicBezTo>
                  <a:cubicBezTo>
                    <a:pt x="15024" y="52517"/>
                    <a:pt x="12475" y="50139"/>
                    <a:pt x="10564" y="47443"/>
                  </a:cubicBezTo>
                  <a:cubicBezTo>
                    <a:pt x="5490" y="40336"/>
                    <a:pt x="4461" y="30214"/>
                    <a:pt x="7892" y="21930"/>
                  </a:cubicBezTo>
                  <a:cubicBezTo>
                    <a:pt x="9568" y="21359"/>
                    <a:pt x="11891" y="20919"/>
                    <a:pt x="13751" y="20919"/>
                  </a:cubicBezTo>
                  <a:cubicBezTo>
                    <a:pt x="14448" y="20919"/>
                    <a:pt x="15080" y="20980"/>
                    <a:pt x="15588" y="21121"/>
                  </a:cubicBezTo>
                  <a:cubicBezTo>
                    <a:pt x="17598" y="21660"/>
                    <a:pt x="19460" y="22763"/>
                    <a:pt x="21446" y="23939"/>
                  </a:cubicBezTo>
                  <a:cubicBezTo>
                    <a:pt x="23137" y="24944"/>
                    <a:pt x="24877" y="25974"/>
                    <a:pt x="26813" y="26709"/>
                  </a:cubicBezTo>
                  <a:cubicBezTo>
                    <a:pt x="28872" y="27493"/>
                    <a:pt x="31077" y="27885"/>
                    <a:pt x="33308" y="27885"/>
                  </a:cubicBezTo>
                  <a:cubicBezTo>
                    <a:pt x="35661" y="27885"/>
                    <a:pt x="38038" y="27420"/>
                    <a:pt x="40219" y="26537"/>
                  </a:cubicBezTo>
                  <a:cubicBezTo>
                    <a:pt x="44484" y="24797"/>
                    <a:pt x="48013" y="21415"/>
                    <a:pt x="49949" y="17273"/>
                  </a:cubicBezTo>
                  <a:cubicBezTo>
                    <a:pt x="50366" y="16317"/>
                    <a:pt x="50734" y="15337"/>
                    <a:pt x="51101" y="14381"/>
                  </a:cubicBezTo>
                  <a:cubicBezTo>
                    <a:pt x="51885" y="12224"/>
                    <a:pt x="52645" y="10190"/>
                    <a:pt x="54091" y="9087"/>
                  </a:cubicBezTo>
                  <a:close/>
                  <a:moveTo>
                    <a:pt x="46601" y="39475"/>
                  </a:moveTo>
                  <a:cubicBezTo>
                    <a:pt x="48690" y="39475"/>
                    <a:pt x="50939" y="39801"/>
                    <a:pt x="52988" y="40777"/>
                  </a:cubicBezTo>
                  <a:cubicBezTo>
                    <a:pt x="53626" y="41096"/>
                    <a:pt x="54287" y="41463"/>
                    <a:pt x="54949" y="41880"/>
                  </a:cubicBezTo>
                  <a:cubicBezTo>
                    <a:pt x="55733" y="42321"/>
                    <a:pt x="56542" y="42811"/>
                    <a:pt x="57424" y="43203"/>
                  </a:cubicBezTo>
                  <a:cubicBezTo>
                    <a:pt x="58601" y="43742"/>
                    <a:pt x="59753" y="44061"/>
                    <a:pt x="60856" y="44159"/>
                  </a:cubicBezTo>
                  <a:cubicBezTo>
                    <a:pt x="59287" y="47296"/>
                    <a:pt x="57375" y="49992"/>
                    <a:pt x="55170" y="52272"/>
                  </a:cubicBezTo>
                  <a:cubicBezTo>
                    <a:pt x="50299" y="57272"/>
                    <a:pt x="43383" y="59924"/>
                    <a:pt x="36010" y="59924"/>
                  </a:cubicBezTo>
                  <a:cubicBezTo>
                    <a:pt x="32290" y="59924"/>
                    <a:pt x="28453" y="59249"/>
                    <a:pt x="24705" y="57860"/>
                  </a:cubicBezTo>
                  <a:cubicBezTo>
                    <a:pt x="23994" y="57614"/>
                    <a:pt x="23333" y="57345"/>
                    <a:pt x="22646" y="57026"/>
                  </a:cubicBezTo>
                  <a:cubicBezTo>
                    <a:pt x="24656" y="56119"/>
                    <a:pt x="26470" y="54747"/>
                    <a:pt x="27891" y="53056"/>
                  </a:cubicBezTo>
                  <a:cubicBezTo>
                    <a:pt x="29117" y="51585"/>
                    <a:pt x="30024" y="49943"/>
                    <a:pt x="30906" y="48375"/>
                  </a:cubicBezTo>
                  <a:cubicBezTo>
                    <a:pt x="31788" y="46733"/>
                    <a:pt x="32646" y="45213"/>
                    <a:pt x="33773" y="43988"/>
                  </a:cubicBezTo>
                  <a:cubicBezTo>
                    <a:pt x="35636" y="41978"/>
                    <a:pt x="38504" y="40605"/>
                    <a:pt x="42278" y="39895"/>
                  </a:cubicBezTo>
                  <a:cubicBezTo>
                    <a:pt x="43525" y="39662"/>
                    <a:pt x="45017" y="39475"/>
                    <a:pt x="46601" y="39475"/>
                  </a:cubicBezTo>
                  <a:close/>
                  <a:moveTo>
                    <a:pt x="36516" y="0"/>
                  </a:moveTo>
                  <a:cubicBezTo>
                    <a:pt x="34918" y="0"/>
                    <a:pt x="33321" y="103"/>
                    <a:pt x="31739" y="313"/>
                  </a:cubicBezTo>
                  <a:cubicBezTo>
                    <a:pt x="28136" y="779"/>
                    <a:pt x="24632" y="1759"/>
                    <a:pt x="21323" y="3254"/>
                  </a:cubicBezTo>
                  <a:cubicBezTo>
                    <a:pt x="13774" y="6612"/>
                    <a:pt x="7843" y="12273"/>
                    <a:pt x="4608" y="19185"/>
                  </a:cubicBezTo>
                  <a:cubicBezTo>
                    <a:pt x="0" y="29086"/>
                    <a:pt x="1030" y="41120"/>
                    <a:pt x="7206" y="49821"/>
                  </a:cubicBezTo>
                  <a:cubicBezTo>
                    <a:pt x="10931" y="55041"/>
                    <a:pt x="16642" y="59281"/>
                    <a:pt x="23284" y="61732"/>
                  </a:cubicBezTo>
                  <a:cubicBezTo>
                    <a:pt x="27475" y="63276"/>
                    <a:pt x="31788" y="64011"/>
                    <a:pt x="35979" y="64011"/>
                  </a:cubicBezTo>
                  <a:cubicBezTo>
                    <a:pt x="44459" y="64011"/>
                    <a:pt x="52449" y="60948"/>
                    <a:pt x="58086" y="55139"/>
                  </a:cubicBezTo>
                  <a:cubicBezTo>
                    <a:pt x="62228" y="50899"/>
                    <a:pt x="65365" y="45385"/>
                    <a:pt x="67448" y="38743"/>
                  </a:cubicBezTo>
                  <a:cubicBezTo>
                    <a:pt x="69483" y="32248"/>
                    <a:pt x="69850" y="26390"/>
                    <a:pt x="68527" y="21366"/>
                  </a:cubicBezTo>
                  <a:cubicBezTo>
                    <a:pt x="66664" y="14258"/>
                    <a:pt x="61199" y="7935"/>
                    <a:pt x="53528" y="4038"/>
                  </a:cubicBezTo>
                  <a:cubicBezTo>
                    <a:pt x="48305" y="1398"/>
                    <a:pt x="42400" y="0"/>
                    <a:pt x="3651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5" name="Google Shape;4025;p78"/>
          <p:cNvGrpSpPr/>
          <p:nvPr/>
        </p:nvGrpSpPr>
        <p:grpSpPr>
          <a:xfrm>
            <a:off x="2948935" y="3664802"/>
            <a:ext cx="438225" cy="509253"/>
            <a:chOff x="1550275" y="238000"/>
            <a:chExt cx="4499225" cy="5228475"/>
          </a:xfrm>
        </p:grpSpPr>
        <p:sp>
          <p:nvSpPr>
            <p:cNvPr id="4026" name="Google Shape;4026;p78"/>
            <p:cNvSpPr/>
            <p:nvPr/>
          </p:nvSpPr>
          <p:spPr>
            <a:xfrm>
              <a:off x="1559475" y="2450025"/>
              <a:ext cx="4490025" cy="3016450"/>
            </a:xfrm>
            <a:custGeom>
              <a:avLst/>
              <a:gdLst/>
              <a:ahLst/>
              <a:cxnLst/>
              <a:rect l="l" t="t" r="r" b="b"/>
              <a:pathLst>
                <a:path w="179601" h="120658" extrusionOk="0">
                  <a:moveTo>
                    <a:pt x="92338" y="4109"/>
                  </a:moveTo>
                  <a:cubicBezTo>
                    <a:pt x="99186" y="4109"/>
                    <a:pt x="105928" y="4349"/>
                    <a:pt x="112545" y="4829"/>
                  </a:cubicBezTo>
                  <a:cubicBezTo>
                    <a:pt x="122887" y="5564"/>
                    <a:pt x="133132" y="6937"/>
                    <a:pt x="142935" y="8848"/>
                  </a:cubicBezTo>
                  <a:cubicBezTo>
                    <a:pt x="145068" y="9265"/>
                    <a:pt x="147151" y="9608"/>
                    <a:pt x="149185" y="9927"/>
                  </a:cubicBezTo>
                  <a:cubicBezTo>
                    <a:pt x="155582" y="10981"/>
                    <a:pt x="161660" y="11961"/>
                    <a:pt x="167542" y="15172"/>
                  </a:cubicBezTo>
                  <a:cubicBezTo>
                    <a:pt x="167640" y="15221"/>
                    <a:pt x="167738" y="15294"/>
                    <a:pt x="167861" y="15343"/>
                  </a:cubicBezTo>
                  <a:cubicBezTo>
                    <a:pt x="145705" y="27181"/>
                    <a:pt x="119015" y="28798"/>
                    <a:pt x="95634" y="29362"/>
                  </a:cubicBezTo>
                  <a:cubicBezTo>
                    <a:pt x="90671" y="29484"/>
                    <a:pt x="85643" y="29567"/>
                    <a:pt x="80577" y="29567"/>
                  </a:cubicBezTo>
                  <a:cubicBezTo>
                    <a:pt x="61125" y="29567"/>
                    <a:pt x="41109" y="28345"/>
                    <a:pt x="22034" y="23407"/>
                  </a:cubicBezTo>
                  <a:cubicBezTo>
                    <a:pt x="16740" y="22034"/>
                    <a:pt x="11348" y="20269"/>
                    <a:pt x="7500" y="16667"/>
                  </a:cubicBezTo>
                  <a:cubicBezTo>
                    <a:pt x="7892" y="16348"/>
                    <a:pt x="8309" y="16029"/>
                    <a:pt x="8750" y="15760"/>
                  </a:cubicBezTo>
                  <a:cubicBezTo>
                    <a:pt x="11029" y="14363"/>
                    <a:pt x="13774" y="13652"/>
                    <a:pt x="16862" y="12966"/>
                  </a:cubicBezTo>
                  <a:cubicBezTo>
                    <a:pt x="28357" y="10368"/>
                    <a:pt x="39852" y="8309"/>
                    <a:pt x="51028" y="6863"/>
                  </a:cubicBezTo>
                  <a:cubicBezTo>
                    <a:pt x="65097" y="5029"/>
                    <a:pt x="78920" y="4109"/>
                    <a:pt x="92338" y="4109"/>
                  </a:cubicBezTo>
                  <a:close/>
                  <a:moveTo>
                    <a:pt x="171194" y="18211"/>
                  </a:moveTo>
                  <a:cubicBezTo>
                    <a:pt x="171194" y="18211"/>
                    <a:pt x="171219" y="18235"/>
                    <a:pt x="171219" y="18260"/>
                  </a:cubicBezTo>
                  <a:cubicBezTo>
                    <a:pt x="172125" y="20024"/>
                    <a:pt x="171439" y="22304"/>
                    <a:pt x="170361" y="23774"/>
                  </a:cubicBezTo>
                  <a:cubicBezTo>
                    <a:pt x="168964" y="25686"/>
                    <a:pt x="166733" y="27034"/>
                    <a:pt x="164699" y="28112"/>
                  </a:cubicBezTo>
                  <a:cubicBezTo>
                    <a:pt x="156758" y="32328"/>
                    <a:pt x="147102" y="35220"/>
                    <a:pt x="134357" y="37156"/>
                  </a:cubicBezTo>
                  <a:cubicBezTo>
                    <a:pt x="125324" y="38537"/>
                    <a:pt x="114126" y="39768"/>
                    <a:pt x="97513" y="39768"/>
                  </a:cubicBezTo>
                  <a:cubicBezTo>
                    <a:pt x="86405" y="39768"/>
                    <a:pt x="72875" y="39217"/>
                    <a:pt x="55954" y="37793"/>
                  </a:cubicBezTo>
                  <a:cubicBezTo>
                    <a:pt x="42793" y="36666"/>
                    <a:pt x="28847" y="35244"/>
                    <a:pt x="15563" y="31200"/>
                  </a:cubicBezTo>
                  <a:cubicBezTo>
                    <a:pt x="13039" y="30441"/>
                    <a:pt x="10171" y="29485"/>
                    <a:pt x="7966" y="27720"/>
                  </a:cubicBezTo>
                  <a:cubicBezTo>
                    <a:pt x="5858" y="26053"/>
                    <a:pt x="4608" y="23676"/>
                    <a:pt x="4755" y="21568"/>
                  </a:cubicBezTo>
                  <a:cubicBezTo>
                    <a:pt x="4779" y="21054"/>
                    <a:pt x="4902" y="20539"/>
                    <a:pt x="5074" y="20000"/>
                  </a:cubicBezTo>
                  <a:cubicBezTo>
                    <a:pt x="9534" y="23995"/>
                    <a:pt x="15343" y="25906"/>
                    <a:pt x="21004" y="27377"/>
                  </a:cubicBezTo>
                  <a:cubicBezTo>
                    <a:pt x="40489" y="32426"/>
                    <a:pt x="60807" y="33676"/>
                    <a:pt x="80536" y="33676"/>
                  </a:cubicBezTo>
                  <a:cubicBezTo>
                    <a:pt x="85658" y="33676"/>
                    <a:pt x="90732" y="33578"/>
                    <a:pt x="95732" y="33455"/>
                  </a:cubicBezTo>
                  <a:cubicBezTo>
                    <a:pt x="120069" y="32867"/>
                    <a:pt x="147960" y="31151"/>
                    <a:pt x="171194" y="18211"/>
                  </a:cubicBezTo>
                  <a:close/>
                  <a:moveTo>
                    <a:pt x="167052" y="31494"/>
                  </a:moveTo>
                  <a:cubicBezTo>
                    <a:pt x="167983" y="48577"/>
                    <a:pt x="168130" y="65856"/>
                    <a:pt x="167493" y="82963"/>
                  </a:cubicBezTo>
                  <a:cubicBezTo>
                    <a:pt x="157494" y="66272"/>
                    <a:pt x="148646" y="52964"/>
                    <a:pt x="139308" y="40514"/>
                  </a:cubicBezTo>
                  <a:cubicBezTo>
                    <a:pt x="147249" y="39092"/>
                    <a:pt x="157396" y="36641"/>
                    <a:pt x="166635" y="31715"/>
                  </a:cubicBezTo>
                  <a:cubicBezTo>
                    <a:pt x="166782" y="31641"/>
                    <a:pt x="166930" y="31568"/>
                    <a:pt x="167052" y="31494"/>
                  </a:cubicBezTo>
                  <a:close/>
                  <a:moveTo>
                    <a:pt x="8382" y="32842"/>
                  </a:moveTo>
                  <a:lnTo>
                    <a:pt x="8382" y="32842"/>
                  </a:lnTo>
                  <a:cubicBezTo>
                    <a:pt x="10367" y="33872"/>
                    <a:pt x="12475" y="34558"/>
                    <a:pt x="14362" y="35146"/>
                  </a:cubicBezTo>
                  <a:cubicBezTo>
                    <a:pt x="21887" y="37426"/>
                    <a:pt x="29558" y="38896"/>
                    <a:pt x="37156" y="39925"/>
                  </a:cubicBezTo>
                  <a:cubicBezTo>
                    <a:pt x="27720" y="54925"/>
                    <a:pt x="18848" y="70463"/>
                    <a:pt x="10735" y="86247"/>
                  </a:cubicBezTo>
                  <a:cubicBezTo>
                    <a:pt x="8897" y="68086"/>
                    <a:pt x="8529" y="49337"/>
                    <a:pt x="8382" y="32842"/>
                  </a:cubicBezTo>
                  <a:close/>
                  <a:moveTo>
                    <a:pt x="50439" y="41420"/>
                  </a:moveTo>
                  <a:cubicBezTo>
                    <a:pt x="52179" y="41568"/>
                    <a:pt x="53895" y="41715"/>
                    <a:pt x="55611" y="41862"/>
                  </a:cubicBezTo>
                  <a:cubicBezTo>
                    <a:pt x="68380" y="42940"/>
                    <a:pt x="82325" y="43871"/>
                    <a:pt x="96736" y="43871"/>
                  </a:cubicBezTo>
                  <a:cubicBezTo>
                    <a:pt x="105486" y="43871"/>
                    <a:pt x="114407" y="43528"/>
                    <a:pt x="123328" y="42670"/>
                  </a:cubicBezTo>
                  <a:lnTo>
                    <a:pt x="123328" y="42670"/>
                  </a:lnTo>
                  <a:cubicBezTo>
                    <a:pt x="109334" y="61175"/>
                    <a:pt x="96932" y="81027"/>
                    <a:pt x="86394" y="101688"/>
                  </a:cubicBezTo>
                  <a:cubicBezTo>
                    <a:pt x="81149" y="95634"/>
                    <a:pt x="77276" y="88281"/>
                    <a:pt x="73551" y="81125"/>
                  </a:cubicBezTo>
                  <a:cubicBezTo>
                    <a:pt x="72081" y="78355"/>
                    <a:pt x="70586" y="75463"/>
                    <a:pt x="68992" y="72694"/>
                  </a:cubicBezTo>
                  <a:cubicBezTo>
                    <a:pt x="66615" y="68478"/>
                    <a:pt x="63993" y="64336"/>
                    <a:pt x="61444" y="60341"/>
                  </a:cubicBezTo>
                  <a:cubicBezTo>
                    <a:pt x="57571" y="54263"/>
                    <a:pt x="53576" y="47989"/>
                    <a:pt x="50439" y="41420"/>
                  </a:cubicBezTo>
                  <a:close/>
                  <a:moveTo>
                    <a:pt x="131710" y="53185"/>
                  </a:moveTo>
                  <a:cubicBezTo>
                    <a:pt x="138475" y="65341"/>
                    <a:pt x="146024" y="77203"/>
                    <a:pt x="154160" y="88477"/>
                  </a:cubicBezTo>
                  <a:lnTo>
                    <a:pt x="154700" y="89237"/>
                  </a:lnTo>
                  <a:cubicBezTo>
                    <a:pt x="155803" y="90757"/>
                    <a:pt x="156930" y="92325"/>
                    <a:pt x="157984" y="93943"/>
                  </a:cubicBezTo>
                  <a:cubicBezTo>
                    <a:pt x="154528" y="95119"/>
                    <a:pt x="151023" y="96051"/>
                    <a:pt x="147666" y="96884"/>
                  </a:cubicBezTo>
                  <a:cubicBezTo>
                    <a:pt x="131588" y="100879"/>
                    <a:pt x="115167" y="103305"/>
                    <a:pt x="98673" y="104236"/>
                  </a:cubicBezTo>
                  <a:lnTo>
                    <a:pt x="131710" y="53185"/>
                  </a:lnTo>
                  <a:close/>
                  <a:moveTo>
                    <a:pt x="43552" y="54214"/>
                  </a:moveTo>
                  <a:cubicBezTo>
                    <a:pt x="44214" y="55219"/>
                    <a:pt x="44949" y="56175"/>
                    <a:pt x="45660" y="57131"/>
                  </a:cubicBezTo>
                  <a:lnTo>
                    <a:pt x="45905" y="57449"/>
                  </a:lnTo>
                  <a:cubicBezTo>
                    <a:pt x="56910" y="71983"/>
                    <a:pt x="65561" y="88428"/>
                    <a:pt x="73870" y="104457"/>
                  </a:cubicBezTo>
                  <a:cubicBezTo>
                    <a:pt x="55513" y="103795"/>
                    <a:pt x="37205" y="101222"/>
                    <a:pt x="19338" y="96737"/>
                  </a:cubicBezTo>
                  <a:cubicBezTo>
                    <a:pt x="18725" y="96590"/>
                    <a:pt x="18112" y="96443"/>
                    <a:pt x="17524" y="96247"/>
                  </a:cubicBezTo>
                  <a:cubicBezTo>
                    <a:pt x="27377" y="83036"/>
                    <a:pt x="36126" y="68919"/>
                    <a:pt x="43552" y="54214"/>
                  </a:cubicBezTo>
                  <a:close/>
                  <a:moveTo>
                    <a:pt x="134725" y="41249"/>
                  </a:moveTo>
                  <a:cubicBezTo>
                    <a:pt x="134750" y="41273"/>
                    <a:pt x="134774" y="41322"/>
                    <a:pt x="134799" y="41347"/>
                  </a:cubicBezTo>
                  <a:cubicBezTo>
                    <a:pt x="145337" y="55219"/>
                    <a:pt x="155165" y="70096"/>
                    <a:pt x="166635" y="89531"/>
                  </a:cubicBezTo>
                  <a:cubicBezTo>
                    <a:pt x="166709" y="89654"/>
                    <a:pt x="166782" y="89752"/>
                    <a:pt x="166856" y="89850"/>
                  </a:cubicBezTo>
                  <a:cubicBezTo>
                    <a:pt x="166537" y="90315"/>
                    <a:pt x="165827" y="90683"/>
                    <a:pt x="165116" y="91026"/>
                  </a:cubicBezTo>
                  <a:cubicBezTo>
                    <a:pt x="164062" y="91541"/>
                    <a:pt x="162984" y="92031"/>
                    <a:pt x="161905" y="92472"/>
                  </a:cubicBezTo>
                  <a:cubicBezTo>
                    <a:pt x="160680" y="90512"/>
                    <a:pt x="159332" y="88624"/>
                    <a:pt x="158008" y="86811"/>
                  </a:cubicBezTo>
                  <a:lnTo>
                    <a:pt x="157469" y="86075"/>
                  </a:lnTo>
                  <a:cubicBezTo>
                    <a:pt x="148769" y="74017"/>
                    <a:pt x="140754" y="61273"/>
                    <a:pt x="133647" y="48209"/>
                  </a:cubicBezTo>
                  <a:cubicBezTo>
                    <a:pt x="133303" y="47572"/>
                    <a:pt x="132666" y="47180"/>
                    <a:pt x="131931" y="47156"/>
                  </a:cubicBezTo>
                  <a:cubicBezTo>
                    <a:pt x="131887" y="47153"/>
                    <a:pt x="131844" y="47151"/>
                    <a:pt x="131800" y="47151"/>
                  </a:cubicBezTo>
                  <a:cubicBezTo>
                    <a:pt x="131118" y="47151"/>
                    <a:pt x="130511" y="47511"/>
                    <a:pt x="130142" y="48087"/>
                  </a:cubicBezTo>
                  <a:lnTo>
                    <a:pt x="93722" y="104359"/>
                  </a:lnTo>
                  <a:cubicBezTo>
                    <a:pt x="93697" y="104384"/>
                    <a:pt x="93673" y="104433"/>
                    <a:pt x="93673" y="104457"/>
                  </a:cubicBezTo>
                  <a:cubicBezTo>
                    <a:pt x="92276" y="104506"/>
                    <a:pt x="90903" y="104555"/>
                    <a:pt x="89506" y="104580"/>
                  </a:cubicBezTo>
                  <a:cubicBezTo>
                    <a:pt x="100437" y="83012"/>
                    <a:pt x="113402" y="62351"/>
                    <a:pt x="128108" y="43161"/>
                  </a:cubicBezTo>
                  <a:cubicBezTo>
                    <a:pt x="128328" y="42842"/>
                    <a:pt x="128475" y="42474"/>
                    <a:pt x="128500" y="42107"/>
                  </a:cubicBezTo>
                  <a:cubicBezTo>
                    <a:pt x="130583" y="41862"/>
                    <a:pt x="132666" y="41568"/>
                    <a:pt x="134725" y="41249"/>
                  </a:cubicBezTo>
                  <a:close/>
                  <a:moveTo>
                    <a:pt x="41543" y="40489"/>
                  </a:moveTo>
                  <a:cubicBezTo>
                    <a:pt x="42940" y="40661"/>
                    <a:pt x="44337" y="40808"/>
                    <a:pt x="45734" y="40955"/>
                  </a:cubicBezTo>
                  <a:cubicBezTo>
                    <a:pt x="49091" y="48602"/>
                    <a:pt x="53601" y="55685"/>
                    <a:pt x="57988" y="62547"/>
                  </a:cubicBezTo>
                  <a:cubicBezTo>
                    <a:pt x="60512" y="66517"/>
                    <a:pt x="63110" y="70586"/>
                    <a:pt x="65439" y="74703"/>
                  </a:cubicBezTo>
                  <a:cubicBezTo>
                    <a:pt x="66983" y="77424"/>
                    <a:pt x="68478" y="80267"/>
                    <a:pt x="69924" y="83036"/>
                  </a:cubicBezTo>
                  <a:cubicBezTo>
                    <a:pt x="73821" y="90487"/>
                    <a:pt x="77865" y="98183"/>
                    <a:pt x="83526" y="104653"/>
                  </a:cubicBezTo>
                  <a:cubicBezTo>
                    <a:pt x="81860" y="104653"/>
                    <a:pt x="80217" y="104629"/>
                    <a:pt x="78551" y="104604"/>
                  </a:cubicBezTo>
                  <a:cubicBezTo>
                    <a:pt x="69850" y="87767"/>
                    <a:pt x="60856" y="70390"/>
                    <a:pt x="49165" y="54974"/>
                  </a:cubicBezTo>
                  <a:lnTo>
                    <a:pt x="48920" y="54655"/>
                  </a:lnTo>
                  <a:cubicBezTo>
                    <a:pt x="47498" y="52768"/>
                    <a:pt x="46150" y="50979"/>
                    <a:pt x="45513" y="48994"/>
                  </a:cubicBezTo>
                  <a:cubicBezTo>
                    <a:pt x="45243" y="48185"/>
                    <a:pt x="44533" y="47621"/>
                    <a:pt x="43699" y="47572"/>
                  </a:cubicBezTo>
                  <a:cubicBezTo>
                    <a:pt x="43642" y="47567"/>
                    <a:pt x="43584" y="47565"/>
                    <a:pt x="43527" y="47565"/>
                  </a:cubicBezTo>
                  <a:cubicBezTo>
                    <a:pt x="42759" y="47565"/>
                    <a:pt x="42056" y="48017"/>
                    <a:pt x="41714" y="48724"/>
                  </a:cubicBezTo>
                  <a:cubicBezTo>
                    <a:pt x="33871" y="64802"/>
                    <a:pt x="24436" y="80218"/>
                    <a:pt x="13676" y="94556"/>
                  </a:cubicBezTo>
                  <a:cubicBezTo>
                    <a:pt x="13014" y="94090"/>
                    <a:pt x="12451" y="93526"/>
                    <a:pt x="12059" y="92864"/>
                  </a:cubicBezTo>
                  <a:cubicBezTo>
                    <a:pt x="12034" y="92840"/>
                    <a:pt x="12034" y="92815"/>
                    <a:pt x="12010" y="92791"/>
                  </a:cubicBezTo>
                  <a:cubicBezTo>
                    <a:pt x="20906" y="75120"/>
                    <a:pt x="30759" y="57694"/>
                    <a:pt x="41322" y="40979"/>
                  </a:cubicBezTo>
                  <a:cubicBezTo>
                    <a:pt x="41420" y="40832"/>
                    <a:pt x="41494" y="40661"/>
                    <a:pt x="41543" y="40489"/>
                  </a:cubicBezTo>
                  <a:close/>
                  <a:moveTo>
                    <a:pt x="171848" y="87741"/>
                  </a:moveTo>
                  <a:cubicBezTo>
                    <a:pt x="172541" y="87741"/>
                    <a:pt x="173143" y="88077"/>
                    <a:pt x="173547" y="88379"/>
                  </a:cubicBezTo>
                  <a:cubicBezTo>
                    <a:pt x="174625" y="89164"/>
                    <a:pt x="175361" y="90536"/>
                    <a:pt x="175385" y="91811"/>
                  </a:cubicBezTo>
                  <a:cubicBezTo>
                    <a:pt x="175483" y="94727"/>
                    <a:pt x="173326" y="97374"/>
                    <a:pt x="171513" y="99090"/>
                  </a:cubicBezTo>
                  <a:cubicBezTo>
                    <a:pt x="165704" y="104531"/>
                    <a:pt x="157592" y="107104"/>
                    <a:pt x="149675" y="109089"/>
                  </a:cubicBezTo>
                  <a:cubicBezTo>
                    <a:pt x="129580" y="114087"/>
                    <a:pt x="108153" y="116562"/>
                    <a:pt x="84796" y="116562"/>
                  </a:cubicBezTo>
                  <a:cubicBezTo>
                    <a:pt x="74481" y="116562"/>
                    <a:pt x="63789" y="116079"/>
                    <a:pt x="52670" y="115118"/>
                  </a:cubicBezTo>
                  <a:cubicBezTo>
                    <a:pt x="40146" y="114015"/>
                    <a:pt x="26813" y="112324"/>
                    <a:pt x="14362" y="107398"/>
                  </a:cubicBezTo>
                  <a:cubicBezTo>
                    <a:pt x="10907" y="106026"/>
                    <a:pt x="6716" y="103991"/>
                    <a:pt x="5049" y="100413"/>
                  </a:cubicBezTo>
                  <a:cubicBezTo>
                    <a:pt x="4289" y="98771"/>
                    <a:pt x="4436" y="96467"/>
                    <a:pt x="5417" y="94801"/>
                  </a:cubicBezTo>
                  <a:cubicBezTo>
                    <a:pt x="5833" y="94090"/>
                    <a:pt x="6544" y="93257"/>
                    <a:pt x="7647" y="93011"/>
                  </a:cubicBezTo>
                  <a:cubicBezTo>
                    <a:pt x="7868" y="93673"/>
                    <a:pt x="8162" y="94335"/>
                    <a:pt x="8529" y="94972"/>
                  </a:cubicBezTo>
                  <a:cubicBezTo>
                    <a:pt x="10662" y="98550"/>
                    <a:pt x="14706" y="99800"/>
                    <a:pt x="18333" y="100732"/>
                  </a:cubicBezTo>
                  <a:cubicBezTo>
                    <a:pt x="39754" y="106075"/>
                    <a:pt x="61762" y="108746"/>
                    <a:pt x="83796" y="108746"/>
                  </a:cubicBezTo>
                  <a:cubicBezTo>
                    <a:pt x="105609" y="108746"/>
                    <a:pt x="127421" y="106124"/>
                    <a:pt x="148646" y="100879"/>
                  </a:cubicBezTo>
                  <a:cubicBezTo>
                    <a:pt x="154577" y="99408"/>
                    <a:pt x="160900" y="97644"/>
                    <a:pt x="166905" y="94727"/>
                  </a:cubicBezTo>
                  <a:cubicBezTo>
                    <a:pt x="168081" y="94139"/>
                    <a:pt x="169405" y="93428"/>
                    <a:pt x="170312" y="92080"/>
                  </a:cubicBezTo>
                  <a:cubicBezTo>
                    <a:pt x="171243" y="90634"/>
                    <a:pt x="171341" y="89017"/>
                    <a:pt x="171390" y="87791"/>
                  </a:cubicBezTo>
                  <a:cubicBezTo>
                    <a:pt x="171546" y="87756"/>
                    <a:pt x="171699" y="87741"/>
                    <a:pt x="171848" y="87741"/>
                  </a:cubicBezTo>
                  <a:close/>
                  <a:moveTo>
                    <a:pt x="92278" y="0"/>
                  </a:moveTo>
                  <a:cubicBezTo>
                    <a:pt x="78697" y="0"/>
                    <a:pt x="64710" y="932"/>
                    <a:pt x="50488" y="2795"/>
                  </a:cubicBezTo>
                  <a:cubicBezTo>
                    <a:pt x="39214" y="4265"/>
                    <a:pt x="27573" y="6324"/>
                    <a:pt x="15955" y="8971"/>
                  </a:cubicBezTo>
                  <a:cubicBezTo>
                    <a:pt x="12500" y="9731"/>
                    <a:pt x="9412" y="10539"/>
                    <a:pt x="6593" y="12280"/>
                  </a:cubicBezTo>
                  <a:cubicBezTo>
                    <a:pt x="3088" y="14461"/>
                    <a:pt x="858" y="17843"/>
                    <a:pt x="638" y="21323"/>
                  </a:cubicBezTo>
                  <a:cubicBezTo>
                    <a:pt x="466" y="24362"/>
                    <a:pt x="1814" y="27500"/>
                    <a:pt x="4289" y="29950"/>
                  </a:cubicBezTo>
                  <a:cubicBezTo>
                    <a:pt x="4265" y="30073"/>
                    <a:pt x="4265" y="30195"/>
                    <a:pt x="4265" y="30318"/>
                  </a:cubicBezTo>
                  <a:cubicBezTo>
                    <a:pt x="4412" y="48136"/>
                    <a:pt x="4730" y="68821"/>
                    <a:pt x="6863" y="88771"/>
                  </a:cubicBezTo>
                  <a:cubicBezTo>
                    <a:pt x="6887" y="88820"/>
                    <a:pt x="6887" y="88918"/>
                    <a:pt x="6887" y="88968"/>
                  </a:cubicBezTo>
                  <a:cubicBezTo>
                    <a:pt x="4853" y="89384"/>
                    <a:pt x="3064" y="90708"/>
                    <a:pt x="1887" y="92693"/>
                  </a:cubicBezTo>
                  <a:cubicBezTo>
                    <a:pt x="196" y="95560"/>
                    <a:pt x="0" y="99261"/>
                    <a:pt x="1348" y="102153"/>
                  </a:cubicBezTo>
                  <a:cubicBezTo>
                    <a:pt x="3628" y="107030"/>
                    <a:pt x="8676" y="109555"/>
                    <a:pt x="12843" y="111197"/>
                  </a:cubicBezTo>
                  <a:cubicBezTo>
                    <a:pt x="25784" y="116344"/>
                    <a:pt x="39484" y="118084"/>
                    <a:pt x="52327" y="119187"/>
                  </a:cubicBezTo>
                  <a:cubicBezTo>
                    <a:pt x="63576" y="120167"/>
                    <a:pt x="74384" y="120657"/>
                    <a:pt x="84850" y="120657"/>
                  </a:cubicBezTo>
                  <a:cubicBezTo>
                    <a:pt x="108501" y="120657"/>
                    <a:pt x="130240" y="118133"/>
                    <a:pt x="150656" y="113060"/>
                  </a:cubicBezTo>
                  <a:cubicBezTo>
                    <a:pt x="159111" y="110952"/>
                    <a:pt x="167836" y="108158"/>
                    <a:pt x="174307" y="102080"/>
                  </a:cubicBezTo>
                  <a:cubicBezTo>
                    <a:pt x="177811" y="98796"/>
                    <a:pt x="179601" y="95193"/>
                    <a:pt x="179503" y="91688"/>
                  </a:cubicBezTo>
                  <a:cubicBezTo>
                    <a:pt x="179429" y="89164"/>
                    <a:pt x="178081" y="86639"/>
                    <a:pt x="175998" y="85095"/>
                  </a:cubicBezTo>
                  <a:cubicBezTo>
                    <a:pt x="174715" y="84133"/>
                    <a:pt x="173304" y="83642"/>
                    <a:pt x="171864" y="83642"/>
                  </a:cubicBezTo>
                  <a:cubicBezTo>
                    <a:pt x="171763" y="83642"/>
                    <a:pt x="171663" y="83644"/>
                    <a:pt x="171562" y="83649"/>
                  </a:cubicBezTo>
                  <a:cubicBezTo>
                    <a:pt x="172272" y="65513"/>
                    <a:pt x="172076" y="47180"/>
                    <a:pt x="171047" y="29117"/>
                  </a:cubicBezTo>
                  <a:cubicBezTo>
                    <a:pt x="171047" y="29044"/>
                    <a:pt x="171022" y="28995"/>
                    <a:pt x="171022" y="28921"/>
                  </a:cubicBezTo>
                  <a:cubicBezTo>
                    <a:pt x="171978" y="28137"/>
                    <a:pt x="172910" y="27230"/>
                    <a:pt x="173669" y="26176"/>
                  </a:cubicBezTo>
                  <a:cubicBezTo>
                    <a:pt x="175900" y="23137"/>
                    <a:pt x="176365" y="19314"/>
                    <a:pt x="174870" y="16397"/>
                  </a:cubicBezTo>
                  <a:cubicBezTo>
                    <a:pt x="173694" y="14069"/>
                    <a:pt x="171488" y="12647"/>
                    <a:pt x="169503" y="11569"/>
                  </a:cubicBezTo>
                  <a:cubicBezTo>
                    <a:pt x="163008" y="8015"/>
                    <a:pt x="156611" y="6986"/>
                    <a:pt x="149822" y="5883"/>
                  </a:cubicBezTo>
                  <a:cubicBezTo>
                    <a:pt x="147837" y="5564"/>
                    <a:pt x="145778" y="5246"/>
                    <a:pt x="143744" y="4829"/>
                  </a:cubicBezTo>
                  <a:cubicBezTo>
                    <a:pt x="133745" y="2868"/>
                    <a:pt x="123353" y="1496"/>
                    <a:pt x="112839" y="736"/>
                  </a:cubicBezTo>
                  <a:cubicBezTo>
                    <a:pt x="106107" y="246"/>
                    <a:pt x="99246" y="0"/>
                    <a:pt x="9227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78"/>
            <p:cNvSpPr/>
            <p:nvPr/>
          </p:nvSpPr>
          <p:spPr>
            <a:xfrm>
              <a:off x="4108375" y="238000"/>
              <a:ext cx="1901900" cy="2189375"/>
            </a:xfrm>
            <a:custGeom>
              <a:avLst/>
              <a:gdLst/>
              <a:ahLst/>
              <a:cxnLst/>
              <a:rect l="l" t="t" r="r" b="b"/>
              <a:pathLst>
                <a:path w="76076" h="87575" extrusionOk="0">
                  <a:moveTo>
                    <a:pt x="68097" y="4101"/>
                  </a:moveTo>
                  <a:cubicBezTo>
                    <a:pt x="68755" y="4101"/>
                    <a:pt x="69387" y="4236"/>
                    <a:pt x="69924" y="4564"/>
                  </a:cubicBezTo>
                  <a:cubicBezTo>
                    <a:pt x="71395" y="5446"/>
                    <a:pt x="71836" y="7529"/>
                    <a:pt x="71591" y="9122"/>
                  </a:cubicBezTo>
                  <a:cubicBezTo>
                    <a:pt x="71297" y="11206"/>
                    <a:pt x="70096" y="13240"/>
                    <a:pt x="68870" y="15127"/>
                  </a:cubicBezTo>
                  <a:cubicBezTo>
                    <a:pt x="63135" y="23999"/>
                    <a:pt x="56101" y="32161"/>
                    <a:pt x="49288" y="40077"/>
                  </a:cubicBezTo>
                  <a:lnTo>
                    <a:pt x="28897" y="63703"/>
                  </a:lnTo>
                  <a:cubicBezTo>
                    <a:pt x="27818" y="62502"/>
                    <a:pt x="26568" y="61448"/>
                    <a:pt x="25122" y="60664"/>
                  </a:cubicBezTo>
                  <a:cubicBezTo>
                    <a:pt x="25098" y="60664"/>
                    <a:pt x="25073" y="60640"/>
                    <a:pt x="25049" y="60640"/>
                  </a:cubicBezTo>
                  <a:lnTo>
                    <a:pt x="48406" y="25028"/>
                  </a:lnTo>
                  <a:cubicBezTo>
                    <a:pt x="51298" y="20617"/>
                    <a:pt x="54288" y="16034"/>
                    <a:pt x="57572" y="11818"/>
                  </a:cubicBezTo>
                  <a:cubicBezTo>
                    <a:pt x="59631" y="9147"/>
                    <a:pt x="61934" y="6451"/>
                    <a:pt x="64851" y="4980"/>
                  </a:cubicBezTo>
                  <a:cubicBezTo>
                    <a:pt x="65791" y="4487"/>
                    <a:pt x="66982" y="4101"/>
                    <a:pt x="68097" y="4101"/>
                  </a:cubicBezTo>
                  <a:close/>
                  <a:moveTo>
                    <a:pt x="18315" y="63100"/>
                  </a:moveTo>
                  <a:cubicBezTo>
                    <a:pt x="20018" y="63100"/>
                    <a:pt x="21678" y="63459"/>
                    <a:pt x="23162" y="64267"/>
                  </a:cubicBezTo>
                  <a:cubicBezTo>
                    <a:pt x="26740" y="66203"/>
                    <a:pt x="28970" y="70541"/>
                    <a:pt x="28480" y="74561"/>
                  </a:cubicBezTo>
                  <a:cubicBezTo>
                    <a:pt x="27990" y="78605"/>
                    <a:pt x="24779" y="82232"/>
                    <a:pt x="20858" y="83163"/>
                  </a:cubicBezTo>
                  <a:cubicBezTo>
                    <a:pt x="20025" y="83367"/>
                    <a:pt x="19138" y="83468"/>
                    <a:pt x="18201" y="83468"/>
                  </a:cubicBezTo>
                  <a:cubicBezTo>
                    <a:pt x="16546" y="83468"/>
                    <a:pt x="14735" y="83152"/>
                    <a:pt x="12794" y="82526"/>
                  </a:cubicBezTo>
                  <a:cubicBezTo>
                    <a:pt x="9143" y="81350"/>
                    <a:pt x="5025" y="78727"/>
                    <a:pt x="4486" y="74879"/>
                  </a:cubicBezTo>
                  <a:cubicBezTo>
                    <a:pt x="4216" y="72968"/>
                    <a:pt x="4854" y="70835"/>
                    <a:pt x="6275" y="69022"/>
                  </a:cubicBezTo>
                  <a:cubicBezTo>
                    <a:pt x="8913" y="65652"/>
                    <a:pt x="13769" y="63100"/>
                    <a:pt x="18315" y="63100"/>
                  </a:cubicBezTo>
                  <a:close/>
                  <a:moveTo>
                    <a:pt x="68083" y="0"/>
                  </a:moveTo>
                  <a:cubicBezTo>
                    <a:pt x="66443" y="0"/>
                    <a:pt x="64682" y="443"/>
                    <a:pt x="62964" y="1328"/>
                  </a:cubicBezTo>
                  <a:cubicBezTo>
                    <a:pt x="59361" y="3191"/>
                    <a:pt x="56665" y="6255"/>
                    <a:pt x="54312" y="9294"/>
                  </a:cubicBezTo>
                  <a:cubicBezTo>
                    <a:pt x="50955" y="13656"/>
                    <a:pt x="47915" y="18289"/>
                    <a:pt x="44974" y="22798"/>
                  </a:cubicBezTo>
                  <a:lnTo>
                    <a:pt x="21054" y="59243"/>
                  </a:lnTo>
                  <a:cubicBezTo>
                    <a:pt x="20174" y="59086"/>
                    <a:pt x="19279" y="59012"/>
                    <a:pt x="18379" y="59012"/>
                  </a:cubicBezTo>
                  <a:cubicBezTo>
                    <a:pt x="12506" y="59012"/>
                    <a:pt x="6419" y="62183"/>
                    <a:pt x="3040" y="66497"/>
                  </a:cubicBezTo>
                  <a:cubicBezTo>
                    <a:pt x="957" y="69193"/>
                    <a:pt x="1" y="72453"/>
                    <a:pt x="417" y="75468"/>
                  </a:cubicBezTo>
                  <a:cubicBezTo>
                    <a:pt x="1128" y="80320"/>
                    <a:pt x="5270" y="84413"/>
                    <a:pt x="11520" y="86423"/>
                  </a:cubicBezTo>
                  <a:cubicBezTo>
                    <a:pt x="13897" y="87183"/>
                    <a:pt x="16128" y="87575"/>
                    <a:pt x="18235" y="87575"/>
                  </a:cubicBezTo>
                  <a:cubicBezTo>
                    <a:pt x="19485" y="87575"/>
                    <a:pt x="20662" y="87428"/>
                    <a:pt x="21814" y="87158"/>
                  </a:cubicBezTo>
                  <a:cubicBezTo>
                    <a:pt x="27451" y="85810"/>
                    <a:pt x="31862" y="80810"/>
                    <a:pt x="32548" y="75051"/>
                  </a:cubicBezTo>
                  <a:cubicBezTo>
                    <a:pt x="32892" y="72379"/>
                    <a:pt x="32377" y="69683"/>
                    <a:pt x="31249" y="67282"/>
                  </a:cubicBezTo>
                  <a:lnTo>
                    <a:pt x="52376" y="42748"/>
                  </a:lnTo>
                  <a:cubicBezTo>
                    <a:pt x="59287" y="34734"/>
                    <a:pt x="66444" y="26450"/>
                    <a:pt x="72326" y="17357"/>
                  </a:cubicBezTo>
                  <a:cubicBezTo>
                    <a:pt x="73723" y="15176"/>
                    <a:pt x="75243" y="12603"/>
                    <a:pt x="75659" y="9686"/>
                  </a:cubicBezTo>
                  <a:cubicBezTo>
                    <a:pt x="76076" y="6720"/>
                    <a:pt x="75120" y="2897"/>
                    <a:pt x="72032" y="1034"/>
                  </a:cubicBezTo>
                  <a:cubicBezTo>
                    <a:pt x="70883" y="345"/>
                    <a:pt x="69530" y="0"/>
                    <a:pt x="6808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78"/>
            <p:cNvSpPr/>
            <p:nvPr/>
          </p:nvSpPr>
          <p:spPr>
            <a:xfrm>
              <a:off x="1550275" y="238000"/>
              <a:ext cx="1901900" cy="2189375"/>
            </a:xfrm>
            <a:custGeom>
              <a:avLst/>
              <a:gdLst/>
              <a:ahLst/>
              <a:cxnLst/>
              <a:rect l="l" t="t" r="r" b="b"/>
              <a:pathLst>
                <a:path w="76076" h="87575" extrusionOk="0">
                  <a:moveTo>
                    <a:pt x="7980" y="4101"/>
                  </a:moveTo>
                  <a:cubicBezTo>
                    <a:pt x="9095" y="4101"/>
                    <a:pt x="10286" y="4487"/>
                    <a:pt x="11226" y="4980"/>
                  </a:cubicBezTo>
                  <a:cubicBezTo>
                    <a:pt x="14142" y="6451"/>
                    <a:pt x="16446" y="9147"/>
                    <a:pt x="18505" y="11818"/>
                  </a:cubicBezTo>
                  <a:cubicBezTo>
                    <a:pt x="21789" y="16034"/>
                    <a:pt x="24779" y="20617"/>
                    <a:pt x="27671" y="25028"/>
                  </a:cubicBezTo>
                  <a:lnTo>
                    <a:pt x="51028" y="60640"/>
                  </a:lnTo>
                  <a:cubicBezTo>
                    <a:pt x="51003" y="60640"/>
                    <a:pt x="50979" y="60664"/>
                    <a:pt x="50954" y="60664"/>
                  </a:cubicBezTo>
                  <a:cubicBezTo>
                    <a:pt x="49508" y="61448"/>
                    <a:pt x="48234" y="62502"/>
                    <a:pt x="47180" y="63703"/>
                  </a:cubicBezTo>
                  <a:lnTo>
                    <a:pt x="26789" y="40077"/>
                  </a:lnTo>
                  <a:cubicBezTo>
                    <a:pt x="19975" y="32161"/>
                    <a:pt x="12941" y="23999"/>
                    <a:pt x="7206" y="15127"/>
                  </a:cubicBezTo>
                  <a:cubicBezTo>
                    <a:pt x="5981" y="13240"/>
                    <a:pt x="4780" y="11206"/>
                    <a:pt x="4461" y="9122"/>
                  </a:cubicBezTo>
                  <a:cubicBezTo>
                    <a:pt x="4241" y="7529"/>
                    <a:pt x="4682" y="5446"/>
                    <a:pt x="6152" y="4564"/>
                  </a:cubicBezTo>
                  <a:cubicBezTo>
                    <a:pt x="6690" y="4236"/>
                    <a:pt x="7321" y="4101"/>
                    <a:pt x="7980" y="4101"/>
                  </a:cubicBezTo>
                  <a:close/>
                  <a:moveTo>
                    <a:pt x="57768" y="63091"/>
                  </a:moveTo>
                  <a:cubicBezTo>
                    <a:pt x="62302" y="63091"/>
                    <a:pt x="67179" y="65664"/>
                    <a:pt x="69802" y="69022"/>
                  </a:cubicBezTo>
                  <a:cubicBezTo>
                    <a:pt x="71223" y="70835"/>
                    <a:pt x="71860" y="72968"/>
                    <a:pt x="71591" y="74879"/>
                  </a:cubicBezTo>
                  <a:cubicBezTo>
                    <a:pt x="71052" y="78727"/>
                    <a:pt x="66934" y="81350"/>
                    <a:pt x="63282" y="82526"/>
                  </a:cubicBezTo>
                  <a:cubicBezTo>
                    <a:pt x="61342" y="83152"/>
                    <a:pt x="59531" y="83468"/>
                    <a:pt x="57875" y="83468"/>
                  </a:cubicBezTo>
                  <a:cubicBezTo>
                    <a:pt x="56939" y="83468"/>
                    <a:pt x="56052" y="83367"/>
                    <a:pt x="55219" y="83163"/>
                  </a:cubicBezTo>
                  <a:cubicBezTo>
                    <a:pt x="51298" y="82232"/>
                    <a:pt x="48087" y="78605"/>
                    <a:pt x="47597" y="74561"/>
                  </a:cubicBezTo>
                  <a:cubicBezTo>
                    <a:pt x="47107" y="70541"/>
                    <a:pt x="49337" y="66203"/>
                    <a:pt x="52915" y="64267"/>
                  </a:cubicBezTo>
                  <a:cubicBezTo>
                    <a:pt x="54410" y="63458"/>
                    <a:pt x="56052" y="63091"/>
                    <a:pt x="57768" y="63091"/>
                  </a:cubicBezTo>
                  <a:close/>
                  <a:moveTo>
                    <a:pt x="7994" y="0"/>
                  </a:moveTo>
                  <a:cubicBezTo>
                    <a:pt x="6547" y="0"/>
                    <a:pt x="5193" y="345"/>
                    <a:pt x="4045" y="1034"/>
                  </a:cubicBezTo>
                  <a:cubicBezTo>
                    <a:pt x="956" y="2897"/>
                    <a:pt x="1" y="6720"/>
                    <a:pt x="417" y="9686"/>
                  </a:cubicBezTo>
                  <a:cubicBezTo>
                    <a:pt x="834" y="12603"/>
                    <a:pt x="2353" y="15176"/>
                    <a:pt x="3750" y="17357"/>
                  </a:cubicBezTo>
                  <a:cubicBezTo>
                    <a:pt x="9633" y="26450"/>
                    <a:pt x="16789" y="34734"/>
                    <a:pt x="23701" y="42748"/>
                  </a:cubicBezTo>
                  <a:lnTo>
                    <a:pt x="44827" y="67282"/>
                  </a:lnTo>
                  <a:cubicBezTo>
                    <a:pt x="43700" y="69683"/>
                    <a:pt x="43185" y="72379"/>
                    <a:pt x="43528" y="75051"/>
                  </a:cubicBezTo>
                  <a:cubicBezTo>
                    <a:pt x="44214" y="80810"/>
                    <a:pt x="48626" y="85810"/>
                    <a:pt x="54263" y="87158"/>
                  </a:cubicBezTo>
                  <a:cubicBezTo>
                    <a:pt x="55390" y="87428"/>
                    <a:pt x="56591" y="87575"/>
                    <a:pt x="57841" y="87575"/>
                  </a:cubicBezTo>
                  <a:cubicBezTo>
                    <a:pt x="59949" y="87575"/>
                    <a:pt x="62179" y="87183"/>
                    <a:pt x="64557" y="86423"/>
                  </a:cubicBezTo>
                  <a:cubicBezTo>
                    <a:pt x="70806" y="84413"/>
                    <a:pt x="74948" y="80320"/>
                    <a:pt x="75659" y="75468"/>
                  </a:cubicBezTo>
                  <a:cubicBezTo>
                    <a:pt x="76076" y="72453"/>
                    <a:pt x="75120" y="69193"/>
                    <a:pt x="73037" y="66497"/>
                  </a:cubicBezTo>
                  <a:cubicBezTo>
                    <a:pt x="69658" y="62183"/>
                    <a:pt x="63570" y="59012"/>
                    <a:pt x="57698" y="59012"/>
                  </a:cubicBezTo>
                  <a:cubicBezTo>
                    <a:pt x="56798" y="59012"/>
                    <a:pt x="55902" y="59086"/>
                    <a:pt x="55023" y="59243"/>
                  </a:cubicBezTo>
                  <a:lnTo>
                    <a:pt x="31102" y="22798"/>
                  </a:lnTo>
                  <a:cubicBezTo>
                    <a:pt x="28161" y="18289"/>
                    <a:pt x="25122" y="13656"/>
                    <a:pt x="21764" y="9294"/>
                  </a:cubicBezTo>
                  <a:cubicBezTo>
                    <a:pt x="19387" y="6255"/>
                    <a:pt x="16716" y="3191"/>
                    <a:pt x="13113" y="1328"/>
                  </a:cubicBezTo>
                  <a:cubicBezTo>
                    <a:pt x="11394" y="443"/>
                    <a:pt x="9634" y="0"/>
                    <a:pt x="799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9" name="Google Shape;4029;p78"/>
          <p:cNvGrpSpPr/>
          <p:nvPr/>
        </p:nvGrpSpPr>
        <p:grpSpPr>
          <a:xfrm>
            <a:off x="1454310" y="1837587"/>
            <a:ext cx="608688" cy="406647"/>
            <a:chOff x="1169775" y="1095875"/>
            <a:chExt cx="5270025" cy="3520750"/>
          </a:xfrm>
        </p:grpSpPr>
        <p:sp>
          <p:nvSpPr>
            <p:cNvPr id="4030" name="Google Shape;4030;p78"/>
            <p:cNvSpPr/>
            <p:nvPr/>
          </p:nvSpPr>
          <p:spPr>
            <a:xfrm>
              <a:off x="1169775" y="1095875"/>
              <a:ext cx="5270025" cy="3520750"/>
            </a:xfrm>
            <a:custGeom>
              <a:avLst/>
              <a:gdLst/>
              <a:ahLst/>
              <a:cxnLst/>
              <a:rect l="l" t="t" r="r" b="b"/>
              <a:pathLst>
                <a:path w="210801" h="140830" extrusionOk="0">
                  <a:moveTo>
                    <a:pt x="128182" y="14119"/>
                  </a:moveTo>
                  <a:cubicBezTo>
                    <a:pt x="128182" y="14144"/>
                    <a:pt x="128182" y="14144"/>
                    <a:pt x="128182" y="14168"/>
                  </a:cubicBezTo>
                  <a:cubicBezTo>
                    <a:pt x="129137" y="17698"/>
                    <a:pt x="129333" y="21766"/>
                    <a:pt x="128794" y="26986"/>
                  </a:cubicBezTo>
                  <a:cubicBezTo>
                    <a:pt x="128525" y="29560"/>
                    <a:pt x="128108" y="32231"/>
                    <a:pt x="126736" y="34266"/>
                  </a:cubicBezTo>
                  <a:cubicBezTo>
                    <a:pt x="125339" y="36349"/>
                    <a:pt x="123133" y="37501"/>
                    <a:pt x="121540" y="38089"/>
                  </a:cubicBezTo>
                  <a:cubicBezTo>
                    <a:pt x="119113" y="38971"/>
                    <a:pt x="116466" y="39241"/>
                    <a:pt x="114408" y="39388"/>
                  </a:cubicBezTo>
                  <a:cubicBezTo>
                    <a:pt x="113049" y="39474"/>
                    <a:pt x="111647" y="39518"/>
                    <a:pt x="110181" y="39518"/>
                  </a:cubicBezTo>
                  <a:cubicBezTo>
                    <a:pt x="107072" y="39518"/>
                    <a:pt x="103673" y="39322"/>
                    <a:pt x="99776" y="38922"/>
                  </a:cubicBezTo>
                  <a:cubicBezTo>
                    <a:pt x="96394" y="38579"/>
                    <a:pt x="92791" y="38113"/>
                    <a:pt x="89384" y="37035"/>
                  </a:cubicBezTo>
                  <a:cubicBezTo>
                    <a:pt x="86076" y="35957"/>
                    <a:pt x="83992" y="34462"/>
                    <a:pt x="83159" y="32550"/>
                  </a:cubicBezTo>
                  <a:cubicBezTo>
                    <a:pt x="82718" y="31545"/>
                    <a:pt x="82571" y="30320"/>
                    <a:pt x="82424" y="29094"/>
                  </a:cubicBezTo>
                  <a:cubicBezTo>
                    <a:pt x="81885" y="24339"/>
                    <a:pt x="81345" y="19438"/>
                    <a:pt x="81762" y="14683"/>
                  </a:cubicBezTo>
                  <a:cubicBezTo>
                    <a:pt x="81762" y="14610"/>
                    <a:pt x="81762" y="14560"/>
                    <a:pt x="81762" y="14511"/>
                  </a:cubicBezTo>
                  <a:lnTo>
                    <a:pt x="128182" y="14119"/>
                  </a:lnTo>
                  <a:close/>
                  <a:moveTo>
                    <a:pt x="142348" y="14021"/>
                  </a:moveTo>
                  <a:lnTo>
                    <a:pt x="142348" y="14021"/>
                  </a:lnTo>
                  <a:cubicBezTo>
                    <a:pt x="142029" y="14757"/>
                    <a:pt x="141759" y="15541"/>
                    <a:pt x="141539" y="16350"/>
                  </a:cubicBezTo>
                  <a:cubicBezTo>
                    <a:pt x="140019" y="21521"/>
                    <a:pt x="140411" y="26888"/>
                    <a:pt x="140975" y="31937"/>
                  </a:cubicBezTo>
                  <a:cubicBezTo>
                    <a:pt x="141833" y="39976"/>
                    <a:pt x="143156" y="48039"/>
                    <a:pt x="144406" y="55858"/>
                  </a:cubicBezTo>
                  <a:cubicBezTo>
                    <a:pt x="145313" y="61323"/>
                    <a:pt x="146196" y="66887"/>
                    <a:pt x="147151" y="72450"/>
                  </a:cubicBezTo>
                  <a:cubicBezTo>
                    <a:pt x="123487" y="73056"/>
                    <a:pt x="99538" y="73360"/>
                    <a:pt x="75775" y="73360"/>
                  </a:cubicBezTo>
                  <a:cubicBezTo>
                    <a:pt x="71678" y="73360"/>
                    <a:pt x="67587" y="73351"/>
                    <a:pt x="63503" y="73333"/>
                  </a:cubicBezTo>
                  <a:cubicBezTo>
                    <a:pt x="64508" y="67450"/>
                    <a:pt x="65464" y="61617"/>
                    <a:pt x="66395" y="55858"/>
                  </a:cubicBezTo>
                  <a:cubicBezTo>
                    <a:pt x="67669" y="48039"/>
                    <a:pt x="68968" y="39976"/>
                    <a:pt x="69851" y="31937"/>
                  </a:cubicBezTo>
                  <a:cubicBezTo>
                    <a:pt x="70390" y="26888"/>
                    <a:pt x="70807" y="21521"/>
                    <a:pt x="69287" y="16350"/>
                  </a:cubicBezTo>
                  <a:cubicBezTo>
                    <a:pt x="69115" y="15761"/>
                    <a:pt x="68895" y="15173"/>
                    <a:pt x="68699" y="14610"/>
                  </a:cubicBezTo>
                  <a:lnTo>
                    <a:pt x="77644" y="14536"/>
                  </a:lnTo>
                  <a:lnTo>
                    <a:pt x="77644" y="14536"/>
                  </a:lnTo>
                  <a:cubicBezTo>
                    <a:pt x="77228" y="19634"/>
                    <a:pt x="77816" y="24683"/>
                    <a:pt x="78355" y="29560"/>
                  </a:cubicBezTo>
                  <a:cubicBezTo>
                    <a:pt x="78527" y="31006"/>
                    <a:pt x="78723" y="32623"/>
                    <a:pt x="79385" y="34192"/>
                  </a:cubicBezTo>
                  <a:cubicBezTo>
                    <a:pt x="80708" y="37231"/>
                    <a:pt x="83649" y="39486"/>
                    <a:pt x="88110" y="40932"/>
                  </a:cubicBezTo>
                  <a:cubicBezTo>
                    <a:pt x="91884" y="42133"/>
                    <a:pt x="95756" y="42648"/>
                    <a:pt x="99359" y="43015"/>
                  </a:cubicBezTo>
                  <a:cubicBezTo>
                    <a:pt x="103354" y="43407"/>
                    <a:pt x="106859" y="43603"/>
                    <a:pt x="110094" y="43603"/>
                  </a:cubicBezTo>
                  <a:cubicBezTo>
                    <a:pt x="111687" y="43603"/>
                    <a:pt x="113207" y="43554"/>
                    <a:pt x="114677" y="43481"/>
                  </a:cubicBezTo>
                  <a:cubicBezTo>
                    <a:pt x="117006" y="43309"/>
                    <a:pt x="120045" y="43015"/>
                    <a:pt x="122961" y="41937"/>
                  </a:cubicBezTo>
                  <a:cubicBezTo>
                    <a:pt x="126074" y="40785"/>
                    <a:pt x="128549" y="38922"/>
                    <a:pt x="130142" y="36545"/>
                  </a:cubicBezTo>
                  <a:cubicBezTo>
                    <a:pt x="132005" y="33775"/>
                    <a:pt x="132569" y="30516"/>
                    <a:pt x="132887" y="27403"/>
                  </a:cubicBezTo>
                  <a:cubicBezTo>
                    <a:pt x="133402" y="22134"/>
                    <a:pt x="133255" y="17869"/>
                    <a:pt x="132397" y="14095"/>
                  </a:cubicBezTo>
                  <a:lnTo>
                    <a:pt x="142348" y="14021"/>
                  </a:lnTo>
                  <a:close/>
                  <a:moveTo>
                    <a:pt x="45451" y="4134"/>
                  </a:moveTo>
                  <a:cubicBezTo>
                    <a:pt x="48806" y="4134"/>
                    <a:pt x="52040" y="4692"/>
                    <a:pt x="54851" y="5835"/>
                  </a:cubicBezTo>
                  <a:cubicBezTo>
                    <a:pt x="60096" y="7968"/>
                    <a:pt x="63724" y="11987"/>
                    <a:pt x="65341" y="17502"/>
                  </a:cubicBezTo>
                  <a:cubicBezTo>
                    <a:pt x="66665" y="21962"/>
                    <a:pt x="66272" y="26864"/>
                    <a:pt x="65758" y="31496"/>
                  </a:cubicBezTo>
                  <a:cubicBezTo>
                    <a:pt x="64900" y="39412"/>
                    <a:pt x="63601" y="47427"/>
                    <a:pt x="62351" y="55196"/>
                  </a:cubicBezTo>
                  <a:cubicBezTo>
                    <a:pt x="60219" y="68284"/>
                    <a:pt x="58037" y="81813"/>
                    <a:pt x="55145" y="94925"/>
                  </a:cubicBezTo>
                  <a:cubicBezTo>
                    <a:pt x="53307" y="103307"/>
                    <a:pt x="50856" y="113086"/>
                    <a:pt x="46665" y="122007"/>
                  </a:cubicBezTo>
                  <a:cubicBezTo>
                    <a:pt x="43994" y="127693"/>
                    <a:pt x="41347" y="131222"/>
                    <a:pt x="38038" y="133526"/>
                  </a:cubicBezTo>
                  <a:cubicBezTo>
                    <a:pt x="35039" y="135629"/>
                    <a:pt x="31217" y="136723"/>
                    <a:pt x="27176" y="136723"/>
                  </a:cubicBezTo>
                  <a:cubicBezTo>
                    <a:pt x="25140" y="136723"/>
                    <a:pt x="23049" y="136445"/>
                    <a:pt x="20980" y="135879"/>
                  </a:cubicBezTo>
                  <a:cubicBezTo>
                    <a:pt x="15637" y="134408"/>
                    <a:pt x="11152" y="131222"/>
                    <a:pt x="8701" y="127129"/>
                  </a:cubicBezTo>
                  <a:cubicBezTo>
                    <a:pt x="6373" y="123257"/>
                    <a:pt x="5736" y="118551"/>
                    <a:pt x="5368" y="114066"/>
                  </a:cubicBezTo>
                  <a:cubicBezTo>
                    <a:pt x="4143" y="99067"/>
                    <a:pt x="5809" y="83773"/>
                    <a:pt x="7451" y="68994"/>
                  </a:cubicBezTo>
                  <a:cubicBezTo>
                    <a:pt x="8701" y="57647"/>
                    <a:pt x="9976" y="45907"/>
                    <a:pt x="12745" y="34682"/>
                  </a:cubicBezTo>
                  <a:cubicBezTo>
                    <a:pt x="14093" y="29217"/>
                    <a:pt x="16176" y="22232"/>
                    <a:pt x="20343" y="16546"/>
                  </a:cubicBezTo>
                  <a:cubicBezTo>
                    <a:pt x="22794" y="13213"/>
                    <a:pt x="26103" y="10296"/>
                    <a:pt x="29901" y="8164"/>
                  </a:cubicBezTo>
                  <a:cubicBezTo>
                    <a:pt x="34605" y="5512"/>
                    <a:pt x="40178" y="4134"/>
                    <a:pt x="45451" y="4134"/>
                  </a:cubicBezTo>
                  <a:close/>
                  <a:moveTo>
                    <a:pt x="165337" y="4120"/>
                  </a:moveTo>
                  <a:cubicBezTo>
                    <a:pt x="170606" y="4120"/>
                    <a:pt x="176194" y="5517"/>
                    <a:pt x="180900" y="8164"/>
                  </a:cubicBezTo>
                  <a:cubicBezTo>
                    <a:pt x="184699" y="10296"/>
                    <a:pt x="188007" y="13213"/>
                    <a:pt x="190458" y="16546"/>
                  </a:cubicBezTo>
                  <a:cubicBezTo>
                    <a:pt x="194625" y="22232"/>
                    <a:pt x="196708" y="29217"/>
                    <a:pt x="198056" y="34682"/>
                  </a:cubicBezTo>
                  <a:cubicBezTo>
                    <a:pt x="200826" y="45907"/>
                    <a:pt x="202125" y="57647"/>
                    <a:pt x="203374" y="68994"/>
                  </a:cubicBezTo>
                  <a:cubicBezTo>
                    <a:pt x="204992" y="83773"/>
                    <a:pt x="206683" y="99067"/>
                    <a:pt x="205458" y="114066"/>
                  </a:cubicBezTo>
                  <a:cubicBezTo>
                    <a:pt x="205090" y="118551"/>
                    <a:pt x="204428" y="123257"/>
                    <a:pt x="202100" y="127129"/>
                  </a:cubicBezTo>
                  <a:cubicBezTo>
                    <a:pt x="199649" y="131222"/>
                    <a:pt x="195189" y="134408"/>
                    <a:pt x="189821" y="135879"/>
                  </a:cubicBezTo>
                  <a:cubicBezTo>
                    <a:pt x="187760" y="136445"/>
                    <a:pt x="185672" y="136723"/>
                    <a:pt x="183637" y="136723"/>
                  </a:cubicBezTo>
                  <a:cubicBezTo>
                    <a:pt x="179596" y="136723"/>
                    <a:pt x="175762" y="135629"/>
                    <a:pt x="172763" y="133526"/>
                  </a:cubicBezTo>
                  <a:cubicBezTo>
                    <a:pt x="169479" y="131222"/>
                    <a:pt x="166807" y="127693"/>
                    <a:pt x="164160" y="122007"/>
                  </a:cubicBezTo>
                  <a:cubicBezTo>
                    <a:pt x="159969" y="113086"/>
                    <a:pt x="157519" y="103307"/>
                    <a:pt x="155656" y="94925"/>
                  </a:cubicBezTo>
                  <a:cubicBezTo>
                    <a:pt x="152764" y="81813"/>
                    <a:pt x="150583" y="68284"/>
                    <a:pt x="148475" y="55196"/>
                  </a:cubicBezTo>
                  <a:cubicBezTo>
                    <a:pt x="147200" y="47451"/>
                    <a:pt x="145901" y="39412"/>
                    <a:pt x="145044" y="31496"/>
                  </a:cubicBezTo>
                  <a:cubicBezTo>
                    <a:pt x="144529" y="26864"/>
                    <a:pt x="144161" y="21962"/>
                    <a:pt x="145460" y="17502"/>
                  </a:cubicBezTo>
                  <a:cubicBezTo>
                    <a:pt x="147078" y="11987"/>
                    <a:pt x="150705" y="7968"/>
                    <a:pt x="155950" y="5835"/>
                  </a:cubicBezTo>
                  <a:cubicBezTo>
                    <a:pt x="158769" y="4683"/>
                    <a:pt x="161979" y="4120"/>
                    <a:pt x="165337" y="4120"/>
                  </a:cubicBezTo>
                  <a:close/>
                  <a:moveTo>
                    <a:pt x="45396" y="1"/>
                  </a:moveTo>
                  <a:cubicBezTo>
                    <a:pt x="39459" y="1"/>
                    <a:pt x="33255" y="1563"/>
                    <a:pt x="27892" y="4585"/>
                  </a:cubicBezTo>
                  <a:cubicBezTo>
                    <a:pt x="23603" y="7012"/>
                    <a:pt x="19828" y="10320"/>
                    <a:pt x="17034" y="14144"/>
                  </a:cubicBezTo>
                  <a:cubicBezTo>
                    <a:pt x="12451" y="20394"/>
                    <a:pt x="10196" y="27869"/>
                    <a:pt x="8775" y="33702"/>
                  </a:cubicBezTo>
                  <a:cubicBezTo>
                    <a:pt x="5932" y="45172"/>
                    <a:pt x="4633" y="57059"/>
                    <a:pt x="3358" y="68553"/>
                  </a:cubicBezTo>
                  <a:cubicBezTo>
                    <a:pt x="1716" y="83528"/>
                    <a:pt x="1" y="98993"/>
                    <a:pt x="1275" y="114385"/>
                  </a:cubicBezTo>
                  <a:cubicBezTo>
                    <a:pt x="1667" y="119385"/>
                    <a:pt x="2427" y="124654"/>
                    <a:pt x="5197" y="129237"/>
                  </a:cubicBezTo>
                  <a:cubicBezTo>
                    <a:pt x="8162" y="134237"/>
                    <a:pt x="13530" y="138085"/>
                    <a:pt x="19902" y="139825"/>
                  </a:cubicBezTo>
                  <a:cubicBezTo>
                    <a:pt x="22304" y="140487"/>
                    <a:pt x="24755" y="140805"/>
                    <a:pt x="27156" y="140805"/>
                  </a:cubicBezTo>
                  <a:cubicBezTo>
                    <a:pt x="32034" y="140805"/>
                    <a:pt x="36690" y="139482"/>
                    <a:pt x="40391" y="136884"/>
                  </a:cubicBezTo>
                  <a:cubicBezTo>
                    <a:pt x="45415" y="133404"/>
                    <a:pt x="48357" y="128036"/>
                    <a:pt x="50366" y="123747"/>
                  </a:cubicBezTo>
                  <a:cubicBezTo>
                    <a:pt x="54729" y="114458"/>
                    <a:pt x="57253" y="104410"/>
                    <a:pt x="59140" y="95807"/>
                  </a:cubicBezTo>
                  <a:cubicBezTo>
                    <a:pt x="60488" y="89729"/>
                    <a:pt x="61665" y="83577"/>
                    <a:pt x="62768" y="77425"/>
                  </a:cubicBezTo>
                  <a:cubicBezTo>
                    <a:pt x="67253" y="77450"/>
                    <a:pt x="71762" y="77450"/>
                    <a:pt x="76272" y="77450"/>
                  </a:cubicBezTo>
                  <a:cubicBezTo>
                    <a:pt x="100095" y="77450"/>
                    <a:pt x="124138" y="77156"/>
                    <a:pt x="147887" y="76543"/>
                  </a:cubicBezTo>
                  <a:cubicBezTo>
                    <a:pt x="149014" y="82989"/>
                    <a:pt x="150264" y="89435"/>
                    <a:pt x="151661" y="95807"/>
                  </a:cubicBezTo>
                  <a:cubicBezTo>
                    <a:pt x="153548" y="104410"/>
                    <a:pt x="156073" y="114458"/>
                    <a:pt x="160435" y="123747"/>
                  </a:cubicBezTo>
                  <a:cubicBezTo>
                    <a:pt x="162445" y="128036"/>
                    <a:pt x="165410" y="133404"/>
                    <a:pt x="170410" y="136884"/>
                  </a:cubicBezTo>
                  <a:cubicBezTo>
                    <a:pt x="174111" y="139482"/>
                    <a:pt x="178768" y="140830"/>
                    <a:pt x="183645" y="140830"/>
                  </a:cubicBezTo>
                  <a:cubicBezTo>
                    <a:pt x="186047" y="140830"/>
                    <a:pt x="188498" y="140487"/>
                    <a:pt x="190900" y="139825"/>
                  </a:cubicBezTo>
                  <a:cubicBezTo>
                    <a:pt x="197272" y="138085"/>
                    <a:pt x="202639" y="134237"/>
                    <a:pt x="205629" y="129237"/>
                  </a:cubicBezTo>
                  <a:cubicBezTo>
                    <a:pt x="208374" y="124654"/>
                    <a:pt x="209134" y="119385"/>
                    <a:pt x="209551" y="114385"/>
                  </a:cubicBezTo>
                  <a:cubicBezTo>
                    <a:pt x="210801" y="98993"/>
                    <a:pt x="209085" y="83528"/>
                    <a:pt x="207443" y="68553"/>
                  </a:cubicBezTo>
                  <a:cubicBezTo>
                    <a:pt x="206193" y="57059"/>
                    <a:pt x="204870" y="45172"/>
                    <a:pt x="202027" y="33702"/>
                  </a:cubicBezTo>
                  <a:cubicBezTo>
                    <a:pt x="200605" y="27869"/>
                    <a:pt x="198375" y="20394"/>
                    <a:pt x="193767" y="14144"/>
                  </a:cubicBezTo>
                  <a:cubicBezTo>
                    <a:pt x="190973" y="10320"/>
                    <a:pt x="187223" y="7012"/>
                    <a:pt x="182910" y="4585"/>
                  </a:cubicBezTo>
                  <a:cubicBezTo>
                    <a:pt x="177562" y="1563"/>
                    <a:pt x="171354" y="1"/>
                    <a:pt x="165412" y="1"/>
                  </a:cubicBezTo>
                  <a:cubicBezTo>
                    <a:pt x="161524" y="1"/>
                    <a:pt x="157750" y="670"/>
                    <a:pt x="154406" y="2037"/>
                  </a:cubicBezTo>
                  <a:cubicBezTo>
                    <a:pt x="150166" y="3752"/>
                    <a:pt x="146808" y="6473"/>
                    <a:pt x="144431" y="10051"/>
                  </a:cubicBezTo>
                  <a:cubicBezTo>
                    <a:pt x="144186" y="9953"/>
                    <a:pt x="143941" y="9904"/>
                    <a:pt x="143671" y="9904"/>
                  </a:cubicBezTo>
                  <a:lnTo>
                    <a:pt x="67106" y="10517"/>
                  </a:lnTo>
                  <a:cubicBezTo>
                    <a:pt x="66983" y="10517"/>
                    <a:pt x="66836" y="10541"/>
                    <a:pt x="66714" y="10566"/>
                  </a:cubicBezTo>
                  <a:cubicBezTo>
                    <a:pt x="64336" y="6742"/>
                    <a:pt x="60831" y="3826"/>
                    <a:pt x="56395" y="2037"/>
                  </a:cubicBezTo>
                  <a:cubicBezTo>
                    <a:pt x="53051" y="670"/>
                    <a:pt x="49281" y="1"/>
                    <a:pt x="4539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78"/>
            <p:cNvSpPr/>
            <p:nvPr/>
          </p:nvSpPr>
          <p:spPr>
            <a:xfrm>
              <a:off x="1588875" y="1448450"/>
              <a:ext cx="1159900" cy="1070850"/>
            </a:xfrm>
            <a:custGeom>
              <a:avLst/>
              <a:gdLst/>
              <a:ahLst/>
              <a:cxnLst/>
              <a:rect l="l" t="t" r="r" b="b"/>
              <a:pathLst>
                <a:path w="46396" h="42834" extrusionOk="0">
                  <a:moveTo>
                    <a:pt x="21740" y="4207"/>
                  </a:moveTo>
                  <a:cubicBezTo>
                    <a:pt x="21764" y="7173"/>
                    <a:pt x="21568" y="10163"/>
                    <a:pt x="21152" y="13104"/>
                  </a:cubicBezTo>
                  <a:cubicBezTo>
                    <a:pt x="20980" y="14231"/>
                    <a:pt x="21764" y="15261"/>
                    <a:pt x="22867" y="15432"/>
                  </a:cubicBezTo>
                  <a:cubicBezTo>
                    <a:pt x="22965" y="15457"/>
                    <a:pt x="23063" y="15457"/>
                    <a:pt x="23186" y="15457"/>
                  </a:cubicBezTo>
                  <a:cubicBezTo>
                    <a:pt x="24166" y="15457"/>
                    <a:pt x="25049" y="14722"/>
                    <a:pt x="25196" y="13717"/>
                  </a:cubicBezTo>
                  <a:cubicBezTo>
                    <a:pt x="25661" y="10604"/>
                    <a:pt x="25857" y="7442"/>
                    <a:pt x="25833" y="4281"/>
                  </a:cubicBezTo>
                  <a:lnTo>
                    <a:pt x="25833" y="4281"/>
                  </a:lnTo>
                  <a:cubicBezTo>
                    <a:pt x="26985" y="4501"/>
                    <a:pt x="28137" y="4820"/>
                    <a:pt x="29338" y="5310"/>
                  </a:cubicBezTo>
                  <a:cubicBezTo>
                    <a:pt x="35269" y="7663"/>
                    <a:pt x="39901" y="13227"/>
                    <a:pt x="41126" y="19476"/>
                  </a:cubicBezTo>
                  <a:cubicBezTo>
                    <a:pt x="41322" y="20481"/>
                    <a:pt x="41421" y="21511"/>
                    <a:pt x="41445" y="22540"/>
                  </a:cubicBezTo>
                  <a:lnTo>
                    <a:pt x="37524" y="22074"/>
                  </a:lnTo>
                  <a:cubicBezTo>
                    <a:pt x="37435" y="22063"/>
                    <a:pt x="37346" y="22057"/>
                    <a:pt x="37259" y="22057"/>
                  </a:cubicBezTo>
                  <a:cubicBezTo>
                    <a:pt x="36239" y="22057"/>
                    <a:pt x="35357" y="22825"/>
                    <a:pt x="35244" y="23863"/>
                  </a:cubicBezTo>
                  <a:cubicBezTo>
                    <a:pt x="35097" y="24991"/>
                    <a:pt x="35906" y="25996"/>
                    <a:pt x="37033" y="26143"/>
                  </a:cubicBezTo>
                  <a:lnTo>
                    <a:pt x="41028" y="26633"/>
                  </a:lnTo>
                  <a:cubicBezTo>
                    <a:pt x="40465" y="29133"/>
                    <a:pt x="39337" y="31437"/>
                    <a:pt x="37695" y="33226"/>
                  </a:cubicBezTo>
                  <a:cubicBezTo>
                    <a:pt x="34558" y="36657"/>
                    <a:pt x="30048" y="37956"/>
                    <a:pt x="26838" y="38446"/>
                  </a:cubicBezTo>
                  <a:cubicBezTo>
                    <a:pt x="25686" y="38618"/>
                    <a:pt x="24534" y="38691"/>
                    <a:pt x="23407" y="38716"/>
                  </a:cubicBezTo>
                  <a:cubicBezTo>
                    <a:pt x="23284" y="36338"/>
                    <a:pt x="23235" y="33936"/>
                    <a:pt x="23284" y="31584"/>
                  </a:cubicBezTo>
                  <a:cubicBezTo>
                    <a:pt x="23309" y="30456"/>
                    <a:pt x="22402" y="29500"/>
                    <a:pt x="21274" y="29476"/>
                  </a:cubicBezTo>
                  <a:cubicBezTo>
                    <a:pt x="20147" y="29476"/>
                    <a:pt x="19191" y="30358"/>
                    <a:pt x="19167" y="31486"/>
                  </a:cubicBezTo>
                  <a:cubicBezTo>
                    <a:pt x="19142" y="33789"/>
                    <a:pt x="19167" y="36093"/>
                    <a:pt x="19265" y="38373"/>
                  </a:cubicBezTo>
                  <a:cubicBezTo>
                    <a:pt x="14853" y="37588"/>
                    <a:pt x="10956" y="35530"/>
                    <a:pt x="8505" y="32417"/>
                  </a:cubicBezTo>
                  <a:cubicBezTo>
                    <a:pt x="6839" y="30334"/>
                    <a:pt x="5809" y="27736"/>
                    <a:pt x="5442" y="25015"/>
                  </a:cubicBezTo>
                  <a:cubicBezTo>
                    <a:pt x="5515" y="24991"/>
                    <a:pt x="5589" y="24991"/>
                    <a:pt x="5662" y="24966"/>
                  </a:cubicBezTo>
                  <a:cubicBezTo>
                    <a:pt x="6904" y="24671"/>
                    <a:pt x="8165" y="24524"/>
                    <a:pt x="9434" y="24524"/>
                  </a:cubicBezTo>
                  <a:cubicBezTo>
                    <a:pt x="10169" y="24524"/>
                    <a:pt x="10905" y="24573"/>
                    <a:pt x="11642" y="24672"/>
                  </a:cubicBezTo>
                  <a:cubicBezTo>
                    <a:pt x="11734" y="24684"/>
                    <a:pt x="11824" y="24690"/>
                    <a:pt x="11914" y="24690"/>
                  </a:cubicBezTo>
                  <a:cubicBezTo>
                    <a:pt x="12931" y="24690"/>
                    <a:pt x="13811" y="23944"/>
                    <a:pt x="13946" y="22908"/>
                  </a:cubicBezTo>
                  <a:cubicBezTo>
                    <a:pt x="14093" y="21780"/>
                    <a:pt x="13309" y="20751"/>
                    <a:pt x="12182" y="20604"/>
                  </a:cubicBezTo>
                  <a:cubicBezTo>
                    <a:pt x="11270" y="20486"/>
                    <a:pt x="10358" y="20427"/>
                    <a:pt x="9450" y="20427"/>
                  </a:cubicBezTo>
                  <a:cubicBezTo>
                    <a:pt x="8087" y="20427"/>
                    <a:pt x="6731" y="20560"/>
                    <a:pt x="5393" y="20824"/>
                  </a:cubicBezTo>
                  <a:cubicBezTo>
                    <a:pt x="5564" y="19427"/>
                    <a:pt x="5883" y="18055"/>
                    <a:pt x="6397" y="16707"/>
                  </a:cubicBezTo>
                  <a:cubicBezTo>
                    <a:pt x="7696" y="13349"/>
                    <a:pt x="10123" y="10310"/>
                    <a:pt x="13407" y="7884"/>
                  </a:cubicBezTo>
                  <a:cubicBezTo>
                    <a:pt x="16299" y="5776"/>
                    <a:pt x="18995" y="4575"/>
                    <a:pt x="21740" y="4207"/>
                  </a:cubicBezTo>
                  <a:close/>
                  <a:moveTo>
                    <a:pt x="23529" y="0"/>
                  </a:moveTo>
                  <a:cubicBezTo>
                    <a:pt x="19311" y="0"/>
                    <a:pt x="15168" y="1519"/>
                    <a:pt x="11005" y="4575"/>
                  </a:cubicBezTo>
                  <a:cubicBezTo>
                    <a:pt x="7059" y="7467"/>
                    <a:pt x="4143" y="11143"/>
                    <a:pt x="2574" y="15236"/>
                  </a:cubicBezTo>
                  <a:cubicBezTo>
                    <a:pt x="1" y="21903"/>
                    <a:pt x="1079" y="29672"/>
                    <a:pt x="5295" y="34966"/>
                  </a:cubicBezTo>
                  <a:cubicBezTo>
                    <a:pt x="9265" y="39990"/>
                    <a:pt x="15858" y="42833"/>
                    <a:pt x="23112" y="42833"/>
                  </a:cubicBezTo>
                  <a:cubicBezTo>
                    <a:pt x="24534" y="42833"/>
                    <a:pt x="25980" y="42711"/>
                    <a:pt x="27451" y="42490"/>
                  </a:cubicBezTo>
                  <a:cubicBezTo>
                    <a:pt x="31323" y="41902"/>
                    <a:pt x="36764" y="40309"/>
                    <a:pt x="40710" y="35995"/>
                  </a:cubicBezTo>
                  <a:cubicBezTo>
                    <a:pt x="44705" y="31657"/>
                    <a:pt x="46396" y="25015"/>
                    <a:pt x="45146" y="18668"/>
                  </a:cubicBezTo>
                  <a:cubicBezTo>
                    <a:pt x="43651" y="11119"/>
                    <a:pt x="38038" y="4379"/>
                    <a:pt x="30857" y="1487"/>
                  </a:cubicBezTo>
                  <a:cubicBezTo>
                    <a:pt x="28378" y="497"/>
                    <a:pt x="25942" y="0"/>
                    <a:pt x="2352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78"/>
            <p:cNvSpPr/>
            <p:nvPr/>
          </p:nvSpPr>
          <p:spPr>
            <a:xfrm>
              <a:off x="4930650" y="1526525"/>
              <a:ext cx="481625" cy="446225"/>
            </a:xfrm>
            <a:custGeom>
              <a:avLst/>
              <a:gdLst/>
              <a:ahLst/>
              <a:cxnLst/>
              <a:rect l="l" t="t" r="r" b="b"/>
              <a:pathLst>
                <a:path w="19265" h="17849" extrusionOk="0">
                  <a:moveTo>
                    <a:pt x="9804" y="4099"/>
                  </a:moveTo>
                  <a:cubicBezTo>
                    <a:pt x="10907" y="4099"/>
                    <a:pt x="12034" y="4393"/>
                    <a:pt x="12917" y="5177"/>
                  </a:cubicBezTo>
                  <a:cubicBezTo>
                    <a:pt x="14363" y="6501"/>
                    <a:pt x="14779" y="8903"/>
                    <a:pt x="13922" y="10741"/>
                  </a:cubicBezTo>
                  <a:cubicBezTo>
                    <a:pt x="13087" y="12505"/>
                    <a:pt x="11048" y="13758"/>
                    <a:pt x="9020" y="13758"/>
                  </a:cubicBezTo>
                  <a:cubicBezTo>
                    <a:pt x="8963" y="13758"/>
                    <a:pt x="8906" y="13757"/>
                    <a:pt x="8848" y="13755"/>
                  </a:cubicBezTo>
                  <a:cubicBezTo>
                    <a:pt x="7500" y="13706"/>
                    <a:pt x="6152" y="13143"/>
                    <a:pt x="5172" y="12236"/>
                  </a:cubicBezTo>
                  <a:cubicBezTo>
                    <a:pt x="4755" y="11868"/>
                    <a:pt x="4486" y="11501"/>
                    <a:pt x="4363" y="11157"/>
                  </a:cubicBezTo>
                  <a:cubicBezTo>
                    <a:pt x="4192" y="10716"/>
                    <a:pt x="4167" y="10128"/>
                    <a:pt x="4290" y="9368"/>
                  </a:cubicBezTo>
                  <a:cubicBezTo>
                    <a:pt x="4584" y="7481"/>
                    <a:pt x="5687" y="5177"/>
                    <a:pt x="7182" y="4614"/>
                  </a:cubicBezTo>
                  <a:cubicBezTo>
                    <a:pt x="7941" y="4319"/>
                    <a:pt x="8873" y="4099"/>
                    <a:pt x="9804" y="4099"/>
                  </a:cubicBezTo>
                  <a:close/>
                  <a:moveTo>
                    <a:pt x="9836" y="0"/>
                  </a:moveTo>
                  <a:cubicBezTo>
                    <a:pt x="8358" y="0"/>
                    <a:pt x="6921" y="315"/>
                    <a:pt x="5711" y="790"/>
                  </a:cubicBezTo>
                  <a:cubicBezTo>
                    <a:pt x="2402" y="2065"/>
                    <a:pt x="687" y="5864"/>
                    <a:pt x="221" y="8731"/>
                  </a:cubicBezTo>
                  <a:cubicBezTo>
                    <a:pt x="1" y="10251"/>
                    <a:pt x="99" y="11525"/>
                    <a:pt x="540" y="12677"/>
                  </a:cubicBezTo>
                  <a:cubicBezTo>
                    <a:pt x="907" y="13584"/>
                    <a:pt x="1520" y="14442"/>
                    <a:pt x="2378" y="15226"/>
                  </a:cubicBezTo>
                  <a:cubicBezTo>
                    <a:pt x="4069" y="16819"/>
                    <a:pt x="6373" y="17775"/>
                    <a:pt x="8701" y="17848"/>
                  </a:cubicBezTo>
                  <a:lnTo>
                    <a:pt x="9020" y="17848"/>
                  </a:lnTo>
                  <a:cubicBezTo>
                    <a:pt x="12623" y="17848"/>
                    <a:pt x="16127" y="15692"/>
                    <a:pt x="17622" y="12481"/>
                  </a:cubicBezTo>
                  <a:cubicBezTo>
                    <a:pt x="19264" y="9025"/>
                    <a:pt x="18431" y="4687"/>
                    <a:pt x="15662" y="2163"/>
                  </a:cubicBezTo>
                  <a:cubicBezTo>
                    <a:pt x="13962" y="590"/>
                    <a:pt x="11860" y="0"/>
                    <a:pt x="983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78"/>
            <p:cNvSpPr/>
            <p:nvPr/>
          </p:nvSpPr>
          <p:spPr>
            <a:xfrm>
              <a:off x="5477200" y="1720025"/>
              <a:ext cx="481625" cy="446350"/>
            </a:xfrm>
            <a:custGeom>
              <a:avLst/>
              <a:gdLst/>
              <a:ahLst/>
              <a:cxnLst/>
              <a:rect l="l" t="t" r="r" b="b"/>
              <a:pathLst>
                <a:path w="19265" h="17854" extrusionOk="0">
                  <a:moveTo>
                    <a:pt x="9825" y="4114"/>
                  </a:moveTo>
                  <a:cubicBezTo>
                    <a:pt x="10935" y="4114"/>
                    <a:pt x="12058" y="4402"/>
                    <a:pt x="12916" y="5182"/>
                  </a:cubicBezTo>
                  <a:cubicBezTo>
                    <a:pt x="14363" y="6506"/>
                    <a:pt x="14804" y="8907"/>
                    <a:pt x="13921" y="10746"/>
                  </a:cubicBezTo>
                  <a:cubicBezTo>
                    <a:pt x="13087" y="12509"/>
                    <a:pt x="11048" y="13763"/>
                    <a:pt x="9020" y="13763"/>
                  </a:cubicBezTo>
                  <a:cubicBezTo>
                    <a:pt x="8963" y="13763"/>
                    <a:pt x="8905" y="13762"/>
                    <a:pt x="8848" y="13760"/>
                  </a:cubicBezTo>
                  <a:cubicBezTo>
                    <a:pt x="7500" y="13711"/>
                    <a:pt x="6152" y="13147"/>
                    <a:pt x="5172" y="12241"/>
                  </a:cubicBezTo>
                  <a:cubicBezTo>
                    <a:pt x="4780" y="11873"/>
                    <a:pt x="4510" y="11505"/>
                    <a:pt x="4363" y="11162"/>
                  </a:cubicBezTo>
                  <a:cubicBezTo>
                    <a:pt x="4191" y="10721"/>
                    <a:pt x="4167" y="10133"/>
                    <a:pt x="4289" y="9373"/>
                  </a:cubicBezTo>
                  <a:cubicBezTo>
                    <a:pt x="4584" y="7486"/>
                    <a:pt x="5711" y="5182"/>
                    <a:pt x="7181" y="4618"/>
                  </a:cubicBezTo>
                  <a:cubicBezTo>
                    <a:pt x="7938" y="4325"/>
                    <a:pt x="8877" y="4114"/>
                    <a:pt x="9825" y="4114"/>
                  </a:cubicBezTo>
                  <a:close/>
                  <a:moveTo>
                    <a:pt x="9813" y="0"/>
                  </a:moveTo>
                  <a:cubicBezTo>
                    <a:pt x="8342" y="0"/>
                    <a:pt x="6914" y="308"/>
                    <a:pt x="5711" y="770"/>
                  </a:cubicBezTo>
                  <a:cubicBezTo>
                    <a:pt x="2402" y="2045"/>
                    <a:pt x="687" y="5868"/>
                    <a:pt x="245" y="8736"/>
                  </a:cubicBezTo>
                  <a:cubicBezTo>
                    <a:pt x="0" y="10231"/>
                    <a:pt x="98" y="11530"/>
                    <a:pt x="564" y="12682"/>
                  </a:cubicBezTo>
                  <a:cubicBezTo>
                    <a:pt x="907" y="13589"/>
                    <a:pt x="1520" y="14446"/>
                    <a:pt x="2378" y="15231"/>
                  </a:cubicBezTo>
                  <a:cubicBezTo>
                    <a:pt x="4093" y="16824"/>
                    <a:pt x="6397" y="17755"/>
                    <a:pt x="8701" y="17853"/>
                  </a:cubicBezTo>
                  <a:lnTo>
                    <a:pt x="9020" y="17853"/>
                  </a:lnTo>
                  <a:cubicBezTo>
                    <a:pt x="12622" y="17853"/>
                    <a:pt x="16127" y="15672"/>
                    <a:pt x="17647" y="12486"/>
                  </a:cubicBezTo>
                  <a:cubicBezTo>
                    <a:pt x="19264" y="9030"/>
                    <a:pt x="18431" y="4692"/>
                    <a:pt x="15686" y="2167"/>
                  </a:cubicBezTo>
                  <a:cubicBezTo>
                    <a:pt x="13965" y="589"/>
                    <a:pt x="11847" y="0"/>
                    <a:pt x="9813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78"/>
            <p:cNvSpPr/>
            <p:nvPr/>
          </p:nvSpPr>
          <p:spPr>
            <a:xfrm>
              <a:off x="5010300" y="2107250"/>
              <a:ext cx="481625" cy="446350"/>
            </a:xfrm>
            <a:custGeom>
              <a:avLst/>
              <a:gdLst/>
              <a:ahLst/>
              <a:cxnLst/>
              <a:rect l="l" t="t" r="r" b="b"/>
              <a:pathLst>
                <a:path w="19265" h="17854" extrusionOk="0">
                  <a:moveTo>
                    <a:pt x="9804" y="4104"/>
                  </a:moveTo>
                  <a:cubicBezTo>
                    <a:pt x="10932" y="4104"/>
                    <a:pt x="12059" y="4398"/>
                    <a:pt x="12917" y="5183"/>
                  </a:cubicBezTo>
                  <a:cubicBezTo>
                    <a:pt x="14363" y="6506"/>
                    <a:pt x="14804" y="8883"/>
                    <a:pt x="13922" y="10722"/>
                  </a:cubicBezTo>
                  <a:cubicBezTo>
                    <a:pt x="13088" y="12508"/>
                    <a:pt x="11050" y="13739"/>
                    <a:pt x="9023" y="13739"/>
                  </a:cubicBezTo>
                  <a:cubicBezTo>
                    <a:pt x="8965" y="13739"/>
                    <a:pt x="8907" y="13738"/>
                    <a:pt x="8848" y="13736"/>
                  </a:cubicBezTo>
                  <a:cubicBezTo>
                    <a:pt x="7500" y="13687"/>
                    <a:pt x="6152" y="13148"/>
                    <a:pt x="5172" y="12217"/>
                  </a:cubicBezTo>
                  <a:cubicBezTo>
                    <a:pt x="4780" y="11849"/>
                    <a:pt x="4510" y="11506"/>
                    <a:pt x="4363" y="11163"/>
                  </a:cubicBezTo>
                  <a:cubicBezTo>
                    <a:pt x="4192" y="10722"/>
                    <a:pt x="4167" y="10109"/>
                    <a:pt x="4290" y="9374"/>
                  </a:cubicBezTo>
                  <a:cubicBezTo>
                    <a:pt x="4584" y="7486"/>
                    <a:pt x="5711" y="5158"/>
                    <a:pt x="7182" y="4594"/>
                  </a:cubicBezTo>
                  <a:cubicBezTo>
                    <a:pt x="7942" y="4300"/>
                    <a:pt x="8873" y="4104"/>
                    <a:pt x="9804" y="4104"/>
                  </a:cubicBezTo>
                  <a:close/>
                  <a:moveTo>
                    <a:pt x="9813" y="1"/>
                  </a:moveTo>
                  <a:cubicBezTo>
                    <a:pt x="8342" y="1"/>
                    <a:pt x="6914" y="308"/>
                    <a:pt x="5711" y="771"/>
                  </a:cubicBezTo>
                  <a:cubicBezTo>
                    <a:pt x="2403" y="2045"/>
                    <a:pt x="687" y="5844"/>
                    <a:pt x="246" y="8736"/>
                  </a:cubicBezTo>
                  <a:cubicBezTo>
                    <a:pt x="1" y="10207"/>
                    <a:pt x="99" y="11530"/>
                    <a:pt x="564" y="12658"/>
                  </a:cubicBezTo>
                  <a:cubicBezTo>
                    <a:pt x="908" y="13589"/>
                    <a:pt x="1520" y="14447"/>
                    <a:pt x="2378" y="15231"/>
                  </a:cubicBezTo>
                  <a:cubicBezTo>
                    <a:pt x="4094" y="16800"/>
                    <a:pt x="6397" y="17756"/>
                    <a:pt x="8701" y="17829"/>
                  </a:cubicBezTo>
                  <a:cubicBezTo>
                    <a:pt x="8824" y="17854"/>
                    <a:pt x="8922" y="17854"/>
                    <a:pt x="9020" y="17854"/>
                  </a:cubicBezTo>
                  <a:cubicBezTo>
                    <a:pt x="12623" y="17854"/>
                    <a:pt x="16127" y="15672"/>
                    <a:pt x="17647" y="12486"/>
                  </a:cubicBezTo>
                  <a:cubicBezTo>
                    <a:pt x="19265" y="9030"/>
                    <a:pt x="18456" y="4692"/>
                    <a:pt x="15686" y="2168"/>
                  </a:cubicBezTo>
                  <a:cubicBezTo>
                    <a:pt x="13965" y="589"/>
                    <a:pt x="11848" y="1"/>
                    <a:pt x="98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78"/>
            <p:cNvSpPr/>
            <p:nvPr/>
          </p:nvSpPr>
          <p:spPr>
            <a:xfrm>
              <a:off x="5535400" y="2361225"/>
              <a:ext cx="481625" cy="446050"/>
            </a:xfrm>
            <a:custGeom>
              <a:avLst/>
              <a:gdLst/>
              <a:ahLst/>
              <a:cxnLst/>
              <a:rect l="l" t="t" r="r" b="b"/>
              <a:pathLst>
                <a:path w="19265" h="17842" extrusionOk="0">
                  <a:moveTo>
                    <a:pt x="9804" y="4092"/>
                  </a:moveTo>
                  <a:cubicBezTo>
                    <a:pt x="10907" y="4092"/>
                    <a:pt x="12035" y="4386"/>
                    <a:pt x="12917" y="5170"/>
                  </a:cubicBezTo>
                  <a:cubicBezTo>
                    <a:pt x="14363" y="6518"/>
                    <a:pt x="14804" y="8896"/>
                    <a:pt x="13922" y="10734"/>
                  </a:cubicBezTo>
                  <a:cubicBezTo>
                    <a:pt x="13087" y="12498"/>
                    <a:pt x="11048" y="13751"/>
                    <a:pt x="9020" y="13751"/>
                  </a:cubicBezTo>
                  <a:cubicBezTo>
                    <a:pt x="8963" y="13751"/>
                    <a:pt x="8906" y="13750"/>
                    <a:pt x="8848" y="13748"/>
                  </a:cubicBezTo>
                  <a:cubicBezTo>
                    <a:pt x="7500" y="13699"/>
                    <a:pt x="6152" y="13136"/>
                    <a:pt x="5172" y="12229"/>
                  </a:cubicBezTo>
                  <a:cubicBezTo>
                    <a:pt x="4755" y="11861"/>
                    <a:pt x="4486" y="11494"/>
                    <a:pt x="4363" y="11150"/>
                  </a:cubicBezTo>
                  <a:cubicBezTo>
                    <a:pt x="4192" y="10734"/>
                    <a:pt x="4167" y="10121"/>
                    <a:pt x="4290" y="9361"/>
                  </a:cubicBezTo>
                  <a:cubicBezTo>
                    <a:pt x="4584" y="7474"/>
                    <a:pt x="5687" y="5170"/>
                    <a:pt x="7182" y="4607"/>
                  </a:cubicBezTo>
                  <a:cubicBezTo>
                    <a:pt x="7942" y="4312"/>
                    <a:pt x="8873" y="4092"/>
                    <a:pt x="9804" y="4092"/>
                  </a:cubicBezTo>
                  <a:close/>
                  <a:moveTo>
                    <a:pt x="9815" y="1"/>
                  </a:moveTo>
                  <a:cubicBezTo>
                    <a:pt x="8343" y="1"/>
                    <a:pt x="6915" y="310"/>
                    <a:pt x="5711" y="783"/>
                  </a:cubicBezTo>
                  <a:cubicBezTo>
                    <a:pt x="2403" y="2058"/>
                    <a:pt x="687" y="5856"/>
                    <a:pt x="221" y="8724"/>
                  </a:cubicBezTo>
                  <a:cubicBezTo>
                    <a:pt x="1" y="10244"/>
                    <a:pt x="99" y="11518"/>
                    <a:pt x="540" y="12670"/>
                  </a:cubicBezTo>
                  <a:cubicBezTo>
                    <a:pt x="908" y="13577"/>
                    <a:pt x="1520" y="14435"/>
                    <a:pt x="2378" y="15243"/>
                  </a:cubicBezTo>
                  <a:cubicBezTo>
                    <a:pt x="4069" y="16812"/>
                    <a:pt x="6373" y="17768"/>
                    <a:pt x="8701" y="17841"/>
                  </a:cubicBezTo>
                  <a:lnTo>
                    <a:pt x="9020" y="17841"/>
                  </a:lnTo>
                  <a:cubicBezTo>
                    <a:pt x="12623" y="17841"/>
                    <a:pt x="16127" y="15685"/>
                    <a:pt x="17647" y="12474"/>
                  </a:cubicBezTo>
                  <a:cubicBezTo>
                    <a:pt x="19265" y="9018"/>
                    <a:pt x="18431" y="4680"/>
                    <a:pt x="15686" y="2156"/>
                  </a:cubicBezTo>
                  <a:cubicBezTo>
                    <a:pt x="13966" y="591"/>
                    <a:pt x="11849" y="1"/>
                    <a:pt x="981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78"/>
            <p:cNvSpPr/>
            <p:nvPr/>
          </p:nvSpPr>
          <p:spPr>
            <a:xfrm>
              <a:off x="3063075" y="2292875"/>
              <a:ext cx="542900" cy="435350"/>
            </a:xfrm>
            <a:custGeom>
              <a:avLst/>
              <a:gdLst/>
              <a:ahLst/>
              <a:cxnLst/>
              <a:rect l="l" t="t" r="r" b="b"/>
              <a:pathLst>
                <a:path w="21716" h="17414" extrusionOk="0">
                  <a:moveTo>
                    <a:pt x="9802" y="4102"/>
                  </a:moveTo>
                  <a:cubicBezTo>
                    <a:pt x="11781" y="4102"/>
                    <a:pt x="13866" y="4821"/>
                    <a:pt x="15172" y="6091"/>
                  </a:cubicBezTo>
                  <a:cubicBezTo>
                    <a:pt x="16765" y="7586"/>
                    <a:pt x="17181" y="10184"/>
                    <a:pt x="16079" y="11679"/>
                  </a:cubicBezTo>
                  <a:cubicBezTo>
                    <a:pt x="15168" y="12881"/>
                    <a:pt x="13511" y="13301"/>
                    <a:pt x="11900" y="13301"/>
                  </a:cubicBezTo>
                  <a:cubicBezTo>
                    <a:pt x="11213" y="13301"/>
                    <a:pt x="10535" y="13225"/>
                    <a:pt x="9927" y="13100"/>
                  </a:cubicBezTo>
                  <a:cubicBezTo>
                    <a:pt x="8113" y="12732"/>
                    <a:pt x="6716" y="12071"/>
                    <a:pt x="5760" y="11115"/>
                  </a:cubicBezTo>
                  <a:cubicBezTo>
                    <a:pt x="4780" y="10110"/>
                    <a:pt x="4314" y="8787"/>
                    <a:pt x="4584" y="7684"/>
                  </a:cubicBezTo>
                  <a:cubicBezTo>
                    <a:pt x="4976" y="5993"/>
                    <a:pt x="6054" y="4890"/>
                    <a:pt x="7795" y="4375"/>
                  </a:cubicBezTo>
                  <a:cubicBezTo>
                    <a:pt x="8425" y="4190"/>
                    <a:pt x="9107" y="4102"/>
                    <a:pt x="9802" y="4102"/>
                  </a:cubicBezTo>
                  <a:close/>
                  <a:moveTo>
                    <a:pt x="9813" y="1"/>
                  </a:moveTo>
                  <a:cubicBezTo>
                    <a:pt x="8723" y="1"/>
                    <a:pt x="7641" y="147"/>
                    <a:pt x="6618" y="454"/>
                  </a:cubicBezTo>
                  <a:cubicBezTo>
                    <a:pt x="3481" y="1385"/>
                    <a:pt x="1349" y="3615"/>
                    <a:pt x="589" y="6728"/>
                  </a:cubicBezTo>
                  <a:cubicBezTo>
                    <a:pt x="1" y="9228"/>
                    <a:pt x="883" y="11997"/>
                    <a:pt x="2868" y="14007"/>
                  </a:cubicBezTo>
                  <a:cubicBezTo>
                    <a:pt x="4388" y="15526"/>
                    <a:pt x="6496" y="16580"/>
                    <a:pt x="9094" y="17120"/>
                  </a:cubicBezTo>
                  <a:cubicBezTo>
                    <a:pt x="9976" y="17291"/>
                    <a:pt x="10907" y="17414"/>
                    <a:pt x="11863" y="17414"/>
                  </a:cubicBezTo>
                  <a:cubicBezTo>
                    <a:pt x="14633" y="17414"/>
                    <a:pt x="17549" y="16556"/>
                    <a:pt x="19363" y="14129"/>
                  </a:cubicBezTo>
                  <a:cubicBezTo>
                    <a:pt x="21716" y="10992"/>
                    <a:pt x="21103" y="6042"/>
                    <a:pt x="18015" y="3101"/>
                  </a:cubicBezTo>
                  <a:cubicBezTo>
                    <a:pt x="15909" y="1121"/>
                    <a:pt x="12826" y="1"/>
                    <a:pt x="981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78"/>
            <p:cNvSpPr/>
            <p:nvPr/>
          </p:nvSpPr>
          <p:spPr>
            <a:xfrm>
              <a:off x="3957650" y="2292875"/>
              <a:ext cx="542900" cy="435350"/>
            </a:xfrm>
            <a:custGeom>
              <a:avLst/>
              <a:gdLst/>
              <a:ahLst/>
              <a:cxnLst/>
              <a:rect l="l" t="t" r="r" b="b"/>
              <a:pathLst>
                <a:path w="21716" h="17414" extrusionOk="0">
                  <a:moveTo>
                    <a:pt x="11912" y="4105"/>
                  </a:moveTo>
                  <a:cubicBezTo>
                    <a:pt x="12623" y="4105"/>
                    <a:pt x="13284" y="4179"/>
                    <a:pt x="13922" y="4375"/>
                  </a:cubicBezTo>
                  <a:cubicBezTo>
                    <a:pt x="15662" y="4890"/>
                    <a:pt x="16740" y="5993"/>
                    <a:pt x="17132" y="7684"/>
                  </a:cubicBezTo>
                  <a:cubicBezTo>
                    <a:pt x="17402" y="8787"/>
                    <a:pt x="16936" y="10110"/>
                    <a:pt x="15956" y="11115"/>
                  </a:cubicBezTo>
                  <a:cubicBezTo>
                    <a:pt x="15000" y="12071"/>
                    <a:pt x="13603" y="12732"/>
                    <a:pt x="11789" y="13100"/>
                  </a:cubicBezTo>
                  <a:cubicBezTo>
                    <a:pt x="11181" y="13225"/>
                    <a:pt x="10503" y="13301"/>
                    <a:pt x="9816" y="13301"/>
                  </a:cubicBezTo>
                  <a:cubicBezTo>
                    <a:pt x="8206" y="13301"/>
                    <a:pt x="6548" y="12881"/>
                    <a:pt x="5638" y="11679"/>
                  </a:cubicBezTo>
                  <a:cubicBezTo>
                    <a:pt x="4535" y="10184"/>
                    <a:pt x="4951" y="7586"/>
                    <a:pt x="6544" y="6091"/>
                  </a:cubicBezTo>
                  <a:cubicBezTo>
                    <a:pt x="7843" y="4816"/>
                    <a:pt x="9927" y="4105"/>
                    <a:pt x="11912" y="4105"/>
                  </a:cubicBezTo>
                  <a:close/>
                  <a:moveTo>
                    <a:pt x="11903" y="1"/>
                  </a:moveTo>
                  <a:cubicBezTo>
                    <a:pt x="8890" y="1"/>
                    <a:pt x="5807" y="1121"/>
                    <a:pt x="3701" y="3101"/>
                  </a:cubicBezTo>
                  <a:cubicBezTo>
                    <a:pt x="613" y="6042"/>
                    <a:pt x="1" y="10992"/>
                    <a:pt x="2353" y="14129"/>
                  </a:cubicBezTo>
                  <a:cubicBezTo>
                    <a:pt x="4167" y="16556"/>
                    <a:pt x="7084" y="17414"/>
                    <a:pt x="9853" y="17414"/>
                  </a:cubicBezTo>
                  <a:cubicBezTo>
                    <a:pt x="10809" y="17414"/>
                    <a:pt x="11740" y="17291"/>
                    <a:pt x="12623" y="17120"/>
                  </a:cubicBezTo>
                  <a:cubicBezTo>
                    <a:pt x="15221" y="16580"/>
                    <a:pt x="17328" y="15526"/>
                    <a:pt x="18848" y="14007"/>
                  </a:cubicBezTo>
                  <a:cubicBezTo>
                    <a:pt x="20833" y="11997"/>
                    <a:pt x="21715" y="9228"/>
                    <a:pt x="21127" y="6728"/>
                  </a:cubicBezTo>
                  <a:cubicBezTo>
                    <a:pt x="20367" y="3615"/>
                    <a:pt x="18235" y="1385"/>
                    <a:pt x="15098" y="454"/>
                  </a:cubicBezTo>
                  <a:cubicBezTo>
                    <a:pt x="14075" y="147"/>
                    <a:pt x="12994" y="1"/>
                    <a:pt x="1190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2" name="Google Shape;4042;p79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do we do our activities?</a:t>
            </a:r>
            <a:endParaRPr/>
          </a:p>
        </p:txBody>
      </p:sp>
      <p:sp>
        <p:nvSpPr>
          <p:cNvPr id="4043" name="Google Shape;4043;p79"/>
          <p:cNvSpPr/>
          <p:nvPr/>
        </p:nvSpPr>
        <p:spPr>
          <a:xfrm>
            <a:off x="2486405" y="1893810"/>
            <a:ext cx="1284877" cy="1274390"/>
          </a:xfrm>
          <a:custGeom>
            <a:avLst/>
            <a:gdLst/>
            <a:ahLst/>
            <a:cxnLst/>
            <a:rect l="l" t="t" r="r" b="b"/>
            <a:pathLst>
              <a:path w="25486" h="25278" extrusionOk="0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4" name="Google Shape;4044;p79"/>
          <p:cNvSpPr/>
          <p:nvPr/>
        </p:nvSpPr>
        <p:spPr>
          <a:xfrm>
            <a:off x="2525319" y="3342003"/>
            <a:ext cx="1211674" cy="1211573"/>
          </a:xfrm>
          <a:custGeom>
            <a:avLst/>
            <a:gdLst/>
            <a:ahLst/>
            <a:cxnLst/>
            <a:rect l="l" t="t" r="r" b="b"/>
            <a:pathLst>
              <a:path w="24034" h="24032" extrusionOk="0">
                <a:moveTo>
                  <a:pt x="12017" y="4775"/>
                </a:moveTo>
                <a:cubicBezTo>
                  <a:pt x="16016" y="4775"/>
                  <a:pt x="19258" y="8018"/>
                  <a:pt x="19258" y="12017"/>
                </a:cubicBezTo>
                <a:cubicBezTo>
                  <a:pt x="19258" y="16015"/>
                  <a:pt x="16016" y="19256"/>
                  <a:pt x="12019" y="19256"/>
                </a:cubicBezTo>
                <a:lnTo>
                  <a:pt x="12017" y="19256"/>
                </a:lnTo>
                <a:cubicBezTo>
                  <a:pt x="8019" y="19256"/>
                  <a:pt x="4778" y="16015"/>
                  <a:pt x="4778" y="12017"/>
                </a:cubicBezTo>
                <a:cubicBezTo>
                  <a:pt x="4778" y="8018"/>
                  <a:pt x="8019" y="4775"/>
                  <a:pt x="12017" y="4775"/>
                </a:cubicBezTo>
                <a:close/>
                <a:moveTo>
                  <a:pt x="10336" y="0"/>
                </a:moveTo>
                <a:cubicBezTo>
                  <a:pt x="9932" y="0"/>
                  <a:pt x="9604" y="327"/>
                  <a:pt x="9604" y="732"/>
                </a:cubicBezTo>
                <a:lnTo>
                  <a:pt x="9604" y="2689"/>
                </a:lnTo>
                <a:cubicBezTo>
                  <a:pt x="8734" y="2913"/>
                  <a:pt x="7902" y="3259"/>
                  <a:pt x="7128" y="3714"/>
                </a:cubicBezTo>
                <a:lnTo>
                  <a:pt x="5745" y="2330"/>
                </a:lnTo>
                <a:cubicBezTo>
                  <a:pt x="5602" y="2187"/>
                  <a:pt x="5415" y="2115"/>
                  <a:pt x="5228" y="2115"/>
                </a:cubicBezTo>
                <a:cubicBezTo>
                  <a:pt x="5040" y="2115"/>
                  <a:pt x="4853" y="2187"/>
                  <a:pt x="4710" y="2330"/>
                </a:cubicBezTo>
                <a:lnTo>
                  <a:pt x="2332" y="4708"/>
                </a:lnTo>
                <a:cubicBezTo>
                  <a:pt x="2046" y="4995"/>
                  <a:pt x="2046" y="5457"/>
                  <a:pt x="2332" y="5744"/>
                </a:cubicBezTo>
                <a:lnTo>
                  <a:pt x="3716" y="7128"/>
                </a:lnTo>
                <a:cubicBezTo>
                  <a:pt x="3260" y="7900"/>
                  <a:pt x="2915" y="8734"/>
                  <a:pt x="2691" y="9602"/>
                </a:cubicBezTo>
                <a:lnTo>
                  <a:pt x="734" y="9602"/>
                </a:lnTo>
                <a:cubicBezTo>
                  <a:pt x="329" y="9602"/>
                  <a:pt x="1" y="9930"/>
                  <a:pt x="1" y="10335"/>
                </a:cubicBezTo>
                <a:lnTo>
                  <a:pt x="1" y="13698"/>
                </a:lnTo>
                <a:cubicBezTo>
                  <a:pt x="1" y="14101"/>
                  <a:pt x="329" y="14430"/>
                  <a:pt x="734" y="14430"/>
                </a:cubicBezTo>
                <a:lnTo>
                  <a:pt x="2691" y="14430"/>
                </a:lnTo>
                <a:cubicBezTo>
                  <a:pt x="2915" y="15298"/>
                  <a:pt x="3260" y="16132"/>
                  <a:pt x="3716" y="16904"/>
                </a:cubicBezTo>
                <a:lnTo>
                  <a:pt x="2332" y="18289"/>
                </a:lnTo>
                <a:cubicBezTo>
                  <a:pt x="2046" y="18574"/>
                  <a:pt x="2046" y="19038"/>
                  <a:pt x="2332" y="19323"/>
                </a:cubicBezTo>
                <a:lnTo>
                  <a:pt x="4710" y="21701"/>
                </a:lnTo>
                <a:cubicBezTo>
                  <a:pt x="4853" y="21845"/>
                  <a:pt x="5040" y="21916"/>
                  <a:pt x="5228" y="21916"/>
                </a:cubicBezTo>
                <a:cubicBezTo>
                  <a:pt x="5415" y="21916"/>
                  <a:pt x="5602" y="21845"/>
                  <a:pt x="5745" y="21701"/>
                </a:cubicBezTo>
                <a:lnTo>
                  <a:pt x="7128" y="20318"/>
                </a:lnTo>
                <a:cubicBezTo>
                  <a:pt x="7902" y="20774"/>
                  <a:pt x="8736" y="21118"/>
                  <a:pt x="9604" y="21343"/>
                </a:cubicBezTo>
                <a:lnTo>
                  <a:pt x="9604" y="23299"/>
                </a:lnTo>
                <a:cubicBezTo>
                  <a:pt x="9604" y="23705"/>
                  <a:pt x="9932" y="24031"/>
                  <a:pt x="10336" y="24031"/>
                </a:cubicBezTo>
                <a:lnTo>
                  <a:pt x="13699" y="24031"/>
                </a:lnTo>
                <a:cubicBezTo>
                  <a:pt x="14104" y="24031"/>
                  <a:pt x="14432" y="23705"/>
                  <a:pt x="14432" y="23299"/>
                </a:cubicBezTo>
                <a:lnTo>
                  <a:pt x="14432" y="21343"/>
                </a:lnTo>
                <a:cubicBezTo>
                  <a:pt x="15300" y="21118"/>
                  <a:pt x="16134" y="20773"/>
                  <a:pt x="16906" y="20318"/>
                </a:cubicBezTo>
                <a:lnTo>
                  <a:pt x="18290" y="21701"/>
                </a:lnTo>
                <a:cubicBezTo>
                  <a:pt x="18433" y="21844"/>
                  <a:pt x="18620" y="21915"/>
                  <a:pt x="18808" y="21915"/>
                </a:cubicBezTo>
                <a:cubicBezTo>
                  <a:pt x="18995" y="21915"/>
                  <a:pt x="19182" y="21844"/>
                  <a:pt x="19326" y="21701"/>
                </a:cubicBezTo>
                <a:lnTo>
                  <a:pt x="21704" y="19323"/>
                </a:lnTo>
                <a:cubicBezTo>
                  <a:pt x="21989" y="19037"/>
                  <a:pt x="21989" y="18574"/>
                  <a:pt x="21704" y="18287"/>
                </a:cubicBezTo>
                <a:lnTo>
                  <a:pt x="20320" y="16904"/>
                </a:lnTo>
                <a:cubicBezTo>
                  <a:pt x="20775" y="16130"/>
                  <a:pt x="21121" y="15298"/>
                  <a:pt x="21345" y="14430"/>
                </a:cubicBezTo>
                <a:lnTo>
                  <a:pt x="23302" y="14430"/>
                </a:lnTo>
                <a:cubicBezTo>
                  <a:pt x="23705" y="14430"/>
                  <a:pt x="24034" y="14101"/>
                  <a:pt x="24034" y="13696"/>
                </a:cubicBezTo>
                <a:lnTo>
                  <a:pt x="24034" y="10334"/>
                </a:lnTo>
                <a:cubicBezTo>
                  <a:pt x="24034" y="9930"/>
                  <a:pt x="23705" y="9602"/>
                  <a:pt x="23302" y="9602"/>
                </a:cubicBezTo>
                <a:lnTo>
                  <a:pt x="21343" y="9602"/>
                </a:lnTo>
                <a:cubicBezTo>
                  <a:pt x="21121" y="8734"/>
                  <a:pt x="20775" y="7900"/>
                  <a:pt x="20320" y="7128"/>
                </a:cubicBezTo>
                <a:lnTo>
                  <a:pt x="21704" y="5744"/>
                </a:lnTo>
                <a:cubicBezTo>
                  <a:pt x="21989" y="5457"/>
                  <a:pt x="21989" y="4995"/>
                  <a:pt x="21704" y="4708"/>
                </a:cubicBezTo>
                <a:lnTo>
                  <a:pt x="19326" y="2330"/>
                </a:lnTo>
                <a:cubicBezTo>
                  <a:pt x="19182" y="2187"/>
                  <a:pt x="18995" y="2115"/>
                  <a:pt x="18808" y="2115"/>
                </a:cubicBezTo>
                <a:cubicBezTo>
                  <a:pt x="18620" y="2115"/>
                  <a:pt x="18433" y="2187"/>
                  <a:pt x="18290" y="2330"/>
                </a:cubicBezTo>
                <a:lnTo>
                  <a:pt x="16906" y="3714"/>
                </a:lnTo>
                <a:cubicBezTo>
                  <a:pt x="16133" y="3259"/>
                  <a:pt x="15300" y="2913"/>
                  <a:pt x="14430" y="2689"/>
                </a:cubicBezTo>
                <a:lnTo>
                  <a:pt x="14430" y="732"/>
                </a:lnTo>
                <a:cubicBezTo>
                  <a:pt x="14430" y="327"/>
                  <a:pt x="14104" y="0"/>
                  <a:pt x="13699" y="0"/>
                </a:cubicBezTo>
                <a:close/>
              </a:path>
            </a:pathLst>
          </a:cu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5" name="Google Shape;4045;p79"/>
          <p:cNvSpPr/>
          <p:nvPr/>
        </p:nvSpPr>
        <p:spPr>
          <a:xfrm>
            <a:off x="1238378" y="2738048"/>
            <a:ext cx="1294103" cy="1284171"/>
          </a:xfrm>
          <a:custGeom>
            <a:avLst/>
            <a:gdLst/>
            <a:ahLst/>
            <a:cxnLst/>
            <a:rect l="l" t="t" r="r" b="b"/>
            <a:pathLst>
              <a:path w="25669" h="25472" extrusionOk="0">
                <a:moveTo>
                  <a:pt x="12840" y="5002"/>
                </a:moveTo>
                <a:cubicBezTo>
                  <a:pt x="13949" y="5002"/>
                  <a:pt x="15075" y="5242"/>
                  <a:pt x="16144" y="5747"/>
                </a:cubicBezTo>
                <a:cubicBezTo>
                  <a:pt x="20003" y="7575"/>
                  <a:pt x="21651" y="12185"/>
                  <a:pt x="19822" y="16044"/>
                </a:cubicBezTo>
                <a:cubicBezTo>
                  <a:pt x="18501" y="18836"/>
                  <a:pt x="15726" y="20470"/>
                  <a:pt x="12830" y="20470"/>
                </a:cubicBezTo>
                <a:cubicBezTo>
                  <a:pt x="11721" y="20470"/>
                  <a:pt x="10595" y="20230"/>
                  <a:pt x="9525" y="19724"/>
                </a:cubicBezTo>
                <a:cubicBezTo>
                  <a:pt x="5666" y="17897"/>
                  <a:pt x="4018" y="13286"/>
                  <a:pt x="5845" y="9427"/>
                </a:cubicBezTo>
                <a:cubicBezTo>
                  <a:pt x="7167" y="6636"/>
                  <a:pt x="9944" y="5002"/>
                  <a:pt x="12840" y="5002"/>
                </a:cubicBezTo>
                <a:close/>
                <a:moveTo>
                  <a:pt x="10471" y="1"/>
                </a:moveTo>
                <a:cubicBezTo>
                  <a:pt x="10383" y="1"/>
                  <a:pt x="10294" y="16"/>
                  <a:pt x="10208" y="47"/>
                </a:cubicBezTo>
                <a:lnTo>
                  <a:pt x="6824" y="1256"/>
                </a:lnTo>
                <a:cubicBezTo>
                  <a:pt x="6417" y="1401"/>
                  <a:pt x="6206" y="1848"/>
                  <a:pt x="6351" y="2255"/>
                </a:cubicBezTo>
                <a:lnTo>
                  <a:pt x="7054" y="4223"/>
                </a:lnTo>
                <a:cubicBezTo>
                  <a:pt x="6262" y="4761"/>
                  <a:pt x="5548" y="5408"/>
                  <a:pt x="4934" y="6145"/>
                </a:cubicBezTo>
                <a:lnTo>
                  <a:pt x="3045" y="5249"/>
                </a:lnTo>
                <a:cubicBezTo>
                  <a:pt x="2937" y="5199"/>
                  <a:pt x="2823" y="5174"/>
                  <a:pt x="2711" y="5174"/>
                </a:cubicBezTo>
                <a:cubicBezTo>
                  <a:pt x="2418" y="5174"/>
                  <a:pt x="2137" y="5340"/>
                  <a:pt x="2004" y="5623"/>
                </a:cubicBezTo>
                <a:lnTo>
                  <a:pt x="467" y="8868"/>
                </a:lnTo>
                <a:cubicBezTo>
                  <a:pt x="282" y="9259"/>
                  <a:pt x="449" y="9725"/>
                  <a:pt x="840" y="9909"/>
                </a:cubicBezTo>
                <a:lnTo>
                  <a:pt x="2729" y="10804"/>
                </a:lnTo>
                <a:cubicBezTo>
                  <a:pt x="2548" y="11744"/>
                  <a:pt x="2500" y="12707"/>
                  <a:pt x="2587" y="13661"/>
                </a:cubicBezTo>
                <a:lnTo>
                  <a:pt x="619" y="14364"/>
                </a:lnTo>
                <a:cubicBezTo>
                  <a:pt x="212" y="14510"/>
                  <a:pt x="1" y="14957"/>
                  <a:pt x="145" y="15363"/>
                </a:cubicBezTo>
                <a:lnTo>
                  <a:pt x="1354" y="18747"/>
                </a:lnTo>
                <a:cubicBezTo>
                  <a:pt x="1467" y="19067"/>
                  <a:pt x="1768" y="19265"/>
                  <a:pt x="2089" y="19265"/>
                </a:cubicBezTo>
                <a:cubicBezTo>
                  <a:pt x="2177" y="19265"/>
                  <a:pt x="2266" y="19251"/>
                  <a:pt x="2353" y="19219"/>
                </a:cubicBezTo>
                <a:lnTo>
                  <a:pt x="4321" y="18516"/>
                </a:lnTo>
                <a:cubicBezTo>
                  <a:pt x="4859" y="19309"/>
                  <a:pt x="5506" y="20023"/>
                  <a:pt x="6243" y="20637"/>
                </a:cubicBezTo>
                <a:lnTo>
                  <a:pt x="5347" y="22526"/>
                </a:lnTo>
                <a:cubicBezTo>
                  <a:pt x="5163" y="22917"/>
                  <a:pt x="5330" y="23383"/>
                  <a:pt x="5721" y="23567"/>
                </a:cubicBezTo>
                <a:lnTo>
                  <a:pt x="8966" y="25104"/>
                </a:lnTo>
                <a:cubicBezTo>
                  <a:pt x="9074" y="25155"/>
                  <a:pt x="9188" y="25179"/>
                  <a:pt x="9300" y="25179"/>
                </a:cubicBezTo>
                <a:cubicBezTo>
                  <a:pt x="9593" y="25179"/>
                  <a:pt x="9874" y="25014"/>
                  <a:pt x="10007" y="24731"/>
                </a:cubicBezTo>
                <a:lnTo>
                  <a:pt x="10902" y="22842"/>
                </a:lnTo>
                <a:cubicBezTo>
                  <a:pt x="11540" y="22964"/>
                  <a:pt x="12187" y="23026"/>
                  <a:pt x="12836" y="23026"/>
                </a:cubicBezTo>
                <a:cubicBezTo>
                  <a:pt x="13144" y="23026"/>
                  <a:pt x="13452" y="23012"/>
                  <a:pt x="13759" y="22984"/>
                </a:cubicBezTo>
                <a:lnTo>
                  <a:pt x="14462" y="24952"/>
                </a:lnTo>
                <a:cubicBezTo>
                  <a:pt x="14577" y="25272"/>
                  <a:pt x="14878" y="25471"/>
                  <a:pt x="15200" y="25471"/>
                </a:cubicBezTo>
                <a:cubicBezTo>
                  <a:pt x="15286" y="25471"/>
                  <a:pt x="15375" y="25457"/>
                  <a:pt x="15461" y="25426"/>
                </a:cubicBezTo>
                <a:lnTo>
                  <a:pt x="18845" y="24217"/>
                </a:lnTo>
                <a:cubicBezTo>
                  <a:pt x="19252" y="24071"/>
                  <a:pt x="19463" y="23625"/>
                  <a:pt x="19318" y="23218"/>
                </a:cubicBezTo>
                <a:lnTo>
                  <a:pt x="18615" y="21250"/>
                </a:lnTo>
                <a:cubicBezTo>
                  <a:pt x="19407" y="20712"/>
                  <a:pt x="20121" y="20065"/>
                  <a:pt x="20735" y="19328"/>
                </a:cubicBezTo>
                <a:lnTo>
                  <a:pt x="22624" y="20223"/>
                </a:lnTo>
                <a:cubicBezTo>
                  <a:pt x="22732" y="20274"/>
                  <a:pt x="22846" y="20298"/>
                  <a:pt x="22958" y="20298"/>
                </a:cubicBezTo>
                <a:cubicBezTo>
                  <a:pt x="23251" y="20298"/>
                  <a:pt x="23532" y="20133"/>
                  <a:pt x="23665" y="19850"/>
                </a:cubicBezTo>
                <a:lnTo>
                  <a:pt x="25202" y="16604"/>
                </a:lnTo>
                <a:cubicBezTo>
                  <a:pt x="25387" y="16214"/>
                  <a:pt x="25220" y="15748"/>
                  <a:pt x="24829" y="15564"/>
                </a:cubicBezTo>
                <a:lnTo>
                  <a:pt x="22940" y="14668"/>
                </a:lnTo>
                <a:cubicBezTo>
                  <a:pt x="23121" y="13727"/>
                  <a:pt x="23169" y="12766"/>
                  <a:pt x="23082" y="11812"/>
                </a:cubicBezTo>
                <a:lnTo>
                  <a:pt x="25050" y="11107"/>
                </a:lnTo>
                <a:cubicBezTo>
                  <a:pt x="25457" y="10963"/>
                  <a:pt x="25668" y="10515"/>
                  <a:pt x="25523" y="10108"/>
                </a:cubicBezTo>
                <a:lnTo>
                  <a:pt x="24315" y="6726"/>
                </a:lnTo>
                <a:cubicBezTo>
                  <a:pt x="24201" y="6406"/>
                  <a:pt x="23898" y="6207"/>
                  <a:pt x="23577" y="6207"/>
                </a:cubicBezTo>
                <a:cubicBezTo>
                  <a:pt x="23491" y="6207"/>
                  <a:pt x="23402" y="6221"/>
                  <a:pt x="23316" y="6252"/>
                </a:cubicBezTo>
                <a:lnTo>
                  <a:pt x="21348" y="6956"/>
                </a:lnTo>
                <a:cubicBezTo>
                  <a:pt x="20810" y="6162"/>
                  <a:pt x="20163" y="5450"/>
                  <a:pt x="19426" y="4836"/>
                </a:cubicBezTo>
                <a:lnTo>
                  <a:pt x="20320" y="2947"/>
                </a:lnTo>
                <a:cubicBezTo>
                  <a:pt x="20506" y="2556"/>
                  <a:pt x="20339" y="2090"/>
                  <a:pt x="19948" y="1906"/>
                </a:cubicBezTo>
                <a:lnTo>
                  <a:pt x="16703" y="369"/>
                </a:lnTo>
                <a:cubicBezTo>
                  <a:pt x="16595" y="318"/>
                  <a:pt x="16481" y="294"/>
                  <a:pt x="16369" y="294"/>
                </a:cubicBezTo>
                <a:cubicBezTo>
                  <a:pt x="16076" y="294"/>
                  <a:pt x="15795" y="459"/>
                  <a:pt x="15662" y="742"/>
                </a:cubicBezTo>
                <a:lnTo>
                  <a:pt x="14767" y="2631"/>
                </a:lnTo>
                <a:cubicBezTo>
                  <a:pt x="14130" y="2508"/>
                  <a:pt x="13485" y="2447"/>
                  <a:pt x="12839" y="2447"/>
                </a:cubicBezTo>
                <a:cubicBezTo>
                  <a:pt x="12529" y="2447"/>
                  <a:pt x="12219" y="2461"/>
                  <a:pt x="11910" y="2489"/>
                </a:cubicBezTo>
                <a:lnTo>
                  <a:pt x="11207" y="521"/>
                </a:lnTo>
                <a:cubicBezTo>
                  <a:pt x="11092" y="200"/>
                  <a:pt x="10791" y="1"/>
                  <a:pt x="10471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6" name="Google Shape;4046;p79"/>
          <p:cNvSpPr/>
          <p:nvPr/>
        </p:nvSpPr>
        <p:spPr>
          <a:xfrm>
            <a:off x="1266085" y="1468148"/>
            <a:ext cx="1154655" cy="1154554"/>
          </a:xfrm>
          <a:custGeom>
            <a:avLst/>
            <a:gdLst/>
            <a:ahLst/>
            <a:cxnLst/>
            <a:rect l="l" t="t" r="r" b="b"/>
            <a:pathLst>
              <a:path w="22903" h="22901" extrusionOk="0">
                <a:moveTo>
                  <a:pt x="11452" y="4551"/>
                </a:moveTo>
                <a:cubicBezTo>
                  <a:pt x="15263" y="4551"/>
                  <a:pt x="18352" y="7640"/>
                  <a:pt x="18352" y="11451"/>
                </a:cubicBezTo>
                <a:cubicBezTo>
                  <a:pt x="18352" y="15262"/>
                  <a:pt x="15263" y="18350"/>
                  <a:pt x="11452" y="18350"/>
                </a:cubicBezTo>
                <a:lnTo>
                  <a:pt x="11452" y="18351"/>
                </a:lnTo>
                <a:cubicBezTo>
                  <a:pt x="7640" y="18351"/>
                  <a:pt x="4552" y="15262"/>
                  <a:pt x="4552" y="11451"/>
                </a:cubicBezTo>
                <a:cubicBezTo>
                  <a:pt x="4552" y="7640"/>
                  <a:pt x="7640" y="4551"/>
                  <a:pt x="11452" y="4551"/>
                </a:cubicBezTo>
                <a:close/>
                <a:moveTo>
                  <a:pt x="9850" y="0"/>
                </a:moveTo>
                <a:cubicBezTo>
                  <a:pt x="9464" y="0"/>
                  <a:pt x="9152" y="312"/>
                  <a:pt x="9152" y="698"/>
                </a:cubicBezTo>
                <a:lnTo>
                  <a:pt x="9152" y="2564"/>
                </a:lnTo>
                <a:cubicBezTo>
                  <a:pt x="8324" y="2777"/>
                  <a:pt x="7530" y="3105"/>
                  <a:pt x="6793" y="3539"/>
                </a:cubicBezTo>
                <a:lnTo>
                  <a:pt x="5474" y="2221"/>
                </a:lnTo>
                <a:cubicBezTo>
                  <a:pt x="5338" y="2085"/>
                  <a:pt x="5159" y="2017"/>
                  <a:pt x="4981" y="2017"/>
                </a:cubicBezTo>
                <a:cubicBezTo>
                  <a:pt x="4802" y="2017"/>
                  <a:pt x="4624" y="2085"/>
                  <a:pt x="4487" y="2221"/>
                </a:cubicBezTo>
                <a:lnTo>
                  <a:pt x="2222" y="4487"/>
                </a:lnTo>
                <a:cubicBezTo>
                  <a:pt x="1949" y="4759"/>
                  <a:pt x="1949" y="5201"/>
                  <a:pt x="2222" y="5473"/>
                </a:cubicBezTo>
                <a:lnTo>
                  <a:pt x="3541" y="6791"/>
                </a:lnTo>
                <a:cubicBezTo>
                  <a:pt x="3107" y="7528"/>
                  <a:pt x="2777" y="8322"/>
                  <a:pt x="2564" y="9150"/>
                </a:cubicBezTo>
                <a:lnTo>
                  <a:pt x="699" y="9150"/>
                </a:lnTo>
                <a:cubicBezTo>
                  <a:pt x="313" y="9150"/>
                  <a:pt x="1" y="9462"/>
                  <a:pt x="1" y="9848"/>
                </a:cubicBezTo>
                <a:lnTo>
                  <a:pt x="1" y="13053"/>
                </a:lnTo>
                <a:cubicBezTo>
                  <a:pt x="1" y="13438"/>
                  <a:pt x="313" y="13751"/>
                  <a:pt x="699" y="13751"/>
                </a:cubicBezTo>
                <a:lnTo>
                  <a:pt x="2564" y="13751"/>
                </a:lnTo>
                <a:cubicBezTo>
                  <a:pt x="2777" y="14579"/>
                  <a:pt x="3106" y="15373"/>
                  <a:pt x="3541" y="16109"/>
                </a:cubicBezTo>
                <a:lnTo>
                  <a:pt x="2222" y="17427"/>
                </a:lnTo>
                <a:cubicBezTo>
                  <a:pt x="1949" y="17701"/>
                  <a:pt x="1949" y="18142"/>
                  <a:pt x="2222" y="18415"/>
                </a:cubicBezTo>
                <a:lnTo>
                  <a:pt x="4487" y="20681"/>
                </a:lnTo>
                <a:cubicBezTo>
                  <a:pt x="4624" y="20817"/>
                  <a:pt x="4802" y="20885"/>
                  <a:pt x="4981" y="20885"/>
                </a:cubicBezTo>
                <a:cubicBezTo>
                  <a:pt x="5159" y="20885"/>
                  <a:pt x="5338" y="20817"/>
                  <a:pt x="5474" y="20681"/>
                </a:cubicBezTo>
                <a:lnTo>
                  <a:pt x="6793" y="19362"/>
                </a:lnTo>
                <a:cubicBezTo>
                  <a:pt x="7530" y="19796"/>
                  <a:pt x="8324" y="20124"/>
                  <a:pt x="9152" y="20339"/>
                </a:cubicBezTo>
                <a:lnTo>
                  <a:pt x="9152" y="22204"/>
                </a:lnTo>
                <a:cubicBezTo>
                  <a:pt x="9152" y="22588"/>
                  <a:pt x="9464" y="22901"/>
                  <a:pt x="9850" y="22901"/>
                </a:cubicBezTo>
                <a:lnTo>
                  <a:pt x="13055" y="22901"/>
                </a:lnTo>
                <a:cubicBezTo>
                  <a:pt x="13439" y="22901"/>
                  <a:pt x="13751" y="22588"/>
                  <a:pt x="13751" y="22204"/>
                </a:cubicBezTo>
                <a:lnTo>
                  <a:pt x="13751" y="20339"/>
                </a:lnTo>
                <a:cubicBezTo>
                  <a:pt x="14581" y="20124"/>
                  <a:pt x="15373" y="19796"/>
                  <a:pt x="16110" y="19362"/>
                </a:cubicBezTo>
                <a:lnTo>
                  <a:pt x="17429" y="20680"/>
                </a:lnTo>
                <a:cubicBezTo>
                  <a:pt x="17566" y="20816"/>
                  <a:pt x="17744" y="20884"/>
                  <a:pt x="17923" y="20884"/>
                </a:cubicBezTo>
                <a:cubicBezTo>
                  <a:pt x="18101" y="20884"/>
                  <a:pt x="18280" y="20816"/>
                  <a:pt x="18416" y="20680"/>
                </a:cubicBezTo>
                <a:lnTo>
                  <a:pt x="20682" y="18414"/>
                </a:lnTo>
                <a:cubicBezTo>
                  <a:pt x="20954" y="18142"/>
                  <a:pt x="20954" y="17700"/>
                  <a:pt x="20682" y="17427"/>
                </a:cubicBezTo>
                <a:lnTo>
                  <a:pt x="19364" y="16109"/>
                </a:lnTo>
                <a:cubicBezTo>
                  <a:pt x="19798" y="15373"/>
                  <a:pt x="20126" y="14579"/>
                  <a:pt x="20339" y="13751"/>
                </a:cubicBezTo>
                <a:lnTo>
                  <a:pt x="22205" y="13751"/>
                </a:lnTo>
                <a:cubicBezTo>
                  <a:pt x="22591" y="13751"/>
                  <a:pt x="22903" y="13438"/>
                  <a:pt x="22903" y="13053"/>
                </a:cubicBezTo>
                <a:lnTo>
                  <a:pt x="22903" y="9850"/>
                </a:lnTo>
                <a:cubicBezTo>
                  <a:pt x="22903" y="9465"/>
                  <a:pt x="22592" y="9152"/>
                  <a:pt x="22208" y="9152"/>
                </a:cubicBezTo>
                <a:cubicBezTo>
                  <a:pt x="22207" y="9152"/>
                  <a:pt x="22206" y="9152"/>
                  <a:pt x="22205" y="9152"/>
                </a:cubicBezTo>
                <a:lnTo>
                  <a:pt x="20339" y="9152"/>
                </a:lnTo>
                <a:cubicBezTo>
                  <a:pt x="20126" y="8322"/>
                  <a:pt x="19798" y="7530"/>
                  <a:pt x="19364" y="6793"/>
                </a:cubicBezTo>
                <a:lnTo>
                  <a:pt x="20682" y="5473"/>
                </a:lnTo>
                <a:cubicBezTo>
                  <a:pt x="20954" y="5201"/>
                  <a:pt x="20954" y="4759"/>
                  <a:pt x="20682" y="4487"/>
                </a:cubicBezTo>
                <a:lnTo>
                  <a:pt x="18416" y="2221"/>
                </a:lnTo>
                <a:cubicBezTo>
                  <a:pt x="18280" y="2085"/>
                  <a:pt x="18101" y="2017"/>
                  <a:pt x="17923" y="2017"/>
                </a:cubicBezTo>
                <a:cubicBezTo>
                  <a:pt x="17744" y="2017"/>
                  <a:pt x="17566" y="2085"/>
                  <a:pt x="17429" y="2221"/>
                </a:cubicBezTo>
                <a:lnTo>
                  <a:pt x="16110" y="3541"/>
                </a:lnTo>
                <a:cubicBezTo>
                  <a:pt x="15373" y="3105"/>
                  <a:pt x="14581" y="2777"/>
                  <a:pt x="13751" y="2564"/>
                </a:cubicBezTo>
                <a:lnTo>
                  <a:pt x="13751" y="698"/>
                </a:lnTo>
                <a:cubicBezTo>
                  <a:pt x="13751" y="312"/>
                  <a:pt x="13439" y="0"/>
                  <a:pt x="13055" y="0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47" name="Google Shape;4047;p79"/>
          <p:cNvGrpSpPr/>
          <p:nvPr/>
        </p:nvGrpSpPr>
        <p:grpSpPr>
          <a:xfrm>
            <a:off x="2868198" y="1743167"/>
            <a:ext cx="567836" cy="116411"/>
            <a:chOff x="4644280" y="1290523"/>
            <a:chExt cx="143716" cy="29463"/>
          </a:xfrm>
        </p:grpSpPr>
        <p:sp>
          <p:nvSpPr>
            <p:cNvPr id="4048" name="Google Shape;4048;p79"/>
            <p:cNvSpPr/>
            <p:nvPr/>
          </p:nvSpPr>
          <p:spPr>
            <a:xfrm>
              <a:off x="4736292" y="1294223"/>
              <a:ext cx="51704" cy="25762"/>
            </a:xfrm>
            <a:custGeom>
              <a:avLst/>
              <a:gdLst/>
              <a:ahLst/>
              <a:cxnLst/>
              <a:rect l="l" t="t" r="r" b="b"/>
              <a:pathLst>
                <a:path w="4052" h="2019" extrusionOk="0">
                  <a:moveTo>
                    <a:pt x="273" y="0"/>
                  </a:moveTo>
                  <a:cubicBezTo>
                    <a:pt x="158" y="0"/>
                    <a:pt x="53" y="81"/>
                    <a:pt x="29" y="199"/>
                  </a:cubicBezTo>
                  <a:cubicBezTo>
                    <a:pt x="0" y="339"/>
                    <a:pt x="87" y="475"/>
                    <a:pt x="225" y="507"/>
                  </a:cubicBezTo>
                  <a:cubicBezTo>
                    <a:pt x="1077" y="720"/>
                    <a:pt x="1895" y="1048"/>
                    <a:pt x="2655" y="1487"/>
                  </a:cubicBezTo>
                  <a:lnTo>
                    <a:pt x="2505" y="1740"/>
                  </a:lnTo>
                  <a:cubicBezTo>
                    <a:pt x="2459" y="1818"/>
                    <a:pt x="2511" y="1919"/>
                    <a:pt x="2603" y="1925"/>
                  </a:cubicBezTo>
                  <a:lnTo>
                    <a:pt x="3885" y="2018"/>
                  </a:lnTo>
                  <a:cubicBezTo>
                    <a:pt x="3889" y="2019"/>
                    <a:pt x="3892" y="2019"/>
                    <a:pt x="3896" y="2019"/>
                  </a:cubicBezTo>
                  <a:cubicBezTo>
                    <a:pt x="3991" y="2019"/>
                    <a:pt x="4052" y="1911"/>
                    <a:pt x="3999" y="1829"/>
                  </a:cubicBezTo>
                  <a:lnTo>
                    <a:pt x="3302" y="747"/>
                  </a:lnTo>
                  <a:cubicBezTo>
                    <a:pt x="3278" y="709"/>
                    <a:pt x="3238" y="690"/>
                    <a:pt x="3198" y="690"/>
                  </a:cubicBezTo>
                  <a:cubicBezTo>
                    <a:pt x="3157" y="690"/>
                    <a:pt x="3116" y="710"/>
                    <a:pt x="3093" y="750"/>
                  </a:cubicBezTo>
                  <a:lnTo>
                    <a:pt x="2917" y="1048"/>
                  </a:lnTo>
                  <a:cubicBezTo>
                    <a:pt x="2108" y="582"/>
                    <a:pt x="1237" y="231"/>
                    <a:pt x="330" y="7"/>
                  </a:cubicBezTo>
                  <a:cubicBezTo>
                    <a:pt x="311" y="3"/>
                    <a:pt x="292" y="0"/>
                    <a:pt x="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79"/>
            <p:cNvSpPr/>
            <p:nvPr/>
          </p:nvSpPr>
          <p:spPr>
            <a:xfrm>
              <a:off x="4700066" y="1290523"/>
              <a:ext cx="32206" cy="7988"/>
            </a:xfrm>
            <a:custGeom>
              <a:avLst/>
              <a:gdLst/>
              <a:ahLst/>
              <a:cxnLst/>
              <a:rect l="l" t="t" r="r" b="b"/>
              <a:pathLst>
                <a:path w="2524" h="626" extrusionOk="0">
                  <a:moveTo>
                    <a:pt x="787" y="1"/>
                  </a:moveTo>
                  <a:cubicBezTo>
                    <a:pt x="606" y="1"/>
                    <a:pt x="423" y="7"/>
                    <a:pt x="242" y="18"/>
                  </a:cubicBezTo>
                  <a:cubicBezTo>
                    <a:pt x="104" y="31"/>
                    <a:pt x="0" y="151"/>
                    <a:pt x="10" y="291"/>
                  </a:cubicBezTo>
                  <a:cubicBezTo>
                    <a:pt x="21" y="425"/>
                    <a:pt x="131" y="526"/>
                    <a:pt x="264" y="526"/>
                  </a:cubicBezTo>
                  <a:cubicBezTo>
                    <a:pt x="269" y="526"/>
                    <a:pt x="274" y="526"/>
                    <a:pt x="279" y="526"/>
                  </a:cubicBezTo>
                  <a:cubicBezTo>
                    <a:pt x="447" y="516"/>
                    <a:pt x="617" y="510"/>
                    <a:pt x="787" y="510"/>
                  </a:cubicBezTo>
                  <a:cubicBezTo>
                    <a:pt x="1261" y="512"/>
                    <a:pt x="1735" y="548"/>
                    <a:pt x="2204" y="622"/>
                  </a:cubicBezTo>
                  <a:cubicBezTo>
                    <a:pt x="2218" y="624"/>
                    <a:pt x="2232" y="626"/>
                    <a:pt x="2246" y="626"/>
                  </a:cubicBezTo>
                  <a:cubicBezTo>
                    <a:pt x="2364" y="626"/>
                    <a:pt x="2469" y="542"/>
                    <a:pt x="2495" y="422"/>
                  </a:cubicBezTo>
                  <a:cubicBezTo>
                    <a:pt x="2524" y="281"/>
                    <a:pt x="2430" y="145"/>
                    <a:pt x="2289" y="121"/>
                  </a:cubicBezTo>
                  <a:cubicBezTo>
                    <a:pt x="1792" y="41"/>
                    <a:pt x="1289" y="1"/>
                    <a:pt x="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79"/>
            <p:cNvSpPr/>
            <p:nvPr/>
          </p:nvSpPr>
          <p:spPr>
            <a:xfrm>
              <a:off x="4644280" y="1300641"/>
              <a:ext cx="20225" cy="13283"/>
            </a:xfrm>
            <a:custGeom>
              <a:avLst/>
              <a:gdLst/>
              <a:ahLst/>
              <a:cxnLst/>
              <a:rect l="l" t="t" r="r" b="b"/>
              <a:pathLst>
                <a:path w="1585" h="1041" extrusionOk="0">
                  <a:moveTo>
                    <a:pt x="1331" y="0"/>
                  </a:moveTo>
                  <a:cubicBezTo>
                    <a:pt x="1304" y="0"/>
                    <a:pt x="1277" y="6"/>
                    <a:pt x="1251" y="16"/>
                  </a:cubicBezTo>
                  <a:cubicBezTo>
                    <a:pt x="880" y="175"/>
                    <a:pt x="518" y="356"/>
                    <a:pt x="170" y="558"/>
                  </a:cubicBezTo>
                  <a:cubicBezTo>
                    <a:pt x="60" y="622"/>
                    <a:pt x="1" y="758"/>
                    <a:pt x="47" y="876"/>
                  </a:cubicBezTo>
                  <a:cubicBezTo>
                    <a:pt x="87" y="979"/>
                    <a:pt x="185" y="1040"/>
                    <a:pt x="287" y="1040"/>
                  </a:cubicBezTo>
                  <a:cubicBezTo>
                    <a:pt x="330" y="1040"/>
                    <a:pt x="373" y="1029"/>
                    <a:pt x="414" y="1006"/>
                  </a:cubicBezTo>
                  <a:cubicBezTo>
                    <a:pt x="729" y="822"/>
                    <a:pt x="1056" y="657"/>
                    <a:pt x="1391" y="513"/>
                  </a:cubicBezTo>
                  <a:cubicBezTo>
                    <a:pt x="1520" y="457"/>
                    <a:pt x="1584" y="311"/>
                    <a:pt x="1540" y="178"/>
                  </a:cubicBezTo>
                  <a:lnTo>
                    <a:pt x="1527" y="141"/>
                  </a:lnTo>
                  <a:cubicBezTo>
                    <a:pt x="1497" y="55"/>
                    <a:pt x="1417" y="0"/>
                    <a:pt x="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79"/>
            <p:cNvSpPr/>
            <p:nvPr/>
          </p:nvSpPr>
          <p:spPr>
            <a:xfrm>
              <a:off x="4667822" y="1291888"/>
              <a:ext cx="27779" cy="11433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3"/>
                  </a:cubicBezTo>
                  <a:lnTo>
                    <a:pt x="1871" y="4"/>
                  </a:lnTo>
                  <a:cubicBezTo>
                    <a:pt x="1306" y="88"/>
                    <a:pt x="748" y="220"/>
                    <a:pt x="205" y="400"/>
                  </a:cubicBezTo>
                  <a:cubicBezTo>
                    <a:pt x="71" y="446"/>
                    <a:pt x="0" y="592"/>
                    <a:pt x="47" y="725"/>
                  </a:cubicBezTo>
                  <a:cubicBezTo>
                    <a:pt x="84" y="830"/>
                    <a:pt x="182" y="896"/>
                    <a:pt x="288" y="896"/>
                  </a:cubicBezTo>
                  <a:cubicBezTo>
                    <a:pt x="315" y="896"/>
                    <a:pt x="343" y="891"/>
                    <a:pt x="370" y="882"/>
                  </a:cubicBezTo>
                  <a:cubicBezTo>
                    <a:pt x="881" y="714"/>
                    <a:pt x="1406" y="587"/>
                    <a:pt x="1940" y="509"/>
                  </a:cubicBezTo>
                  <a:cubicBezTo>
                    <a:pt x="2079" y="490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2" name="Google Shape;4052;p79"/>
          <p:cNvGrpSpPr/>
          <p:nvPr/>
        </p:nvGrpSpPr>
        <p:grpSpPr>
          <a:xfrm>
            <a:off x="1579018" y="1351686"/>
            <a:ext cx="567735" cy="116511"/>
            <a:chOff x="4356567" y="1191441"/>
            <a:chExt cx="143690" cy="29488"/>
          </a:xfrm>
        </p:grpSpPr>
        <p:sp>
          <p:nvSpPr>
            <p:cNvPr id="4053" name="Google Shape;4053;p79"/>
            <p:cNvSpPr/>
            <p:nvPr/>
          </p:nvSpPr>
          <p:spPr>
            <a:xfrm>
              <a:off x="4448554" y="1195154"/>
              <a:ext cx="51704" cy="25775"/>
            </a:xfrm>
            <a:custGeom>
              <a:avLst/>
              <a:gdLst/>
              <a:ahLst/>
              <a:cxnLst/>
              <a:rect l="l" t="t" r="r" b="b"/>
              <a:pathLst>
                <a:path w="4052" h="2020" extrusionOk="0">
                  <a:moveTo>
                    <a:pt x="272" y="1"/>
                  </a:moveTo>
                  <a:cubicBezTo>
                    <a:pt x="157" y="1"/>
                    <a:pt x="54" y="82"/>
                    <a:pt x="29" y="200"/>
                  </a:cubicBezTo>
                  <a:cubicBezTo>
                    <a:pt x="0" y="338"/>
                    <a:pt x="87" y="474"/>
                    <a:pt x="225" y="507"/>
                  </a:cubicBezTo>
                  <a:cubicBezTo>
                    <a:pt x="1077" y="719"/>
                    <a:pt x="1895" y="1049"/>
                    <a:pt x="2657" y="1486"/>
                  </a:cubicBezTo>
                  <a:lnTo>
                    <a:pt x="2505" y="1740"/>
                  </a:lnTo>
                  <a:cubicBezTo>
                    <a:pt x="2459" y="1819"/>
                    <a:pt x="2511" y="1918"/>
                    <a:pt x="2603" y="1926"/>
                  </a:cubicBezTo>
                  <a:lnTo>
                    <a:pt x="3887" y="2019"/>
                  </a:lnTo>
                  <a:cubicBezTo>
                    <a:pt x="3890" y="2019"/>
                    <a:pt x="3893" y="2019"/>
                    <a:pt x="3895" y="2019"/>
                  </a:cubicBezTo>
                  <a:cubicBezTo>
                    <a:pt x="3991" y="2019"/>
                    <a:pt x="4052" y="1913"/>
                    <a:pt x="3999" y="1830"/>
                  </a:cubicBezTo>
                  <a:lnTo>
                    <a:pt x="3302" y="746"/>
                  </a:lnTo>
                  <a:cubicBezTo>
                    <a:pt x="3278" y="709"/>
                    <a:pt x="3239" y="690"/>
                    <a:pt x="3200" y="690"/>
                  </a:cubicBezTo>
                  <a:cubicBezTo>
                    <a:pt x="3159" y="690"/>
                    <a:pt x="3118" y="711"/>
                    <a:pt x="3094" y="751"/>
                  </a:cubicBezTo>
                  <a:lnTo>
                    <a:pt x="2917" y="1047"/>
                  </a:lnTo>
                  <a:cubicBezTo>
                    <a:pt x="2108" y="581"/>
                    <a:pt x="1237" y="230"/>
                    <a:pt x="330" y="8"/>
                  </a:cubicBezTo>
                  <a:cubicBezTo>
                    <a:pt x="311" y="3"/>
                    <a:pt x="291" y="1"/>
                    <a:pt x="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79"/>
            <p:cNvSpPr/>
            <p:nvPr/>
          </p:nvSpPr>
          <p:spPr>
            <a:xfrm>
              <a:off x="4412341" y="1191441"/>
              <a:ext cx="32206" cy="8013"/>
            </a:xfrm>
            <a:custGeom>
              <a:avLst/>
              <a:gdLst/>
              <a:ahLst/>
              <a:cxnLst/>
              <a:rect l="l" t="t" r="r" b="b"/>
              <a:pathLst>
                <a:path w="2524" h="628" extrusionOk="0">
                  <a:moveTo>
                    <a:pt x="787" y="1"/>
                  </a:moveTo>
                  <a:cubicBezTo>
                    <a:pt x="605" y="1"/>
                    <a:pt x="424" y="7"/>
                    <a:pt x="241" y="19"/>
                  </a:cubicBezTo>
                  <a:cubicBezTo>
                    <a:pt x="103" y="31"/>
                    <a:pt x="1" y="153"/>
                    <a:pt x="11" y="291"/>
                  </a:cubicBezTo>
                  <a:cubicBezTo>
                    <a:pt x="20" y="425"/>
                    <a:pt x="132" y="528"/>
                    <a:pt x="263" y="528"/>
                  </a:cubicBezTo>
                  <a:cubicBezTo>
                    <a:pt x="268" y="528"/>
                    <a:pt x="273" y="528"/>
                    <a:pt x="278" y="528"/>
                  </a:cubicBezTo>
                  <a:cubicBezTo>
                    <a:pt x="448" y="518"/>
                    <a:pt x="617" y="512"/>
                    <a:pt x="787" y="512"/>
                  </a:cubicBezTo>
                  <a:cubicBezTo>
                    <a:pt x="1261" y="512"/>
                    <a:pt x="1734" y="550"/>
                    <a:pt x="2203" y="624"/>
                  </a:cubicBezTo>
                  <a:cubicBezTo>
                    <a:pt x="2217" y="626"/>
                    <a:pt x="2231" y="627"/>
                    <a:pt x="2245" y="627"/>
                  </a:cubicBezTo>
                  <a:cubicBezTo>
                    <a:pt x="2363" y="627"/>
                    <a:pt x="2470" y="544"/>
                    <a:pt x="2494" y="424"/>
                  </a:cubicBezTo>
                  <a:cubicBezTo>
                    <a:pt x="2523" y="283"/>
                    <a:pt x="2430" y="145"/>
                    <a:pt x="2288" y="121"/>
                  </a:cubicBezTo>
                  <a:cubicBezTo>
                    <a:pt x="1791" y="43"/>
                    <a:pt x="1288" y="3"/>
                    <a:pt x="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79"/>
            <p:cNvSpPr/>
            <p:nvPr/>
          </p:nvSpPr>
          <p:spPr>
            <a:xfrm>
              <a:off x="4356567" y="1201573"/>
              <a:ext cx="20212" cy="13270"/>
            </a:xfrm>
            <a:custGeom>
              <a:avLst/>
              <a:gdLst/>
              <a:ahLst/>
              <a:cxnLst/>
              <a:rect l="l" t="t" r="r" b="b"/>
              <a:pathLst>
                <a:path w="1584" h="1040" extrusionOk="0">
                  <a:moveTo>
                    <a:pt x="1330" y="1"/>
                  </a:moveTo>
                  <a:cubicBezTo>
                    <a:pt x="1303" y="1"/>
                    <a:pt x="1276" y="6"/>
                    <a:pt x="1249" y="17"/>
                  </a:cubicBezTo>
                  <a:cubicBezTo>
                    <a:pt x="878" y="174"/>
                    <a:pt x="518" y="355"/>
                    <a:pt x="168" y="557"/>
                  </a:cubicBezTo>
                  <a:cubicBezTo>
                    <a:pt x="58" y="621"/>
                    <a:pt x="0" y="757"/>
                    <a:pt x="47" y="876"/>
                  </a:cubicBezTo>
                  <a:cubicBezTo>
                    <a:pt x="86" y="979"/>
                    <a:pt x="183" y="1040"/>
                    <a:pt x="284" y="1040"/>
                  </a:cubicBezTo>
                  <a:cubicBezTo>
                    <a:pt x="327" y="1040"/>
                    <a:pt x="371" y="1029"/>
                    <a:pt x="412" y="1005"/>
                  </a:cubicBezTo>
                  <a:cubicBezTo>
                    <a:pt x="727" y="823"/>
                    <a:pt x="1054" y="658"/>
                    <a:pt x="1389" y="512"/>
                  </a:cubicBezTo>
                  <a:cubicBezTo>
                    <a:pt x="1518" y="458"/>
                    <a:pt x="1584" y="312"/>
                    <a:pt x="1538" y="177"/>
                  </a:cubicBezTo>
                  <a:lnTo>
                    <a:pt x="1525" y="141"/>
                  </a:lnTo>
                  <a:cubicBezTo>
                    <a:pt x="1496" y="54"/>
                    <a:pt x="1415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79"/>
            <p:cNvSpPr/>
            <p:nvPr/>
          </p:nvSpPr>
          <p:spPr>
            <a:xfrm>
              <a:off x="4380084" y="1192832"/>
              <a:ext cx="27779" cy="11433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2"/>
                  </a:cubicBezTo>
                  <a:cubicBezTo>
                    <a:pt x="1306" y="87"/>
                    <a:pt x="748" y="220"/>
                    <a:pt x="205" y="400"/>
                  </a:cubicBezTo>
                  <a:cubicBezTo>
                    <a:pt x="71" y="444"/>
                    <a:pt x="0" y="590"/>
                    <a:pt x="47" y="725"/>
                  </a:cubicBezTo>
                  <a:cubicBezTo>
                    <a:pt x="84" y="829"/>
                    <a:pt x="183" y="895"/>
                    <a:pt x="288" y="895"/>
                  </a:cubicBezTo>
                  <a:cubicBezTo>
                    <a:pt x="316" y="895"/>
                    <a:pt x="343" y="891"/>
                    <a:pt x="370" y="882"/>
                  </a:cubicBezTo>
                  <a:cubicBezTo>
                    <a:pt x="883" y="712"/>
                    <a:pt x="1408" y="587"/>
                    <a:pt x="1941" y="507"/>
                  </a:cubicBezTo>
                  <a:cubicBezTo>
                    <a:pt x="2081" y="488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7" name="Google Shape;4057;p79"/>
          <p:cNvGrpSpPr/>
          <p:nvPr/>
        </p:nvGrpSpPr>
        <p:grpSpPr>
          <a:xfrm>
            <a:off x="1585845" y="4084156"/>
            <a:ext cx="567785" cy="116461"/>
            <a:chOff x="4339009" y="1863727"/>
            <a:chExt cx="143703" cy="29476"/>
          </a:xfrm>
        </p:grpSpPr>
        <p:sp>
          <p:nvSpPr>
            <p:cNvPr id="4058" name="Google Shape;4058;p79"/>
            <p:cNvSpPr/>
            <p:nvPr/>
          </p:nvSpPr>
          <p:spPr>
            <a:xfrm>
              <a:off x="4339009" y="1863727"/>
              <a:ext cx="51691" cy="25762"/>
            </a:xfrm>
            <a:custGeom>
              <a:avLst/>
              <a:gdLst/>
              <a:ahLst/>
              <a:cxnLst/>
              <a:rect l="l" t="t" r="r" b="b"/>
              <a:pathLst>
                <a:path w="4051" h="2019" extrusionOk="0">
                  <a:moveTo>
                    <a:pt x="157" y="1"/>
                  </a:moveTo>
                  <a:cubicBezTo>
                    <a:pt x="61" y="1"/>
                    <a:pt x="1" y="107"/>
                    <a:pt x="54" y="190"/>
                  </a:cubicBezTo>
                  <a:lnTo>
                    <a:pt x="750" y="1274"/>
                  </a:lnTo>
                  <a:cubicBezTo>
                    <a:pt x="774" y="1311"/>
                    <a:pt x="813" y="1330"/>
                    <a:pt x="852" y="1330"/>
                  </a:cubicBezTo>
                  <a:cubicBezTo>
                    <a:pt x="893" y="1330"/>
                    <a:pt x="935" y="1309"/>
                    <a:pt x="958" y="1269"/>
                  </a:cubicBezTo>
                  <a:lnTo>
                    <a:pt x="1136" y="973"/>
                  </a:lnTo>
                  <a:cubicBezTo>
                    <a:pt x="1945" y="1439"/>
                    <a:pt x="2816" y="1788"/>
                    <a:pt x="3722" y="2012"/>
                  </a:cubicBezTo>
                  <a:cubicBezTo>
                    <a:pt x="3741" y="2017"/>
                    <a:pt x="3761" y="2019"/>
                    <a:pt x="3779" y="2019"/>
                  </a:cubicBezTo>
                  <a:cubicBezTo>
                    <a:pt x="3895" y="2019"/>
                    <a:pt x="3999" y="1938"/>
                    <a:pt x="4023" y="1820"/>
                  </a:cubicBezTo>
                  <a:cubicBezTo>
                    <a:pt x="4051" y="1682"/>
                    <a:pt x="3964" y="1546"/>
                    <a:pt x="3828" y="1512"/>
                  </a:cubicBezTo>
                  <a:cubicBezTo>
                    <a:pt x="2976" y="1301"/>
                    <a:pt x="2158" y="971"/>
                    <a:pt x="1396" y="534"/>
                  </a:cubicBezTo>
                  <a:lnTo>
                    <a:pt x="1548" y="279"/>
                  </a:lnTo>
                  <a:cubicBezTo>
                    <a:pt x="1594" y="201"/>
                    <a:pt x="1541" y="100"/>
                    <a:pt x="1450" y="94"/>
                  </a:cubicBezTo>
                  <a:lnTo>
                    <a:pt x="166" y="1"/>
                  </a:ln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79"/>
            <p:cNvSpPr/>
            <p:nvPr/>
          </p:nvSpPr>
          <p:spPr>
            <a:xfrm>
              <a:off x="4394732" y="1885202"/>
              <a:ext cx="32193" cy="8001"/>
            </a:xfrm>
            <a:custGeom>
              <a:avLst/>
              <a:gdLst/>
              <a:ahLst/>
              <a:cxnLst/>
              <a:rect l="l" t="t" r="r" b="b"/>
              <a:pathLst>
                <a:path w="2523" h="627" extrusionOk="0">
                  <a:moveTo>
                    <a:pt x="279" y="1"/>
                  </a:moveTo>
                  <a:cubicBezTo>
                    <a:pt x="160" y="1"/>
                    <a:pt x="54" y="84"/>
                    <a:pt x="29" y="204"/>
                  </a:cubicBezTo>
                  <a:cubicBezTo>
                    <a:pt x="1" y="345"/>
                    <a:pt x="93" y="483"/>
                    <a:pt x="236" y="507"/>
                  </a:cubicBezTo>
                  <a:cubicBezTo>
                    <a:pt x="732" y="585"/>
                    <a:pt x="1235" y="625"/>
                    <a:pt x="1738" y="627"/>
                  </a:cubicBezTo>
                  <a:cubicBezTo>
                    <a:pt x="1919" y="627"/>
                    <a:pt x="2102" y="621"/>
                    <a:pt x="2282" y="609"/>
                  </a:cubicBezTo>
                  <a:cubicBezTo>
                    <a:pt x="2420" y="596"/>
                    <a:pt x="2523" y="475"/>
                    <a:pt x="2513" y="337"/>
                  </a:cubicBezTo>
                  <a:cubicBezTo>
                    <a:pt x="2504" y="203"/>
                    <a:pt x="2392" y="100"/>
                    <a:pt x="2260" y="100"/>
                  </a:cubicBezTo>
                  <a:cubicBezTo>
                    <a:pt x="2255" y="100"/>
                    <a:pt x="2251" y="100"/>
                    <a:pt x="2246" y="100"/>
                  </a:cubicBezTo>
                  <a:cubicBezTo>
                    <a:pt x="2076" y="110"/>
                    <a:pt x="1908" y="116"/>
                    <a:pt x="1738" y="116"/>
                  </a:cubicBezTo>
                  <a:cubicBezTo>
                    <a:pt x="1262" y="116"/>
                    <a:pt x="790" y="78"/>
                    <a:pt x="321" y="4"/>
                  </a:cubicBezTo>
                  <a:cubicBezTo>
                    <a:pt x="307" y="2"/>
                    <a:pt x="293" y="1"/>
                    <a:pt x="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79"/>
            <p:cNvSpPr/>
            <p:nvPr/>
          </p:nvSpPr>
          <p:spPr>
            <a:xfrm>
              <a:off x="4462488" y="1869814"/>
              <a:ext cx="20225" cy="13258"/>
            </a:xfrm>
            <a:custGeom>
              <a:avLst/>
              <a:gdLst/>
              <a:ahLst/>
              <a:cxnLst/>
              <a:rect l="l" t="t" r="r" b="b"/>
              <a:pathLst>
                <a:path w="1585" h="1039" extrusionOk="0">
                  <a:moveTo>
                    <a:pt x="1300" y="0"/>
                  </a:moveTo>
                  <a:cubicBezTo>
                    <a:pt x="1257" y="0"/>
                    <a:pt x="1213" y="11"/>
                    <a:pt x="1173" y="35"/>
                  </a:cubicBezTo>
                  <a:cubicBezTo>
                    <a:pt x="857" y="217"/>
                    <a:pt x="531" y="382"/>
                    <a:pt x="196" y="528"/>
                  </a:cubicBezTo>
                  <a:cubicBezTo>
                    <a:pt x="66" y="582"/>
                    <a:pt x="1" y="728"/>
                    <a:pt x="47" y="863"/>
                  </a:cubicBezTo>
                  <a:lnTo>
                    <a:pt x="60" y="899"/>
                  </a:lnTo>
                  <a:cubicBezTo>
                    <a:pt x="89" y="986"/>
                    <a:pt x="169" y="1039"/>
                    <a:pt x="255" y="1039"/>
                  </a:cubicBezTo>
                  <a:cubicBezTo>
                    <a:pt x="282" y="1039"/>
                    <a:pt x="309" y="1034"/>
                    <a:pt x="335" y="1023"/>
                  </a:cubicBezTo>
                  <a:cubicBezTo>
                    <a:pt x="707" y="866"/>
                    <a:pt x="1067" y="685"/>
                    <a:pt x="1416" y="483"/>
                  </a:cubicBezTo>
                  <a:cubicBezTo>
                    <a:pt x="1527" y="419"/>
                    <a:pt x="1584" y="283"/>
                    <a:pt x="1538" y="164"/>
                  </a:cubicBezTo>
                  <a:cubicBezTo>
                    <a:pt x="1499" y="61"/>
                    <a:pt x="1401" y="0"/>
                    <a:pt x="1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79"/>
            <p:cNvSpPr/>
            <p:nvPr/>
          </p:nvSpPr>
          <p:spPr>
            <a:xfrm>
              <a:off x="4431392" y="1880392"/>
              <a:ext cx="27804" cy="11433"/>
            </a:xfrm>
            <a:custGeom>
              <a:avLst/>
              <a:gdLst/>
              <a:ahLst/>
              <a:cxnLst/>
              <a:rect l="l" t="t" r="r" b="b"/>
              <a:pathLst>
                <a:path w="2179" h="896" extrusionOk="0">
                  <a:moveTo>
                    <a:pt x="1890" y="1"/>
                  </a:moveTo>
                  <a:cubicBezTo>
                    <a:pt x="1863" y="1"/>
                    <a:pt x="1835" y="5"/>
                    <a:pt x="1808" y="14"/>
                  </a:cubicBezTo>
                  <a:cubicBezTo>
                    <a:pt x="1296" y="184"/>
                    <a:pt x="771" y="309"/>
                    <a:pt x="237" y="389"/>
                  </a:cubicBezTo>
                  <a:cubicBezTo>
                    <a:pt x="98" y="408"/>
                    <a:pt x="0" y="536"/>
                    <a:pt x="20" y="676"/>
                  </a:cubicBezTo>
                  <a:cubicBezTo>
                    <a:pt x="37" y="803"/>
                    <a:pt x="147" y="896"/>
                    <a:pt x="273" y="896"/>
                  </a:cubicBezTo>
                  <a:cubicBezTo>
                    <a:pt x="284" y="896"/>
                    <a:pt x="296" y="895"/>
                    <a:pt x="308" y="893"/>
                  </a:cubicBezTo>
                  <a:cubicBezTo>
                    <a:pt x="873" y="809"/>
                    <a:pt x="1430" y="676"/>
                    <a:pt x="1973" y="496"/>
                  </a:cubicBezTo>
                  <a:cubicBezTo>
                    <a:pt x="2106" y="451"/>
                    <a:pt x="2178" y="306"/>
                    <a:pt x="2132" y="171"/>
                  </a:cubicBezTo>
                  <a:cubicBezTo>
                    <a:pt x="2095" y="67"/>
                    <a:pt x="1996" y="1"/>
                    <a:pt x="18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62" name="Google Shape;4062;p79"/>
          <p:cNvGrpSpPr/>
          <p:nvPr/>
        </p:nvGrpSpPr>
        <p:grpSpPr>
          <a:xfrm>
            <a:off x="1062123" y="3071046"/>
            <a:ext cx="116713" cy="564609"/>
            <a:chOff x="4206459" y="1607315"/>
            <a:chExt cx="29539" cy="142899"/>
          </a:xfrm>
        </p:grpSpPr>
        <p:sp>
          <p:nvSpPr>
            <p:cNvPr id="4063" name="Google Shape;4063;p79"/>
            <p:cNvSpPr/>
            <p:nvPr/>
          </p:nvSpPr>
          <p:spPr>
            <a:xfrm>
              <a:off x="4209840" y="1607315"/>
              <a:ext cx="26158" cy="50989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920" y="0"/>
                  </a:moveTo>
                  <a:cubicBezTo>
                    <a:pt x="1898" y="0"/>
                    <a:pt x="1876" y="6"/>
                    <a:pt x="1854" y="20"/>
                  </a:cubicBezTo>
                  <a:lnTo>
                    <a:pt x="772" y="717"/>
                  </a:lnTo>
                  <a:cubicBezTo>
                    <a:pt x="695" y="766"/>
                    <a:pt x="697" y="878"/>
                    <a:pt x="775" y="926"/>
                  </a:cubicBezTo>
                  <a:lnTo>
                    <a:pt x="1073" y="1102"/>
                  </a:lnTo>
                  <a:cubicBezTo>
                    <a:pt x="607" y="1911"/>
                    <a:pt x="256" y="2782"/>
                    <a:pt x="32" y="3689"/>
                  </a:cubicBezTo>
                  <a:cubicBezTo>
                    <a:pt x="0" y="3825"/>
                    <a:pt x="87" y="3962"/>
                    <a:pt x="224" y="3990"/>
                  </a:cubicBezTo>
                  <a:cubicBezTo>
                    <a:pt x="242" y="3993"/>
                    <a:pt x="260" y="3995"/>
                    <a:pt x="278" y="3995"/>
                  </a:cubicBezTo>
                  <a:cubicBezTo>
                    <a:pt x="397" y="3995"/>
                    <a:pt x="502" y="3914"/>
                    <a:pt x="532" y="3794"/>
                  </a:cubicBezTo>
                  <a:cubicBezTo>
                    <a:pt x="743" y="2942"/>
                    <a:pt x="1073" y="2124"/>
                    <a:pt x="1512" y="1363"/>
                  </a:cubicBezTo>
                  <a:lnTo>
                    <a:pt x="1765" y="1514"/>
                  </a:lnTo>
                  <a:cubicBezTo>
                    <a:pt x="1785" y="1526"/>
                    <a:pt x="1806" y="1531"/>
                    <a:pt x="1827" y="1531"/>
                  </a:cubicBezTo>
                  <a:cubicBezTo>
                    <a:pt x="1888" y="1531"/>
                    <a:pt x="1946" y="1484"/>
                    <a:pt x="1951" y="1416"/>
                  </a:cubicBezTo>
                  <a:lnTo>
                    <a:pt x="2043" y="134"/>
                  </a:lnTo>
                  <a:cubicBezTo>
                    <a:pt x="2049" y="57"/>
                    <a:pt x="1988" y="0"/>
                    <a:pt x="19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79"/>
            <p:cNvSpPr/>
            <p:nvPr/>
          </p:nvSpPr>
          <p:spPr>
            <a:xfrm>
              <a:off x="4206459" y="1662910"/>
              <a:ext cx="8230" cy="31785"/>
            </a:xfrm>
            <a:custGeom>
              <a:avLst/>
              <a:gdLst/>
              <a:ahLst/>
              <a:cxnLst/>
              <a:rect l="l" t="t" r="r" b="b"/>
              <a:pathLst>
                <a:path w="645" h="2491" extrusionOk="0">
                  <a:moveTo>
                    <a:pt x="371" y="1"/>
                  </a:moveTo>
                  <a:cubicBezTo>
                    <a:pt x="249" y="1"/>
                    <a:pt x="141" y="89"/>
                    <a:pt x="121" y="212"/>
                  </a:cubicBezTo>
                  <a:cubicBezTo>
                    <a:pt x="41" y="709"/>
                    <a:pt x="1" y="1212"/>
                    <a:pt x="1" y="1714"/>
                  </a:cubicBezTo>
                  <a:cubicBezTo>
                    <a:pt x="1" y="1895"/>
                    <a:pt x="7" y="2078"/>
                    <a:pt x="19" y="2259"/>
                  </a:cubicBezTo>
                  <a:cubicBezTo>
                    <a:pt x="31" y="2390"/>
                    <a:pt x="140" y="2490"/>
                    <a:pt x="270" y="2490"/>
                  </a:cubicBezTo>
                  <a:cubicBezTo>
                    <a:pt x="277" y="2490"/>
                    <a:pt x="284" y="2490"/>
                    <a:pt x="291" y="2489"/>
                  </a:cubicBezTo>
                  <a:cubicBezTo>
                    <a:pt x="428" y="2480"/>
                    <a:pt x="534" y="2361"/>
                    <a:pt x="526" y="2222"/>
                  </a:cubicBezTo>
                  <a:cubicBezTo>
                    <a:pt x="517" y="2054"/>
                    <a:pt x="510" y="1884"/>
                    <a:pt x="510" y="1714"/>
                  </a:cubicBezTo>
                  <a:cubicBezTo>
                    <a:pt x="512" y="1240"/>
                    <a:pt x="549" y="766"/>
                    <a:pt x="622" y="297"/>
                  </a:cubicBezTo>
                  <a:cubicBezTo>
                    <a:pt x="645" y="163"/>
                    <a:pt x="557" y="35"/>
                    <a:pt x="422" y="6"/>
                  </a:cubicBezTo>
                  <a:cubicBezTo>
                    <a:pt x="405" y="2"/>
                    <a:pt x="388" y="1"/>
                    <a:pt x="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79"/>
            <p:cNvSpPr/>
            <p:nvPr/>
          </p:nvSpPr>
          <p:spPr>
            <a:xfrm>
              <a:off x="4216194" y="1730768"/>
              <a:ext cx="14227" cy="19446"/>
            </a:xfrm>
            <a:custGeom>
              <a:avLst/>
              <a:gdLst/>
              <a:ahLst/>
              <a:cxnLst/>
              <a:rect l="l" t="t" r="r" b="b"/>
              <a:pathLst>
                <a:path w="1115" h="1524" extrusionOk="0">
                  <a:moveTo>
                    <a:pt x="296" y="1"/>
                  </a:moveTo>
                  <a:cubicBezTo>
                    <a:pt x="267" y="1"/>
                    <a:pt x="237" y="5"/>
                    <a:pt x="208" y="15"/>
                  </a:cubicBezTo>
                  <a:lnTo>
                    <a:pt x="171" y="28"/>
                  </a:lnTo>
                  <a:cubicBezTo>
                    <a:pt x="58" y="67"/>
                    <a:pt x="0" y="193"/>
                    <a:pt x="47" y="304"/>
                  </a:cubicBezTo>
                  <a:cubicBezTo>
                    <a:pt x="205" y="675"/>
                    <a:pt x="384" y="1035"/>
                    <a:pt x="588" y="1385"/>
                  </a:cubicBezTo>
                  <a:cubicBezTo>
                    <a:pt x="637" y="1469"/>
                    <a:pt x="728" y="1524"/>
                    <a:pt x="822" y="1524"/>
                  </a:cubicBezTo>
                  <a:cubicBezTo>
                    <a:pt x="850" y="1524"/>
                    <a:pt x="879" y="1519"/>
                    <a:pt x="906" y="1508"/>
                  </a:cubicBezTo>
                  <a:cubicBezTo>
                    <a:pt x="1052" y="1450"/>
                    <a:pt x="1115" y="1277"/>
                    <a:pt x="1036" y="1141"/>
                  </a:cubicBezTo>
                  <a:cubicBezTo>
                    <a:pt x="852" y="826"/>
                    <a:pt x="687" y="499"/>
                    <a:pt x="543" y="164"/>
                  </a:cubicBezTo>
                  <a:cubicBezTo>
                    <a:pt x="499" y="63"/>
                    <a:pt x="400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79"/>
            <p:cNvSpPr/>
            <p:nvPr/>
          </p:nvSpPr>
          <p:spPr>
            <a:xfrm>
              <a:off x="4207607" y="1699506"/>
              <a:ext cx="12045" cy="27153"/>
            </a:xfrm>
            <a:custGeom>
              <a:avLst/>
              <a:gdLst/>
              <a:ahLst/>
              <a:cxnLst/>
              <a:rect l="l" t="t" r="r" b="b"/>
              <a:pathLst>
                <a:path w="944" h="2128" extrusionOk="0">
                  <a:moveTo>
                    <a:pt x="273" y="0"/>
                  </a:moveTo>
                  <a:cubicBezTo>
                    <a:pt x="261" y="0"/>
                    <a:pt x="249" y="1"/>
                    <a:pt x="238" y="3"/>
                  </a:cubicBezTo>
                  <a:cubicBezTo>
                    <a:pt x="98" y="22"/>
                    <a:pt x="1" y="150"/>
                    <a:pt x="20" y="289"/>
                  </a:cubicBezTo>
                  <a:lnTo>
                    <a:pt x="21" y="289"/>
                  </a:lnTo>
                  <a:cubicBezTo>
                    <a:pt x="105" y="854"/>
                    <a:pt x="238" y="1412"/>
                    <a:pt x="417" y="1955"/>
                  </a:cubicBezTo>
                  <a:cubicBezTo>
                    <a:pt x="454" y="2061"/>
                    <a:pt x="553" y="2127"/>
                    <a:pt x="658" y="2127"/>
                  </a:cubicBezTo>
                  <a:cubicBezTo>
                    <a:pt x="686" y="2127"/>
                    <a:pt x="714" y="2123"/>
                    <a:pt x="742" y="2113"/>
                  </a:cubicBezTo>
                  <a:cubicBezTo>
                    <a:pt x="875" y="2067"/>
                    <a:pt x="944" y="1923"/>
                    <a:pt x="899" y="1790"/>
                  </a:cubicBezTo>
                  <a:cubicBezTo>
                    <a:pt x="731" y="1279"/>
                    <a:pt x="604" y="754"/>
                    <a:pt x="526" y="220"/>
                  </a:cubicBezTo>
                  <a:cubicBezTo>
                    <a:pt x="508" y="93"/>
                    <a:pt x="398" y="0"/>
                    <a:pt x="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67" name="Google Shape;4067;p79"/>
          <p:cNvGrpSpPr/>
          <p:nvPr/>
        </p:nvGrpSpPr>
        <p:grpSpPr>
          <a:xfrm>
            <a:off x="1160010" y="2239614"/>
            <a:ext cx="399747" cy="426468"/>
            <a:chOff x="1541010" y="2315814"/>
            <a:chExt cx="399747" cy="426468"/>
          </a:xfrm>
        </p:grpSpPr>
        <p:sp>
          <p:nvSpPr>
            <p:cNvPr id="4068" name="Google Shape;4068;p79"/>
            <p:cNvSpPr/>
            <p:nvPr/>
          </p:nvSpPr>
          <p:spPr>
            <a:xfrm>
              <a:off x="1541010" y="2315814"/>
              <a:ext cx="105821" cy="206651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79"/>
            <p:cNvSpPr/>
            <p:nvPr/>
          </p:nvSpPr>
          <p:spPr>
            <a:xfrm>
              <a:off x="1642346" y="2533913"/>
              <a:ext cx="96242" cy="99923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79"/>
            <p:cNvSpPr/>
            <p:nvPr/>
          </p:nvSpPr>
          <p:spPr>
            <a:xfrm>
              <a:off x="1855959" y="2698875"/>
              <a:ext cx="84798" cy="43407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79"/>
            <p:cNvSpPr/>
            <p:nvPr/>
          </p:nvSpPr>
          <p:spPr>
            <a:xfrm>
              <a:off x="1744439" y="2636359"/>
              <a:ext cx="100628" cy="69724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72" name="Google Shape;4072;p79"/>
          <p:cNvGrpSpPr/>
          <p:nvPr/>
        </p:nvGrpSpPr>
        <p:grpSpPr>
          <a:xfrm>
            <a:off x="3836942" y="2269510"/>
            <a:ext cx="116764" cy="564609"/>
            <a:chOff x="4889463" y="1423737"/>
            <a:chExt cx="29552" cy="142899"/>
          </a:xfrm>
        </p:grpSpPr>
        <p:sp>
          <p:nvSpPr>
            <p:cNvPr id="4073" name="Google Shape;4073;p79"/>
            <p:cNvSpPr/>
            <p:nvPr/>
          </p:nvSpPr>
          <p:spPr>
            <a:xfrm>
              <a:off x="4889463" y="1515647"/>
              <a:ext cx="26158" cy="50989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772" y="0"/>
                  </a:moveTo>
                  <a:cubicBezTo>
                    <a:pt x="1653" y="0"/>
                    <a:pt x="1547" y="82"/>
                    <a:pt x="1518" y="201"/>
                  </a:cubicBezTo>
                  <a:cubicBezTo>
                    <a:pt x="1307" y="1053"/>
                    <a:pt x="977" y="1872"/>
                    <a:pt x="540" y="2634"/>
                  </a:cubicBezTo>
                  <a:lnTo>
                    <a:pt x="285" y="2482"/>
                  </a:lnTo>
                  <a:cubicBezTo>
                    <a:pt x="265" y="2470"/>
                    <a:pt x="244" y="2465"/>
                    <a:pt x="223" y="2465"/>
                  </a:cubicBezTo>
                  <a:cubicBezTo>
                    <a:pt x="162" y="2465"/>
                    <a:pt x="104" y="2511"/>
                    <a:pt x="99" y="2579"/>
                  </a:cubicBezTo>
                  <a:lnTo>
                    <a:pt x="6" y="3864"/>
                  </a:lnTo>
                  <a:cubicBezTo>
                    <a:pt x="0" y="3939"/>
                    <a:pt x="62" y="3995"/>
                    <a:pt x="129" y="3995"/>
                  </a:cubicBezTo>
                  <a:cubicBezTo>
                    <a:pt x="152" y="3995"/>
                    <a:pt x="174" y="3989"/>
                    <a:pt x="195" y="3976"/>
                  </a:cubicBezTo>
                  <a:lnTo>
                    <a:pt x="1278" y="3279"/>
                  </a:lnTo>
                  <a:cubicBezTo>
                    <a:pt x="1355" y="3229"/>
                    <a:pt x="1353" y="3117"/>
                    <a:pt x="1275" y="3071"/>
                  </a:cubicBezTo>
                  <a:lnTo>
                    <a:pt x="978" y="2893"/>
                  </a:lnTo>
                  <a:cubicBezTo>
                    <a:pt x="1444" y="2085"/>
                    <a:pt x="1794" y="1213"/>
                    <a:pt x="2018" y="307"/>
                  </a:cubicBezTo>
                  <a:cubicBezTo>
                    <a:pt x="2050" y="171"/>
                    <a:pt x="1963" y="35"/>
                    <a:pt x="1826" y="6"/>
                  </a:cubicBezTo>
                  <a:cubicBezTo>
                    <a:pt x="1808" y="2"/>
                    <a:pt x="1790" y="0"/>
                    <a:pt x="1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79"/>
            <p:cNvSpPr/>
            <p:nvPr/>
          </p:nvSpPr>
          <p:spPr>
            <a:xfrm>
              <a:off x="4910772" y="1479256"/>
              <a:ext cx="8243" cy="31785"/>
            </a:xfrm>
            <a:custGeom>
              <a:avLst/>
              <a:gdLst/>
              <a:ahLst/>
              <a:cxnLst/>
              <a:rect l="l" t="t" r="r" b="b"/>
              <a:pathLst>
                <a:path w="646" h="2491" extrusionOk="0">
                  <a:moveTo>
                    <a:pt x="375" y="0"/>
                  </a:moveTo>
                  <a:cubicBezTo>
                    <a:pt x="368" y="0"/>
                    <a:pt x="361" y="1"/>
                    <a:pt x="354" y="1"/>
                  </a:cubicBezTo>
                  <a:cubicBezTo>
                    <a:pt x="216" y="11"/>
                    <a:pt x="111" y="129"/>
                    <a:pt x="119" y="269"/>
                  </a:cubicBezTo>
                  <a:cubicBezTo>
                    <a:pt x="128" y="438"/>
                    <a:pt x="135" y="607"/>
                    <a:pt x="135" y="776"/>
                  </a:cubicBezTo>
                  <a:cubicBezTo>
                    <a:pt x="135" y="1252"/>
                    <a:pt x="96" y="1724"/>
                    <a:pt x="23" y="2193"/>
                  </a:cubicBezTo>
                  <a:cubicBezTo>
                    <a:pt x="0" y="2328"/>
                    <a:pt x="88" y="2458"/>
                    <a:pt x="223" y="2485"/>
                  </a:cubicBezTo>
                  <a:cubicBezTo>
                    <a:pt x="240" y="2488"/>
                    <a:pt x="257" y="2490"/>
                    <a:pt x="274" y="2490"/>
                  </a:cubicBezTo>
                  <a:cubicBezTo>
                    <a:pt x="396" y="2490"/>
                    <a:pt x="504" y="2403"/>
                    <a:pt x="526" y="2278"/>
                  </a:cubicBezTo>
                  <a:cubicBezTo>
                    <a:pt x="604" y="1782"/>
                    <a:pt x="644" y="1279"/>
                    <a:pt x="646" y="776"/>
                  </a:cubicBezTo>
                  <a:cubicBezTo>
                    <a:pt x="646" y="595"/>
                    <a:pt x="638" y="413"/>
                    <a:pt x="626" y="232"/>
                  </a:cubicBezTo>
                  <a:cubicBezTo>
                    <a:pt x="616" y="101"/>
                    <a:pt x="505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79"/>
            <p:cNvSpPr/>
            <p:nvPr/>
          </p:nvSpPr>
          <p:spPr>
            <a:xfrm>
              <a:off x="4895052" y="1423737"/>
              <a:ext cx="14215" cy="19446"/>
            </a:xfrm>
            <a:custGeom>
              <a:avLst/>
              <a:gdLst/>
              <a:ahLst/>
              <a:cxnLst/>
              <a:rect l="l" t="t" r="r" b="b"/>
              <a:pathLst>
                <a:path w="1114" h="1524" extrusionOk="0">
                  <a:moveTo>
                    <a:pt x="293" y="1"/>
                  </a:moveTo>
                  <a:cubicBezTo>
                    <a:pt x="265" y="1"/>
                    <a:pt x="236" y="5"/>
                    <a:pt x="209" y="16"/>
                  </a:cubicBezTo>
                  <a:cubicBezTo>
                    <a:pt x="62" y="74"/>
                    <a:pt x="1" y="246"/>
                    <a:pt x="79" y="383"/>
                  </a:cubicBezTo>
                  <a:cubicBezTo>
                    <a:pt x="262" y="698"/>
                    <a:pt x="427" y="1025"/>
                    <a:pt x="573" y="1359"/>
                  </a:cubicBezTo>
                  <a:cubicBezTo>
                    <a:pt x="615" y="1461"/>
                    <a:pt x="714" y="1523"/>
                    <a:pt x="819" y="1523"/>
                  </a:cubicBezTo>
                  <a:cubicBezTo>
                    <a:pt x="848" y="1523"/>
                    <a:pt x="878" y="1518"/>
                    <a:pt x="907" y="1508"/>
                  </a:cubicBezTo>
                  <a:lnTo>
                    <a:pt x="942" y="1495"/>
                  </a:lnTo>
                  <a:cubicBezTo>
                    <a:pt x="1056" y="1457"/>
                    <a:pt x="1114" y="1331"/>
                    <a:pt x="1067" y="1220"/>
                  </a:cubicBezTo>
                  <a:cubicBezTo>
                    <a:pt x="910" y="849"/>
                    <a:pt x="729" y="488"/>
                    <a:pt x="528" y="139"/>
                  </a:cubicBezTo>
                  <a:cubicBezTo>
                    <a:pt x="478" y="54"/>
                    <a:pt x="38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79"/>
            <p:cNvSpPr/>
            <p:nvPr/>
          </p:nvSpPr>
          <p:spPr>
            <a:xfrm>
              <a:off x="4905783" y="1447292"/>
              <a:ext cx="12071" cy="27153"/>
            </a:xfrm>
            <a:custGeom>
              <a:avLst/>
              <a:gdLst/>
              <a:ahLst/>
              <a:cxnLst/>
              <a:rect l="l" t="t" r="r" b="b"/>
              <a:pathLst>
                <a:path w="946" h="2128" extrusionOk="0">
                  <a:moveTo>
                    <a:pt x="288" y="0"/>
                  </a:moveTo>
                  <a:cubicBezTo>
                    <a:pt x="260" y="0"/>
                    <a:pt x="232" y="5"/>
                    <a:pt x="204" y="15"/>
                  </a:cubicBezTo>
                  <a:cubicBezTo>
                    <a:pt x="71" y="61"/>
                    <a:pt x="1" y="205"/>
                    <a:pt x="47" y="338"/>
                  </a:cubicBezTo>
                  <a:cubicBezTo>
                    <a:pt x="215" y="850"/>
                    <a:pt x="342" y="1376"/>
                    <a:pt x="420" y="1909"/>
                  </a:cubicBezTo>
                  <a:cubicBezTo>
                    <a:pt x="438" y="2036"/>
                    <a:pt x="548" y="2128"/>
                    <a:pt x="673" y="2128"/>
                  </a:cubicBezTo>
                  <a:cubicBezTo>
                    <a:pt x="685" y="2128"/>
                    <a:pt x="696" y="2127"/>
                    <a:pt x="708" y="2125"/>
                  </a:cubicBezTo>
                  <a:cubicBezTo>
                    <a:pt x="848" y="2106"/>
                    <a:pt x="945" y="1978"/>
                    <a:pt x="926" y="1839"/>
                  </a:cubicBezTo>
                  <a:lnTo>
                    <a:pt x="925" y="1839"/>
                  </a:lnTo>
                  <a:cubicBezTo>
                    <a:pt x="841" y="1273"/>
                    <a:pt x="708" y="716"/>
                    <a:pt x="529" y="173"/>
                  </a:cubicBezTo>
                  <a:cubicBezTo>
                    <a:pt x="492" y="67"/>
                    <a:pt x="393" y="0"/>
                    <a:pt x="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77" name="Google Shape;4077;p79"/>
          <p:cNvGrpSpPr/>
          <p:nvPr/>
        </p:nvGrpSpPr>
        <p:grpSpPr>
          <a:xfrm>
            <a:off x="3371502" y="4212386"/>
            <a:ext cx="429293" cy="396875"/>
            <a:chOff x="4771663" y="1876896"/>
            <a:chExt cx="108651" cy="100447"/>
          </a:xfrm>
        </p:grpSpPr>
        <p:sp>
          <p:nvSpPr>
            <p:cNvPr id="4078" name="Google Shape;4078;p79"/>
            <p:cNvSpPr/>
            <p:nvPr/>
          </p:nvSpPr>
          <p:spPr>
            <a:xfrm>
              <a:off x="4771663" y="1951210"/>
              <a:ext cx="53184" cy="26132"/>
            </a:xfrm>
            <a:custGeom>
              <a:avLst/>
              <a:gdLst/>
              <a:ahLst/>
              <a:cxnLst/>
              <a:rect l="l" t="t" r="r" b="b"/>
              <a:pathLst>
                <a:path w="4168" h="2048" extrusionOk="0">
                  <a:moveTo>
                    <a:pt x="3871" y="0"/>
                  </a:moveTo>
                  <a:cubicBezTo>
                    <a:pt x="3824" y="0"/>
                    <a:pt x="3777" y="13"/>
                    <a:pt x="3735" y="39"/>
                  </a:cubicBezTo>
                  <a:cubicBezTo>
                    <a:pt x="2982" y="492"/>
                    <a:pt x="2170" y="838"/>
                    <a:pt x="1323" y="1067"/>
                  </a:cubicBezTo>
                  <a:lnTo>
                    <a:pt x="1249" y="780"/>
                  </a:lnTo>
                  <a:cubicBezTo>
                    <a:pt x="1235" y="721"/>
                    <a:pt x="1183" y="687"/>
                    <a:pt x="1130" y="687"/>
                  </a:cubicBezTo>
                  <a:cubicBezTo>
                    <a:pt x="1102" y="687"/>
                    <a:pt x="1073" y="696"/>
                    <a:pt x="1049" y="717"/>
                  </a:cubicBezTo>
                  <a:lnTo>
                    <a:pt x="76" y="1560"/>
                  </a:lnTo>
                  <a:cubicBezTo>
                    <a:pt x="0" y="1625"/>
                    <a:pt x="32" y="1750"/>
                    <a:pt x="130" y="1773"/>
                  </a:cubicBezTo>
                  <a:lnTo>
                    <a:pt x="1389" y="2045"/>
                  </a:lnTo>
                  <a:cubicBezTo>
                    <a:pt x="1398" y="2047"/>
                    <a:pt x="1407" y="2048"/>
                    <a:pt x="1416" y="2048"/>
                  </a:cubicBezTo>
                  <a:cubicBezTo>
                    <a:pt x="1493" y="2048"/>
                    <a:pt x="1555" y="1975"/>
                    <a:pt x="1534" y="1894"/>
                  </a:cubicBezTo>
                  <a:lnTo>
                    <a:pt x="1450" y="1561"/>
                  </a:lnTo>
                  <a:cubicBezTo>
                    <a:pt x="2351" y="1318"/>
                    <a:pt x="3214" y="950"/>
                    <a:pt x="4013" y="466"/>
                  </a:cubicBezTo>
                  <a:cubicBezTo>
                    <a:pt x="4132" y="392"/>
                    <a:pt x="4167" y="235"/>
                    <a:pt x="4090" y="119"/>
                  </a:cubicBezTo>
                  <a:cubicBezTo>
                    <a:pt x="4039" y="42"/>
                    <a:pt x="3956" y="0"/>
                    <a:pt x="3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79"/>
            <p:cNvSpPr/>
            <p:nvPr/>
          </p:nvSpPr>
          <p:spPr>
            <a:xfrm>
              <a:off x="4826850" y="1927897"/>
              <a:ext cx="26081" cy="23529"/>
            </a:xfrm>
            <a:custGeom>
              <a:avLst/>
              <a:gdLst/>
              <a:ahLst/>
              <a:cxnLst/>
              <a:rect l="l" t="t" r="r" b="b"/>
              <a:pathLst>
                <a:path w="2044" h="1844" extrusionOk="0">
                  <a:moveTo>
                    <a:pt x="1760" y="1"/>
                  </a:moveTo>
                  <a:cubicBezTo>
                    <a:pt x="1689" y="1"/>
                    <a:pt x="1619" y="31"/>
                    <a:pt x="1568" y="88"/>
                  </a:cubicBezTo>
                  <a:cubicBezTo>
                    <a:pt x="1456" y="215"/>
                    <a:pt x="1341" y="338"/>
                    <a:pt x="1221" y="458"/>
                  </a:cubicBezTo>
                  <a:cubicBezTo>
                    <a:pt x="885" y="793"/>
                    <a:pt x="524" y="1102"/>
                    <a:pt x="140" y="1380"/>
                  </a:cubicBezTo>
                  <a:cubicBezTo>
                    <a:pt x="29" y="1460"/>
                    <a:pt x="1" y="1612"/>
                    <a:pt x="74" y="1728"/>
                  </a:cubicBezTo>
                  <a:cubicBezTo>
                    <a:pt x="124" y="1803"/>
                    <a:pt x="205" y="1844"/>
                    <a:pt x="288" y="1844"/>
                  </a:cubicBezTo>
                  <a:cubicBezTo>
                    <a:pt x="339" y="1844"/>
                    <a:pt x="391" y="1828"/>
                    <a:pt x="436" y="1797"/>
                  </a:cubicBezTo>
                  <a:cubicBezTo>
                    <a:pt x="843" y="1500"/>
                    <a:pt x="1226" y="1174"/>
                    <a:pt x="1581" y="820"/>
                  </a:cubicBezTo>
                  <a:cubicBezTo>
                    <a:pt x="1711" y="690"/>
                    <a:pt x="1834" y="557"/>
                    <a:pt x="1954" y="421"/>
                  </a:cubicBezTo>
                  <a:cubicBezTo>
                    <a:pt x="2044" y="315"/>
                    <a:pt x="2033" y="155"/>
                    <a:pt x="1927" y="64"/>
                  </a:cubicBezTo>
                  <a:cubicBezTo>
                    <a:pt x="1879" y="22"/>
                    <a:pt x="1819" y="1"/>
                    <a:pt x="1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79"/>
            <p:cNvSpPr/>
            <p:nvPr/>
          </p:nvSpPr>
          <p:spPr>
            <a:xfrm>
              <a:off x="4868600" y="1876896"/>
              <a:ext cx="11714" cy="20531"/>
            </a:xfrm>
            <a:custGeom>
              <a:avLst/>
              <a:gdLst/>
              <a:ahLst/>
              <a:cxnLst/>
              <a:rect l="l" t="t" r="r" b="b"/>
              <a:pathLst>
                <a:path w="918" h="1609" extrusionOk="0">
                  <a:moveTo>
                    <a:pt x="642" y="0"/>
                  </a:moveTo>
                  <a:cubicBezTo>
                    <a:pt x="531" y="0"/>
                    <a:pt x="426" y="74"/>
                    <a:pt x="396" y="189"/>
                  </a:cubicBezTo>
                  <a:cubicBezTo>
                    <a:pt x="301" y="543"/>
                    <a:pt x="187" y="889"/>
                    <a:pt x="53" y="1228"/>
                  </a:cubicBezTo>
                  <a:cubicBezTo>
                    <a:pt x="0" y="1360"/>
                    <a:pt x="58" y="1509"/>
                    <a:pt x="184" y="1571"/>
                  </a:cubicBezTo>
                  <a:lnTo>
                    <a:pt x="218" y="1587"/>
                  </a:lnTo>
                  <a:cubicBezTo>
                    <a:pt x="248" y="1602"/>
                    <a:pt x="280" y="1608"/>
                    <a:pt x="311" y="1608"/>
                  </a:cubicBezTo>
                  <a:cubicBezTo>
                    <a:pt x="392" y="1608"/>
                    <a:pt x="469" y="1561"/>
                    <a:pt x="501" y="1480"/>
                  </a:cubicBezTo>
                  <a:cubicBezTo>
                    <a:pt x="653" y="1107"/>
                    <a:pt x="780" y="724"/>
                    <a:pt x="886" y="333"/>
                  </a:cubicBezTo>
                  <a:cubicBezTo>
                    <a:pt x="918" y="210"/>
                    <a:pt x="862" y="74"/>
                    <a:pt x="746" y="22"/>
                  </a:cubicBezTo>
                  <a:cubicBezTo>
                    <a:pt x="712" y="7"/>
                    <a:pt x="677" y="0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79"/>
            <p:cNvSpPr/>
            <p:nvPr/>
          </p:nvSpPr>
          <p:spPr>
            <a:xfrm>
              <a:off x="4852804" y="1901038"/>
              <a:ext cx="18528" cy="24589"/>
            </a:xfrm>
            <a:custGeom>
              <a:avLst/>
              <a:gdLst/>
              <a:ahLst/>
              <a:cxnLst/>
              <a:rect l="l" t="t" r="r" b="b"/>
              <a:pathLst>
                <a:path w="1452" h="1927" extrusionOk="0">
                  <a:moveTo>
                    <a:pt x="1159" y="1"/>
                  </a:moveTo>
                  <a:cubicBezTo>
                    <a:pt x="1064" y="1"/>
                    <a:pt x="974" y="53"/>
                    <a:pt x="931" y="143"/>
                  </a:cubicBezTo>
                  <a:cubicBezTo>
                    <a:pt x="689" y="625"/>
                    <a:pt x="405" y="1085"/>
                    <a:pt x="85" y="1519"/>
                  </a:cubicBezTo>
                  <a:cubicBezTo>
                    <a:pt x="0" y="1631"/>
                    <a:pt x="21" y="1790"/>
                    <a:pt x="135" y="1874"/>
                  </a:cubicBezTo>
                  <a:cubicBezTo>
                    <a:pt x="181" y="1909"/>
                    <a:pt x="235" y="1926"/>
                    <a:pt x="289" y="1926"/>
                  </a:cubicBezTo>
                  <a:cubicBezTo>
                    <a:pt x="366" y="1926"/>
                    <a:pt x="441" y="1892"/>
                    <a:pt x="492" y="1826"/>
                  </a:cubicBezTo>
                  <a:cubicBezTo>
                    <a:pt x="831" y="1367"/>
                    <a:pt x="1132" y="878"/>
                    <a:pt x="1389" y="368"/>
                  </a:cubicBezTo>
                  <a:cubicBezTo>
                    <a:pt x="1451" y="241"/>
                    <a:pt x="1398" y="87"/>
                    <a:pt x="1270" y="26"/>
                  </a:cubicBezTo>
                  <a:cubicBezTo>
                    <a:pt x="1234" y="9"/>
                    <a:pt x="1196" y="1"/>
                    <a:pt x="1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2" name="Google Shape;4082;p79"/>
          <p:cNvSpPr txBox="1"/>
          <p:nvPr/>
        </p:nvSpPr>
        <p:spPr>
          <a:xfrm>
            <a:off x="4261100" y="18483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dk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Activity 1</a:t>
            </a:r>
            <a:endParaRPr sz="3100" b="1">
              <a:solidFill>
                <a:schemeClr val="dk1"/>
              </a:solidFill>
              <a:highlight>
                <a:schemeClr val="dk2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083" name="Google Shape;4083;p79"/>
          <p:cNvSpPr txBox="1"/>
          <p:nvPr/>
        </p:nvSpPr>
        <p:spPr>
          <a:xfrm>
            <a:off x="4261100" y="24348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Mercury is the smallest planet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084" name="Google Shape;4084;p79"/>
          <p:cNvSpPr txBox="1"/>
          <p:nvPr/>
        </p:nvSpPr>
        <p:spPr>
          <a:xfrm>
            <a:off x="6434076" y="18483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accent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Activity 2</a:t>
            </a:r>
            <a:endParaRPr sz="3100" b="1">
              <a:solidFill>
                <a:schemeClr val="dk1"/>
              </a:solidFill>
              <a:highlight>
                <a:schemeClr val="accent2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085" name="Google Shape;4085;p79"/>
          <p:cNvSpPr txBox="1"/>
          <p:nvPr/>
        </p:nvSpPr>
        <p:spPr>
          <a:xfrm>
            <a:off x="6434076" y="24348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Venus is the second planet from the Sun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086" name="Google Shape;4086;p79"/>
          <p:cNvSpPr txBox="1"/>
          <p:nvPr/>
        </p:nvSpPr>
        <p:spPr>
          <a:xfrm>
            <a:off x="4261100" y="31293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lt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Activity 3</a:t>
            </a:r>
            <a:endParaRPr sz="3100" b="1">
              <a:solidFill>
                <a:schemeClr val="dk1"/>
              </a:solidFill>
              <a:highlight>
                <a:schemeClr val="lt2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087" name="Google Shape;4087;p79"/>
          <p:cNvSpPr txBox="1"/>
          <p:nvPr/>
        </p:nvSpPr>
        <p:spPr>
          <a:xfrm>
            <a:off x="4261100" y="37158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Jupiter is the biggest planet of them all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088" name="Google Shape;4088;p79"/>
          <p:cNvSpPr txBox="1"/>
          <p:nvPr/>
        </p:nvSpPr>
        <p:spPr>
          <a:xfrm>
            <a:off x="6434073" y="31293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accent3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Activity 4</a:t>
            </a:r>
            <a:endParaRPr sz="3100" b="1">
              <a:solidFill>
                <a:schemeClr val="dk1"/>
              </a:solidFill>
              <a:highlight>
                <a:schemeClr val="accent3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089" name="Google Shape;4089;p79"/>
          <p:cNvSpPr txBox="1"/>
          <p:nvPr/>
        </p:nvSpPr>
        <p:spPr>
          <a:xfrm>
            <a:off x="6434123" y="37158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Earth is the place where we live on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grpSp>
        <p:nvGrpSpPr>
          <p:cNvPr id="4090" name="Google Shape;4090;p79"/>
          <p:cNvGrpSpPr/>
          <p:nvPr/>
        </p:nvGrpSpPr>
        <p:grpSpPr>
          <a:xfrm rot="852999">
            <a:off x="-759462" y="4006978"/>
            <a:ext cx="1653843" cy="539965"/>
            <a:chOff x="2564525" y="5223525"/>
            <a:chExt cx="2556110" cy="834547"/>
          </a:xfrm>
        </p:grpSpPr>
        <p:sp>
          <p:nvSpPr>
            <p:cNvPr id="4091" name="Google Shape;4091;p79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79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79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79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79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79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79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79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79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79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01" name="Google Shape;4101;p79"/>
          <p:cNvGrpSpPr/>
          <p:nvPr/>
        </p:nvGrpSpPr>
        <p:grpSpPr>
          <a:xfrm rot="-753422">
            <a:off x="7994099" y="14511"/>
            <a:ext cx="1719312" cy="916180"/>
            <a:chOff x="7463504" y="3075665"/>
            <a:chExt cx="2603050" cy="1387103"/>
          </a:xfrm>
        </p:grpSpPr>
        <p:sp>
          <p:nvSpPr>
            <p:cNvPr id="4102" name="Google Shape;4102;p79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79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79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79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79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79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79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79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79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79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79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79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79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79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79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79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79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79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79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79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79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79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79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79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79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79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79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79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79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79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79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79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79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5" name="Google Shape;4135;p79"/>
          <p:cNvSpPr/>
          <p:nvPr/>
        </p:nvSpPr>
        <p:spPr>
          <a:xfrm>
            <a:off x="2940780" y="3704659"/>
            <a:ext cx="380763" cy="486257"/>
          </a:xfrm>
          <a:custGeom>
            <a:avLst/>
            <a:gdLst/>
            <a:ahLst/>
            <a:cxnLst/>
            <a:rect l="l" t="t" r="r" b="b"/>
            <a:pathLst>
              <a:path w="163769" h="209143" extrusionOk="0">
                <a:moveTo>
                  <a:pt x="98306" y="4109"/>
                </a:moveTo>
                <a:cubicBezTo>
                  <a:pt x="102562" y="4109"/>
                  <a:pt x="107273" y="6546"/>
                  <a:pt x="108133" y="10670"/>
                </a:cubicBezTo>
                <a:cubicBezTo>
                  <a:pt x="108158" y="10695"/>
                  <a:pt x="108158" y="10719"/>
                  <a:pt x="108158" y="10744"/>
                </a:cubicBezTo>
                <a:cubicBezTo>
                  <a:pt x="108158" y="10817"/>
                  <a:pt x="108133" y="10866"/>
                  <a:pt x="108133" y="10940"/>
                </a:cubicBezTo>
                <a:cubicBezTo>
                  <a:pt x="107815" y="15302"/>
                  <a:pt x="107276" y="19714"/>
                  <a:pt x="106761" y="24003"/>
                </a:cubicBezTo>
                <a:cubicBezTo>
                  <a:pt x="106148" y="29027"/>
                  <a:pt x="105511" y="34248"/>
                  <a:pt x="105241" y="39444"/>
                </a:cubicBezTo>
                <a:cubicBezTo>
                  <a:pt x="97104" y="39591"/>
                  <a:pt x="89507" y="41772"/>
                  <a:pt x="83380" y="45816"/>
                </a:cubicBezTo>
                <a:cubicBezTo>
                  <a:pt x="83747" y="34542"/>
                  <a:pt x="83992" y="23170"/>
                  <a:pt x="84139" y="11920"/>
                </a:cubicBezTo>
                <a:cubicBezTo>
                  <a:pt x="84139" y="11749"/>
                  <a:pt x="84115" y="11577"/>
                  <a:pt x="84066" y="11406"/>
                </a:cubicBezTo>
                <a:cubicBezTo>
                  <a:pt x="87448" y="8293"/>
                  <a:pt x="91835" y="4886"/>
                  <a:pt x="96908" y="4200"/>
                </a:cubicBezTo>
                <a:cubicBezTo>
                  <a:pt x="97365" y="4139"/>
                  <a:pt x="97832" y="4109"/>
                  <a:pt x="98306" y="4109"/>
                </a:cubicBezTo>
                <a:close/>
                <a:moveTo>
                  <a:pt x="123600" y="8350"/>
                </a:moveTo>
                <a:cubicBezTo>
                  <a:pt x="124498" y="8350"/>
                  <a:pt x="125372" y="8421"/>
                  <a:pt x="126221" y="8563"/>
                </a:cubicBezTo>
                <a:cubicBezTo>
                  <a:pt x="130682" y="9298"/>
                  <a:pt x="135510" y="12950"/>
                  <a:pt x="135828" y="17802"/>
                </a:cubicBezTo>
                <a:cubicBezTo>
                  <a:pt x="135387" y="20964"/>
                  <a:pt x="134873" y="24199"/>
                  <a:pt x="134382" y="27336"/>
                </a:cubicBezTo>
                <a:cubicBezTo>
                  <a:pt x="133402" y="33586"/>
                  <a:pt x="132397" y="40032"/>
                  <a:pt x="131809" y="46355"/>
                </a:cubicBezTo>
                <a:cubicBezTo>
                  <a:pt x="126319" y="42850"/>
                  <a:pt x="119530" y="40596"/>
                  <a:pt x="111614" y="39738"/>
                </a:cubicBezTo>
                <a:cubicBezTo>
                  <a:pt x="110854" y="39640"/>
                  <a:pt x="110094" y="39591"/>
                  <a:pt x="109334" y="39542"/>
                </a:cubicBezTo>
                <a:cubicBezTo>
                  <a:pt x="109604" y="34517"/>
                  <a:pt x="110217" y="29420"/>
                  <a:pt x="110829" y="24493"/>
                </a:cubicBezTo>
                <a:cubicBezTo>
                  <a:pt x="111344" y="20253"/>
                  <a:pt x="111883" y="15842"/>
                  <a:pt x="112202" y="11479"/>
                </a:cubicBezTo>
                <a:cubicBezTo>
                  <a:pt x="116326" y="9397"/>
                  <a:pt x="120142" y="8350"/>
                  <a:pt x="123600" y="8350"/>
                </a:cubicBezTo>
                <a:close/>
                <a:moveTo>
                  <a:pt x="53675" y="29248"/>
                </a:moveTo>
                <a:lnTo>
                  <a:pt x="53675" y="29248"/>
                </a:lnTo>
                <a:cubicBezTo>
                  <a:pt x="53111" y="34787"/>
                  <a:pt x="52744" y="40350"/>
                  <a:pt x="52572" y="45938"/>
                </a:cubicBezTo>
                <a:cubicBezTo>
                  <a:pt x="43724" y="49296"/>
                  <a:pt x="35440" y="55766"/>
                  <a:pt x="30048" y="63291"/>
                </a:cubicBezTo>
                <a:cubicBezTo>
                  <a:pt x="30048" y="62997"/>
                  <a:pt x="30024" y="62702"/>
                  <a:pt x="30024" y="62408"/>
                </a:cubicBezTo>
                <a:cubicBezTo>
                  <a:pt x="29950" y="60644"/>
                  <a:pt x="29901" y="58830"/>
                  <a:pt x="29779" y="57065"/>
                </a:cubicBezTo>
                <a:cubicBezTo>
                  <a:pt x="29730" y="56036"/>
                  <a:pt x="29632" y="54443"/>
                  <a:pt x="29019" y="52923"/>
                </a:cubicBezTo>
                <a:cubicBezTo>
                  <a:pt x="34141" y="44272"/>
                  <a:pt x="41298" y="36797"/>
                  <a:pt x="49729" y="31331"/>
                </a:cubicBezTo>
                <a:cubicBezTo>
                  <a:pt x="50979" y="30522"/>
                  <a:pt x="52302" y="29738"/>
                  <a:pt x="53675" y="29248"/>
                </a:cubicBezTo>
                <a:close/>
                <a:moveTo>
                  <a:pt x="106148" y="43537"/>
                </a:moveTo>
                <a:cubicBezTo>
                  <a:pt x="107790" y="43537"/>
                  <a:pt x="109481" y="43610"/>
                  <a:pt x="111173" y="43806"/>
                </a:cubicBezTo>
                <a:cubicBezTo>
                  <a:pt x="115633" y="44296"/>
                  <a:pt x="121907" y="45546"/>
                  <a:pt x="127691" y="48708"/>
                </a:cubicBezTo>
                <a:cubicBezTo>
                  <a:pt x="125976" y="50007"/>
                  <a:pt x="124530" y="51992"/>
                  <a:pt x="123451" y="54590"/>
                </a:cubicBezTo>
                <a:cubicBezTo>
                  <a:pt x="122741" y="56330"/>
                  <a:pt x="122226" y="58119"/>
                  <a:pt x="121711" y="59835"/>
                </a:cubicBezTo>
                <a:cubicBezTo>
                  <a:pt x="121246" y="61428"/>
                  <a:pt x="120804" y="62972"/>
                  <a:pt x="120216" y="64418"/>
                </a:cubicBezTo>
                <a:cubicBezTo>
                  <a:pt x="117324" y="71575"/>
                  <a:pt x="110805" y="76672"/>
                  <a:pt x="103967" y="77114"/>
                </a:cubicBezTo>
                <a:cubicBezTo>
                  <a:pt x="103650" y="77133"/>
                  <a:pt x="103332" y="77143"/>
                  <a:pt x="103013" y="77143"/>
                </a:cubicBezTo>
                <a:cubicBezTo>
                  <a:pt x="98591" y="77143"/>
                  <a:pt x="93988" y="75262"/>
                  <a:pt x="90536" y="72016"/>
                </a:cubicBezTo>
                <a:cubicBezTo>
                  <a:pt x="89384" y="70937"/>
                  <a:pt x="88355" y="69736"/>
                  <a:pt x="87276" y="68437"/>
                </a:cubicBezTo>
                <a:cubicBezTo>
                  <a:pt x="86027" y="66967"/>
                  <a:pt x="84752" y="65447"/>
                  <a:pt x="83233" y="64099"/>
                </a:cubicBezTo>
                <a:cubicBezTo>
                  <a:pt x="80708" y="61845"/>
                  <a:pt x="77841" y="60546"/>
                  <a:pt x="75096" y="60325"/>
                </a:cubicBezTo>
                <a:cubicBezTo>
                  <a:pt x="76002" y="58830"/>
                  <a:pt x="76983" y="57433"/>
                  <a:pt x="78061" y="56110"/>
                </a:cubicBezTo>
                <a:cubicBezTo>
                  <a:pt x="80267" y="53414"/>
                  <a:pt x="82767" y="51134"/>
                  <a:pt x="85536" y="49296"/>
                </a:cubicBezTo>
                <a:cubicBezTo>
                  <a:pt x="91247" y="45522"/>
                  <a:pt x="98428" y="43537"/>
                  <a:pt x="106148" y="43537"/>
                </a:cubicBezTo>
                <a:close/>
                <a:moveTo>
                  <a:pt x="52474" y="50399"/>
                </a:moveTo>
                <a:lnTo>
                  <a:pt x="52474" y="50399"/>
                </a:lnTo>
                <a:cubicBezTo>
                  <a:pt x="52425" y="55325"/>
                  <a:pt x="52523" y="60276"/>
                  <a:pt x="52793" y="65202"/>
                </a:cubicBezTo>
                <a:cubicBezTo>
                  <a:pt x="52572" y="65227"/>
                  <a:pt x="52376" y="65251"/>
                  <a:pt x="52180" y="65325"/>
                </a:cubicBezTo>
                <a:cubicBezTo>
                  <a:pt x="44190" y="68388"/>
                  <a:pt x="37181" y="73878"/>
                  <a:pt x="32230" y="80839"/>
                </a:cubicBezTo>
                <a:cubicBezTo>
                  <a:pt x="31249" y="77628"/>
                  <a:pt x="30735" y="74148"/>
                  <a:pt x="30441" y="70570"/>
                </a:cubicBezTo>
                <a:cubicBezTo>
                  <a:pt x="30441" y="70545"/>
                  <a:pt x="30465" y="70545"/>
                  <a:pt x="30465" y="70545"/>
                </a:cubicBezTo>
                <a:cubicBezTo>
                  <a:pt x="34632" y="62090"/>
                  <a:pt x="43087" y="54418"/>
                  <a:pt x="52474" y="50399"/>
                </a:cubicBezTo>
                <a:close/>
                <a:moveTo>
                  <a:pt x="52964" y="69442"/>
                </a:moveTo>
                <a:cubicBezTo>
                  <a:pt x="52866" y="77187"/>
                  <a:pt x="48822" y="88853"/>
                  <a:pt x="44754" y="95348"/>
                </a:cubicBezTo>
                <a:cubicBezTo>
                  <a:pt x="41960" y="93780"/>
                  <a:pt x="39386" y="92113"/>
                  <a:pt x="37279" y="89907"/>
                </a:cubicBezTo>
                <a:cubicBezTo>
                  <a:pt x="35980" y="88510"/>
                  <a:pt x="34901" y="86966"/>
                  <a:pt x="34043" y="85324"/>
                </a:cubicBezTo>
                <a:cubicBezTo>
                  <a:pt x="34215" y="85177"/>
                  <a:pt x="34362" y="85030"/>
                  <a:pt x="34485" y="84834"/>
                </a:cubicBezTo>
                <a:cubicBezTo>
                  <a:pt x="38872" y="77947"/>
                  <a:pt x="45415" y="72506"/>
                  <a:pt x="52964" y="69442"/>
                </a:cubicBezTo>
                <a:close/>
                <a:moveTo>
                  <a:pt x="131637" y="51257"/>
                </a:moveTo>
                <a:cubicBezTo>
                  <a:pt x="135289" y="54026"/>
                  <a:pt x="138500" y="57776"/>
                  <a:pt x="140510" y="62874"/>
                </a:cubicBezTo>
                <a:cubicBezTo>
                  <a:pt x="142274" y="67310"/>
                  <a:pt x="143181" y="72506"/>
                  <a:pt x="143230" y="78388"/>
                </a:cubicBezTo>
                <a:cubicBezTo>
                  <a:pt x="143279" y="86427"/>
                  <a:pt x="141735" y="93461"/>
                  <a:pt x="138598" y="99245"/>
                </a:cubicBezTo>
                <a:cubicBezTo>
                  <a:pt x="138500" y="99466"/>
                  <a:pt x="138353" y="99662"/>
                  <a:pt x="138230" y="99882"/>
                </a:cubicBezTo>
                <a:cubicBezTo>
                  <a:pt x="134358" y="99588"/>
                  <a:pt x="130216" y="97554"/>
                  <a:pt x="125976" y="93804"/>
                </a:cubicBezTo>
                <a:cubicBezTo>
                  <a:pt x="125608" y="93485"/>
                  <a:pt x="125241" y="93167"/>
                  <a:pt x="124873" y="92824"/>
                </a:cubicBezTo>
                <a:cubicBezTo>
                  <a:pt x="123574" y="91623"/>
                  <a:pt x="122201" y="90397"/>
                  <a:pt x="120608" y="89392"/>
                </a:cubicBezTo>
                <a:cubicBezTo>
                  <a:pt x="117901" y="87695"/>
                  <a:pt x="114641" y="86833"/>
                  <a:pt x="111294" y="86833"/>
                </a:cubicBezTo>
                <a:cubicBezTo>
                  <a:pt x="108793" y="86833"/>
                  <a:pt x="106245" y="87315"/>
                  <a:pt x="103844" y="88290"/>
                </a:cubicBezTo>
                <a:cubicBezTo>
                  <a:pt x="98943" y="90275"/>
                  <a:pt x="94605" y="94245"/>
                  <a:pt x="91615" y="99441"/>
                </a:cubicBezTo>
                <a:cubicBezTo>
                  <a:pt x="91247" y="100103"/>
                  <a:pt x="90904" y="100789"/>
                  <a:pt x="90561" y="101426"/>
                </a:cubicBezTo>
                <a:cubicBezTo>
                  <a:pt x="89801" y="102872"/>
                  <a:pt x="89090" y="104220"/>
                  <a:pt x="88183" y="105348"/>
                </a:cubicBezTo>
                <a:cubicBezTo>
                  <a:pt x="86517" y="107406"/>
                  <a:pt x="84041" y="108803"/>
                  <a:pt x="81443" y="109196"/>
                </a:cubicBezTo>
                <a:cubicBezTo>
                  <a:pt x="81345" y="109196"/>
                  <a:pt x="81272" y="109220"/>
                  <a:pt x="81198" y="109245"/>
                </a:cubicBezTo>
                <a:cubicBezTo>
                  <a:pt x="79483" y="108166"/>
                  <a:pt x="77963" y="106941"/>
                  <a:pt x="76664" y="105593"/>
                </a:cubicBezTo>
                <a:cubicBezTo>
                  <a:pt x="68013" y="96623"/>
                  <a:pt x="67473" y="81329"/>
                  <a:pt x="70758" y="70129"/>
                </a:cubicBezTo>
                <a:cubicBezTo>
                  <a:pt x="71321" y="68241"/>
                  <a:pt x="72008" y="66379"/>
                  <a:pt x="72841" y="64590"/>
                </a:cubicBezTo>
                <a:cubicBezTo>
                  <a:pt x="73311" y="64455"/>
                  <a:pt x="73793" y="64393"/>
                  <a:pt x="74280" y="64393"/>
                </a:cubicBezTo>
                <a:cubicBezTo>
                  <a:pt x="76534" y="64393"/>
                  <a:pt x="78879" y="65712"/>
                  <a:pt x="80512" y="67163"/>
                </a:cubicBezTo>
                <a:cubicBezTo>
                  <a:pt x="81811" y="68315"/>
                  <a:pt x="82938" y="69663"/>
                  <a:pt x="84139" y="71109"/>
                </a:cubicBezTo>
                <a:cubicBezTo>
                  <a:pt x="85267" y="72408"/>
                  <a:pt x="86419" y="73756"/>
                  <a:pt x="87718" y="75006"/>
                </a:cubicBezTo>
                <a:cubicBezTo>
                  <a:pt x="91909" y="78952"/>
                  <a:pt x="97546" y="81256"/>
                  <a:pt x="103011" y="81256"/>
                </a:cubicBezTo>
                <a:cubicBezTo>
                  <a:pt x="103403" y="81256"/>
                  <a:pt x="103820" y="81231"/>
                  <a:pt x="104212" y="81207"/>
                </a:cubicBezTo>
                <a:cubicBezTo>
                  <a:pt x="112594" y="80667"/>
                  <a:pt x="120559" y="74540"/>
                  <a:pt x="124015" y="65962"/>
                </a:cubicBezTo>
                <a:cubicBezTo>
                  <a:pt x="124677" y="64296"/>
                  <a:pt x="125167" y="62604"/>
                  <a:pt x="125657" y="60987"/>
                </a:cubicBezTo>
                <a:cubicBezTo>
                  <a:pt x="126147" y="59296"/>
                  <a:pt x="126613" y="57703"/>
                  <a:pt x="127250" y="56159"/>
                </a:cubicBezTo>
                <a:cubicBezTo>
                  <a:pt x="128010" y="54320"/>
                  <a:pt x="129358" y="51968"/>
                  <a:pt x="131466" y="51330"/>
                </a:cubicBezTo>
                <a:cubicBezTo>
                  <a:pt x="131515" y="51330"/>
                  <a:pt x="131588" y="51281"/>
                  <a:pt x="131637" y="51257"/>
                </a:cubicBezTo>
                <a:close/>
                <a:moveTo>
                  <a:pt x="111302" y="90928"/>
                </a:moveTo>
                <a:cubicBezTo>
                  <a:pt x="113880" y="90928"/>
                  <a:pt x="116374" y="91582"/>
                  <a:pt x="118427" y="92873"/>
                </a:cubicBezTo>
                <a:cubicBezTo>
                  <a:pt x="119726" y="93682"/>
                  <a:pt x="120878" y="94735"/>
                  <a:pt x="122128" y="95863"/>
                </a:cubicBezTo>
                <a:cubicBezTo>
                  <a:pt x="122496" y="96206"/>
                  <a:pt x="122863" y="96549"/>
                  <a:pt x="123255" y="96892"/>
                </a:cubicBezTo>
                <a:cubicBezTo>
                  <a:pt x="127422" y="100568"/>
                  <a:pt x="131613" y="102848"/>
                  <a:pt x="135706" y="103657"/>
                </a:cubicBezTo>
                <a:cubicBezTo>
                  <a:pt x="131760" y="108607"/>
                  <a:pt x="123280" y="116083"/>
                  <a:pt x="107888" y="116083"/>
                </a:cubicBezTo>
                <a:cubicBezTo>
                  <a:pt x="103795" y="116083"/>
                  <a:pt x="99188" y="115543"/>
                  <a:pt x="94065" y="114293"/>
                </a:cubicBezTo>
                <a:cubicBezTo>
                  <a:pt x="91198" y="113607"/>
                  <a:pt x="88673" y="112798"/>
                  <a:pt x="86394" y="111892"/>
                </a:cubicBezTo>
                <a:cubicBezTo>
                  <a:pt x="88306" y="110936"/>
                  <a:pt x="90021" y="109588"/>
                  <a:pt x="91369" y="107946"/>
                </a:cubicBezTo>
                <a:cubicBezTo>
                  <a:pt x="92546" y="106475"/>
                  <a:pt x="93379" y="104882"/>
                  <a:pt x="94188" y="103338"/>
                </a:cubicBezTo>
                <a:cubicBezTo>
                  <a:pt x="94531" y="102676"/>
                  <a:pt x="94850" y="102088"/>
                  <a:pt x="95168" y="101475"/>
                </a:cubicBezTo>
                <a:cubicBezTo>
                  <a:pt x="97693" y="97064"/>
                  <a:pt x="101320" y="93731"/>
                  <a:pt x="105388" y="92088"/>
                </a:cubicBezTo>
                <a:cubicBezTo>
                  <a:pt x="107302" y="91312"/>
                  <a:pt x="109327" y="90928"/>
                  <a:pt x="111302" y="90928"/>
                </a:cubicBezTo>
                <a:close/>
                <a:moveTo>
                  <a:pt x="20153" y="105309"/>
                </a:moveTo>
                <a:cubicBezTo>
                  <a:pt x="20470" y="105309"/>
                  <a:pt x="20774" y="105335"/>
                  <a:pt x="21054" y="105397"/>
                </a:cubicBezTo>
                <a:cubicBezTo>
                  <a:pt x="22402" y="105691"/>
                  <a:pt x="23652" y="106965"/>
                  <a:pt x="24828" y="108191"/>
                </a:cubicBezTo>
                <a:cubicBezTo>
                  <a:pt x="26397" y="109784"/>
                  <a:pt x="28014" y="111377"/>
                  <a:pt x="29558" y="112921"/>
                </a:cubicBezTo>
                <a:cubicBezTo>
                  <a:pt x="34828" y="118166"/>
                  <a:pt x="40269" y="123582"/>
                  <a:pt x="44558" y="129660"/>
                </a:cubicBezTo>
                <a:cubicBezTo>
                  <a:pt x="45734" y="131352"/>
                  <a:pt x="46886" y="133190"/>
                  <a:pt x="47180" y="135077"/>
                </a:cubicBezTo>
                <a:cubicBezTo>
                  <a:pt x="47450" y="136866"/>
                  <a:pt x="47033" y="138974"/>
                  <a:pt x="45832" y="141547"/>
                </a:cubicBezTo>
                <a:cubicBezTo>
                  <a:pt x="42254" y="149390"/>
                  <a:pt x="34975" y="155958"/>
                  <a:pt x="25294" y="160076"/>
                </a:cubicBezTo>
                <a:cubicBezTo>
                  <a:pt x="15833" y="144341"/>
                  <a:pt x="11201" y="126082"/>
                  <a:pt x="8260" y="107750"/>
                </a:cubicBezTo>
                <a:cubicBezTo>
                  <a:pt x="9706" y="107455"/>
                  <a:pt x="11005" y="107112"/>
                  <a:pt x="12280" y="106794"/>
                </a:cubicBezTo>
                <a:cubicBezTo>
                  <a:pt x="14142" y="106328"/>
                  <a:pt x="15907" y="105887"/>
                  <a:pt x="18039" y="105544"/>
                </a:cubicBezTo>
                <a:cubicBezTo>
                  <a:pt x="18726" y="105427"/>
                  <a:pt x="19469" y="105309"/>
                  <a:pt x="20153" y="105309"/>
                </a:cubicBezTo>
                <a:close/>
                <a:moveTo>
                  <a:pt x="69304" y="7120"/>
                </a:moveTo>
                <a:cubicBezTo>
                  <a:pt x="73040" y="7120"/>
                  <a:pt x="77018" y="9262"/>
                  <a:pt x="80046" y="11798"/>
                </a:cubicBezTo>
                <a:cubicBezTo>
                  <a:pt x="80046" y="11822"/>
                  <a:pt x="80022" y="11847"/>
                  <a:pt x="80022" y="11871"/>
                </a:cubicBezTo>
                <a:cubicBezTo>
                  <a:pt x="79875" y="24003"/>
                  <a:pt x="79605" y="36282"/>
                  <a:pt x="79189" y="48414"/>
                </a:cubicBezTo>
                <a:cubicBezTo>
                  <a:pt x="79189" y="48610"/>
                  <a:pt x="79213" y="48781"/>
                  <a:pt x="79262" y="48978"/>
                </a:cubicBezTo>
                <a:cubicBezTo>
                  <a:pt x="77694" y="50350"/>
                  <a:pt x="76223" y="51870"/>
                  <a:pt x="74875" y="53536"/>
                </a:cubicBezTo>
                <a:cubicBezTo>
                  <a:pt x="71297" y="57948"/>
                  <a:pt x="68503" y="63291"/>
                  <a:pt x="66836" y="68977"/>
                </a:cubicBezTo>
                <a:cubicBezTo>
                  <a:pt x="64875" y="75594"/>
                  <a:pt x="64287" y="82898"/>
                  <a:pt x="65194" y="89515"/>
                </a:cubicBezTo>
                <a:cubicBezTo>
                  <a:pt x="66223" y="97186"/>
                  <a:pt x="69164" y="103730"/>
                  <a:pt x="73699" y="108436"/>
                </a:cubicBezTo>
                <a:cubicBezTo>
                  <a:pt x="78110" y="113019"/>
                  <a:pt x="84286" y="116132"/>
                  <a:pt x="93110" y="118288"/>
                </a:cubicBezTo>
                <a:cubicBezTo>
                  <a:pt x="98109" y="119514"/>
                  <a:pt x="103036" y="120126"/>
                  <a:pt x="107741" y="120126"/>
                </a:cubicBezTo>
                <a:cubicBezTo>
                  <a:pt x="111663" y="120126"/>
                  <a:pt x="115413" y="119685"/>
                  <a:pt x="118893" y="118852"/>
                </a:cubicBezTo>
                <a:cubicBezTo>
                  <a:pt x="127986" y="116671"/>
                  <a:pt x="135191" y="111794"/>
                  <a:pt x="140289" y="104367"/>
                </a:cubicBezTo>
                <a:cubicBezTo>
                  <a:pt x="140975" y="103338"/>
                  <a:pt x="141637" y="102284"/>
                  <a:pt x="142225" y="101181"/>
                </a:cubicBezTo>
                <a:cubicBezTo>
                  <a:pt x="145656" y="94784"/>
                  <a:pt x="147396" y="87113"/>
                  <a:pt x="147323" y="78364"/>
                </a:cubicBezTo>
                <a:cubicBezTo>
                  <a:pt x="147274" y="71967"/>
                  <a:pt x="146269" y="66256"/>
                  <a:pt x="144333" y="61379"/>
                </a:cubicBezTo>
                <a:cubicBezTo>
                  <a:pt x="142421" y="56575"/>
                  <a:pt x="139480" y="52507"/>
                  <a:pt x="135608" y="49174"/>
                </a:cubicBezTo>
                <a:cubicBezTo>
                  <a:pt x="135657" y="49027"/>
                  <a:pt x="135706" y="48879"/>
                  <a:pt x="135706" y="48708"/>
                </a:cubicBezTo>
                <a:cubicBezTo>
                  <a:pt x="136245" y="41894"/>
                  <a:pt x="137348" y="34811"/>
                  <a:pt x="138426" y="27974"/>
                </a:cubicBezTo>
                <a:cubicBezTo>
                  <a:pt x="138892" y="25106"/>
                  <a:pt x="139358" y="22165"/>
                  <a:pt x="139774" y="19273"/>
                </a:cubicBezTo>
                <a:cubicBezTo>
                  <a:pt x="141268" y="18931"/>
                  <a:pt x="142728" y="18773"/>
                  <a:pt x="144127" y="18773"/>
                </a:cubicBezTo>
                <a:cubicBezTo>
                  <a:pt x="150049" y="18773"/>
                  <a:pt x="154895" y="21596"/>
                  <a:pt x="156759" y="25204"/>
                </a:cubicBezTo>
                <a:cubicBezTo>
                  <a:pt x="158229" y="28047"/>
                  <a:pt x="158352" y="31674"/>
                  <a:pt x="158450" y="34860"/>
                </a:cubicBezTo>
                <a:cubicBezTo>
                  <a:pt x="159038" y="52360"/>
                  <a:pt x="159651" y="70472"/>
                  <a:pt x="154112" y="87334"/>
                </a:cubicBezTo>
                <a:cubicBezTo>
                  <a:pt x="151391" y="95642"/>
                  <a:pt x="147151" y="103559"/>
                  <a:pt x="143058" y="111230"/>
                </a:cubicBezTo>
                <a:cubicBezTo>
                  <a:pt x="140362" y="116254"/>
                  <a:pt x="137593" y="121450"/>
                  <a:pt x="135216" y="126768"/>
                </a:cubicBezTo>
                <a:cubicBezTo>
                  <a:pt x="130927" y="136425"/>
                  <a:pt x="127912" y="146571"/>
                  <a:pt x="126270" y="156988"/>
                </a:cubicBezTo>
                <a:lnTo>
                  <a:pt x="126147" y="157698"/>
                </a:lnTo>
                <a:cubicBezTo>
                  <a:pt x="125437" y="162184"/>
                  <a:pt x="124726" y="166791"/>
                  <a:pt x="121760" y="169512"/>
                </a:cubicBezTo>
                <a:cubicBezTo>
                  <a:pt x="119236" y="171840"/>
                  <a:pt x="115364" y="172477"/>
                  <a:pt x="111638" y="172943"/>
                </a:cubicBezTo>
                <a:cubicBezTo>
                  <a:pt x="97775" y="174653"/>
                  <a:pt x="83685" y="175110"/>
                  <a:pt x="69693" y="175110"/>
                </a:cubicBezTo>
                <a:cubicBezTo>
                  <a:pt x="61621" y="175110"/>
                  <a:pt x="53581" y="174958"/>
                  <a:pt x="45636" y="174806"/>
                </a:cubicBezTo>
                <a:cubicBezTo>
                  <a:pt x="42401" y="174732"/>
                  <a:pt x="38749" y="174659"/>
                  <a:pt x="35906" y="173114"/>
                </a:cubicBezTo>
                <a:cubicBezTo>
                  <a:pt x="33921" y="172012"/>
                  <a:pt x="32328" y="170198"/>
                  <a:pt x="30539" y="167845"/>
                </a:cubicBezTo>
                <a:cubicBezTo>
                  <a:pt x="29485" y="166473"/>
                  <a:pt x="28480" y="165051"/>
                  <a:pt x="27524" y="163605"/>
                </a:cubicBezTo>
                <a:cubicBezTo>
                  <a:pt x="37818" y="159046"/>
                  <a:pt x="45636" y="151865"/>
                  <a:pt x="49557" y="143263"/>
                </a:cubicBezTo>
                <a:cubicBezTo>
                  <a:pt x="51102" y="139930"/>
                  <a:pt x="51641" y="137038"/>
                  <a:pt x="51224" y="134440"/>
                </a:cubicBezTo>
                <a:cubicBezTo>
                  <a:pt x="50807" y="131719"/>
                  <a:pt x="49386" y="129391"/>
                  <a:pt x="47915" y="127308"/>
                </a:cubicBezTo>
                <a:cubicBezTo>
                  <a:pt x="43406" y="120935"/>
                  <a:pt x="37842" y="115372"/>
                  <a:pt x="32450" y="110029"/>
                </a:cubicBezTo>
                <a:cubicBezTo>
                  <a:pt x="30906" y="108485"/>
                  <a:pt x="29313" y="106892"/>
                  <a:pt x="27769" y="105323"/>
                </a:cubicBezTo>
                <a:cubicBezTo>
                  <a:pt x="26323" y="103804"/>
                  <a:pt x="24485" y="101941"/>
                  <a:pt x="21936" y="101377"/>
                </a:cubicBezTo>
                <a:cubicBezTo>
                  <a:pt x="21341" y="101246"/>
                  <a:pt x="20755" y="101196"/>
                  <a:pt x="20189" y="101196"/>
                </a:cubicBezTo>
                <a:cubicBezTo>
                  <a:pt x="19169" y="101196"/>
                  <a:pt x="18213" y="101358"/>
                  <a:pt x="17377" y="101500"/>
                </a:cubicBezTo>
                <a:cubicBezTo>
                  <a:pt x="15074" y="101867"/>
                  <a:pt x="13137" y="102358"/>
                  <a:pt x="11275" y="102823"/>
                </a:cubicBezTo>
                <a:cubicBezTo>
                  <a:pt x="10123" y="103117"/>
                  <a:pt x="8922" y="103412"/>
                  <a:pt x="7623" y="103706"/>
                </a:cubicBezTo>
                <a:cubicBezTo>
                  <a:pt x="7206" y="100985"/>
                  <a:pt x="6839" y="98265"/>
                  <a:pt x="6496" y="95544"/>
                </a:cubicBezTo>
                <a:cubicBezTo>
                  <a:pt x="5221" y="85790"/>
                  <a:pt x="4094" y="75300"/>
                  <a:pt x="4437" y="64908"/>
                </a:cubicBezTo>
                <a:cubicBezTo>
                  <a:pt x="4510" y="62408"/>
                  <a:pt x="4682" y="59810"/>
                  <a:pt x="5883" y="57776"/>
                </a:cubicBezTo>
                <a:cubicBezTo>
                  <a:pt x="8383" y="53561"/>
                  <a:pt x="14485" y="52899"/>
                  <a:pt x="20245" y="52899"/>
                </a:cubicBezTo>
                <a:cubicBezTo>
                  <a:pt x="20466" y="52899"/>
                  <a:pt x="20686" y="52923"/>
                  <a:pt x="20907" y="52923"/>
                </a:cubicBezTo>
                <a:cubicBezTo>
                  <a:pt x="22426" y="52923"/>
                  <a:pt x="23970" y="52997"/>
                  <a:pt x="24730" y="53732"/>
                </a:cubicBezTo>
                <a:cubicBezTo>
                  <a:pt x="25465" y="54443"/>
                  <a:pt x="25612" y="55938"/>
                  <a:pt x="25686" y="57286"/>
                </a:cubicBezTo>
                <a:cubicBezTo>
                  <a:pt x="25784" y="59026"/>
                  <a:pt x="25857" y="60815"/>
                  <a:pt x="25931" y="62555"/>
                </a:cubicBezTo>
                <a:cubicBezTo>
                  <a:pt x="26323" y="73462"/>
                  <a:pt x="26740" y="84736"/>
                  <a:pt x="34313" y="92726"/>
                </a:cubicBezTo>
                <a:cubicBezTo>
                  <a:pt x="37597" y="96206"/>
                  <a:pt x="41788" y="98436"/>
                  <a:pt x="45832" y="100593"/>
                </a:cubicBezTo>
                <a:cubicBezTo>
                  <a:pt x="46739" y="101083"/>
                  <a:pt x="47695" y="101573"/>
                  <a:pt x="48577" y="102088"/>
                </a:cubicBezTo>
                <a:cubicBezTo>
                  <a:pt x="57082" y="106818"/>
                  <a:pt x="63527" y="112455"/>
                  <a:pt x="67743" y="118828"/>
                </a:cubicBezTo>
                <a:cubicBezTo>
                  <a:pt x="72694" y="126352"/>
                  <a:pt x="74483" y="135028"/>
                  <a:pt x="72620" y="142626"/>
                </a:cubicBezTo>
                <a:cubicBezTo>
                  <a:pt x="70488" y="151522"/>
                  <a:pt x="63576" y="158654"/>
                  <a:pt x="57131" y="164463"/>
                </a:cubicBezTo>
                <a:cubicBezTo>
                  <a:pt x="56273" y="165223"/>
                  <a:pt x="56199" y="166522"/>
                  <a:pt x="56959" y="167355"/>
                </a:cubicBezTo>
                <a:cubicBezTo>
                  <a:pt x="57365" y="167800"/>
                  <a:pt x="57925" y="168029"/>
                  <a:pt x="58486" y="168029"/>
                </a:cubicBezTo>
                <a:cubicBezTo>
                  <a:pt x="58975" y="168029"/>
                  <a:pt x="59463" y="167856"/>
                  <a:pt x="59851" y="167502"/>
                </a:cubicBezTo>
                <a:cubicBezTo>
                  <a:pt x="66787" y="161277"/>
                  <a:pt x="74189" y="153581"/>
                  <a:pt x="76615" y="143606"/>
                </a:cubicBezTo>
                <a:cubicBezTo>
                  <a:pt x="78723" y="134905"/>
                  <a:pt x="76738" y="125053"/>
                  <a:pt x="71174" y="116573"/>
                </a:cubicBezTo>
                <a:cubicBezTo>
                  <a:pt x="66591" y="109637"/>
                  <a:pt x="59680" y="103559"/>
                  <a:pt x="50587" y="98510"/>
                </a:cubicBezTo>
                <a:cubicBezTo>
                  <a:pt x="49852" y="98093"/>
                  <a:pt x="49116" y="97701"/>
                  <a:pt x="48381" y="97309"/>
                </a:cubicBezTo>
                <a:cubicBezTo>
                  <a:pt x="53013" y="89736"/>
                  <a:pt x="57572" y="76182"/>
                  <a:pt x="57033" y="67604"/>
                </a:cubicBezTo>
                <a:cubicBezTo>
                  <a:pt x="56052" y="52507"/>
                  <a:pt x="56591" y="37238"/>
                  <a:pt x="58626" y="22238"/>
                </a:cubicBezTo>
                <a:cubicBezTo>
                  <a:pt x="59361" y="16822"/>
                  <a:pt x="60807" y="10278"/>
                  <a:pt x="65586" y="7950"/>
                </a:cubicBezTo>
                <a:cubicBezTo>
                  <a:pt x="66765" y="7373"/>
                  <a:pt x="68020" y="7120"/>
                  <a:pt x="69304" y="7120"/>
                </a:cubicBezTo>
                <a:close/>
                <a:moveTo>
                  <a:pt x="121711" y="174511"/>
                </a:moveTo>
                <a:cubicBezTo>
                  <a:pt x="126466" y="178653"/>
                  <a:pt x="129358" y="184781"/>
                  <a:pt x="129456" y="191104"/>
                </a:cubicBezTo>
                <a:cubicBezTo>
                  <a:pt x="129481" y="192942"/>
                  <a:pt x="129211" y="197501"/>
                  <a:pt x="126221" y="199878"/>
                </a:cubicBezTo>
                <a:cubicBezTo>
                  <a:pt x="124334" y="201373"/>
                  <a:pt x="121711" y="201814"/>
                  <a:pt x="118721" y="202206"/>
                </a:cubicBezTo>
                <a:cubicBezTo>
                  <a:pt x="110707" y="203236"/>
                  <a:pt x="102791" y="203971"/>
                  <a:pt x="94972" y="204437"/>
                </a:cubicBezTo>
                <a:cubicBezTo>
                  <a:pt x="97178" y="200687"/>
                  <a:pt x="98403" y="196373"/>
                  <a:pt x="98403" y="192011"/>
                </a:cubicBezTo>
                <a:cubicBezTo>
                  <a:pt x="98428" y="187256"/>
                  <a:pt x="97055" y="182550"/>
                  <a:pt x="94507" y="178580"/>
                </a:cubicBezTo>
                <a:cubicBezTo>
                  <a:pt x="100413" y="178237"/>
                  <a:pt x="106295" y="177747"/>
                  <a:pt x="112153" y="177011"/>
                </a:cubicBezTo>
                <a:cubicBezTo>
                  <a:pt x="115413" y="176619"/>
                  <a:pt x="118795" y="176056"/>
                  <a:pt x="121711" y="174511"/>
                </a:cubicBezTo>
                <a:close/>
                <a:moveTo>
                  <a:pt x="34803" y="177134"/>
                </a:moveTo>
                <a:cubicBezTo>
                  <a:pt x="38332" y="178751"/>
                  <a:pt x="42303" y="178825"/>
                  <a:pt x="45563" y="178899"/>
                </a:cubicBezTo>
                <a:cubicBezTo>
                  <a:pt x="53601" y="179046"/>
                  <a:pt x="61738" y="179217"/>
                  <a:pt x="69924" y="179217"/>
                </a:cubicBezTo>
                <a:cubicBezTo>
                  <a:pt x="76517" y="179217"/>
                  <a:pt x="83134" y="179095"/>
                  <a:pt x="89752" y="178825"/>
                </a:cubicBezTo>
                <a:cubicBezTo>
                  <a:pt x="89825" y="178997"/>
                  <a:pt x="89899" y="179144"/>
                  <a:pt x="90021" y="179315"/>
                </a:cubicBezTo>
                <a:cubicBezTo>
                  <a:pt x="92815" y="182918"/>
                  <a:pt x="94335" y="187428"/>
                  <a:pt x="94310" y="191986"/>
                </a:cubicBezTo>
                <a:cubicBezTo>
                  <a:pt x="94286" y="196545"/>
                  <a:pt x="92742" y="201030"/>
                  <a:pt x="89923" y="204633"/>
                </a:cubicBezTo>
                <a:cubicBezTo>
                  <a:pt x="89899" y="204657"/>
                  <a:pt x="89874" y="204682"/>
                  <a:pt x="89850" y="204731"/>
                </a:cubicBezTo>
                <a:cubicBezTo>
                  <a:pt x="85060" y="204939"/>
                  <a:pt x="80316" y="205043"/>
                  <a:pt x="75625" y="205043"/>
                </a:cubicBezTo>
                <a:cubicBezTo>
                  <a:pt x="67596" y="205043"/>
                  <a:pt x="59722" y="204737"/>
                  <a:pt x="52033" y="204118"/>
                </a:cubicBezTo>
                <a:cubicBezTo>
                  <a:pt x="47327" y="203726"/>
                  <a:pt x="41788" y="203162"/>
                  <a:pt x="36372" y="201912"/>
                </a:cubicBezTo>
                <a:cubicBezTo>
                  <a:pt x="34387" y="201447"/>
                  <a:pt x="32254" y="200785"/>
                  <a:pt x="31372" y="199290"/>
                </a:cubicBezTo>
                <a:cubicBezTo>
                  <a:pt x="30661" y="198089"/>
                  <a:pt x="30808" y="196251"/>
                  <a:pt x="31004" y="194633"/>
                </a:cubicBezTo>
                <a:cubicBezTo>
                  <a:pt x="31691" y="188702"/>
                  <a:pt x="32965" y="182820"/>
                  <a:pt x="34803" y="177134"/>
                </a:cubicBezTo>
                <a:close/>
                <a:moveTo>
                  <a:pt x="98339" y="1"/>
                </a:moveTo>
                <a:cubicBezTo>
                  <a:pt x="97676" y="1"/>
                  <a:pt x="97017" y="44"/>
                  <a:pt x="96369" y="132"/>
                </a:cubicBezTo>
                <a:cubicBezTo>
                  <a:pt x="90463" y="940"/>
                  <a:pt x="85561" y="4519"/>
                  <a:pt x="81787" y="7925"/>
                </a:cubicBezTo>
                <a:cubicBezTo>
                  <a:pt x="77658" y="4698"/>
                  <a:pt x="73332" y="3014"/>
                  <a:pt x="69366" y="3014"/>
                </a:cubicBezTo>
                <a:cubicBezTo>
                  <a:pt x="67398" y="3014"/>
                  <a:pt x="65520" y="3428"/>
                  <a:pt x="63797" y="4274"/>
                </a:cubicBezTo>
                <a:cubicBezTo>
                  <a:pt x="57253" y="7460"/>
                  <a:pt x="55440" y="15253"/>
                  <a:pt x="54557" y="21699"/>
                </a:cubicBezTo>
                <a:cubicBezTo>
                  <a:pt x="54410" y="22753"/>
                  <a:pt x="54288" y="23807"/>
                  <a:pt x="54165" y="24885"/>
                </a:cubicBezTo>
                <a:cubicBezTo>
                  <a:pt x="51665" y="25376"/>
                  <a:pt x="49484" y="26601"/>
                  <a:pt x="47499" y="27900"/>
                </a:cubicBezTo>
                <a:cubicBezTo>
                  <a:pt x="38896" y="33488"/>
                  <a:pt x="31519" y="41012"/>
                  <a:pt x="26127" y="49762"/>
                </a:cubicBezTo>
                <a:cubicBezTo>
                  <a:pt x="24338" y="48855"/>
                  <a:pt x="22279" y="48830"/>
                  <a:pt x="20956" y="48806"/>
                </a:cubicBezTo>
                <a:cubicBezTo>
                  <a:pt x="20760" y="48805"/>
                  <a:pt x="20563" y="48804"/>
                  <a:pt x="20367" y="48804"/>
                </a:cubicBezTo>
                <a:cubicBezTo>
                  <a:pt x="13377" y="48804"/>
                  <a:pt x="5929" y="49710"/>
                  <a:pt x="2354" y="55693"/>
                </a:cubicBezTo>
                <a:cubicBezTo>
                  <a:pt x="662" y="58536"/>
                  <a:pt x="417" y="61894"/>
                  <a:pt x="319" y="64786"/>
                </a:cubicBezTo>
                <a:cubicBezTo>
                  <a:pt x="1" y="75472"/>
                  <a:pt x="1128" y="86133"/>
                  <a:pt x="2427" y="96083"/>
                </a:cubicBezTo>
                <a:cubicBezTo>
                  <a:pt x="5785" y="122014"/>
                  <a:pt x="11103" y="148949"/>
                  <a:pt x="27279" y="170320"/>
                </a:cubicBezTo>
                <a:cubicBezTo>
                  <a:pt x="28455" y="171889"/>
                  <a:pt x="29730" y="173458"/>
                  <a:pt x="31274" y="174806"/>
                </a:cubicBezTo>
                <a:cubicBezTo>
                  <a:pt x="29142" y="181055"/>
                  <a:pt x="27696" y="187575"/>
                  <a:pt x="26911" y="194143"/>
                </a:cubicBezTo>
                <a:cubicBezTo>
                  <a:pt x="26642" y="196422"/>
                  <a:pt x="26470" y="199069"/>
                  <a:pt x="27843" y="201398"/>
                </a:cubicBezTo>
                <a:cubicBezTo>
                  <a:pt x="29509" y="204192"/>
                  <a:pt x="32622" y="205245"/>
                  <a:pt x="35440" y="205907"/>
                </a:cubicBezTo>
                <a:cubicBezTo>
                  <a:pt x="41102" y="207231"/>
                  <a:pt x="46837" y="207794"/>
                  <a:pt x="51714" y="208211"/>
                </a:cubicBezTo>
                <a:cubicBezTo>
                  <a:pt x="59484" y="208824"/>
                  <a:pt x="67424" y="209142"/>
                  <a:pt x="75537" y="209142"/>
                </a:cubicBezTo>
                <a:cubicBezTo>
                  <a:pt x="89678" y="209142"/>
                  <a:pt x="104310" y="208187"/>
                  <a:pt x="119236" y="206275"/>
                </a:cubicBezTo>
                <a:cubicBezTo>
                  <a:pt x="122716" y="205809"/>
                  <a:pt x="126049" y="205245"/>
                  <a:pt x="128770" y="203089"/>
                </a:cubicBezTo>
                <a:cubicBezTo>
                  <a:pt x="133034" y="199706"/>
                  <a:pt x="133598" y="194069"/>
                  <a:pt x="133549" y="191030"/>
                </a:cubicBezTo>
                <a:cubicBezTo>
                  <a:pt x="133451" y="183849"/>
                  <a:pt x="130289" y="176889"/>
                  <a:pt x="125069" y="172012"/>
                </a:cubicBezTo>
                <a:cubicBezTo>
                  <a:pt x="128623" y="168311"/>
                  <a:pt x="129456" y="163041"/>
                  <a:pt x="130191" y="158336"/>
                </a:cubicBezTo>
                <a:lnTo>
                  <a:pt x="130314" y="157625"/>
                </a:lnTo>
                <a:cubicBezTo>
                  <a:pt x="131907" y="147576"/>
                  <a:pt x="134823" y="137748"/>
                  <a:pt x="138965" y="128435"/>
                </a:cubicBezTo>
                <a:cubicBezTo>
                  <a:pt x="141269" y="123264"/>
                  <a:pt x="144014" y="118141"/>
                  <a:pt x="146686" y="113166"/>
                </a:cubicBezTo>
                <a:cubicBezTo>
                  <a:pt x="150852" y="105348"/>
                  <a:pt x="155190" y="97260"/>
                  <a:pt x="158033" y="88608"/>
                </a:cubicBezTo>
                <a:cubicBezTo>
                  <a:pt x="163768" y="71060"/>
                  <a:pt x="163131" y="51747"/>
                  <a:pt x="162543" y="34713"/>
                </a:cubicBezTo>
                <a:cubicBezTo>
                  <a:pt x="162420" y="31111"/>
                  <a:pt x="162298" y="26993"/>
                  <a:pt x="160411" y="23317"/>
                </a:cubicBezTo>
                <a:cubicBezTo>
                  <a:pt x="157307" y="17326"/>
                  <a:pt x="150630" y="14717"/>
                  <a:pt x="144111" y="14717"/>
                </a:cubicBezTo>
                <a:cubicBezTo>
                  <a:pt x="142550" y="14717"/>
                  <a:pt x="140997" y="14866"/>
                  <a:pt x="139505" y="15155"/>
                </a:cubicBezTo>
                <a:cubicBezTo>
                  <a:pt x="138034" y="9911"/>
                  <a:pt x="132985" y="5523"/>
                  <a:pt x="126883" y="4519"/>
                </a:cubicBezTo>
                <a:cubicBezTo>
                  <a:pt x="125821" y="4342"/>
                  <a:pt x="124732" y="4253"/>
                  <a:pt x="123619" y="4253"/>
                </a:cubicBezTo>
                <a:cubicBezTo>
                  <a:pt x="119799" y="4253"/>
                  <a:pt x="115684" y="5293"/>
                  <a:pt x="111320" y="7362"/>
                </a:cubicBezTo>
                <a:cubicBezTo>
                  <a:pt x="110266" y="5180"/>
                  <a:pt x="108477" y="3342"/>
                  <a:pt x="106099" y="2019"/>
                </a:cubicBezTo>
                <a:cubicBezTo>
                  <a:pt x="103762" y="703"/>
                  <a:pt x="101016" y="1"/>
                  <a:pt x="98339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6" name="Google Shape;4136;p79"/>
          <p:cNvGrpSpPr/>
          <p:nvPr/>
        </p:nvGrpSpPr>
        <p:grpSpPr>
          <a:xfrm>
            <a:off x="1646025" y="3140676"/>
            <a:ext cx="478807" cy="478915"/>
            <a:chOff x="1189375" y="238150"/>
            <a:chExt cx="5227150" cy="5228325"/>
          </a:xfrm>
        </p:grpSpPr>
        <p:sp>
          <p:nvSpPr>
            <p:cNvPr id="4137" name="Google Shape;4137;p79"/>
            <p:cNvSpPr/>
            <p:nvPr/>
          </p:nvSpPr>
          <p:spPr>
            <a:xfrm>
              <a:off x="2118275" y="3174100"/>
              <a:ext cx="1458300" cy="1494600"/>
            </a:xfrm>
            <a:custGeom>
              <a:avLst/>
              <a:gdLst/>
              <a:ahLst/>
              <a:cxnLst/>
              <a:rect l="l" t="t" r="r" b="b"/>
              <a:pathLst>
                <a:path w="58332" h="59784" extrusionOk="0">
                  <a:moveTo>
                    <a:pt x="51714" y="4492"/>
                  </a:moveTo>
                  <a:cubicBezTo>
                    <a:pt x="50856" y="9149"/>
                    <a:pt x="48871" y="14100"/>
                    <a:pt x="47082" y="18536"/>
                  </a:cubicBezTo>
                  <a:lnTo>
                    <a:pt x="46640" y="19663"/>
                  </a:lnTo>
                  <a:cubicBezTo>
                    <a:pt x="46224" y="20717"/>
                    <a:pt x="45636" y="22163"/>
                    <a:pt x="46003" y="23781"/>
                  </a:cubicBezTo>
                  <a:cubicBezTo>
                    <a:pt x="46273" y="24957"/>
                    <a:pt x="46935" y="25815"/>
                    <a:pt x="47547" y="26550"/>
                  </a:cubicBezTo>
                  <a:cubicBezTo>
                    <a:pt x="48013" y="27089"/>
                    <a:pt x="48479" y="27628"/>
                    <a:pt x="48944" y="28168"/>
                  </a:cubicBezTo>
                  <a:cubicBezTo>
                    <a:pt x="50905" y="30398"/>
                    <a:pt x="52792" y="32555"/>
                    <a:pt x="53674" y="34908"/>
                  </a:cubicBezTo>
                  <a:lnTo>
                    <a:pt x="40562" y="34687"/>
                  </a:lnTo>
                  <a:cubicBezTo>
                    <a:pt x="40146" y="34687"/>
                    <a:pt x="39361" y="34687"/>
                    <a:pt x="38602" y="35153"/>
                  </a:cubicBezTo>
                  <a:cubicBezTo>
                    <a:pt x="37621" y="35716"/>
                    <a:pt x="37278" y="36672"/>
                    <a:pt x="37131" y="37138"/>
                  </a:cubicBezTo>
                  <a:cubicBezTo>
                    <a:pt x="34950" y="43093"/>
                    <a:pt x="32401" y="48976"/>
                    <a:pt x="29533" y="54637"/>
                  </a:cubicBezTo>
                  <a:cubicBezTo>
                    <a:pt x="27548" y="51475"/>
                    <a:pt x="26396" y="47799"/>
                    <a:pt x="25195" y="43951"/>
                  </a:cubicBezTo>
                  <a:cubicBezTo>
                    <a:pt x="24583" y="42040"/>
                    <a:pt x="23970" y="40079"/>
                    <a:pt x="23235" y="38167"/>
                  </a:cubicBezTo>
                  <a:cubicBezTo>
                    <a:pt x="23039" y="37628"/>
                    <a:pt x="22695" y="36721"/>
                    <a:pt x="21911" y="35986"/>
                  </a:cubicBezTo>
                  <a:cubicBezTo>
                    <a:pt x="21102" y="35251"/>
                    <a:pt x="20097" y="35006"/>
                    <a:pt x="19460" y="34834"/>
                  </a:cubicBezTo>
                  <a:cubicBezTo>
                    <a:pt x="16103" y="33976"/>
                    <a:pt x="12720" y="33020"/>
                    <a:pt x="9436" y="31991"/>
                  </a:cubicBezTo>
                  <a:cubicBezTo>
                    <a:pt x="7843" y="31476"/>
                    <a:pt x="6397" y="30986"/>
                    <a:pt x="5147" y="30300"/>
                  </a:cubicBezTo>
                  <a:lnTo>
                    <a:pt x="18700" y="22947"/>
                  </a:lnTo>
                  <a:cubicBezTo>
                    <a:pt x="19166" y="22678"/>
                    <a:pt x="19975" y="22236"/>
                    <a:pt x="20490" y="21354"/>
                  </a:cubicBezTo>
                  <a:cubicBezTo>
                    <a:pt x="21053" y="20398"/>
                    <a:pt x="21004" y="19393"/>
                    <a:pt x="20980" y="18805"/>
                  </a:cubicBezTo>
                  <a:lnTo>
                    <a:pt x="20269" y="6624"/>
                  </a:lnTo>
                  <a:lnTo>
                    <a:pt x="20269" y="6624"/>
                  </a:lnTo>
                  <a:cubicBezTo>
                    <a:pt x="24043" y="7703"/>
                    <a:pt x="27695" y="9222"/>
                    <a:pt x="31151" y="11110"/>
                  </a:cubicBezTo>
                  <a:cubicBezTo>
                    <a:pt x="31788" y="11477"/>
                    <a:pt x="32670" y="11943"/>
                    <a:pt x="33749" y="11992"/>
                  </a:cubicBezTo>
                  <a:cubicBezTo>
                    <a:pt x="33779" y="11993"/>
                    <a:pt x="33808" y="11993"/>
                    <a:pt x="33838" y="11993"/>
                  </a:cubicBezTo>
                  <a:cubicBezTo>
                    <a:pt x="34854" y="11993"/>
                    <a:pt x="35726" y="11592"/>
                    <a:pt x="36298" y="11330"/>
                  </a:cubicBezTo>
                  <a:cubicBezTo>
                    <a:pt x="37768" y="10644"/>
                    <a:pt x="39239" y="9884"/>
                    <a:pt x="40783" y="9100"/>
                  </a:cubicBezTo>
                  <a:cubicBezTo>
                    <a:pt x="44386" y="7237"/>
                    <a:pt x="48062" y="5350"/>
                    <a:pt x="51714" y="4492"/>
                  </a:cubicBezTo>
                  <a:close/>
                  <a:moveTo>
                    <a:pt x="54131" y="0"/>
                  </a:moveTo>
                  <a:cubicBezTo>
                    <a:pt x="54077" y="0"/>
                    <a:pt x="54023" y="3"/>
                    <a:pt x="53969" y="7"/>
                  </a:cubicBezTo>
                  <a:cubicBezTo>
                    <a:pt x="48675" y="424"/>
                    <a:pt x="43699" y="2973"/>
                    <a:pt x="38896" y="5448"/>
                  </a:cubicBezTo>
                  <a:cubicBezTo>
                    <a:pt x="37401" y="6232"/>
                    <a:pt x="35979" y="6968"/>
                    <a:pt x="34582" y="7605"/>
                  </a:cubicBezTo>
                  <a:cubicBezTo>
                    <a:pt x="34362" y="7703"/>
                    <a:pt x="33994" y="7874"/>
                    <a:pt x="33871" y="7874"/>
                  </a:cubicBezTo>
                  <a:cubicBezTo>
                    <a:pt x="33749" y="7874"/>
                    <a:pt x="33381" y="7654"/>
                    <a:pt x="33112" y="7507"/>
                  </a:cubicBezTo>
                  <a:cubicBezTo>
                    <a:pt x="28896" y="5203"/>
                    <a:pt x="24436" y="3438"/>
                    <a:pt x="19779" y="2262"/>
                  </a:cubicBezTo>
                  <a:cubicBezTo>
                    <a:pt x="19420" y="2168"/>
                    <a:pt x="19081" y="2122"/>
                    <a:pt x="18762" y="2122"/>
                  </a:cubicBezTo>
                  <a:cubicBezTo>
                    <a:pt x="18081" y="2122"/>
                    <a:pt x="17494" y="2334"/>
                    <a:pt x="17009" y="2752"/>
                  </a:cubicBezTo>
                  <a:cubicBezTo>
                    <a:pt x="15980" y="3634"/>
                    <a:pt x="16054" y="4884"/>
                    <a:pt x="16078" y="5301"/>
                  </a:cubicBezTo>
                  <a:lnTo>
                    <a:pt x="16887" y="19050"/>
                  </a:lnTo>
                  <a:cubicBezTo>
                    <a:pt x="16887" y="19099"/>
                    <a:pt x="16887" y="19173"/>
                    <a:pt x="16887" y="19246"/>
                  </a:cubicBezTo>
                  <a:cubicBezTo>
                    <a:pt x="16838" y="19295"/>
                    <a:pt x="16789" y="19320"/>
                    <a:pt x="16740" y="19344"/>
                  </a:cubicBezTo>
                  <a:lnTo>
                    <a:pt x="2206" y="27236"/>
                  </a:lnTo>
                  <a:cubicBezTo>
                    <a:pt x="98" y="28364"/>
                    <a:pt x="0" y="29883"/>
                    <a:pt x="123" y="30668"/>
                  </a:cubicBezTo>
                  <a:cubicBezTo>
                    <a:pt x="294" y="31819"/>
                    <a:pt x="1128" y="32481"/>
                    <a:pt x="1446" y="32726"/>
                  </a:cubicBezTo>
                  <a:cubicBezTo>
                    <a:pt x="3456" y="34319"/>
                    <a:pt x="5784" y="35128"/>
                    <a:pt x="8186" y="35888"/>
                  </a:cubicBezTo>
                  <a:cubicBezTo>
                    <a:pt x="11568" y="36966"/>
                    <a:pt x="15000" y="37947"/>
                    <a:pt x="18431" y="38804"/>
                  </a:cubicBezTo>
                  <a:cubicBezTo>
                    <a:pt x="18651" y="38878"/>
                    <a:pt x="19068" y="38976"/>
                    <a:pt x="19142" y="39025"/>
                  </a:cubicBezTo>
                  <a:cubicBezTo>
                    <a:pt x="19215" y="39123"/>
                    <a:pt x="19362" y="39491"/>
                    <a:pt x="19411" y="39638"/>
                  </a:cubicBezTo>
                  <a:cubicBezTo>
                    <a:pt x="20097" y="41427"/>
                    <a:pt x="20686" y="43314"/>
                    <a:pt x="21274" y="45177"/>
                  </a:cubicBezTo>
                  <a:cubicBezTo>
                    <a:pt x="22646" y="49588"/>
                    <a:pt x="24092" y="54147"/>
                    <a:pt x="26911" y="58093"/>
                  </a:cubicBezTo>
                  <a:cubicBezTo>
                    <a:pt x="27793" y="59343"/>
                    <a:pt x="28847" y="59784"/>
                    <a:pt x="29754" y="59784"/>
                  </a:cubicBezTo>
                  <a:cubicBezTo>
                    <a:pt x="30195" y="59784"/>
                    <a:pt x="30587" y="59686"/>
                    <a:pt x="30930" y="59514"/>
                  </a:cubicBezTo>
                  <a:cubicBezTo>
                    <a:pt x="31837" y="59098"/>
                    <a:pt x="32229" y="58313"/>
                    <a:pt x="32425" y="57946"/>
                  </a:cubicBezTo>
                  <a:cubicBezTo>
                    <a:pt x="35636" y="51770"/>
                    <a:pt x="38479" y="45348"/>
                    <a:pt x="40881" y="38804"/>
                  </a:cubicBezTo>
                  <a:lnTo>
                    <a:pt x="56199" y="39050"/>
                  </a:lnTo>
                  <a:cubicBezTo>
                    <a:pt x="56226" y="39051"/>
                    <a:pt x="56253" y="39051"/>
                    <a:pt x="56280" y="39051"/>
                  </a:cubicBezTo>
                  <a:cubicBezTo>
                    <a:pt x="56838" y="39051"/>
                    <a:pt x="57369" y="38810"/>
                    <a:pt x="57743" y="38412"/>
                  </a:cubicBezTo>
                  <a:cubicBezTo>
                    <a:pt x="58135" y="37996"/>
                    <a:pt x="58331" y="37432"/>
                    <a:pt x="58282" y="36844"/>
                  </a:cubicBezTo>
                  <a:cubicBezTo>
                    <a:pt x="57915" y="32187"/>
                    <a:pt x="54802" y="28633"/>
                    <a:pt x="52032" y="25472"/>
                  </a:cubicBezTo>
                  <a:cubicBezTo>
                    <a:pt x="51567" y="24932"/>
                    <a:pt x="51126" y="24418"/>
                    <a:pt x="50684" y="23903"/>
                  </a:cubicBezTo>
                  <a:cubicBezTo>
                    <a:pt x="50464" y="23633"/>
                    <a:pt x="50072" y="23168"/>
                    <a:pt x="49998" y="22874"/>
                  </a:cubicBezTo>
                  <a:cubicBezTo>
                    <a:pt x="49925" y="22506"/>
                    <a:pt x="50219" y="21771"/>
                    <a:pt x="50439" y="21183"/>
                  </a:cubicBezTo>
                  <a:lnTo>
                    <a:pt x="50905" y="20080"/>
                  </a:lnTo>
                  <a:cubicBezTo>
                    <a:pt x="53135" y="14516"/>
                    <a:pt x="55660" y="8217"/>
                    <a:pt x="56174" y="2213"/>
                  </a:cubicBezTo>
                  <a:cubicBezTo>
                    <a:pt x="56223" y="1625"/>
                    <a:pt x="56003" y="1036"/>
                    <a:pt x="55586" y="595"/>
                  </a:cubicBezTo>
                  <a:cubicBezTo>
                    <a:pt x="55186" y="217"/>
                    <a:pt x="54664" y="0"/>
                    <a:pt x="5413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79"/>
            <p:cNvSpPr/>
            <p:nvPr/>
          </p:nvSpPr>
          <p:spPr>
            <a:xfrm>
              <a:off x="1904425" y="4219950"/>
              <a:ext cx="681375" cy="624600"/>
            </a:xfrm>
            <a:custGeom>
              <a:avLst/>
              <a:gdLst/>
              <a:ahLst/>
              <a:cxnLst/>
              <a:rect l="l" t="t" r="r" b="b"/>
              <a:pathLst>
                <a:path w="27255" h="24984" extrusionOk="0">
                  <a:moveTo>
                    <a:pt x="4675" y="4092"/>
                  </a:moveTo>
                  <a:cubicBezTo>
                    <a:pt x="4720" y="4092"/>
                    <a:pt x="4772" y="4094"/>
                    <a:pt x="4829" y="4102"/>
                  </a:cubicBezTo>
                  <a:cubicBezTo>
                    <a:pt x="6667" y="4372"/>
                    <a:pt x="9412" y="6406"/>
                    <a:pt x="11446" y="7877"/>
                  </a:cubicBezTo>
                  <a:cubicBezTo>
                    <a:pt x="12108" y="8367"/>
                    <a:pt x="12721" y="8833"/>
                    <a:pt x="13309" y="9225"/>
                  </a:cubicBezTo>
                  <a:cubicBezTo>
                    <a:pt x="16691" y="11529"/>
                    <a:pt x="19216" y="13710"/>
                    <a:pt x="21250" y="16038"/>
                  </a:cubicBezTo>
                  <a:cubicBezTo>
                    <a:pt x="22034" y="16970"/>
                    <a:pt x="22965" y="18171"/>
                    <a:pt x="23063" y="19371"/>
                  </a:cubicBezTo>
                  <a:cubicBezTo>
                    <a:pt x="23088" y="19813"/>
                    <a:pt x="22916" y="20303"/>
                    <a:pt x="22622" y="20646"/>
                  </a:cubicBezTo>
                  <a:cubicBezTo>
                    <a:pt x="22524" y="20744"/>
                    <a:pt x="22377" y="20891"/>
                    <a:pt x="22230" y="20891"/>
                  </a:cubicBezTo>
                  <a:cubicBezTo>
                    <a:pt x="22220" y="20892"/>
                    <a:pt x="22210" y="20892"/>
                    <a:pt x="22200" y="20892"/>
                  </a:cubicBezTo>
                  <a:cubicBezTo>
                    <a:pt x="21730" y="20892"/>
                    <a:pt x="20946" y="20345"/>
                    <a:pt x="20515" y="20033"/>
                  </a:cubicBezTo>
                  <a:cubicBezTo>
                    <a:pt x="17083" y="17607"/>
                    <a:pt x="13750" y="14935"/>
                    <a:pt x="10613" y="12141"/>
                  </a:cubicBezTo>
                  <a:cubicBezTo>
                    <a:pt x="10221" y="11798"/>
                    <a:pt x="9804" y="11431"/>
                    <a:pt x="9363" y="11087"/>
                  </a:cubicBezTo>
                  <a:cubicBezTo>
                    <a:pt x="7402" y="9421"/>
                    <a:pt x="5393" y="7681"/>
                    <a:pt x="4633" y="5647"/>
                  </a:cubicBezTo>
                  <a:cubicBezTo>
                    <a:pt x="4363" y="4936"/>
                    <a:pt x="4388" y="4323"/>
                    <a:pt x="4486" y="4102"/>
                  </a:cubicBezTo>
                  <a:cubicBezTo>
                    <a:pt x="4519" y="4102"/>
                    <a:pt x="4584" y="4092"/>
                    <a:pt x="4675" y="4092"/>
                  </a:cubicBezTo>
                  <a:close/>
                  <a:moveTo>
                    <a:pt x="4583" y="1"/>
                  </a:moveTo>
                  <a:cubicBezTo>
                    <a:pt x="2790" y="1"/>
                    <a:pt x="1772" y="900"/>
                    <a:pt x="1300" y="1480"/>
                  </a:cubicBezTo>
                  <a:cubicBezTo>
                    <a:pt x="1" y="3098"/>
                    <a:pt x="197" y="5426"/>
                    <a:pt x="785" y="7068"/>
                  </a:cubicBezTo>
                  <a:cubicBezTo>
                    <a:pt x="1912" y="10107"/>
                    <a:pt x="4461" y="12288"/>
                    <a:pt x="6716" y="14200"/>
                  </a:cubicBezTo>
                  <a:cubicBezTo>
                    <a:pt x="7108" y="14543"/>
                    <a:pt x="7500" y="14886"/>
                    <a:pt x="7893" y="15205"/>
                  </a:cubicBezTo>
                  <a:cubicBezTo>
                    <a:pt x="11152" y="18097"/>
                    <a:pt x="14583" y="20842"/>
                    <a:pt x="18137" y="23366"/>
                  </a:cubicBezTo>
                  <a:cubicBezTo>
                    <a:pt x="19240" y="24151"/>
                    <a:pt x="20564" y="24984"/>
                    <a:pt x="22181" y="24984"/>
                  </a:cubicBezTo>
                  <a:lnTo>
                    <a:pt x="22475" y="24984"/>
                  </a:lnTo>
                  <a:cubicBezTo>
                    <a:pt x="23701" y="24910"/>
                    <a:pt x="24853" y="24322"/>
                    <a:pt x="25710" y="23342"/>
                  </a:cubicBezTo>
                  <a:cubicBezTo>
                    <a:pt x="26715" y="22190"/>
                    <a:pt x="27254" y="20597"/>
                    <a:pt x="27132" y="19077"/>
                  </a:cubicBezTo>
                  <a:cubicBezTo>
                    <a:pt x="26960" y="16675"/>
                    <a:pt x="25563" y="14764"/>
                    <a:pt x="24338" y="13367"/>
                  </a:cubicBezTo>
                  <a:cubicBezTo>
                    <a:pt x="22083" y="10744"/>
                    <a:pt x="19289" y="8342"/>
                    <a:pt x="15613" y="5843"/>
                  </a:cubicBezTo>
                  <a:cubicBezTo>
                    <a:pt x="15098" y="5499"/>
                    <a:pt x="14510" y="5058"/>
                    <a:pt x="13873" y="4593"/>
                  </a:cubicBezTo>
                  <a:cubicBezTo>
                    <a:pt x="11373" y="2754"/>
                    <a:pt x="8260" y="451"/>
                    <a:pt x="5393" y="59"/>
                  </a:cubicBezTo>
                  <a:cubicBezTo>
                    <a:pt x="5107" y="19"/>
                    <a:pt x="4837" y="1"/>
                    <a:pt x="458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79"/>
            <p:cNvSpPr/>
            <p:nvPr/>
          </p:nvSpPr>
          <p:spPr>
            <a:xfrm>
              <a:off x="1189375" y="238150"/>
              <a:ext cx="5227150" cy="5228325"/>
            </a:xfrm>
            <a:custGeom>
              <a:avLst/>
              <a:gdLst/>
              <a:ahLst/>
              <a:cxnLst/>
              <a:rect l="l" t="t" r="r" b="b"/>
              <a:pathLst>
                <a:path w="209086" h="209133" extrusionOk="0">
                  <a:moveTo>
                    <a:pt x="145613" y="4107"/>
                  </a:moveTo>
                  <a:cubicBezTo>
                    <a:pt x="145951" y="4107"/>
                    <a:pt x="146260" y="4151"/>
                    <a:pt x="146539" y="4239"/>
                  </a:cubicBezTo>
                  <a:cubicBezTo>
                    <a:pt x="147838" y="4631"/>
                    <a:pt x="148843" y="6004"/>
                    <a:pt x="149921" y="7621"/>
                  </a:cubicBezTo>
                  <a:lnTo>
                    <a:pt x="156097" y="16861"/>
                  </a:lnTo>
                  <a:cubicBezTo>
                    <a:pt x="155632" y="17278"/>
                    <a:pt x="155191" y="17694"/>
                    <a:pt x="154749" y="18135"/>
                  </a:cubicBezTo>
                  <a:lnTo>
                    <a:pt x="152225" y="20537"/>
                  </a:lnTo>
                  <a:cubicBezTo>
                    <a:pt x="152127" y="20464"/>
                    <a:pt x="152029" y="20415"/>
                    <a:pt x="151931" y="20341"/>
                  </a:cubicBezTo>
                  <a:cubicBezTo>
                    <a:pt x="150313" y="19532"/>
                    <a:pt x="148843" y="18234"/>
                    <a:pt x="147421" y="17008"/>
                  </a:cubicBezTo>
                  <a:cubicBezTo>
                    <a:pt x="145166" y="15047"/>
                    <a:pt x="142838" y="13038"/>
                    <a:pt x="140804" y="10832"/>
                  </a:cubicBezTo>
                  <a:cubicBezTo>
                    <a:pt x="140093" y="10048"/>
                    <a:pt x="139407" y="9239"/>
                    <a:pt x="139309" y="8479"/>
                  </a:cubicBezTo>
                  <a:cubicBezTo>
                    <a:pt x="139235" y="7866"/>
                    <a:pt x="139529" y="7107"/>
                    <a:pt x="140093" y="6494"/>
                  </a:cubicBezTo>
                  <a:cubicBezTo>
                    <a:pt x="140681" y="5881"/>
                    <a:pt x="141515" y="5342"/>
                    <a:pt x="142740" y="4827"/>
                  </a:cubicBezTo>
                  <a:cubicBezTo>
                    <a:pt x="143872" y="4347"/>
                    <a:pt x="144825" y="4107"/>
                    <a:pt x="145613" y="4107"/>
                  </a:cubicBezTo>
                  <a:close/>
                  <a:moveTo>
                    <a:pt x="131531" y="17375"/>
                  </a:moveTo>
                  <a:cubicBezTo>
                    <a:pt x="131702" y="17375"/>
                    <a:pt x="131864" y="17399"/>
                    <a:pt x="132005" y="17449"/>
                  </a:cubicBezTo>
                  <a:cubicBezTo>
                    <a:pt x="132397" y="17621"/>
                    <a:pt x="132839" y="18013"/>
                    <a:pt x="133329" y="18503"/>
                  </a:cubicBezTo>
                  <a:cubicBezTo>
                    <a:pt x="136784" y="21885"/>
                    <a:pt x="140044" y="25562"/>
                    <a:pt x="143010" y="29410"/>
                  </a:cubicBezTo>
                  <a:lnTo>
                    <a:pt x="142078" y="30316"/>
                  </a:lnTo>
                  <a:cubicBezTo>
                    <a:pt x="141613" y="30758"/>
                    <a:pt x="141122" y="31223"/>
                    <a:pt x="140657" y="31713"/>
                  </a:cubicBezTo>
                  <a:cubicBezTo>
                    <a:pt x="136809" y="29630"/>
                    <a:pt x="133206" y="27106"/>
                    <a:pt x="129996" y="24165"/>
                  </a:cubicBezTo>
                  <a:cubicBezTo>
                    <a:pt x="129285" y="23503"/>
                    <a:pt x="128525" y="22768"/>
                    <a:pt x="128280" y="22008"/>
                  </a:cubicBezTo>
                  <a:cubicBezTo>
                    <a:pt x="128084" y="21297"/>
                    <a:pt x="128304" y="20292"/>
                    <a:pt x="128893" y="19287"/>
                  </a:cubicBezTo>
                  <a:cubicBezTo>
                    <a:pt x="129358" y="18528"/>
                    <a:pt x="129897" y="17964"/>
                    <a:pt x="130486" y="17645"/>
                  </a:cubicBezTo>
                  <a:cubicBezTo>
                    <a:pt x="130826" y="17467"/>
                    <a:pt x="131197" y="17375"/>
                    <a:pt x="131531" y="17375"/>
                  </a:cubicBezTo>
                  <a:close/>
                  <a:moveTo>
                    <a:pt x="191047" y="46492"/>
                  </a:moveTo>
                  <a:cubicBezTo>
                    <a:pt x="191071" y="46492"/>
                    <a:pt x="191096" y="46517"/>
                    <a:pt x="191120" y="46517"/>
                  </a:cubicBezTo>
                  <a:cubicBezTo>
                    <a:pt x="195213" y="47840"/>
                    <a:pt x="199870" y="49335"/>
                    <a:pt x="203154" y="52276"/>
                  </a:cubicBezTo>
                  <a:cubicBezTo>
                    <a:pt x="203938" y="52987"/>
                    <a:pt x="204870" y="54041"/>
                    <a:pt x="204894" y="55046"/>
                  </a:cubicBezTo>
                  <a:cubicBezTo>
                    <a:pt x="204943" y="55781"/>
                    <a:pt x="204527" y="56639"/>
                    <a:pt x="204086" y="57448"/>
                  </a:cubicBezTo>
                  <a:cubicBezTo>
                    <a:pt x="203032" y="59433"/>
                    <a:pt x="202002" y="60487"/>
                    <a:pt x="200948" y="60707"/>
                  </a:cubicBezTo>
                  <a:cubicBezTo>
                    <a:pt x="200788" y="60744"/>
                    <a:pt x="200619" y="60763"/>
                    <a:pt x="200441" y="60763"/>
                  </a:cubicBezTo>
                  <a:cubicBezTo>
                    <a:pt x="199558" y="60763"/>
                    <a:pt x="198463" y="60310"/>
                    <a:pt x="197199" y="59433"/>
                  </a:cubicBezTo>
                  <a:cubicBezTo>
                    <a:pt x="194674" y="57693"/>
                    <a:pt x="192566" y="55413"/>
                    <a:pt x="190336" y="53036"/>
                  </a:cubicBezTo>
                  <a:cubicBezTo>
                    <a:pt x="189454" y="52080"/>
                    <a:pt x="188547" y="51124"/>
                    <a:pt x="187616" y="50193"/>
                  </a:cubicBezTo>
                  <a:cubicBezTo>
                    <a:pt x="188768" y="48992"/>
                    <a:pt x="189919" y="47742"/>
                    <a:pt x="191047" y="46492"/>
                  </a:cubicBezTo>
                  <a:close/>
                  <a:moveTo>
                    <a:pt x="168058" y="14606"/>
                  </a:moveTo>
                  <a:cubicBezTo>
                    <a:pt x="169724" y="14606"/>
                    <a:pt x="171538" y="15194"/>
                    <a:pt x="173670" y="16469"/>
                  </a:cubicBezTo>
                  <a:cubicBezTo>
                    <a:pt x="180606" y="20635"/>
                    <a:pt x="187150" y="26370"/>
                    <a:pt x="192640" y="33061"/>
                  </a:cubicBezTo>
                  <a:cubicBezTo>
                    <a:pt x="193277" y="33821"/>
                    <a:pt x="193890" y="34630"/>
                    <a:pt x="193963" y="35341"/>
                  </a:cubicBezTo>
                  <a:cubicBezTo>
                    <a:pt x="194061" y="36272"/>
                    <a:pt x="193277" y="37424"/>
                    <a:pt x="192395" y="38527"/>
                  </a:cubicBezTo>
                  <a:cubicBezTo>
                    <a:pt x="186758" y="45683"/>
                    <a:pt x="180067" y="52105"/>
                    <a:pt x="173670" y="57987"/>
                  </a:cubicBezTo>
                  <a:cubicBezTo>
                    <a:pt x="170771" y="60671"/>
                    <a:pt x="167421" y="63298"/>
                    <a:pt x="164130" y="63298"/>
                  </a:cubicBezTo>
                  <a:cubicBezTo>
                    <a:pt x="163665" y="63298"/>
                    <a:pt x="163201" y="63246"/>
                    <a:pt x="162739" y="63134"/>
                  </a:cubicBezTo>
                  <a:cubicBezTo>
                    <a:pt x="161097" y="62741"/>
                    <a:pt x="159578" y="61565"/>
                    <a:pt x="158083" y="60413"/>
                  </a:cubicBezTo>
                  <a:lnTo>
                    <a:pt x="142789" y="48624"/>
                  </a:lnTo>
                  <a:cubicBezTo>
                    <a:pt x="141490" y="47620"/>
                    <a:pt x="140191" y="46615"/>
                    <a:pt x="139505" y="45340"/>
                  </a:cubicBezTo>
                  <a:cubicBezTo>
                    <a:pt x="138451" y="43380"/>
                    <a:pt x="139039" y="40855"/>
                    <a:pt x="139922" y="39164"/>
                  </a:cubicBezTo>
                  <a:cubicBezTo>
                    <a:pt x="141098" y="36934"/>
                    <a:pt x="143034" y="35071"/>
                    <a:pt x="144921" y="33257"/>
                  </a:cubicBezTo>
                  <a:lnTo>
                    <a:pt x="157592" y="21077"/>
                  </a:lnTo>
                  <a:cubicBezTo>
                    <a:pt x="161661" y="17180"/>
                    <a:pt x="164553" y="14606"/>
                    <a:pt x="168058" y="14606"/>
                  </a:cubicBezTo>
                  <a:close/>
                  <a:moveTo>
                    <a:pt x="141760" y="53011"/>
                  </a:moveTo>
                  <a:lnTo>
                    <a:pt x="155583" y="63673"/>
                  </a:lnTo>
                  <a:cubicBezTo>
                    <a:pt x="155754" y="63820"/>
                    <a:pt x="155950" y="63967"/>
                    <a:pt x="156146" y="64089"/>
                  </a:cubicBezTo>
                  <a:cubicBezTo>
                    <a:pt x="153646" y="67104"/>
                    <a:pt x="151122" y="70070"/>
                    <a:pt x="148573" y="73035"/>
                  </a:cubicBezTo>
                  <a:lnTo>
                    <a:pt x="137079" y="62962"/>
                  </a:lnTo>
                  <a:cubicBezTo>
                    <a:pt x="136098" y="62104"/>
                    <a:pt x="135118" y="61246"/>
                    <a:pt x="134137" y="60340"/>
                  </a:cubicBezTo>
                  <a:lnTo>
                    <a:pt x="141760" y="53011"/>
                  </a:lnTo>
                  <a:close/>
                  <a:moveTo>
                    <a:pt x="179136" y="58526"/>
                  </a:moveTo>
                  <a:cubicBezTo>
                    <a:pt x="182322" y="60291"/>
                    <a:pt x="185312" y="62398"/>
                    <a:pt x="188057" y="64776"/>
                  </a:cubicBezTo>
                  <a:cubicBezTo>
                    <a:pt x="189478" y="66026"/>
                    <a:pt x="190998" y="67521"/>
                    <a:pt x="191218" y="69187"/>
                  </a:cubicBezTo>
                  <a:cubicBezTo>
                    <a:pt x="191365" y="70266"/>
                    <a:pt x="190973" y="71467"/>
                    <a:pt x="190165" y="72373"/>
                  </a:cubicBezTo>
                  <a:cubicBezTo>
                    <a:pt x="189380" y="73305"/>
                    <a:pt x="188179" y="73966"/>
                    <a:pt x="186807" y="74310"/>
                  </a:cubicBezTo>
                  <a:cubicBezTo>
                    <a:pt x="186470" y="74382"/>
                    <a:pt x="185991" y="74466"/>
                    <a:pt x="185483" y="74466"/>
                  </a:cubicBezTo>
                  <a:cubicBezTo>
                    <a:pt x="184957" y="74466"/>
                    <a:pt x="184401" y="74376"/>
                    <a:pt x="183939" y="74089"/>
                  </a:cubicBezTo>
                  <a:cubicBezTo>
                    <a:pt x="183204" y="73648"/>
                    <a:pt x="182616" y="72618"/>
                    <a:pt x="182101" y="71712"/>
                  </a:cubicBezTo>
                  <a:lnTo>
                    <a:pt x="176121" y="61295"/>
                  </a:lnTo>
                  <a:cubicBezTo>
                    <a:pt x="176219" y="61197"/>
                    <a:pt x="176342" y="61099"/>
                    <a:pt x="176440" y="61026"/>
                  </a:cubicBezTo>
                  <a:cubicBezTo>
                    <a:pt x="177346" y="60193"/>
                    <a:pt x="178229" y="59359"/>
                    <a:pt x="179136" y="58526"/>
                  </a:cubicBezTo>
                  <a:close/>
                  <a:moveTo>
                    <a:pt x="131196" y="63207"/>
                  </a:moveTo>
                  <a:cubicBezTo>
                    <a:pt x="132250" y="64187"/>
                    <a:pt x="133329" y="65119"/>
                    <a:pt x="134383" y="66050"/>
                  </a:cubicBezTo>
                  <a:lnTo>
                    <a:pt x="145877" y="76123"/>
                  </a:lnTo>
                  <a:cubicBezTo>
                    <a:pt x="143083" y="79309"/>
                    <a:pt x="140265" y="82471"/>
                    <a:pt x="137422" y="85608"/>
                  </a:cubicBezTo>
                  <a:cubicBezTo>
                    <a:pt x="132593" y="80780"/>
                    <a:pt x="127471" y="76197"/>
                    <a:pt x="122104" y="71957"/>
                  </a:cubicBezTo>
                  <a:lnTo>
                    <a:pt x="131196" y="63207"/>
                  </a:lnTo>
                  <a:close/>
                  <a:moveTo>
                    <a:pt x="119138" y="74849"/>
                  </a:moveTo>
                  <a:cubicBezTo>
                    <a:pt x="124555" y="79113"/>
                    <a:pt x="129775" y="83745"/>
                    <a:pt x="134652" y="88647"/>
                  </a:cubicBezTo>
                  <a:cubicBezTo>
                    <a:pt x="132128" y="91392"/>
                    <a:pt x="129579" y="94137"/>
                    <a:pt x="127005" y="96833"/>
                  </a:cubicBezTo>
                  <a:lnTo>
                    <a:pt x="110585" y="83084"/>
                  </a:lnTo>
                  <a:lnTo>
                    <a:pt x="119138" y="74849"/>
                  </a:lnTo>
                  <a:close/>
                  <a:moveTo>
                    <a:pt x="107619" y="85951"/>
                  </a:moveTo>
                  <a:lnTo>
                    <a:pt x="124162" y="99823"/>
                  </a:lnTo>
                  <a:cubicBezTo>
                    <a:pt x="121932" y="102152"/>
                    <a:pt x="119702" y="104455"/>
                    <a:pt x="117423" y="106735"/>
                  </a:cubicBezTo>
                  <a:cubicBezTo>
                    <a:pt x="117324" y="106612"/>
                    <a:pt x="117226" y="106490"/>
                    <a:pt x="117104" y="106392"/>
                  </a:cubicBezTo>
                  <a:cubicBezTo>
                    <a:pt x="111638" y="101833"/>
                    <a:pt x="105977" y="97348"/>
                    <a:pt x="100315" y="92985"/>
                  </a:cubicBezTo>
                  <a:lnTo>
                    <a:pt x="107619" y="85951"/>
                  </a:lnTo>
                  <a:close/>
                  <a:moveTo>
                    <a:pt x="97350" y="95877"/>
                  </a:moveTo>
                  <a:cubicBezTo>
                    <a:pt x="103134" y="100313"/>
                    <a:pt x="108893" y="104897"/>
                    <a:pt x="114481" y="109553"/>
                  </a:cubicBezTo>
                  <a:cubicBezTo>
                    <a:pt x="114506" y="109578"/>
                    <a:pt x="114555" y="109602"/>
                    <a:pt x="114579" y="109627"/>
                  </a:cubicBezTo>
                  <a:cubicBezTo>
                    <a:pt x="112864" y="111342"/>
                    <a:pt x="111148" y="113058"/>
                    <a:pt x="109408" y="114749"/>
                  </a:cubicBezTo>
                  <a:cubicBezTo>
                    <a:pt x="109310" y="114847"/>
                    <a:pt x="109114" y="115043"/>
                    <a:pt x="108967" y="115141"/>
                  </a:cubicBezTo>
                  <a:cubicBezTo>
                    <a:pt x="108869" y="115117"/>
                    <a:pt x="108673" y="115019"/>
                    <a:pt x="108452" y="114896"/>
                  </a:cubicBezTo>
                  <a:cubicBezTo>
                    <a:pt x="102668" y="111882"/>
                    <a:pt x="97570" y="107887"/>
                    <a:pt x="93257" y="103009"/>
                  </a:cubicBezTo>
                  <a:cubicBezTo>
                    <a:pt x="92963" y="102666"/>
                    <a:pt x="92375" y="102029"/>
                    <a:pt x="92326" y="101588"/>
                  </a:cubicBezTo>
                  <a:cubicBezTo>
                    <a:pt x="92203" y="100828"/>
                    <a:pt x="93502" y="99578"/>
                    <a:pt x="93968" y="99112"/>
                  </a:cubicBezTo>
                  <a:lnTo>
                    <a:pt x="97350" y="95877"/>
                  </a:lnTo>
                  <a:close/>
                  <a:moveTo>
                    <a:pt x="92798" y="87559"/>
                  </a:moveTo>
                  <a:cubicBezTo>
                    <a:pt x="94899" y="87559"/>
                    <a:pt x="96994" y="87897"/>
                    <a:pt x="98967" y="88598"/>
                  </a:cubicBezTo>
                  <a:lnTo>
                    <a:pt x="91125" y="96171"/>
                  </a:lnTo>
                  <a:cubicBezTo>
                    <a:pt x="90071" y="97201"/>
                    <a:pt x="87840" y="99358"/>
                    <a:pt x="88257" y="102201"/>
                  </a:cubicBezTo>
                  <a:cubicBezTo>
                    <a:pt x="88478" y="103696"/>
                    <a:pt x="89360" y="104799"/>
                    <a:pt x="90193" y="105730"/>
                  </a:cubicBezTo>
                  <a:cubicBezTo>
                    <a:pt x="94825" y="110999"/>
                    <a:pt x="100340" y="115288"/>
                    <a:pt x="106541" y="118548"/>
                  </a:cubicBezTo>
                  <a:cubicBezTo>
                    <a:pt x="107055" y="118818"/>
                    <a:pt x="107962" y="119283"/>
                    <a:pt x="109041" y="119283"/>
                  </a:cubicBezTo>
                  <a:cubicBezTo>
                    <a:pt x="109237" y="119283"/>
                    <a:pt x="109433" y="119259"/>
                    <a:pt x="109653" y="119234"/>
                  </a:cubicBezTo>
                  <a:cubicBezTo>
                    <a:pt x="110928" y="119014"/>
                    <a:pt x="111761" y="118180"/>
                    <a:pt x="112276" y="117666"/>
                  </a:cubicBezTo>
                  <a:cubicBezTo>
                    <a:pt x="116075" y="113965"/>
                    <a:pt x="119824" y="110190"/>
                    <a:pt x="123550" y="106367"/>
                  </a:cubicBezTo>
                  <a:cubicBezTo>
                    <a:pt x="128255" y="109161"/>
                    <a:pt x="128966" y="116342"/>
                    <a:pt x="126662" y="121342"/>
                  </a:cubicBezTo>
                  <a:cubicBezTo>
                    <a:pt x="124138" y="126807"/>
                    <a:pt x="119040" y="130729"/>
                    <a:pt x="113624" y="134626"/>
                  </a:cubicBezTo>
                  <a:lnTo>
                    <a:pt x="113232" y="134895"/>
                  </a:lnTo>
                  <a:cubicBezTo>
                    <a:pt x="107766" y="138792"/>
                    <a:pt x="102105" y="142812"/>
                    <a:pt x="98722" y="148865"/>
                  </a:cubicBezTo>
                  <a:cubicBezTo>
                    <a:pt x="96173" y="153424"/>
                    <a:pt x="95291" y="158522"/>
                    <a:pt x="94433" y="163423"/>
                  </a:cubicBezTo>
                  <a:cubicBezTo>
                    <a:pt x="93747" y="167345"/>
                    <a:pt x="93110" y="171046"/>
                    <a:pt x="91688" y="174477"/>
                  </a:cubicBezTo>
                  <a:cubicBezTo>
                    <a:pt x="89066" y="180898"/>
                    <a:pt x="83527" y="186511"/>
                    <a:pt x="76125" y="190236"/>
                  </a:cubicBezTo>
                  <a:cubicBezTo>
                    <a:pt x="74336" y="191143"/>
                    <a:pt x="72424" y="191927"/>
                    <a:pt x="70464" y="192564"/>
                  </a:cubicBezTo>
                  <a:cubicBezTo>
                    <a:pt x="66126" y="193984"/>
                    <a:pt x="61494" y="194692"/>
                    <a:pt x="56846" y="194692"/>
                  </a:cubicBezTo>
                  <a:cubicBezTo>
                    <a:pt x="51540" y="194692"/>
                    <a:pt x="46212" y="193769"/>
                    <a:pt x="41274" y="191927"/>
                  </a:cubicBezTo>
                  <a:cubicBezTo>
                    <a:pt x="31446" y="188251"/>
                    <a:pt x="24118" y="181364"/>
                    <a:pt x="20662" y="172492"/>
                  </a:cubicBezTo>
                  <a:cubicBezTo>
                    <a:pt x="16593" y="162125"/>
                    <a:pt x="15368" y="146341"/>
                    <a:pt x="22255" y="136219"/>
                  </a:cubicBezTo>
                  <a:cubicBezTo>
                    <a:pt x="25368" y="131611"/>
                    <a:pt x="30073" y="127739"/>
                    <a:pt x="35857" y="124994"/>
                  </a:cubicBezTo>
                  <a:cubicBezTo>
                    <a:pt x="39313" y="123352"/>
                    <a:pt x="43185" y="122077"/>
                    <a:pt x="46911" y="120852"/>
                  </a:cubicBezTo>
                  <a:cubicBezTo>
                    <a:pt x="55048" y="118180"/>
                    <a:pt x="63454" y="115386"/>
                    <a:pt x="69091" y="108573"/>
                  </a:cubicBezTo>
                  <a:cubicBezTo>
                    <a:pt x="71003" y="106245"/>
                    <a:pt x="72424" y="103622"/>
                    <a:pt x="73772" y="101098"/>
                  </a:cubicBezTo>
                  <a:cubicBezTo>
                    <a:pt x="75169" y="98500"/>
                    <a:pt x="76493" y="96073"/>
                    <a:pt x="78282" y="93990"/>
                  </a:cubicBezTo>
                  <a:cubicBezTo>
                    <a:pt x="81823" y="89848"/>
                    <a:pt x="87333" y="87559"/>
                    <a:pt x="92798" y="87559"/>
                  </a:cubicBezTo>
                  <a:close/>
                  <a:moveTo>
                    <a:pt x="93978" y="80522"/>
                  </a:moveTo>
                  <a:cubicBezTo>
                    <a:pt x="97857" y="80522"/>
                    <a:pt x="101734" y="81139"/>
                    <a:pt x="105413" y="82373"/>
                  </a:cubicBezTo>
                  <a:lnTo>
                    <a:pt x="102154" y="85510"/>
                  </a:lnTo>
                  <a:cubicBezTo>
                    <a:pt x="102080" y="85461"/>
                    <a:pt x="102006" y="85412"/>
                    <a:pt x="101908" y="85388"/>
                  </a:cubicBezTo>
                  <a:cubicBezTo>
                    <a:pt x="99070" y="84105"/>
                    <a:pt x="95967" y="83491"/>
                    <a:pt x="92850" y="83491"/>
                  </a:cubicBezTo>
                  <a:cubicBezTo>
                    <a:pt x="86200" y="83491"/>
                    <a:pt x="79492" y="86287"/>
                    <a:pt x="75169" y="91343"/>
                  </a:cubicBezTo>
                  <a:cubicBezTo>
                    <a:pt x="73111" y="93745"/>
                    <a:pt x="71616" y="96490"/>
                    <a:pt x="70170" y="99137"/>
                  </a:cubicBezTo>
                  <a:cubicBezTo>
                    <a:pt x="68846" y="101612"/>
                    <a:pt x="67572" y="103941"/>
                    <a:pt x="65905" y="105950"/>
                  </a:cubicBezTo>
                  <a:cubicBezTo>
                    <a:pt x="61052" y="111882"/>
                    <a:pt x="53553" y="114332"/>
                    <a:pt x="45612" y="116955"/>
                  </a:cubicBezTo>
                  <a:cubicBezTo>
                    <a:pt x="41764" y="118229"/>
                    <a:pt x="37794" y="119553"/>
                    <a:pt x="34093" y="121293"/>
                  </a:cubicBezTo>
                  <a:cubicBezTo>
                    <a:pt x="27671" y="124332"/>
                    <a:pt x="22402" y="128695"/>
                    <a:pt x="18848" y="133915"/>
                  </a:cubicBezTo>
                  <a:cubicBezTo>
                    <a:pt x="11128" y="145262"/>
                    <a:pt x="12402" y="162639"/>
                    <a:pt x="16839" y="173987"/>
                  </a:cubicBezTo>
                  <a:cubicBezTo>
                    <a:pt x="20735" y="183962"/>
                    <a:pt x="28921" y="191682"/>
                    <a:pt x="39852" y="195751"/>
                  </a:cubicBezTo>
                  <a:cubicBezTo>
                    <a:pt x="45244" y="197785"/>
                    <a:pt x="51077" y="198790"/>
                    <a:pt x="56886" y="198790"/>
                  </a:cubicBezTo>
                  <a:cubicBezTo>
                    <a:pt x="61959" y="198790"/>
                    <a:pt x="67008" y="198030"/>
                    <a:pt x="71738" y="196461"/>
                  </a:cubicBezTo>
                  <a:cubicBezTo>
                    <a:pt x="73895" y="195775"/>
                    <a:pt x="76003" y="194893"/>
                    <a:pt x="77988" y="193888"/>
                  </a:cubicBezTo>
                  <a:cubicBezTo>
                    <a:pt x="86247" y="189721"/>
                    <a:pt x="92473" y="183374"/>
                    <a:pt x="95487" y="176021"/>
                  </a:cubicBezTo>
                  <a:cubicBezTo>
                    <a:pt x="97080" y="172173"/>
                    <a:pt x="97791" y="168105"/>
                    <a:pt x="98477" y="164134"/>
                  </a:cubicBezTo>
                  <a:cubicBezTo>
                    <a:pt x="99311" y="159331"/>
                    <a:pt x="100095" y="154796"/>
                    <a:pt x="102301" y="150850"/>
                  </a:cubicBezTo>
                  <a:cubicBezTo>
                    <a:pt x="105242" y="145630"/>
                    <a:pt x="110511" y="141856"/>
                    <a:pt x="115609" y="138228"/>
                  </a:cubicBezTo>
                  <a:lnTo>
                    <a:pt x="116001" y="137959"/>
                  </a:lnTo>
                  <a:cubicBezTo>
                    <a:pt x="121908" y="133743"/>
                    <a:pt x="127447" y="129454"/>
                    <a:pt x="130388" y="123082"/>
                  </a:cubicBezTo>
                  <a:cubicBezTo>
                    <a:pt x="131956" y="119675"/>
                    <a:pt x="132446" y="115631"/>
                    <a:pt x="131736" y="111980"/>
                  </a:cubicBezTo>
                  <a:cubicBezTo>
                    <a:pt x="131000" y="108303"/>
                    <a:pt x="129138" y="105289"/>
                    <a:pt x="126442" y="103352"/>
                  </a:cubicBezTo>
                  <a:cubicBezTo>
                    <a:pt x="127422" y="102348"/>
                    <a:pt x="128402" y="101318"/>
                    <a:pt x="129383" y="100289"/>
                  </a:cubicBezTo>
                  <a:cubicBezTo>
                    <a:pt x="134873" y="105632"/>
                    <a:pt x="136711" y="114921"/>
                    <a:pt x="133917" y="123523"/>
                  </a:cubicBezTo>
                  <a:cubicBezTo>
                    <a:pt x="131613" y="130729"/>
                    <a:pt x="126491" y="137567"/>
                    <a:pt x="118280" y="144429"/>
                  </a:cubicBezTo>
                  <a:cubicBezTo>
                    <a:pt x="117594" y="144993"/>
                    <a:pt x="116883" y="145557"/>
                    <a:pt x="116197" y="146145"/>
                  </a:cubicBezTo>
                  <a:cubicBezTo>
                    <a:pt x="111271" y="150140"/>
                    <a:pt x="106197" y="154306"/>
                    <a:pt x="103967" y="160458"/>
                  </a:cubicBezTo>
                  <a:cubicBezTo>
                    <a:pt x="102791" y="163644"/>
                    <a:pt x="102570" y="166953"/>
                    <a:pt x="102350" y="170163"/>
                  </a:cubicBezTo>
                  <a:cubicBezTo>
                    <a:pt x="102227" y="172173"/>
                    <a:pt x="102080" y="174085"/>
                    <a:pt x="101737" y="175947"/>
                  </a:cubicBezTo>
                  <a:cubicBezTo>
                    <a:pt x="100560" y="182222"/>
                    <a:pt x="96590" y="188496"/>
                    <a:pt x="90536" y="193643"/>
                  </a:cubicBezTo>
                  <a:cubicBezTo>
                    <a:pt x="81880" y="200972"/>
                    <a:pt x="70114" y="205009"/>
                    <a:pt x="58260" y="205009"/>
                  </a:cubicBezTo>
                  <a:cubicBezTo>
                    <a:pt x="55010" y="205009"/>
                    <a:pt x="51754" y="204706"/>
                    <a:pt x="48553" y="204084"/>
                  </a:cubicBezTo>
                  <a:cubicBezTo>
                    <a:pt x="34191" y="201265"/>
                    <a:pt x="20882" y="192393"/>
                    <a:pt x="12010" y="179722"/>
                  </a:cubicBezTo>
                  <a:cubicBezTo>
                    <a:pt x="8138" y="174183"/>
                    <a:pt x="5761" y="168766"/>
                    <a:pt x="4927" y="163620"/>
                  </a:cubicBezTo>
                  <a:cubicBezTo>
                    <a:pt x="4143" y="158791"/>
                    <a:pt x="4584" y="153326"/>
                    <a:pt x="6251" y="147370"/>
                  </a:cubicBezTo>
                  <a:cubicBezTo>
                    <a:pt x="10001" y="133792"/>
                    <a:pt x="18530" y="122690"/>
                    <a:pt x="29657" y="116955"/>
                  </a:cubicBezTo>
                  <a:cubicBezTo>
                    <a:pt x="34215" y="114578"/>
                    <a:pt x="39607" y="112935"/>
                    <a:pt x="45636" y="112029"/>
                  </a:cubicBezTo>
                  <a:cubicBezTo>
                    <a:pt x="45955" y="111980"/>
                    <a:pt x="46249" y="111955"/>
                    <a:pt x="46568" y="111906"/>
                  </a:cubicBezTo>
                  <a:cubicBezTo>
                    <a:pt x="50244" y="111367"/>
                    <a:pt x="54410" y="110779"/>
                    <a:pt x="57425" y="107887"/>
                  </a:cubicBezTo>
                  <a:cubicBezTo>
                    <a:pt x="59190" y="106196"/>
                    <a:pt x="60170" y="104063"/>
                    <a:pt x="61101" y="102029"/>
                  </a:cubicBezTo>
                  <a:cubicBezTo>
                    <a:pt x="61297" y="101637"/>
                    <a:pt x="61469" y="101245"/>
                    <a:pt x="61641" y="100853"/>
                  </a:cubicBezTo>
                  <a:cubicBezTo>
                    <a:pt x="65488" y="92814"/>
                    <a:pt x="72449" y="86319"/>
                    <a:pt x="80733" y="83035"/>
                  </a:cubicBezTo>
                  <a:cubicBezTo>
                    <a:pt x="84940" y="81360"/>
                    <a:pt x="89460" y="80522"/>
                    <a:pt x="93978" y="80522"/>
                  </a:cubicBezTo>
                  <a:close/>
                  <a:moveTo>
                    <a:pt x="145622" y="0"/>
                  </a:moveTo>
                  <a:cubicBezTo>
                    <a:pt x="144269" y="0"/>
                    <a:pt x="142784" y="345"/>
                    <a:pt x="141147" y="1053"/>
                  </a:cubicBezTo>
                  <a:cubicBezTo>
                    <a:pt x="140020" y="1519"/>
                    <a:pt x="138378" y="2303"/>
                    <a:pt x="137103" y="3700"/>
                  </a:cubicBezTo>
                  <a:cubicBezTo>
                    <a:pt x="135682" y="5219"/>
                    <a:pt x="134995" y="7156"/>
                    <a:pt x="135240" y="8994"/>
                  </a:cubicBezTo>
                  <a:cubicBezTo>
                    <a:pt x="135485" y="10905"/>
                    <a:pt x="136613" y="12351"/>
                    <a:pt x="137789" y="13626"/>
                  </a:cubicBezTo>
                  <a:cubicBezTo>
                    <a:pt x="139971" y="15979"/>
                    <a:pt x="142397" y="18062"/>
                    <a:pt x="144725" y="20096"/>
                  </a:cubicBezTo>
                  <a:cubicBezTo>
                    <a:pt x="146098" y="21297"/>
                    <a:pt x="147519" y="22523"/>
                    <a:pt x="149161" y="23503"/>
                  </a:cubicBezTo>
                  <a:lnTo>
                    <a:pt x="145975" y="26542"/>
                  </a:lnTo>
                  <a:cubicBezTo>
                    <a:pt x="142985" y="22670"/>
                    <a:pt x="139701" y="18969"/>
                    <a:pt x="136172" y="15562"/>
                  </a:cubicBezTo>
                  <a:cubicBezTo>
                    <a:pt x="135412" y="14802"/>
                    <a:pt x="134603" y="14067"/>
                    <a:pt x="133500" y="13650"/>
                  </a:cubicBezTo>
                  <a:cubicBezTo>
                    <a:pt x="132874" y="13402"/>
                    <a:pt x="132194" y="13278"/>
                    <a:pt x="131502" y="13278"/>
                  </a:cubicBezTo>
                  <a:cubicBezTo>
                    <a:pt x="130489" y="13278"/>
                    <a:pt x="129447" y="13543"/>
                    <a:pt x="128500" y="14067"/>
                  </a:cubicBezTo>
                  <a:cubicBezTo>
                    <a:pt x="127275" y="14729"/>
                    <a:pt x="126246" y="15783"/>
                    <a:pt x="125388" y="17180"/>
                  </a:cubicBezTo>
                  <a:cubicBezTo>
                    <a:pt x="124162" y="19214"/>
                    <a:pt x="123795" y="21346"/>
                    <a:pt x="124358" y="23209"/>
                  </a:cubicBezTo>
                  <a:cubicBezTo>
                    <a:pt x="124898" y="24949"/>
                    <a:pt x="126123" y="26174"/>
                    <a:pt x="127226" y="27179"/>
                  </a:cubicBezTo>
                  <a:cubicBezTo>
                    <a:pt x="130461" y="30145"/>
                    <a:pt x="134039" y="32718"/>
                    <a:pt x="137838" y="34850"/>
                  </a:cubicBezTo>
                  <a:cubicBezTo>
                    <a:pt x="137275" y="35610"/>
                    <a:pt x="136735" y="36395"/>
                    <a:pt x="136294" y="37252"/>
                  </a:cubicBezTo>
                  <a:cubicBezTo>
                    <a:pt x="134505" y="40659"/>
                    <a:pt x="134358" y="44409"/>
                    <a:pt x="135878" y="47252"/>
                  </a:cubicBezTo>
                  <a:cubicBezTo>
                    <a:pt x="136564" y="48526"/>
                    <a:pt x="137520" y="49556"/>
                    <a:pt x="138500" y="50438"/>
                  </a:cubicBezTo>
                  <a:lnTo>
                    <a:pt x="130192" y="58477"/>
                  </a:lnTo>
                  <a:cubicBezTo>
                    <a:pt x="129996" y="58575"/>
                    <a:pt x="129824" y="58673"/>
                    <a:pt x="129677" y="58845"/>
                  </a:cubicBezTo>
                  <a:cubicBezTo>
                    <a:pt x="129530" y="58967"/>
                    <a:pt x="129432" y="59139"/>
                    <a:pt x="129334" y="59286"/>
                  </a:cubicBezTo>
                  <a:lnTo>
                    <a:pt x="108673" y="79236"/>
                  </a:lnTo>
                  <a:cubicBezTo>
                    <a:pt x="108575" y="79162"/>
                    <a:pt x="108452" y="79113"/>
                    <a:pt x="108330" y="79064"/>
                  </a:cubicBezTo>
                  <a:cubicBezTo>
                    <a:pt x="103768" y="77302"/>
                    <a:pt x="98880" y="76426"/>
                    <a:pt x="93990" y="76426"/>
                  </a:cubicBezTo>
                  <a:cubicBezTo>
                    <a:pt x="88948" y="76426"/>
                    <a:pt x="83904" y="77358"/>
                    <a:pt x="79213" y="79211"/>
                  </a:cubicBezTo>
                  <a:cubicBezTo>
                    <a:pt x="69998" y="82888"/>
                    <a:pt x="62229" y="90142"/>
                    <a:pt x="57940" y="99088"/>
                  </a:cubicBezTo>
                  <a:cubicBezTo>
                    <a:pt x="57744" y="99505"/>
                    <a:pt x="57572" y="99897"/>
                    <a:pt x="57376" y="100313"/>
                  </a:cubicBezTo>
                  <a:cubicBezTo>
                    <a:pt x="56567" y="102078"/>
                    <a:pt x="55783" y="103769"/>
                    <a:pt x="54582" y="104921"/>
                  </a:cubicBezTo>
                  <a:cubicBezTo>
                    <a:pt x="52523" y="106906"/>
                    <a:pt x="49215" y="107372"/>
                    <a:pt x="45979" y="107838"/>
                  </a:cubicBezTo>
                  <a:cubicBezTo>
                    <a:pt x="45661" y="107887"/>
                    <a:pt x="45342" y="107936"/>
                    <a:pt x="45024" y="107985"/>
                  </a:cubicBezTo>
                  <a:cubicBezTo>
                    <a:pt x="38553" y="108940"/>
                    <a:pt x="32745" y="110730"/>
                    <a:pt x="27769" y="113303"/>
                  </a:cubicBezTo>
                  <a:cubicBezTo>
                    <a:pt x="15638" y="119577"/>
                    <a:pt x="6349" y="131611"/>
                    <a:pt x="2280" y="146292"/>
                  </a:cubicBezTo>
                  <a:cubicBezTo>
                    <a:pt x="491" y="152811"/>
                    <a:pt x="1" y="158865"/>
                    <a:pt x="883" y="164281"/>
                  </a:cubicBezTo>
                  <a:cubicBezTo>
                    <a:pt x="1815" y="170041"/>
                    <a:pt x="4437" y="176021"/>
                    <a:pt x="8653" y="182075"/>
                  </a:cubicBezTo>
                  <a:cubicBezTo>
                    <a:pt x="18113" y="195628"/>
                    <a:pt x="32377" y="205088"/>
                    <a:pt x="47769" y="208103"/>
                  </a:cubicBezTo>
                  <a:cubicBezTo>
                    <a:pt x="51347" y="208789"/>
                    <a:pt x="54950" y="209132"/>
                    <a:pt x="58503" y="209132"/>
                  </a:cubicBezTo>
                  <a:cubicBezTo>
                    <a:pt x="71272" y="209132"/>
                    <a:pt x="83698" y="204794"/>
                    <a:pt x="93183" y="196755"/>
                  </a:cubicBezTo>
                  <a:cubicBezTo>
                    <a:pt x="97963" y="192711"/>
                    <a:pt x="104041" y="185923"/>
                    <a:pt x="105781" y="176707"/>
                  </a:cubicBezTo>
                  <a:cubicBezTo>
                    <a:pt x="106173" y="174599"/>
                    <a:pt x="106320" y="172467"/>
                    <a:pt x="106443" y="170433"/>
                  </a:cubicBezTo>
                  <a:cubicBezTo>
                    <a:pt x="106663" y="167394"/>
                    <a:pt x="106859" y="164502"/>
                    <a:pt x="107815" y="161879"/>
                  </a:cubicBezTo>
                  <a:cubicBezTo>
                    <a:pt x="109678" y="156757"/>
                    <a:pt x="114310" y="152983"/>
                    <a:pt x="118795" y="149306"/>
                  </a:cubicBezTo>
                  <a:cubicBezTo>
                    <a:pt x="119506" y="148743"/>
                    <a:pt x="120217" y="148155"/>
                    <a:pt x="120903" y="147566"/>
                  </a:cubicBezTo>
                  <a:cubicBezTo>
                    <a:pt x="129726" y="140189"/>
                    <a:pt x="135265" y="132739"/>
                    <a:pt x="137838" y="124798"/>
                  </a:cubicBezTo>
                  <a:cubicBezTo>
                    <a:pt x="141073" y="114700"/>
                    <a:pt x="138819" y="103720"/>
                    <a:pt x="132201" y="97323"/>
                  </a:cubicBezTo>
                  <a:cubicBezTo>
                    <a:pt x="141662" y="87250"/>
                    <a:pt x="150828" y="76883"/>
                    <a:pt x="159627" y="66344"/>
                  </a:cubicBezTo>
                  <a:cubicBezTo>
                    <a:pt x="160313" y="66663"/>
                    <a:pt x="161024" y="66957"/>
                    <a:pt x="161783" y="67129"/>
                  </a:cubicBezTo>
                  <a:cubicBezTo>
                    <a:pt x="162592" y="67325"/>
                    <a:pt x="163376" y="67423"/>
                    <a:pt x="164161" y="67423"/>
                  </a:cubicBezTo>
                  <a:cubicBezTo>
                    <a:pt x="167322" y="67423"/>
                    <a:pt x="170263" y="65928"/>
                    <a:pt x="172910" y="63967"/>
                  </a:cubicBezTo>
                  <a:lnTo>
                    <a:pt x="178547" y="73746"/>
                  </a:lnTo>
                  <a:cubicBezTo>
                    <a:pt x="179234" y="74947"/>
                    <a:pt x="180165" y="76613"/>
                    <a:pt x="181807" y="77594"/>
                  </a:cubicBezTo>
                  <a:cubicBezTo>
                    <a:pt x="183008" y="78329"/>
                    <a:pt x="184282" y="78574"/>
                    <a:pt x="185459" y="78574"/>
                  </a:cubicBezTo>
                  <a:cubicBezTo>
                    <a:pt x="186292" y="78574"/>
                    <a:pt x="187076" y="78452"/>
                    <a:pt x="187738" y="78280"/>
                  </a:cubicBezTo>
                  <a:cubicBezTo>
                    <a:pt x="189944" y="77765"/>
                    <a:pt x="191905" y="76638"/>
                    <a:pt x="193253" y="75069"/>
                  </a:cubicBezTo>
                  <a:cubicBezTo>
                    <a:pt x="194846" y="73280"/>
                    <a:pt x="195581" y="70854"/>
                    <a:pt x="195287" y="68624"/>
                  </a:cubicBezTo>
                  <a:cubicBezTo>
                    <a:pt x="194870" y="65609"/>
                    <a:pt x="192762" y="63428"/>
                    <a:pt x="190753" y="61688"/>
                  </a:cubicBezTo>
                  <a:cubicBezTo>
                    <a:pt x="188106" y="59384"/>
                    <a:pt x="185263" y="57350"/>
                    <a:pt x="182248" y="55560"/>
                  </a:cubicBezTo>
                  <a:cubicBezTo>
                    <a:pt x="183082" y="54752"/>
                    <a:pt x="183915" y="53943"/>
                    <a:pt x="184748" y="53110"/>
                  </a:cubicBezTo>
                  <a:cubicBezTo>
                    <a:pt x="185630" y="53992"/>
                    <a:pt x="186488" y="54923"/>
                    <a:pt x="187346" y="55830"/>
                  </a:cubicBezTo>
                  <a:cubicBezTo>
                    <a:pt x="189625" y="58281"/>
                    <a:pt x="191978" y="60805"/>
                    <a:pt x="194870" y="62790"/>
                  </a:cubicBezTo>
                  <a:cubicBezTo>
                    <a:pt x="196880" y="64187"/>
                    <a:pt x="198718" y="64874"/>
                    <a:pt x="200458" y="64874"/>
                  </a:cubicBezTo>
                  <a:cubicBezTo>
                    <a:pt x="200899" y="64874"/>
                    <a:pt x="201365" y="64825"/>
                    <a:pt x="201806" y="64727"/>
                  </a:cubicBezTo>
                  <a:cubicBezTo>
                    <a:pt x="205262" y="63991"/>
                    <a:pt x="207100" y="60536"/>
                    <a:pt x="207713" y="59384"/>
                  </a:cubicBezTo>
                  <a:cubicBezTo>
                    <a:pt x="208399" y="58109"/>
                    <a:pt x="209085" y="56590"/>
                    <a:pt x="209012" y="54874"/>
                  </a:cubicBezTo>
                  <a:cubicBezTo>
                    <a:pt x="208914" y="52913"/>
                    <a:pt x="207884" y="51026"/>
                    <a:pt x="205899" y="49237"/>
                  </a:cubicBezTo>
                  <a:cubicBezTo>
                    <a:pt x="202419" y="46100"/>
                    <a:pt x="198032" y="44458"/>
                    <a:pt x="193939" y="43134"/>
                  </a:cubicBezTo>
                  <a:cubicBezTo>
                    <a:pt x="194503" y="42448"/>
                    <a:pt x="195066" y="41762"/>
                    <a:pt x="195630" y="41076"/>
                  </a:cubicBezTo>
                  <a:cubicBezTo>
                    <a:pt x="197027" y="39287"/>
                    <a:pt x="198301" y="37301"/>
                    <a:pt x="198032" y="34899"/>
                  </a:cubicBezTo>
                  <a:cubicBezTo>
                    <a:pt x="197836" y="33061"/>
                    <a:pt x="196782" y="31640"/>
                    <a:pt x="195802" y="30439"/>
                  </a:cubicBezTo>
                  <a:cubicBezTo>
                    <a:pt x="190042" y="23405"/>
                    <a:pt x="183106" y="17376"/>
                    <a:pt x="175778" y="12964"/>
                  </a:cubicBezTo>
                  <a:cubicBezTo>
                    <a:pt x="172887" y="11226"/>
                    <a:pt x="170339" y="10514"/>
                    <a:pt x="168036" y="10514"/>
                  </a:cubicBezTo>
                  <a:cubicBezTo>
                    <a:pt x="164658" y="10514"/>
                    <a:pt x="161809" y="12046"/>
                    <a:pt x="159185" y="14116"/>
                  </a:cubicBezTo>
                  <a:lnTo>
                    <a:pt x="153328" y="5342"/>
                  </a:lnTo>
                  <a:cubicBezTo>
                    <a:pt x="152225" y="3700"/>
                    <a:pt x="150534" y="1200"/>
                    <a:pt x="147764" y="318"/>
                  </a:cubicBezTo>
                  <a:cubicBezTo>
                    <a:pt x="147089" y="107"/>
                    <a:pt x="146376" y="0"/>
                    <a:pt x="14562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0" name="Google Shape;4140;p79"/>
          <p:cNvGrpSpPr/>
          <p:nvPr/>
        </p:nvGrpSpPr>
        <p:grpSpPr>
          <a:xfrm>
            <a:off x="2921904" y="2319516"/>
            <a:ext cx="460420" cy="422963"/>
            <a:chOff x="1188150" y="452350"/>
            <a:chExt cx="5232050" cy="4806400"/>
          </a:xfrm>
        </p:grpSpPr>
        <p:sp>
          <p:nvSpPr>
            <p:cNvPr id="4141" name="Google Shape;4141;p79"/>
            <p:cNvSpPr/>
            <p:nvPr/>
          </p:nvSpPr>
          <p:spPr>
            <a:xfrm>
              <a:off x="1188150" y="452350"/>
              <a:ext cx="5232050" cy="4806400"/>
            </a:xfrm>
            <a:custGeom>
              <a:avLst/>
              <a:gdLst/>
              <a:ahLst/>
              <a:cxnLst/>
              <a:rect l="l" t="t" r="r" b="b"/>
              <a:pathLst>
                <a:path w="209282" h="192256" extrusionOk="0">
                  <a:moveTo>
                    <a:pt x="129162" y="11455"/>
                  </a:moveTo>
                  <a:lnTo>
                    <a:pt x="129162" y="11455"/>
                  </a:lnTo>
                  <a:cubicBezTo>
                    <a:pt x="129040" y="15082"/>
                    <a:pt x="129726" y="18709"/>
                    <a:pt x="131221" y="22067"/>
                  </a:cubicBezTo>
                  <a:cubicBezTo>
                    <a:pt x="126420" y="23890"/>
                    <a:pt x="121251" y="24816"/>
                    <a:pt x="116102" y="24816"/>
                  </a:cubicBezTo>
                  <a:cubicBezTo>
                    <a:pt x="113498" y="24816"/>
                    <a:pt x="110898" y="24579"/>
                    <a:pt x="108354" y="24101"/>
                  </a:cubicBezTo>
                  <a:cubicBezTo>
                    <a:pt x="106050" y="23685"/>
                    <a:pt x="102105" y="22533"/>
                    <a:pt x="101394" y="19714"/>
                  </a:cubicBezTo>
                  <a:cubicBezTo>
                    <a:pt x="101026" y="18293"/>
                    <a:pt x="101614" y="16577"/>
                    <a:pt x="102889" y="15303"/>
                  </a:cubicBezTo>
                  <a:cubicBezTo>
                    <a:pt x="104041" y="14151"/>
                    <a:pt x="105781" y="13293"/>
                    <a:pt x="108060" y="12729"/>
                  </a:cubicBezTo>
                  <a:cubicBezTo>
                    <a:pt x="110701" y="12092"/>
                    <a:pt x="113428" y="11971"/>
                    <a:pt x="116274" y="11971"/>
                  </a:cubicBezTo>
                  <a:cubicBezTo>
                    <a:pt x="117152" y="11971"/>
                    <a:pt x="118041" y="11982"/>
                    <a:pt x="118942" y="11994"/>
                  </a:cubicBezTo>
                  <a:cubicBezTo>
                    <a:pt x="119614" y="11999"/>
                    <a:pt x="120289" y="12004"/>
                    <a:pt x="120967" y="12004"/>
                  </a:cubicBezTo>
                  <a:cubicBezTo>
                    <a:pt x="123680" y="12004"/>
                    <a:pt x="126437" y="11925"/>
                    <a:pt x="129162" y="11455"/>
                  </a:cubicBezTo>
                  <a:close/>
                  <a:moveTo>
                    <a:pt x="137581" y="4075"/>
                  </a:moveTo>
                  <a:cubicBezTo>
                    <a:pt x="137626" y="4075"/>
                    <a:pt x="137671" y="4076"/>
                    <a:pt x="137716" y="4078"/>
                  </a:cubicBezTo>
                  <a:cubicBezTo>
                    <a:pt x="138427" y="4127"/>
                    <a:pt x="138941" y="4372"/>
                    <a:pt x="139235" y="4813"/>
                  </a:cubicBezTo>
                  <a:cubicBezTo>
                    <a:pt x="141368" y="8195"/>
                    <a:pt x="142299" y="13611"/>
                    <a:pt x="142814" y="16552"/>
                  </a:cubicBezTo>
                  <a:cubicBezTo>
                    <a:pt x="143132" y="18366"/>
                    <a:pt x="143353" y="20302"/>
                    <a:pt x="142863" y="21993"/>
                  </a:cubicBezTo>
                  <a:cubicBezTo>
                    <a:pt x="142421" y="23488"/>
                    <a:pt x="141319" y="24665"/>
                    <a:pt x="140167" y="24885"/>
                  </a:cubicBezTo>
                  <a:cubicBezTo>
                    <a:pt x="140029" y="24908"/>
                    <a:pt x="139888" y="24919"/>
                    <a:pt x="139745" y="24919"/>
                  </a:cubicBezTo>
                  <a:cubicBezTo>
                    <a:pt x="138944" y="24919"/>
                    <a:pt x="138072" y="24574"/>
                    <a:pt x="137324" y="23930"/>
                  </a:cubicBezTo>
                  <a:cubicBezTo>
                    <a:pt x="136490" y="23219"/>
                    <a:pt x="135780" y="22190"/>
                    <a:pt x="135093" y="20694"/>
                  </a:cubicBezTo>
                  <a:cubicBezTo>
                    <a:pt x="133157" y="16552"/>
                    <a:pt x="132740" y="11626"/>
                    <a:pt x="133917" y="7215"/>
                  </a:cubicBezTo>
                  <a:cubicBezTo>
                    <a:pt x="134064" y="6602"/>
                    <a:pt x="134285" y="5916"/>
                    <a:pt x="134628" y="5450"/>
                  </a:cubicBezTo>
                  <a:cubicBezTo>
                    <a:pt x="135240" y="4649"/>
                    <a:pt x="136464" y="4075"/>
                    <a:pt x="137581" y="4075"/>
                  </a:cubicBezTo>
                  <a:close/>
                  <a:moveTo>
                    <a:pt x="39877" y="44002"/>
                  </a:moveTo>
                  <a:cubicBezTo>
                    <a:pt x="41102" y="44002"/>
                    <a:pt x="42377" y="44100"/>
                    <a:pt x="43676" y="44321"/>
                  </a:cubicBezTo>
                  <a:cubicBezTo>
                    <a:pt x="47229" y="44909"/>
                    <a:pt x="50636" y="46208"/>
                    <a:pt x="54214" y="47581"/>
                  </a:cubicBezTo>
                  <a:cubicBezTo>
                    <a:pt x="58479" y="49223"/>
                    <a:pt x="62890" y="50914"/>
                    <a:pt x="67621" y="51330"/>
                  </a:cubicBezTo>
                  <a:cubicBezTo>
                    <a:pt x="68331" y="51392"/>
                    <a:pt x="69048" y="51423"/>
                    <a:pt x="69772" y="51423"/>
                  </a:cubicBezTo>
                  <a:cubicBezTo>
                    <a:pt x="72222" y="51423"/>
                    <a:pt x="74742" y="51069"/>
                    <a:pt x="77277" y="50350"/>
                  </a:cubicBezTo>
                  <a:cubicBezTo>
                    <a:pt x="77449" y="50301"/>
                    <a:pt x="77620" y="50252"/>
                    <a:pt x="77816" y="50203"/>
                  </a:cubicBezTo>
                  <a:cubicBezTo>
                    <a:pt x="78709" y="49943"/>
                    <a:pt x="79245" y="49814"/>
                    <a:pt x="79619" y="49814"/>
                  </a:cubicBezTo>
                  <a:cubicBezTo>
                    <a:pt x="79984" y="49814"/>
                    <a:pt x="80197" y="49936"/>
                    <a:pt x="80439" y="50179"/>
                  </a:cubicBezTo>
                  <a:cubicBezTo>
                    <a:pt x="82032" y="51747"/>
                    <a:pt x="82547" y="56551"/>
                    <a:pt x="79753" y="60472"/>
                  </a:cubicBezTo>
                  <a:cubicBezTo>
                    <a:pt x="77571" y="63511"/>
                    <a:pt x="73797" y="65864"/>
                    <a:pt x="68233" y="67604"/>
                  </a:cubicBezTo>
                  <a:cubicBezTo>
                    <a:pt x="62652" y="69376"/>
                    <a:pt x="56799" y="70265"/>
                    <a:pt x="50939" y="70265"/>
                  </a:cubicBezTo>
                  <a:cubicBezTo>
                    <a:pt x="47639" y="70265"/>
                    <a:pt x="44336" y="69983"/>
                    <a:pt x="41078" y="69418"/>
                  </a:cubicBezTo>
                  <a:cubicBezTo>
                    <a:pt x="36593" y="68634"/>
                    <a:pt x="33284" y="67457"/>
                    <a:pt x="30637" y="65717"/>
                  </a:cubicBezTo>
                  <a:cubicBezTo>
                    <a:pt x="27475" y="63609"/>
                    <a:pt x="25417" y="60619"/>
                    <a:pt x="24951" y="57507"/>
                  </a:cubicBezTo>
                  <a:cubicBezTo>
                    <a:pt x="24387" y="53536"/>
                    <a:pt x="26642" y="49051"/>
                    <a:pt x="30441" y="46576"/>
                  </a:cubicBezTo>
                  <a:cubicBezTo>
                    <a:pt x="33063" y="44860"/>
                    <a:pt x="36323" y="44002"/>
                    <a:pt x="39877" y="44002"/>
                  </a:cubicBezTo>
                  <a:close/>
                  <a:moveTo>
                    <a:pt x="138059" y="67457"/>
                  </a:moveTo>
                  <a:lnTo>
                    <a:pt x="140926" y="76623"/>
                  </a:lnTo>
                  <a:cubicBezTo>
                    <a:pt x="140951" y="76673"/>
                    <a:pt x="140951" y="76697"/>
                    <a:pt x="140975" y="76746"/>
                  </a:cubicBezTo>
                  <a:cubicBezTo>
                    <a:pt x="138059" y="77212"/>
                    <a:pt x="135265" y="77947"/>
                    <a:pt x="132593" y="78952"/>
                  </a:cubicBezTo>
                  <a:cubicBezTo>
                    <a:pt x="132569" y="78927"/>
                    <a:pt x="132569" y="78903"/>
                    <a:pt x="132569" y="78854"/>
                  </a:cubicBezTo>
                  <a:cubicBezTo>
                    <a:pt x="131662" y="76133"/>
                    <a:pt x="131000" y="73339"/>
                    <a:pt x="130535" y="70521"/>
                  </a:cubicBezTo>
                  <a:cubicBezTo>
                    <a:pt x="133084" y="69467"/>
                    <a:pt x="135608" y="68438"/>
                    <a:pt x="138059" y="67457"/>
                  </a:cubicBezTo>
                  <a:close/>
                  <a:moveTo>
                    <a:pt x="58307" y="73903"/>
                  </a:moveTo>
                  <a:cubicBezTo>
                    <a:pt x="59214" y="79025"/>
                    <a:pt x="62008" y="83682"/>
                    <a:pt x="66077" y="86917"/>
                  </a:cubicBezTo>
                  <a:cubicBezTo>
                    <a:pt x="64435" y="88094"/>
                    <a:pt x="62817" y="89295"/>
                    <a:pt x="61199" y="90520"/>
                  </a:cubicBezTo>
                  <a:cubicBezTo>
                    <a:pt x="61101" y="90397"/>
                    <a:pt x="60954" y="90299"/>
                    <a:pt x="60832" y="90226"/>
                  </a:cubicBezTo>
                  <a:cubicBezTo>
                    <a:pt x="57744" y="88339"/>
                    <a:pt x="55195" y="85496"/>
                    <a:pt x="53675" y="82236"/>
                  </a:cubicBezTo>
                  <a:cubicBezTo>
                    <a:pt x="53087" y="80937"/>
                    <a:pt x="52621" y="79565"/>
                    <a:pt x="52156" y="78119"/>
                  </a:cubicBezTo>
                  <a:cubicBezTo>
                    <a:pt x="51739" y="76869"/>
                    <a:pt x="51298" y="75594"/>
                    <a:pt x="50783" y="74344"/>
                  </a:cubicBezTo>
                  <a:lnTo>
                    <a:pt x="50906" y="74344"/>
                  </a:lnTo>
                  <a:cubicBezTo>
                    <a:pt x="53381" y="74344"/>
                    <a:pt x="55856" y="74197"/>
                    <a:pt x="58307" y="73903"/>
                  </a:cubicBezTo>
                  <a:close/>
                  <a:moveTo>
                    <a:pt x="161864" y="6882"/>
                  </a:moveTo>
                  <a:cubicBezTo>
                    <a:pt x="164072" y="6882"/>
                    <a:pt x="166278" y="7065"/>
                    <a:pt x="168450" y="7435"/>
                  </a:cubicBezTo>
                  <a:cubicBezTo>
                    <a:pt x="173719" y="8342"/>
                    <a:pt x="177592" y="10278"/>
                    <a:pt x="179920" y="13121"/>
                  </a:cubicBezTo>
                  <a:cubicBezTo>
                    <a:pt x="183915" y="17999"/>
                    <a:pt x="183204" y="25327"/>
                    <a:pt x="181194" y="30547"/>
                  </a:cubicBezTo>
                  <a:cubicBezTo>
                    <a:pt x="177371" y="40424"/>
                    <a:pt x="169111" y="47311"/>
                    <a:pt x="162837" y="51306"/>
                  </a:cubicBezTo>
                  <a:cubicBezTo>
                    <a:pt x="155387" y="56110"/>
                    <a:pt x="146882" y="59492"/>
                    <a:pt x="138672" y="62801"/>
                  </a:cubicBezTo>
                  <a:lnTo>
                    <a:pt x="136539" y="63658"/>
                  </a:lnTo>
                  <a:cubicBezTo>
                    <a:pt x="115388" y="72163"/>
                    <a:pt x="90806" y="82971"/>
                    <a:pt x="68797" y="98608"/>
                  </a:cubicBezTo>
                  <a:cubicBezTo>
                    <a:pt x="48136" y="113289"/>
                    <a:pt x="36225" y="129244"/>
                    <a:pt x="33333" y="146106"/>
                  </a:cubicBezTo>
                  <a:cubicBezTo>
                    <a:pt x="33161" y="146008"/>
                    <a:pt x="32990" y="145934"/>
                    <a:pt x="32818" y="145861"/>
                  </a:cubicBezTo>
                  <a:cubicBezTo>
                    <a:pt x="30980" y="145101"/>
                    <a:pt x="29142" y="144562"/>
                    <a:pt x="27279" y="144219"/>
                  </a:cubicBezTo>
                  <a:cubicBezTo>
                    <a:pt x="28774" y="130690"/>
                    <a:pt x="36862" y="117382"/>
                    <a:pt x="51960" y="103559"/>
                  </a:cubicBezTo>
                  <a:cubicBezTo>
                    <a:pt x="65194" y="91476"/>
                    <a:pt x="80145" y="81525"/>
                    <a:pt x="96418" y="74001"/>
                  </a:cubicBezTo>
                  <a:cubicBezTo>
                    <a:pt x="103305" y="70839"/>
                    <a:pt x="110511" y="68045"/>
                    <a:pt x="117496" y="65349"/>
                  </a:cubicBezTo>
                  <a:cubicBezTo>
                    <a:pt x="126368" y="61943"/>
                    <a:pt x="135534" y="58413"/>
                    <a:pt x="144186" y="54002"/>
                  </a:cubicBezTo>
                  <a:cubicBezTo>
                    <a:pt x="153499" y="49272"/>
                    <a:pt x="160264" y="44468"/>
                    <a:pt x="165533" y="38855"/>
                  </a:cubicBezTo>
                  <a:cubicBezTo>
                    <a:pt x="168254" y="35939"/>
                    <a:pt x="174234" y="28366"/>
                    <a:pt x="170852" y="20915"/>
                  </a:cubicBezTo>
                  <a:cubicBezTo>
                    <a:pt x="168866" y="16528"/>
                    <a:pt x="163916" y="13660"/>
                    <a:pt x="158254" y="13611"/>
                  </a:cubicBezTo>
                  <a:cubicBezTo>
                    <a:pt x="158215" y="13611"/>
                    <a:pt x="158175" y="13611"/>
                    <a:pt x="158136" y="13611"/>
                  </a:cubicBezTo>
                  <a:cubicBezTo>
                    <a:pt x="154185" y="13611"/>
                    <a:pt x="150450" y="14827"/>
                    <a:pt x="146931" y="16258"/>
                  </a:cubicBezTo>
                  <a:cubicBezTo>
                    <a:pt x="146907" y="16111"/>
                    <a:pt x="146882" y="15989"/>
                    <a:pt x="146858" y="15842"/>
                  </a:cubicBezTo>
                  <a:cubicBezTo>
                    <a:pt x="146539" y="13979"/>
                    <a:pt x="146171" y="12092"/>
                    <a:pt x="145706" y="10278"/>
                  </a:cubicBezTo>
                  <a:cubicBezTo>
                    <a:pt x="150770" y="8035"/>
                    <a:pt x="156324" y="6882"/>
                    <a:pt x="161864" y="6882"/>
                  </a:cubicBezTo>
                  <a:close/>
                  <a:moveTo>
                    <a:pt x="149308" y="80153"/>
                  </a:moveTo>
                  <a:cubicBezTo>
                    <a:pt x="156416" y="80153"/>
                    <a:pt x="163916" y="81672"/>
                    <a:pt x="171170" y="84736"/>
                  </a:cubicBezTo>
                  <a:cubicBezTo>
                    <a:pt x="183768" y="90005"/>
                    <a:pt x="194257" y="99711"/>
                    <a:pt x="199993" y="111377"/>
                  </a:cubicBezTo>
                  <a:cubicBezTo>
                    <a:pt x="202394" y="116254"/>
                    <a:pt x="203889" y="121156"/>
                    <a:pt x="204453" y="125960"/>
                  </a:cubicBezTo>
                  <a:cubicBezTo>
                    <a:pt x="205139" y="131768"/>
                    <a:pt x="204551" y="138165"/>
                    <a:pt x="202639" y="145493"/>
                  </a:cubicBezTo>
                  <a:cubicBezTo>
                    <a:pt x="200189" y="154855"/>
                    <a:pt x="196341" y="162968"/>
                    <a:pt x="191218" y="169585"/>
                  </a:cubicBezTo>
                  <a:cubicBezTo>
                    <a:pt x="185459" y="176987"/>
                    <a:pt x="178204" y="182330"/>
                    <a:pt x="170190" y="185075"/>
                  </a:cubicBezTo>
                  <a:cubicBezTo>
                    <a:pt x="165667" y="186621"/>
                    <a:pt x="160718" y="187393"/>
                    <a:pt x="155384" y="187393"/>
                  </a:cubicBezTo>
                  <a:cubicBezTo>
                    <a:pt x="150400" y="187393"/>
                    <a:pt x="145079" y="186719"/>
                    <a:pt x="139456" y="185369"/>
                  </a:cubicBezTo>
                  <a:cubicBezTo>
                    <a:pt x="131098" y="183335"/>
                    <a:pt x="123378" y="179928"/>
                    <a:pt x="117104" y="175516"/>
                  </a:cubicBezTo>
                  <a:cubicBezTo>
                    <a:pt x="110045" y="170566"/>
                    <a:pt x="105021" y="164561"/>
                    <a:pt x="102154" y="157625"/>
                  </a:cubicBezTo>
                  <a:cubicBezTo>
                    <a:pt x="99801" y="151914"/>
                    <a:pt x="98771" y="145322"/>
                    <a:pt x="99016" y="137430"/>
                  </a:cubicBezTo>
                  <a:cubicBezTo>
                    <a:pt x="99458" y="122455"/>
                    <a:pt x="104408" y="108460"/>
                    <a:pt x="112962" y="98069"/>
                  </a:cubicBezTo>
                  <a:cubicBezTo>
                    <a:pt x="118158" y="91745"/>
                    <a:pt x="124824" y="86721"/>
                    <a:pt x="132201" y="83510"/>
                  </a:cubicBezTo>
                  <a:cubicBezTo>
                    <a:pt x="137397" y="81256"/>
                    <a:pt x="143206" y="80153"/>
                    <a:pt x="149308" y="80153"/>
                  </a:cubicBezTo>
                  <a:close/>
                  <a:moveTo>
                    <a:pt x="22979" y="147908"/>
                  </a:moveTo>
                  <a:cubicBezTo>
                    <a:pt x="25655" y="147908"/>
                    <a:pt x="28480" y="148489"/>
                    <a:pt x="31225" y="149635"/>
                  </a:cubicBezTo>
                  <a:cubicBezTo>
                    <a:pt x="35980" y="151620"/>
                    <a:pt x="39926" y="155272"/>
                    <a:pt x="42083" y="159659"/>
                  </a:cubicBezTo>
                  <a:cubicBezTo>
                    <a:pt x="42965" y="161473"/>
                    <a:pt x="43529" y="163287"/>
                    <a:pt x="43749" y="165051"/>
                  </a:cubicBezTo>
                  <a:cubicBezTo>
                    <a:pt x="43994" y="167232"/>
                    <a:pt x="43774" y="169610"/>
                    <a:pt x="43038" y="172379"/>
                  </a:cubicBezTo>
                  <a:cubicBezTo>
                    <a:pt x="42107" y="175958"/>
                    <a:pt x="40661" y="179046"/>
                    <a:pt x="38725" y="181521"/>
                  </a:cubicBezTo>
                  <a:cubicBezTo>
                    <a:pt x="36617" y="184242"/>
                    <a:pt x="33848" y="186300"/>
                    <a:pt x="30931" y="187305"/>
                  </a:cubicBezTo>
                  <a:cubicBezTo>
                    <a:pt x="29264" y="187869"/>
                    <a:pt x="27431" y="188151"/>
                    <a:pt x="25447" y="188151"/>
                  </a:cubicBezTo>
                  <a:cubicBezTo>
                    <a:pt x="23551" y="188151"/>
                    <a:pt x="21519" y="187894"/>
                    <a:pt x="19363" y="187379"/>
                  </a:cubicBezTo>
                  <a:cubicBezTo>
                    <a:pt x="12598" y="185737"/>
                    <a:pt x="7354" y="181889"/>
                    <a:pt x="5368" y="177060"/>
                  </a:cubicBezTo>
                  <a:cubicBezTo>
                    <a:pt x="4486" y="174953"/>
                    <a:pt x="4118" y="172477"/>
                    <a:pt x="4192" y="169512"/>
                  </a:cubicBezTo>
                  <a:cubicBezTo>
                    <a:pt x="4364" y="163826"/>
                    <a:pt x="6251" y="158532"/>
                    <a:pt x="9486" y="154586"/>
                  </a:cubicBezTo>
                  <a:cubicBezTo>
                    <a:pt x="11422" y="152233"/>
                    <a:pt x="13922" y="150346"/>
                    <a:pt x="16691" y="149145"/>
                  </a:cubicBezTo>
                  <a:cubicBezTo>
                    <a:pt x="18593" y="148317"/>
                    <a:pt x="20734" y="147908"/>
                    <a:pt x="22979" y="147908"/>
                  </a:cubicBezTo>
                  <a:close/>
                  <a:moveTo>
                    <a:pt x="137526" y="0"/>
                  </a:moveTo>
                  <a:cubicBezTo>
                    <a:pt x="135122" y="0"/>
                    <a:pt x="132745" y="1154"/>
                    <a:pt x="131368" y="2975"/>
                  </a:cubicBezTo>
                  <a:cubicBezTo>
                    <a:pt x="130584" y="4004"/>
                    <a:pt x="130216" y="5180"/>
                    <a:pt x="129946" y="6161"/>
                  </a:cubicBezTo>
                  <a:cubicBezTo>
                    <a:pt x="129873" y="6504"/>
                    <a:pt x="129775" y="6823"/>
                    <a:pt x="129701" y="7166"/>
                  </a:cubicBezTo>
                  <a:cubicBezTo>
                    <a:pt x="126985" y="7815"/>
                    <a:pt x="124141" y="7911"/>
                    <a:pt x="121184" y="7911"/>
                  </a:cubicBezTo>
                  <a:cubicBezTo>
                    <a:pt x="120460" y="7911"/>
                    <a:pt x="119729" y="7906"/>
                    <a:pt x="118991" y="7901"/>
                  </a:cubicBezTo>
                  <a:cubicBezTo>
                    <a:pt x="118130" y="7890"/>
                    <a:pt x="117263" y="7879"/>
                    <a:pt x="116390" y="7879"/>
                  </a:cubicBezTo>
                  <a:cubicBezTo>
                    <a:pt x="113313" y="7879"/>
                    <a:pt x="110179" y="8014"/>
                    <a:pt x="107104" y="8759"/>
                  </a:cubicBezTo>
                  <a:cubicBezTo>
                    <a:pt x="104090" y="9494"/>
                    <a:pt x="101688" y="10719"/>
                    <a:pt x="99997" y="12411"/>
                  </a:cubicBezTo>
                  <a:cubicBezTo>
                    <a:pt x="97693" y="14714"/>
                    <a:pt x="96688" y="17900"/>
                    <a:pt x="97423" y="20719"/>
                  </a:cubicBezTo>
                  <a:cubicBezTo>
                    <a:pt x="98355" y="24444"/>
                    <a:pt x="101982" y="27067"/>
                    <a:pt x="107594" y="28121"/>
                  </a:cubicBezTo>
                  <a:cubicBezTo>
                    <a:pt x="110388" y="28660"/>
                    <a:pt x="113231" y="28905"/>
                    <a:pt x="116075" y="28905"/>
                  </a:cubicBezTo>
                  <a:cubicBezTo>
                    <a:pt x="121099" y="28905"/>
                    <a:pt x="126123" y="28096"/>
                    <a:pt x="130878" y="26528"/>
                  </a:cubicBezTo>
                  <a:lnTo>
                    <a:pt x="130878" y="26528"/>
                  </a:lnTo>
                  <a:cubicBezTo>
                    <a:pt x="129873" y="30130"/>
                    <a:pt x="126785" y="32973"/>
                    <a:pt x="123746" y="34370"/>
                  </a:cubicBezTo>
                  <a:cubicBezTo>
                    <a:pt x="121191" y="35530"/>
                    <a:pt x="118211" y="36102"/>
                    <a:pt x="114701" y="36102"/>
                  </a:cubicBezTo>
                  <a:cubicBezTo>
                    <a:pt x="113092" y="36102"/>
                    <a:pt x="111372" y="35982"/>
                    <a:pt x="109531" y="35743"/>
                  </a:cubicBezTo>
                  <a:cubicBezTo>
                    <a:pt x="109441" y="35731"/>
                    <a:pt x="109352" y="35725"/>
                    <a:pt x="109264" y="35725"/>
                  </a:cubicBezTo>
                  <a:cubicBezTo>
                    <a:pt x="108267" y="35725"/>
                    <a:pt x="107385" y="36471"/>
                    <a:pt x="107227" y="37507"/>
                  </a:cubicBezTo>
                  <a:cubicBezTo>
                    <a:pt x="107080" y="38610"/>
                    <a:pt x="107864" y="39640"/>
                    <a:pt x="108991" y="39787"/>
                  </a:cubicBezTo>
                  <a:cubicBezTo>
                    <a:pt x="111026" y="40056"/>
                    <a:pt x="112913" y="40203"/>
                    <a:pt x="114702" y="40203"/>
                  </a:cubicBezTo>
                  <a:cubicBezTo>
                    <a:pt x="118819" y="40203"/>
                    <a:pt x="122373" y="39493"/>
                    <a:pt x="125461" y="38071"/>
                  </a:cubicBezTo>
                  <a:cubicBezTo>
                    <a:pt x="130241" y="35890"/>
                    <a:pt x="133770" y="31748"/>
                    <a:pt x="134897" y="27238"/>
                  </a:cubicBezTo>
                  <a:cubicBezTo>
                    <a:pt x="136368" y="28390"/>
                    <a:pt x="138059" y="29003"/>
                    <a:pt x="139725" y="29003"/>
                  </a:cubicBezTo>
                  <a:cubicBezTo>
                    <a:pt x="140118" y="29003"/>
                    <a:pt x="140485" y="28978"/>
                    <a:pt x="140853" y="28905"/>
                  </a:cubicBezTo>
                  <a:cubicBezTo>
                    <a:pt x="143573" y="28439"/>
                    <a:pt x="145902" y="26160"/>
                    <a:pt x="146784" y="23145"/>
                  </a:cubicBezTo>
                  <a:cubicBezTo>
                    <a:pt x="147054" y="22288"/>
                    <a:pt x="147176" y="21430"/>
                    <a:pt x="147225" y="20547"/>
                  </a:cubicBezTo>
                  <a:cubicBezTo>
                    <a:pt x="150901" y="19003"/>
                    <a:pt x="154529" y="17704"/>
                    <a:pt x="158205" y="17704"/>
                  </a:cubicBezTo>
                  <a:cubicBezTo>
                    <a:pt x="161563" y="17753"/>
                    <a:pt x="165607" y="19273"/>
                    <a:pt x="167126" y="22606"/>
                  </a:cubicBezTo>
                  <a:cubicBezTo>
                    <a:pt x="169553" y="27974"/>
                    <a:pt x="164234" y="34248"/>
                    <a:pt x="162543" y="36061"/>
                  </a:cubicBezTo>
                  <a:cubicBezTo>
                    <a:pt x="157617" y="41306"/>
                    <a:pt x="151196" y="45840"/>
                    <a:pt x="142348" y="50350"/>
                  </a:cubicBezTo>
                  <a:cubicBezTo>
                    <a:pt x="133868" y="54664"/>
                    <a:pt x="124800" y="58168"/>
                    <a:pt x="116025" y="61551"/>
                  </a:cubicBezTo>
                  <a:cubicBezTo>
                    <a:pt x="108991" y="64247"/>
                    <a:pt x="101712" y="67065"/>
                    <a:pt x="94703" y="70300"/>
                  </a:cubicBezTo>
                  <a:cubicBezTo>
                    <a:pt x="85880" y="74369"/>
                    <a:pt x="77449" y="79148"/>
                    <a:pt x="69459" y="84564"/>
                  </a:cubicBezTo>
                  <a:cubicBezTo>
                    <a:pt x="69312" y="84319"/>
                    <a:pt x="69140" y="84123"/>
                    <a:pt x="68895" y="83927"/>
                  </a:cubicBezTo>
                  <a:cubicBezTo>
                    <a:pt x="65537" y="81378"/>
                    <a:pt x="63136" y="77457"/>
                    <a:pt x="62351" y="73290"/>
                  </a:cubicBezTo>
                  <a:cubicBezTo>
                    <a:pt x="64753" y="72849"/>
                    <a:pt x="67130" y="72261"/>
                    <a:pt x="69483" y="71501"/>
                  </a:cubicBezTo>
                  <a:cubicBezTo>
                    <a:pt x="75905" y="69491"/>
                    <a:pt x="80365" y="66648"/>
                    <a:pt x="83086" y="62850"/>
                  </a:cubicBezTo>
                  <a:cubicBezTo>
                    <a:pt x="85855" y="58977"/>
                    <a:pt x="87473" y="51428"/>
                    <a:pt x="83355" y="47286"/>
                  </a:cubicBezTo>
                  <a:cubicBezTo>
                    <a:pt x="82142" y="46073"/>
                    <a:pt x="80867" y="45703"/>
                    <a:pt x="79661" y="45703"/>
                  </a:cubicBezTo>
                  <a:cubicBezTo>
                    <a:pt x="78576" y="45703"/>
                    <a:pt x="77546" y="46002"/>
                    <a:pt x="76664" y="46257"/>
                  </a:cubicBezTo>
                  <a:cubicBezTo>
                    <a:pt x="76493" y="46306"/>
                    <a:pt x="76321" y="46355"/>
                    <a:pt x="76174" y="46404"/>
                  </a:cubicBezTo>
                  <a:cubicBezTo>
                    <a:pt x="73963" y="47020"/>
                    <a:pt x="71797" y="47333"/>
                    <a:pt x="69699" y="47333"/>
                  </a:cubicBezTo>
                  <a:cubicBezTo>
                    <a:pt x="69124" y="47333"/>
                    <a:pt x="68553" y="47309"/>
                    <a:pt x="67988" y="47262"/>
                  </a:cubicBezTo>
                  <a:cubicBezTo>
                    <a:pt x="63822" y="46894"/>
                    <a:pt x="59876" y="45375"/>
                    <a:pt x="55685" y="43757"/>
                  </a:cubicBezTo>
                  <a:cubicBezTo>
                    <a:pt x="52058" y="42385"/>
                    <a:pt x="48308" y="40939"/>
                    <a:pt x="44337" y="40277"/>
                  </a:cubicBezTo>
                  <a:cubicBezTo>
                    <a:pt x="42828" y="40025"/>
                    <a:pt x="41338" y="39901"/>
                    <a:pt x="39884" y="39901"/>
                  </a:cubicBezTo>
                  <a:cubicBezTo>
                    <a:pt x="35531" y="39901"/>
                    <a:pt x="31499" y="41013"/>
                    <a:pt x="28211" y="43145"/>
                  </a:cubicBezTo>
                  <a:cubicBezTo>
                    <a:pt x="23039" y="46502"/>
                    <a:pt x="20098" y="52507"/>
                    <a:pt x="20907" y="58095"/>
                  </a:cubicBezTo>
                  <a:cubicBezTo>
                    <a:pt x="21520" y="62359"/>
                    <a:pt x="24240" y="66379"/>
                    <a:pt x="28382" y="69124"/>
                  </a:cubicBezTo>
                  <a:cubicBezTo>
                    <a:pt x="31495" y="71183"/>
                    <a:pt x="35318" y="72580"/>
                    <a:pt x="40391" y="73462"/>
                  </a:cubicBezTo>
                  <a:cubicBezTo>
                    <a:pt x="42303" y="73780"/>
                    <a:pt x="44239" y="74026"/>
                    <a:pt x="46175" y="74173"/>
                  </a:cubicBezTo>
                  <a:cubicBezTo>
                    <a:pt x="46200" y="74222"/>
                    <a:pt x="46200" y="74271"/>
                    <a:pt x="46225" y="74295"/>
                  </a:cubicBezTo>
                  <a:cubicBezTo>
                    <a:pt x="47082" y="75864"/>
                    <a:pt x="47646" y="77579"/>
                    <a:pt x="48259" y="79417"/>
                  </a:cubicBezTo>
                  <a:cubicBezTo>
                    <a:pt x="48749" y="80913"/>
                    <a:pt x="49264" y="82457"/>
                    <a:pt x="49974" y="83952"/>
                  </a:cubicBezTo>
                  <a:cubicBezTo>
                    <a:pt x="51690" y="87652"/>
                    <a:pt x="54459" y="90888"/>
                    <a:pt x="57842" y="93142"/>
                  </a:cubicBezTo>
                  <a:cubicBezTo>
                    <a:pt x="54876" y="95520"/>
                    <a:pt x="52009" y="97995"/>
                    <a:pt x="49215" y="100544"/>
                  </a:cubicBezTo>
                  <a:cubicBezTo>
                    <a:pt x="33308" y="115078"/>
                    <a:pt x="24804" y="129244"/>
                    <a:pt x="23211" y="143827"/>
                  </a:cubicBezTo>
                  <a:cubicBezTo>
                    <a:pt x="23145" y="143826"/>
                    <a:pt x="23079" y="143826"/>
                    <a:pt x="23014" y="143826"/>
                  </a:cubicBezTo>
                  <a:cubicBezTo>
                    <a:pt x="20193" y="143826"/>
                    <a:pt x="17492" y="144341"/>
                    <a:pt x="15049" y="145395"/>
                  </a:cubicBezTo>
                  <a:cubicBezTo>
                    <a:pt x="11692" y="146841"/>
                    <a:pt x="8677" y="149120"/>
                    <a:pt x="6324" y="151988"/>
                  </a:cubicBezTo>
                  <a:cubicBezTo>
                    <a:pt x="2525" y="156620"/>
                    <a:pt x="320" y="162796"/>
                    <a:pt x="124" y="169389"/>
                  </a:cubicBezTo>
                  <a:cubicBezTo>
                    <a:pt x="1" y="172943"/>
                    <a:pt x="491" y="175958"/>
                    <a:pt x="1570" y="178629"/>
                  </a:cubicBezTo>
                  <a:cubicBezTo>
                    <a:pt x="4094" y="184732"/>
                    <a:pt x="10246" y="189364"/>
                    <a:pt x="18407" y="191349"/>
                  </a:cubicBezTo>
                  <a:cubicBezTo>
                    <a:pt x="20882" y="191937"/>
                    <a:pt x="23211" y="192256"/>
                    <a:pt x="25441" y="192256"/>
                  </a:cubicBezTo>
                  <a:cubicBezTo>
                    <a:pt x="27867" y="192256"/>
                    <a:pt x="30147" y="191888"/>
                    <a:pt x="32255" y="191177"/>
                  </a:cubicBezTo>
                  <a:cubicBezTo>
                    <a:pt x="35955" y="189903"/>
                    <a:pt x="39313" y="187428"/>
                    <a:pt x="41960" y="184045"/>
                  </a:cubicBezTo>
                  <a:cubicBezTo>
                    <a:pt x="44239" y="181104"/>
                    <a:pt x="45930" y="177526"/>
                    <a:pt x="47009" y="173409"/>
                  </a:cubicBezTo>
                  <a:cubicBezTo>
                    <a:pt x="47867" y="170149"/>
                    <a:pt x="48112" y="167257"/>
                    <a:pt x="47818" y="164585"/>
                  </a:cubicBezTo>
                  <a:cubicBezTo>
                    <a:pt x="47548" y="162355"/>
                    <a:pt x="46862" y="160076"/>
                    <a:pt x="45759" y="157846"/>
                  </a:cubicBezTo>
                  <a:cubicBezTo>
                    <a:pt x="43872" y="153998"/>
                    <a:pt x="40833" y="150640"/>
                    <a:pt x="37132" y="148189"/>
                  </a:cubicBezTo>
                  <a:cubicBezTo>
                    <a:pt x="37156" y="148116"/>
                    <a:pt x="37181" y="148042"/>
                    <a:pt x="37181" y="147969"/>
                  </a:cubicBezTo>
                  <a:cubicBezTo>
                    <a:pt x="39509" y="131793"/>
                    <a:pt x="50930" y="116303"/>
                    <a:pt x="71174" y="101941"/>
                  </a:cubicBezTo>
                  <a:cubicBezTo>
                    <a:pt x="88992" y="89270"/>
                    <a:pt x="108624" y="79785"/>
                    <a:pt x="126662" y="72138"/>
                  </a:cubicBezTo>
                  <a:cubicBezTo>
                    <a:pt x="127152" y="74859"/>
                    <a:pt x="127814" y="77530"/>
                    <a:pt x="128672" y="80128"/>
                  </a:cubicBezTo>
                  <a:cubicBezTo>
                    <a:pt x="128721" y="80275"/>
                    <a:pt x="128795" y="80422"/>
                    <a:pt x="128868" y="80545"/>
                  </a:cubicBezTo>
                  <a:cubicBezTo>
                    <a:pt x="121564" y="84001"/>
                    <a:pt x="114996" y="89147"/>
                    <a:pt x="109800" y="95471"/>
                  </a:cubicBezTo>
                  <a:cubicBezTo>
                    <a:pt x="100683" y="106573"/>
                    <a:pt x="95389" y="121426"/>
                    <a:pt x="94923" y="137307"/>
                  </a:cubicBezTo>
                  <a:cubicBezTo>
                    <a:pt x="94654" y="145787"/>
                    <a:pt x="95781" y="152944"/>
                    <a:pt x="98379" y="159194"/>
                  </a:cubicBezTo>
                  <a:cubicBezTo>
                    <a:pt x="104335" y="173629"/>
                    <a:pt x="118942" y="184609"/>
                    <a:pt x="138500" y="189339"/>
                  </a:cubicBezTo>
                  <a:cubicBezTo>
                    <a:pt x="144456" y="190761"/>
                    <a:pt x="150093" y="191496"/>
                    <a:pt x="155411" y="191496"/>
                  </a:cubicBezTo>
                  <a:cubicBezTo>
                    <a:pt x="161195" y="191496"/>
                    <a:pt x="166587" y="190638"/>
                    <a:pt x="171538" y="188947"/>
                  </a:cubicBezTo>
                  <a:cubicBezTo>
                    <a:pt x="180287" y="185957"/>
                    <a:pt x="188204" y="180124"/>
                    <a:pt x="194454" y="172085"/>
                  </a:cubicBezTo>
                  <a:cubicBezTo>
                    <a:pt x="199919" y="165051"/>
                    <a:pt x="204012" y="156449"/>
                    <a:pt x="206610" y="146523"/>
                  </a:cubicBezTo>
                  <a:cubicBezTo>
                    <a:pt x="208644" y="138680"/>
                    <a:pt x="209281" y="131817"/>
                    <a:pt x="208522" y="125469"/>
                  </a:cubicBezTo>
                  <a:cubicBezTo>
                    <a:pt x="207909" y="120225"/>
                    <a:pt x="206267" y="114882"/>
                    <a:pt x="203669" y="109563"/>
                  </a:cubicBezTo>
                  <a:cubicBezTo>
                    <a:pt x="197493" y="97039"/>
                    <a:pt x="186243" y="86599"/>
                    <a:pt x="172763" y="80962"/>
                  </a:cubicBezTo>
                  <a:cubicBezTo>
                    <a:pt x="164985" y="77700"/>
                    <a:pt x="156957" y="76061"/>
                    <a:pt x="149288" y="76061"/>
                  </a:cubicBezTo>
                  <a:cubicBezTo>
                    <a:pt x="147968" y="76061"/>
                    <a:pt x="146658" y="76110"/>
                    <a:pt x="145362" y="76207"/>
                  </a:cubicBezTo>
                  <a:cubicBezTo>
                    <a:pt x="145264" y="75766"/>
                    <a:pt x="145044" y="75398"/>
                    <a:pt x="144750" y="75104"/>
                  </a:cubicBezTo>
                  <a:lnTo>
                    <a:pt x="141882" y="65913"/>
                  </a:lnTo>
                  <a:cubicBezTo>
                    <a:pt x="149750" y="62752"/>
                    <a:pt x="157788" y="59418"/>
                    <a:pt x="165043" y="54762"/>
                  </a:cubicBezTo>
                  <a:cubicBezTo>
                    <a:pt x="174773" y="48536"/>
                    <a:pt x="181684" y="40669"/>
                    <a:pt x="185018" y="32018"/>
                  </a:cubicBezTo>
                  <a:cubicBezTo>
                    <a:pt x="186415" y="28366"/>
                    <a:pt x="187052" y="24591"/>
                    <a:pt x="186880" y="21038"/>
                  </a:cubicBezTo>
                  <a:cubicBezTo>
                    <a:pt x="186684" y="16969"/>
                    <a:pt x="185385" y="13342"/>
                    <a:pt x="183106" y="10548"/>
                  </a:cubicBezTo>
                  <a:cubicBezTo>
                    <a:pt x="180116" y="6896"/>
                    <a:pt x="175410" y="4494"/>
                    <a:pt x="169136" y="3416"/>
                  </a:cubicBezTo>
                  <a:cubicBezTo>
                    <a:pt x="166727" y="3000"/>
                    <a:pt x="164278" y="2794"/>
                    <a:pt x="161825" y="2794"/>
                  </a:cubicBezTo>
                  <a:cubicBezTo>
                    <a:pt x="155896" y="2794"/>
                    <a:pt x="149949" y="3999"/>
                    <a:pt x="144505" y="6357"/>
                  </a:cubicBezTo>
                  <a:cubicBezTo>
                    <a:pt x="143990" y="5009"/>
                    <a:pt x="143402" y="3759"/>
                    <a:pt x="142691" y="2632"/>
                  </a:cubicBezTo>
                  <a:cubicBezTo>
                    <a:pt x="141686" y="1038"/>
                    <a:pt x="139946" y="83"/>
                    <a:pt x="137887" y="9"/>
                  </a:cubicBezTo>
                  <a:cubicBezTo>
                    <a:pt x="137767" y="3"/>
                    <a:pt x="137647" y="0"/>
                    <a:pt x="13752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9"/>
            <p:cNvSpPr/>
            <p:nvPr/>
          </p:nvSpPr>
          <p:spPr>
            <a:xfrm>
              <a:off x="1550900" y="4413650"/>
              <a:ext cx="476100" cy="478700"/>
            </a:xfrm>
            <a:custGeom>
              <a:avLst/>
              <a:gdLst/>
              <a:ahLst/>
              <a:cxnLst/>
              <a:rect l="l" t="t" r="r" b="b"/>
              <a:pathLst>
                <a:path w="19044" h="19148" extrusionOk="0">
                  <a:moveTo>
                    <a:pt x="9166" y="4099"/>
                  </a:moveTo>
                  <a:cubicBezTo>
                    <a:pt x="9877" y="4099"/>
                    <a:pt x="10661" y="4246"/>
                    <a:pt x="11421" y="4589"/>
                  </a:cubicBezTo>
                  <a:cubicBezTo>
                    <a:pt x="12745" y="5129"/>
                    <a:pt x="13823" y="6133"/>
                    <a:pt x="14411" y="7334"/>
                  </a:cubicBezTo>
                  <a:cubicBezTo>
                    <a:pt x="14656" y="7800"/>
                    <a:pt x="14803" y="8266"/>
                    <a:pt x="14852" y="8731"/>
                  </a:cubicBezTo>
                  <a:cubicBezTo>
                    <a:pt x="14926" y="9295"/>
                    <a:pt x="14852" y="9932"/>
                    <a:pt x="14656" y="10717"/>
                  </a:cubicBezTo>
                  <a:cubicBezTo>
                    <a:pt x="14387" y="11746"/>
                    <a:pt x="13970" y="12628"/>
                    <a:pt x="13431" y="13315"/>
                  </a:cubicBezTo>
                  <a:cubicBezTo>
                    <a:pt x="12867" y="14050"/>
                    <a:pt x="12157" y="14564"/>
                    <a:pt x="11421" y="14834"/>
                  </a:cubicBezTo>
                  <a:cubicBezTo>
                    <a:pt x="10992" y="14981"/>
                    <a:pt x="10508" y="15055"/>
                    <a:pt x="9978" y="15055"/>
                  </a:cubicBezTo>
                  <a:cubicBezTo>
                    <a:pt x="9448" y="15055"/>
                    <a:pt x="8872" y="14981"/>
                    <a:pt x="8260" y="14834"/>
                  </a:cubicBezTo>
                  <a:cubicBezTo>
                    <a:pt x="6372" y="14368"/>
                    <a:pt x="4926" y="13364"/>
                    <a:pt x="4436" y="12114"/>
                  </a:cubicBezTo>
                  <a:cubicBezTo>
                    <a:pt x="4216" y="11599"/>
                    <a:pt x="4118" y="10913"/>
                    <a:pt x="4142" y="10128"/>
                  </a:cubicBezTo>
                  <a:cubicBezTo>
                    <a:pt x="4191" y="8486"/>
                    <a:pt x="4706" y="6967"/>
                    <a:pt x="5613" y="5864"/>
                  </a:cubicBezTo>
                  <a:cubicBezTo>
                    <a:pt x="6152" y="5227"/>
                    <a:pt x="6814" y="4736"/>
                    <a:pt x="7549" y="4418"/>
                  </a:cubicBezTo>
                  <a:cubicBezTo>
                    <a:pt x="8039" y="4197"/>
                    <a:pt x="8578" y="4099"/>
                    <a:pt x="9166" y="4099"/>
                  </a:cubicBezTo>
                  <a:close/>
                  <a:moveTo>
                    <a:pt x="9158" y="1"/>
                  </a:moveTo>
                  <a:cubicBezTo>
                    <a:pt x="8029" y="1"/>
                    <a:pt x="6937" y="216"/>
                    <a:pt x="5931" y="644"/>
                  </a:cubicBezTo>
                  <a:cubicBezTo>
                    <a:pt x="4583" y="1232"/>
                    <a:pt x="3382" y="2139"/>
                    <a:pt x="2451" y="3266"/>
                  </a:cubicBezTo>
                  <a:cubicBezTo>
                    <a:pt x="981" y="5080"/>
                    <a:pt x="123" y="7457"/>
                    <a:pt x="49" y="10006"/>
                  </a:cubicBezTo>
                  <a:cubicBezTo>
                    <a:pt x="0" y="11378"/>
                    <a:pt x="196" y="12628"/>
                    <a:pt x="637" y="13682"/>
                  </a:cubicBezTo>
                  <a:cubicBezTo>
                    <a:pt x="1667" y="16158"/>
                    <a:pt x="4093" y="18020"/>
                    <a:pt x="7279" y="18805"/>
                  </a:cubicBezTo>
                  <a:cubicBezTo>
                    <a:pt x="8235" y="19025"/>
                    <a:pt x="9117" y="19148"/>
                    <a:pt x="10000" y="19148"/>
                  </a:cubicBezTo>
                  <a:cubicBezTo>
                    <a:pt x="10956" y="19148"/>
                    <a:pt x="11887" y="19001"/>
                    <a:pt x="12745" y="18706"/>
                  </a:cubicBezTo>
                  <a:cubicBezTo>
                    <a:pt x="14240" y="18192"/>
                    <a:pt x="15612" y="17187"/>
                    <a:pt x="16666" y="15839"/>
                  </a:cubicBezTo>
                  <a:cubicBezTo>
                    <a:pt x="17548" y="14687"/>
                    <a:pt x="18210" y="13315"/>
                    <a:pt x="18627" y="11746"/>
                  </a:cubicBezTo>
                  <a:cubicBezTo>
                    <a:pt x="18945" y="10472"/>
                    <a:pt x="19043" y="9320"/>
                    <a:pt x="18921" y="8241"/>
                  </a:cubicBezTo>
                  <a:cubicBezTo>
                    <a:pt x="18823" y="7334"/>
                    <a:pt x="18529" y="6428"/>
                    <a:pt x="18088" y="5521"/>
                  </a:cubicBezTo>
                  <a:cubicBezTo>
                    <a:pt x="17083" y="3462"/>
                    <a:pt x="15220" y="1722"/>
                    <a:pt x="13014" y="815"/>
                  </a:cubicBezTo>
                  <a:cubicBezTo>
                    <a:pt x="11732" y="271"/>
                    <a:pt x="10422" y="1"/>
                    <a:pt x="915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9"/>
            <p:cNvSpPr/>
            <p:nvPr/>
          </p:nvSpPr>
          <p:spPr>
            <a:xfrm>
              <a:off x="3892100" y="2694725"/>
              <a:ext cx="2188650" cy="2203750"/>
            </a:xfrm>
            <a:custGeom>
              <a:avLst/>
              <a:gdLst/>
              <a:ahLst/>
              <a:cxnLst/>
              <a:rect l="l" t="t" r="r" b="b"/>
              <a:pathLst>
                <a:path w="87546" h="88150" extrusionOk="0">
                  <a:moveTo>
                    <a:pt x="35268" y="4697"/>
                  </a:moveTo>
                  <a:cubicBezTo>
                    <a:pt x="37474" y="14060"/>
                    <a:pt x="39827" y="23471"/>
                    <a:pt x="42278" y="32760"/>
                  </a:cubicBezTo>
                  <a:cubicBezTo>
                    <a:pt x="41297" y="32858"/>
                    <a:pt x="40366" y="33079"/>
                    <a:pt x="39459" y="33471"/>
                  </a:cubicBezTo>
                  <a:cubicBezTo>
                    <a:pt x="38700" y="33814"/>
                    <a:pt x="37964" y="34230"/>
                    <a:pt x="37303" y="34721"/>
                  </a:cubicBezTo>
                  <a:cubicBezTo>
                    <a:pt x="34999" y="25236"/>
                    <a:pt x="32450" y="15677"/>
                    <a:pt x="29705" y="6315"/>
                  </a:cubicBezTo>
                  <a:cubicBezTo>
                    <a:pt x="31469" y="5604"/>
                    <a:pt x="33332" y="5065"/>
                    <a:pt x="35268" y="4697"/>
                  </a:cubicBezTo>
                  <a:close/>
                  <a:moveTo>
                    <a:pt x="43258" y="36810"/>
                  </a:moveTo>
                  <a:cubicBezTo>
                    <a:pt x="44223" y="36810"/>
                    <a:pt x="45255" y="37020"/>
                    <a:pt x="46273" y="37441"/>
                  </a:cubicBezTo>
                  <a:cubicBezTo>
                    <a:pt x="47988" y="38152"/>
                    <a:pt x="49434" y="39500"/>
                    <a:pt x="50219" y="41068"/>
                  </a:cubicBezTo>
                  <a:cubicBezTo>
                    <a:pt x="50537" y="41706"/>
                    <a:pt x="50733" y="42343"/>
                    <a:pt x="50807" y="42956"/>
                  </a:cubicBezTo>
                  <a:cubicBezTo>
                    <a:pt x="50880" y="43715"/>
                    <a:pt x="50807" y="44573"/>
                    <a:pt x="50537" y="45602"/>
                  </a:cubicBezTo>
                  <a:cubicBezTo>
                    <a:pt x="50194" y="46926"/>
                    <a:pt x="49655" y="48078"/>
                    <a:pt x="48920" y="49009"/>
                  </a:cubicBezTo>
                  <a:cubicBezTo>
                    <a:pt x="48184" y="49965"/>
                    <a:pt x="47229" y="50676"/>
                    <a:pt x="46199" y="51019"/>
                  </a:cubicBezTo>
                  <a:cubicBezTo>
                    <a:pt x="45636" y="51215"/>
                    <a:pt x="44998" y="51313"/>
                    <a:pt x="44300" y="51313"/>
                  </a:cubicBezTo>
                  <a:cubicBezTo>
                    <a:pt x="43601" y="51313"/>
                    <a:pt x="42842" y="51215"/>
                    <a:pt x="42033" y="51019"/>
                  </a:cubicBezTo>
                  <a:cubicBezTo>
                    <a:pt x="39557" y="50431"/>
                    <a:pt x="37646" y="49083"/>
                    <a:pt x="36959" y="47392"/>
                  </a:cubicBezTo>
                  <a:cubicBezTo>
                    <a:pt x="36665" y="46681"/>
                    <a:pt x="36543" y="45774"/>
                    <a:pt x="36567" y="44720"/>
                  </a:cubicBezTo>
                  <a:cubicBezTo>
                    <a:pt x="36641" y="42588"/>
                    <a:pt x="37327" y="40627"/>
                    <a:pt x="38503" y="39181"/>
                  </a:cubicBezTo>
                  <a:cubicBezTo>
                    <a:pt x="39214" y="38323"/>
                    <a:pt x="40097" y="37662"/>
                    <a:pt x="41101" y="37220"/>
                  </a:cubicBezTo>
                  <a:cubicBezTo>
                    <a:pt x="41747" y="36947"/>
                    <a:pt x="42480" y="36810"/>
                    <a:pt x="43258" y="36810"/>
                  </a:cubicBezTo>
                  <a:close/>
                  <a:moveTo>
                    <a:pt x="41725" y="4081"/>
                  </a:moveTo>
                  <a:cubicBezTo>
                    <a:pt x="47056" y="4081"/>
                    <a:pt x="52654" y="5215"/>
                    <a:pt x="58086" y="7516"/>
                  </a:cubicBezTo>
                  <a:cubicBezTo>
                    <a:pt x="67473" y="11437"/>
                    <a:pt x="75316" y="18692"/>
                    <a:pt x="79580" y="27368"/>
                  </a:cubicBezTo>
                  <a:cubicBezTo>
                    <a:pt x="81369" y="31020"/>
                    <a:pt x="82497" y="34672"/>
                    <a:pt x="82913" y="38225"/>
                  </a:cubicBezTo>
                  <a:cubicBezTo>
                    <a:pt x="83428" y="42563"/>
                    <a:pt x="82987" y="47318"/>
                    <a:pt x="81565" y="52784"/>
                  </a:cubicBezTo>
                  <a:cubicBezTo>
                    <a:pt x="79727" y="59793"/>
                    <a:pt x="76860" y="65871"/>
                    <a:pt x="73012" y="70798"/>
                  </a:cubicBezTo>
                  <a:cubicBezTo>
                    <a:pt x="68747" y="76312"/>
                    <a:pt x="63331" y="80307"/>
                    <a:pt x="57375" y="82341"/>
                  </a:cubicBezTo>
                  <a:cubicBezTo>
                    <a:pt x="54023" y="83488"/>
                    <a:pt x="50360" y="84058"/>
                    <a:pt x="46409" y="84058"/>
                  </a:cubicBezTo>
                  <a:cubicBezTo>
                    <a:pt x="42676" y="84058"/>
                    <a:pt x="38686" y="83549"/>
                    <a:pt x="34460" y="82537"/>
                  </a:cubicBezTo>
                  <a:cubicBezTo>
                    <a:pt x="20833" y="79229"/>
                    <a:pt x="10686" y="71704"/>
                    <a:pt x="6642" y="61901"/>
                  </a:cubicBezTo>
                  <a:cubicBezTo>
                    <a:pt x="4877" y="57661"/>
                    <a:pt x="4118" y="52735"/>
                    <a:pt x="4289" y="46852"/>
                  </a:cubicBezTo>
                  <a:cubicBezTo>
                    <a:pt x="4632" y="35652"/>
                    <a:pt x="8333" y="25211"/>
                    <a:pt x="14730" y="17442"/>
                  </a:cubicBezTo>
                  <a:cubicBezTo>
                    <a:pt x="17843" y="13619"/>
                    <a:pt x="21690" y="10432"/>
                    <a:pt x="25955" y="8104"/>
                  </a:cubicBezTo>
                  <a:cubicBezTo>
                    <a:pt x="28798" y="17810"/>
                    <a:pt x="31420" y="27687"/>
                    <a:pt x="33749" y="37490"/>
                  </a:cubicBezTo>
                  <a:cubicBezTo>
                    <a:pt x="33847" y="37809"/>
                    <a:pt x="33994" y="38078"/>
                    <a:pt x="34165" y="38299"/>
                  </a:cubicBezTo>
                  <a:cubicBezTo>
                    <a:pt x="33136" y="40162"/>
                    <a:pt x="32548" y="42318"/>
                    <a:pt x="32474" y="44598"/>
                  </a:cubicBezTo>
                  <a:cubicBezTo>
                    <a:pt x="32425" y="46264"/>
                    <a:pt x="32670" y="47686"/>
                    <a:pt x="33185" y="48960"/>
                  </a:cubicBezTo>
                  <a:cubicBezTo>
                    <a:pt x="34386" y="51877"/>
                    <a:pt x="37254" y="54083"/>
                    <a:pt x="41052" y="55014"/>
                  </a:cubicBezTo>
                  <a:cubicBezTo>
                    <a:pt x="42180" y="55283"/>
                    <a:pt x="43258" y="55406"/>
                    <a:pt x="44288" y="55406"/>
                  </a:cubicBezTo>
                  <a:cubicBezTo>
                    <a:pt x="45439" y="55406"/>
                    <a:pt x="46518" y="55234"/>
                    <a:pt x="47547" y="54891"/>
                  </a:cubicBezTo>
                  <a:cubicBezTo>
                    <a:pt x="49312" y="54279"/>
                    <a:pt x="50905" y="53127"/>
                    <a:pt x="52155" y="51509"/>
                  </a:cubicBezTo>
                  <a:cubicBezTo>
                    <a:pt x="53209" y="50161"/>
                    <a:pt x="53993" y="48495"/>
                    <a:pt x="54483" y="46632"/>
                  </a:cubicBezTo>
                  <a:cubicBezTo>
                    <a:pt x="54900" y="45112"/>
                    <a:pt x="54998" y="43740"/>
                    <a:pt x="54851" y="42465"/>
                  </a:cubicBezTo>
                  <a:cubicBezTo>
                    <a:pt x="54728" y="41411"/>
                    <a:pt x="54410" y="40333"/>
                    <a:pt x="53895" y="39255"/>
                  </a:cubicBezTo>
                  <a:cubicBezTo>
                    <a:pt x="52670" y="36804"/>
                    <a:pt x="50464" y="34770"/>
                    <a:pt x="47841" y="33667"/>
                  </a:cubicBezTo>
                  <a:cubicBezTo>
                    <a:pt x="47449" y="33495"/>
                    <a:pt x="47033" y="33348"/>
                    <a:pt x="46640" y="33226"/>
                  </a:cubicBezTo>
                  <a:cubicBezTo>
                    <a:pt x="46640" y="33201"/>
                    <a:pt x="46640" y="33177"/>
                    <a:pt x="46640" y="33177"/>
                  </a:cubicBezTo>
                  <a:cubicBezTo>
                    <a:pt x="44067" y="23594"/>
                    <a:pt x="41616" y="13839"/>
                    <a:pt x="39337" y="4158"/>
                  </a:cubicBezTo>
                  <a:cubicBezTo>
                    <a:pt x="40126" y="4107"/>
                    <a:pt x="40922" y="4081"/>
                    <a:pt x="41725" y="4081"/>
                  </a:cubicBezTo>
                  <a:close/>
                  <a:moveTo>
                    <a:pt x="41772" y="0"/>
                  </a:moveTo>
                  <a:cubicBezTo>
                    <a:pt x="36685" y="0"/>
                    <a:pt x="31801" y="943"/>
                    <a:pt x="27425" y="2835"/>
                  </a:cubicBezTo>
                  <a:cubicBezTo>
                    <a:pt x="21323" y="5482"/>
                    <a:pt x="15833" y="9624"/>
                    <a:pt x="11568" y="14844"/>
                  </a:cubicBezTo>
                  <a:cubicBezTo>
                    <a:pt x="4608" y="23300"/>
                    <a:pt x="564" y="34623"/>
                    <a:pt x="196" y="46730"/>
                  </a:cubicBezTo>
                  <a:cubicBezTo>
                    <a:pt x="0" y="53200"/>
                    <a:pt x="882" y="58666"/>
                    <a:pt x="2843" y="63445"/>
                  </a:cubicBezTo>
                  <a:cubicBezTo>
                    <a:pt x="7402" y="74498"/>
                    <a:pt x="18578" y="82905"/>
                    <a:pt x="33504" y="86508"/>
                  </a:cubicBezTo>
                  <a:cubicBezTo>
                    <a:pt x="38038" y="87611"/>
                    <a:pt x="42327" y="88150"/>
                    <a:pt x="46395" y="88150"/>
                  </a:cubicBezTo>
                  <a:cubicBezTo>
                    <a:pt x="50807" y="88150"/>
                    <a:pt x="54924" y="87512"/>
                    <a:pt x="58699" y="86214"/>
                  </a:cubicBezTo>
                  <a:cubicBezTo>
                    <a:pt x="65414" y="83910"/>
                    <a:pt x="71468" y="79449"/>
                    <a:pt x="76247" y="73297"/>
                  </a:cubicBezTo>
                  <a:cubicBezTo>
                    <a:pt x="80413" y="67930"/>
                    <a:pt x="83526" y="61386"/>
                    <a:pt x="85511" y="53813"/>
                  </a:cubicBezTo>
                  <a:cubicBezTo>
                    <a:pt x="87080" y="47857"/>
                    <a:pt x="87546" y="42588"/>
                    <a:pt x="86982" y="37760"/>
                  </a:cubicBezTo>
                  <a:cubicBezTo>
                    <a:pt x="86516" y="33740"/>
                    <a:pt x="85266" y="29647"/>
                    <a:pt x="83256" y="25579"/>
                  </a:cubicBezTo>
                  <a:cubicBezTo>
                    <a:pt x="78551" y="15996"/>
                    <a:pt x="69973" y="8055"/>
                    <a:pt x="59679" y="3742"/>
                  </a:cubicBezTo>
                  <a:cubicBezTo>
                    <a:pt x="53751" y="1250"/>
                    <a:pt x="47627" y="0"/>
                    <a:pt x="4177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4" name="Google Shape;4144;p79"/>
          <p:cNvGrpSpPr/>
          <p:nvPr/>
        </p:nvGrpSpPr>
        <p:grpSpPr>
          <a:xfrm>
            <a:off x="1599099" y="1894932"/>
            <a:ext cx="488631" cy="282039"/>
            <a:chOff x="1180200" y="1338875"/>
            <a:chExt cx="5254100" cy="3032675"/>
          </a:xfrm>
        </p:grpSpPr>
        <p:sp>
          <p:nvSpPr>
            <p:cNvPr id="4145" name="Google Shape;4145;p79"/>
            <p:cNvSpPr/>
            <p:nvPr/>
          </p:nvSpPr>
          <p:spPr>
            <a:xfrm>
              <a:off x="1180200" y="1338875"/>
              <a:ext cx="5254100" cy="3032675"/>
            </a:xfrm>
            <a:custGeom>
              <a:avLst/>
              <a:gdLst/>
              <a:ahLst/>
              <a:cxnLst/>
              <a:rect l="l" t="t" r="r" b="b"/>
              <a:pathLst>
                <a:path w="210164" h="121307" extrusionOk="0">
                  <a:moveTo>
                    <a:pt x="161047" y="5992"/>
                  </a:moveTo>
                  <a:lnTo>
                    <a:pt x="161047" y="5992"/>
                  </a:lnTo>
                  <a:cubicBezTo>
                    <a:pt x="168498" y="6385"/>
                    <a:pt x="176316" y="6850"/>
                    <a:pt x="184625" y="7365"/>
                  </a:cubicBezTo>
                  <a:cubicBezTo>
                    <a:pt x="185679" y="7438"/>
                    <a:pt x="186757" y="7438"/>
                    <a:pt x="187909" y="7438"/>
                  </a:cubicBezTo>
                  <a:cubicBezTo>
                    <a:pt x="190801" y="7463"/>
                    <a:pt x="193816" y="7463"/>
                    <a:pt x="195899" y="8517"/>
                  </a:cubicBezTo>
                  <a:cubicBezTo>
                    <a:pt x="199012" y="10110"/>
                    <a:pt x="200948" y="13517"/>
                    <a:pt x="201830" y="18933"/>
                  </a:cubicBezTo>
                  <a:cubicBezTo>
                    <a:pt x="201855" y="19031"/>
                    <a:pt x="201855" y="19105"/>
                    <a:pt x="201879" y="19203"/>
                  </a:cubicBezTo>
                  <a:cubicBezTo>
                    <a:pt x="199472" y="19286"/>
                    <a:pt x="197157" y="19328"/>
                    <a:pt x="194924" y="19328"/>
                  </a:cubicBezTo>
                  <a:cubicBezTo>
                    <a:pt x="186017" y="19328"/>
                    <a:pt x="178410" y="18658"/>
                    <a:pt x="171415" y="17266"/>
                  </a:cubicBezTo>
                  <a:cubicBezTo>
                    <a:pt x="168596" y="16703"/>
                    <a:pt x="165753" y="15943"/>
                    <a:pt x="163964" y="14129"/>
                  </a:cubicBezTo>
                  <a:cubicBezTo>
                    <a:pt x="162101" y="12218"/>
                    <a:pt x="161464" y="9326"/>
                    <a:pt x="161047" y="5992"/>
                  </a:cubicBezTo>
                  <a:close/>
                  <a:moveTo>
                    <a:pt x="42989" y="5649"/>
                  </a:moveTo>
                  <a:lnTo>
                    <a:pt x="42989" y="5649"/>
                  </a:lnTo>
                  <a:cubicBezTo>
                    <a:pt x="42793" y="6090"/>
                    <a:pt x="42719" y="6605"/>
                    <a:pt x="42817" y="7095"/>
                  </a:cubicBezTo>
                  <a:cubicBezTo>
                    <a:pt x="43577" y="11360"/>
                    <a:pt x="40293" y="15600"/>
                    <a:pt x="36641" y="17585"/>
                  </a:cubicBezTo>
                  <a:cubicBezTo>
                    <a:pt x="32401" y="19913"/>
                    <a:pt x="27083" y="20355"/>
                    <a:pt x="22401" y="20747"/>
                  </a:cubicBezTo>
                  <a:lnTo>
                    <a:pt x="4731" y="22217"/>
                  </a:lnTo>
                  <a:cubicBezTo>
                    <a:pt x="4829" y="17830"/>
                    <a:pt x="5196" y="13737"/>
                    <a:pt x="7721" y="11139"/>
                  </a:cubicBezTo>
                  <a:cubicBezTo>
                    <a:pt x="10122" y="8688"/>
                    <a:pt x="13995" y="8100"/>
                    <a:pt x="18112" y="7684"/>
                  </a:cubicBezTo>
                  <a:cubicBezTo>
                    <a:pt x="26151" y="6875"/>
                    <a:pt x="34484" y="6188"/>
                    <a:pt x="42989" y="5649"/>
                  </a:cubicBezTo>
                  <a:close/>
                  <a:moveTo>
                    <a:pt x="94674" y="4089"/>
                  </a:moveTo>
                  <a:cubicBezTo>
                    <a:pt x="110127" y="4089"/>
                    <a:pt x="126494" y="4457"/>
                    <a:pt x="144087" y="5208"/>
                  </a:cubicBezTo>
                  <a:cubicBezTo>
                    <a:pt x="148254" y="5380"/>
                    <a:pt x="152518" y="5576"/>
                    <a:pt x="156881" y="5796"/>
                  </a:cubicBezTo>
                  <a:cubicBezTo>
                    <a:pt x="157298" y="9277"/>
                    <a:pt x="157959" y="13835"/>
                    <a:pt x="161047" y="16997"/>
                  </a:cubicBezTo>
                  <a:cubicBezTo>
                    <a:pt x="163621" y="19595"/>
                    <a:pt x="167175" y="20600"/>
                    <a:pt x="170630" y="21286"/>
                  </a:cubicBezTo>
                  <a:cubicBezTo>
                    <a:pt x="177910" y="22732"/>
                    <a:pt x="185801" y="23418"/>
                    <a:pt x="195017" y="23418"/>
                  </a:cubicBezTo>
                  <a:cubicBezTo>
                    <a:pt x="197369" y="23418"/>
                    <a:pt x="199820" y="23369"/>
                    <a:pt x="202369" y="23296"/>
                  </a:cubicBezTo>
                  <a:cubicBezTo>
                    <a:pt x="202418" y="23296"/>
                    <a:pt x="202443" y="23271"/>
                    <a:pt x="202492" y="23271"/>
                  </a:cubicBezTo>
                  <a:cubicBezTo>
                    <a:pt x="205580" y="44594"/>
                    <a:pt x="205874" y="66210"/>
                    <a:pt x="203423" y="87631"/>
                  </a:cubicBezTo>
                  <a:cubicBezTo>
                    <a:pt x="202492" y="95645"/>
                    <a:pt x="200507" y="105375"/>
                    <a:pt x="193301" y="109419"/>
                  </a:cubicBezTo>
                  <a:cubicBezTo>
                    <a:pt x="189625" y="111478"/>
                    <a:pt x="184919" y="111723"/>
                    <a:pt x="180753" y="111944"/>
                  </a:cubicBezTo>
                  <a:lnTo>
                    <a:pt x="127814" y="114664"/>
                  </a:lnTo>
                  <a:cubicBezTo>
                    <a:pt x="103567" y="115913"/>
                    <a:pt x="78569" y="117203"/>
                    <a:pt x="53836" y="117203"/>
                  </a:cubicBezTo>
                  <a:cubicBezTo>
                    <a:pt x="51394" y="117203"/>
                    <a:pt x="48954" y="117191"/>
                    <a:pt x="46518" y="117164"/>
                  </a:cubicBezTo>
                  <a:cubicBezTo>
                    <a:pt x="36592" y="117066"/>
                    <a:pt x="26029" y="116748"/>
                    <a:pt x="15833" y="114272"/>
                  </a:cubicBezTo>
                  <a:cubicBezTo>
                    <a:pt x="13480" y="113708"/>
                    <a:pt x="11103" y="112973"/>
                    <a:pt x="9534" y="111454"/>
                  </a:cubicBezTo>
                  <a:cubicBezTo>
                    <a:pt x="7304" y="109248"/>
                    <a:pt x="6789" y="105572"/>
                    <a:pt x="6471" y="101969"/>
                  </a:cubicBezTo>
                  <a:cubicBezTo>
                    <a:pt x="4191" y="76872"/>
                    <a:pt x="4387" y="51211"/>
                    <a:pt x="4682" y="26335"/>
                  </a:cubicBezTo>
                  <a:lnTo>
                    <a:pt x="22744" y="24815"/>
                  </a:lnTo>
                  <a:cubicBezTo>
                    <a:pt x="27842" y="24398"/>
                    <a:pt x="33602" y="23908"/>
                    <a:pt x="38602" y="21188"/>
                  </a:cubicBezTo>
                  <a:cubicBezTo>
                    <a:pt x="43185" y="18688"/>
                    <a:pt x="47596" y="13321"/>
                    <a:pt x="46959" y="7218"/>
                  </a:cubicBezTo>
                  <a:cubicBezTo>
                    <a:pt x="47229" y="6654"/>
                    <a:pt x="47229" y="5992"/>
                    <a:pt x="46935" y="5404"/>
                  </a:cubicBezTo>
                  <a:cubicBezTo>
                    <a:pt x="52425" y="5086"/>
                    <a:pt x="57988" y="4840"/>
                    <a:pt x="63601" y="4620"/>
                  </a:cubicBezTo>
                  <a:cubicBezTo>
                    <a:pt x="73584" y="4268"/>
                    <a:pt x="83907" y="4089"/>
                    <a:pt x="94674" y="4089"/>
                  </a:cubicBezTo>
                  <a:close/>
                  <a:moveTo>
                    <a:pt x="94970" y="1"/>
                  </a:moveTo>
                  <a:cubicBezTo>
                    <a:pt x="84045" y="1"/>
                    <a:pt x="73574" y="186"/>
                    <a:pt x="63454" y="551"/>
                  </a:cubicBezTo>
                  <a:cubicBezTo>
                    <a:pt x="47645" y="1115"/>
                    <a:pt x="32254" y="2145"/>
                    <a:pt x="17696" y="3615"/>
                  </a:cubicBezTo>
                  <a:cubicBezTo>
                    <a:pt x="13015" y="4081"/>
                    <a:pt x="8137" y="4840"/>
                    <a:pt x="4780" y="8272"/>
                  </a:cubicBezTo>
                  <a:cubicBezTo>
                    <a:pt x="1079" y="12071"/>
                    <a:pt x="711" y="17561"/>
                    <a:pt x="638" y="22830"/>
                  </a:cubicBezTo>
                  <a:cubicBezTo>
                    <a:pt x="319" y="48907"/>
                    <a:pt x="0" y="75867"/>
                    <a:pt x="2378" y="102336"/>
                  </a:cubicBezTo>
                  <a:cubicBezTo>
                    <a:pt x="2770" y="106699"/>
                    <a:pt x="3432" y="111209"/>
                    <a:pt x="6691" y="114370"/>
                  </a:cubicBezTo>
                  <a:cubicBezTo>
                    <a:pt x="8946" y="116576"/>
                    <a:pt x="11961" y="117532"/>
                    <a:pt x="14853" y="118243"/>
                  </a:cubicBezTo>
                  <a:cubicBezTo>
                    <a:pt x="25489" y="120841"/>
                    <a:pt x="36298" y="121159"/>
                    <a:pt x="46469" y="121257"/>
                  </a:cubicBezTo>
                  <a:cubicBezTo>
                    <a:pt x="48944" y="121282"/>
                    <a:pt x="51420" y="121306"/>
                    <a:pt x="53895" y="121306"/>
                  </a:cubicBezTo>
                  <a:cubicBezTo>
                    <a:pt x="78698" y="121306"/>
                    <a:pt x="103746" y="120007"/>
                    <a:pt x="128010" y="118757"/>
                  </a:cubicBezTo>
                  <a:lnTo>
                    <a:pt x="180973" y="116037"/>
                  </a:lnTo>
                  <a:cubicBezTo>
                    <a:pt x="185556" y="115792"/>
                    <a:pt x="190777" y="115522"/>
                    <a:pt x="195311" y="112973"/>
                  </a:cubicBezTo>
                  <a:cubicBezTo>
                    <a:pt x="204134" y="108047"/>
                    <a:pt x="206438" y="97092"/>
                    <a:pt x="207492" y="88097"/>
                  </a:cubicBezTo>
                  <a:cubicBezTo>
                    <a:pt x="210163" y="64862"/>
                    <a:pt x="209624" y="41359"/>
                    <a:pt x="205874" y="18271"/>
                  </a:cubicBezTo>
                  <a:cubicBezTo>
                    <a:pt x="204771" y="11482"/>
                    <a:pt x="202124" y="7095"/>
                    <a:pt x="197762" y="4890"/>
                  </a:cubicBezTo>
                  <a:cubicBezTo>
                    <a:pt x="194796" y="3370"/>
                    <a:pt x="191144" y="3370"/>
                    <a:pt x="187909" y="3345"/>
                  </a:cubicBezTo>
                  <a:cubicBezTo>
                    <a:pt x="186831" y="3345"/>
                    <a:pt x="185801" y="3345"/>
                    <a:pt x="184895" y="3296"/>
                  </a:cubicBezTo>
                  <a:cubicBezTo>
                    <a:pt x="169969" y="2341"/>
                    <a:pt x="156685" y="1630"/>
                    <a:pt x="144259" y="1115"/>
                  </a:cubicBezTo>
                  <a:cubicBezTo>
                    <a:pt x="126727" y="369"/>
                    <a:pt x="110395" y="1"/>
                    <a:pt x="9497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9"/>
            <p:cNvSpPr/>
            <p:nvPr/>
          </p:nvSpPr>
          <p:spPr>
            <a:xfrm>
              <a:off x="2479150" y="1755725"/>
              <a:ext cx="2471750" cy="2280650"/>
            </a:xfrm>
            <a:custGeom>
              <a:avLst/>
              <a:gdLst/>
              <a:ahLst/>
              <a:cxnLst/>
              <a:rect l="l" t="t" r="r" b="b"/>
              <a:pathLst>
                <a:path w="98870" h="91226" extrusionOk="0">
                  <a:moveTo>
                    <a:pt x="53686" y="4094"/>
                  </a:moveTo>
                  <a:cubicBezTo>
                    <a:pt x="57916" y="4094"/>
                    <a:pt x="62133" y="4120"/>
                    <a:pt x="66273" y="4146"/>
                  </a:cubicBezTo>
                  <a:cubicBezTo>
                    <a:pt x="70178" y="4175"/>
                    <a:pt x="74149" y="4203"/>
                    <a:pt x="78133" y="4203"/>
                  </a:cubicBezTo>
                  <a:cubicBezTo>
                    <a:pt x="81050" y="4203"/>
                    <a:pt x="83974" y="4188"/>
                    <a:pt x="86885" y="4146"/>
                  </a:cubicBezTo>
                  <a:cubicBezTo>
                    <a:pt x="87006" y="4146"/>
                    <a:pt x="87128" y="4146"/>
                    <a:pt x="87250" y="4146"/>
                  </a:cubicBezTo>
                  <a:cubicBezTo>
                    <a:pt x="88408" y="4146"/>
                    <a:pt x="89576" y="4166"/>
                    <a:pt x="90463" y="4587"/>
                  </a:cubicBezTo>
                  <a:cubicBezTo>
                    <a:pt x="92350" y="5519"/>
                    <a:pt x="93379" y="8239"/>
                    <a:pt x="93575" y="12969"/>
                  </a:cubicBezTo>
                  <a:cubicBezTo>
                    <a:pt x="94237" y="27650"/>
                    <a:pt x="94776" y="43287"/>
                    <a:pt x="93624" y="58752"/>
                  </a:cubicBezTo>
                  <a:cubicBezTo>
                    <a:pt x="93110" y="65933"/>
                    <a:pt x="92154" y="73506"/>
                    <a:pt x="88894" y="80050"/>
                  </a:cubicBezTo>
                  <a:cubicBezTo>
                    <a:pt x="88453" y="80957"/>
                    <a:pt x="87865" y="81986"/>
                    <a:pt x="87105" y="82721"/>
                  </a:cubicBezTo>
                  <a:cubicBezTo>
                    <a:pt x="85978" y="83800"/>
                    <a:pt x="84336" y="84363"/>
                    <a:pt x="82865" y="84780"/>
                  </a:cubicBezTo>
                  <a:cubicBezTo>
                    <a:pt x="78233" y="86079"/>
                    <a:pt x="73307" y="86422"/>
                    <a:pt x="68650" y="86667"/>
                  </a:cubicBezTo>
                  <a:cubicBezTo>
                    <a:pt x="62668" y="86968"/>
                    <a:pt x="56640" y="87121"/>
                    <a:pt x="50623" y="87121"/>
                  </a:cubicBezTo>
                  <a:cubicBezTo>
                    <a:pt x="46827" y="87121"/>
                    <a:pt x="43037" y="87060"/>
                    <a:pt x="39264" y="86937"/>
                  </a:cubicBezTo>
                  <a:cubicBezTo>
                    <a:pt x="30024" y="86618"/>
                    <a:pt x="20221" y="85883"/>
                    <a:pt x="11250" y="82746"/>
                  </a:cubicBezTo>
                  <a:cubicBezTo>
                    <a:pt x="8898" y="81937"/>
                    <a:pt x="6055" y="80712"/>
                    <a:pt x="4903" y="78432"/>
                  </a:cubicBezTo>
                  <a:cubicBezTo>
                    <a:pt x="4143" y="76913"/>
                    <a:pt x="4143" y="74854"/>
                    <a:pt x="4143" y="73040"/>
                  </a:cubicBezTo>
                  <a:lnTo>
                    <a:pt x="4094" y="26106"/>
                  </a:lnTo>
                  <a:cubicBezTo>
                    <a:pt x="4094" y="19832"/>
                    <a:pt x="4413" y="13386"/>
                    <a:pt x="8260" y="9489"/>
                  </a:cubicBezTo>
                  <a:cubicBezTo>
                    <a:pt x="11839" y="5886"/>
                    <a:pt x="17794" y="5225"/>
                    <a:pt x="23088" y="4906"/>
                  </a:cubicBezTo>
                  <a:cubicBezTo>
                    <a:pt x="29264" y="4538"/>
                    <a:pt x="35661" y="4293"/>
                    <a:pt x="42646" y="4171"/>
                  </a:cubicBezTo>
                  <a:cubicBezTo>
                    <a:pt x="46308" y="4114"/>
                    <a:pt x="50002" y="4094"/>
                    <a:pt x="53686" y="4094"/>
                  </a:cubicBezTo>
                  <a:close/>
                  <a:moveTo>
                    <a:pt x="53681" y="1"/>
                  </a:moveTo>
                  <a:cubicBezTo>
                    <a:pt x="49988" y="1"/>
                    <a:pt x="46282" y="21"/>
                    <a:pt x="42597" y="78"/>
                  </a:cubicBezTo>
                  <a:cubicBezTo>
                    <a:pt x="35539" y="200"/>
                    <a:pt x="29068" y="445"/>
                    <a:pt x="22819" y="838"/>
                  </a:cubicBezTo>
                  <a:cubicBezTo>
                    <a:pt x="16789" y="1205"/>
                    <a:pt x="9952" y="1965"/>
                    <a:pt x="5368" y="6622"/>
                  </a:cubicBezTo>
                  <a:cubicBezTo>
                    <a:pt x="418" y="11621"/>
                    <a:pt x="1" y="18974"/>
                    <a:pt x="1" y="26106"/>
                  </a:cubicBezTo>
                  <a:lnTo>
                    <a:pt x="50" y="73040"/>
                  </a:lnTo>
                  <a:cubicBezTo>
                    <a:pt x="50" y="75197"/>
                    <a:pt x="50" y="77869"/>
                    <a:pt x="1251" y="80270"/>
                  </a:cubicBezTo>
                  <a:cubicBezTo>
                    <a:pt x="3065" y="83849"/>
                    <a:pt x="6814" y="85540"/>
                    <a:pt x="9902" y="86618"/>
                  </a:cubicBezTo>
                  <a:cubicBezTo>
                    <a:pt x="19387" y="89951"/>
                    <a:pt x="29559" y="90687"/>
                    <a:pt x="39117" y="91030"/>
                  </a:cubicBezTo>
                  <a:cubicBezTo>
                    <a:pt x="42989" y="91152"/>
                    <a:pt x="46886" y="91226"/>
                    <a:pt x="50783" y="91226"/>
                  </a:cubicBezTo>
                  <a:cubicBezTo>
                    <a:pt x="56812" y="91226"/>
                    <a:pt x="62866" y="91054"/>
                    <a:pt x="68871" y="90736"/>
                  </a:cubicBezTo>
                  <a:cubicBezTo>
                    <a:pt x="73748" y="90491"/>
                    <a:pt x="78919" y="90123"/>
                    <a:pt x="83968" y="88726"/>
                  </a:cubicBezTo>
                  <a:cubicBezTo>
                    <a:pt x="85806" y="88211"/>
                    <a:pt x="88159" y="87403"/>
                    <a:pt x="89948" y="85687"/>
                  </a:cubicBezTo>
                  <a:cubicBezTo>
                    <a:pt x="91149" y="84510"/>
                    <a:pt x="91958" y="83089"/>
                    <a:pt x="92571" y="81864"/>
                  </a:cubicBezTo>
                  <a:cubicBezTo>
                    <a:pt x="96149" y="74682"/>
                    <a:pt x="97154" y="66668"/>
                    <a:pt x="97717" y="59070"/>
                  </a:cubicBezTo>
                  <a:cubicBezTo>
                    <a:pt x="98869" y="43360"/>
                    <a:pt x="98330" y="27601"/>
                    <a:pt x="97668" y="12798"/>
                  </a:cubicBezTo>
                  <a:cubicBezTo>
                    <a:pt x="97497" y="8729"/>
                    <a:pt x="96737" y="3068"/>
                    <a:pt x="92227" y="911"/>
                  </a:cubicBezTo>
                  <a:cubicBezTo>
                    <a:pt x="90486" y="75"/>
                    <a:pt x="88635" y="53"/>
                    <a:pt x="87090" y="53"/>
                  </a:cubicBezTo>
                  <a:cubicBezTo>
                    <a:pt x="87004" y="53"/>
                    <a:pt x="86919" y="53"/>
                    <a:pt x="86836" y="53"/>
                  </a:cubicBezTo>
                  <a:cubicBezTo>
                    <a:pt x="83945" y="95"/>
                    <a:pt x="81034" y="110"/>
                    <a:pt x="78126" y="110"/>
                  </a:cubicBezTo>
                  <a:cubicBezTo>
                    <a:pt x="74153" y="110"/>
                    <a:pt x="70188" y="82"/>
                    <a:pt x="66297" y="53"/>
                  </a:cubicBezTo>
                  <a:cubicBezTo>
                    <a:pt x="62144" y="27"/>
                    <a:pt x="57921" y="1"/>
                    <a:pt x="53681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9"/>
            <p:cNvSpPr/>
            <p:nvPr/>
          </p:nvSpPr>
          <p:spPr>
            <a:xfrm>
              <a:off x="1420375" y="2369725"/>
              <a:ext cx="1021425" cy="937525"/>
            </a:xfrm>
            <a:custGeom>
              <a:avLst/>
              <a:gdLst/>
              <a:ahLst/>
              <a:cxnLst/>
              <a:rect l="l" t="t" r="r" b="b"/>
              <a:pathLst>
                <a:path w="40857" h="37501" extrusionOk="0">
                  <a:moveTo>
                    <a:pt x="20637" y="4242"/>
                  </a:moveTo>
                  <a:cubicBezTo>
                    <a:pt x="22475" y="4463"/>
                    <a:pt x="24363" y="5026"/>
                    <a:pt x="26176" y="5933"/>
                  </a:cubicBezTo>
                  <a:cubicBezTo>
                    <a:pt x="27965" y="6840"/>
                    <a:pt x="29411" y="7771"/>
                    <a:pt x="30563" y="8825"/>
                  </a:cubicBezTo>
                  <a:cubicBezTo>
                    <a:pt x="32720" y="10737"/>
                    <a:pt x="34166" y="13433"/>
                    <a:pt x="34779" y="16276"/>
                  </a:cubicBezTo>
                  <a:cubicBezTo>
                    <a:pt x="34603" y="16272"/>
                    <a:pt x="34426" y="16270"/>
                    <a:pt x="34248" y="16270"/>
                  </a:cubicBezTo>
                  <a:cubicBezTo>
                    <a:pt x="33359" y="16270"/>
                    <a:pt x="32446" y="16321"/>
                    <a:pt x="31568" y="16423"/>
                  </a:cubicBezTo>
                  <a:cubicBezTo>
                    <a:pt x="30441" y="16545"/>
                    <a:pt x="29632" y="17550"/>
                    <a:pt x="29754" y="18678"/>
                  </a:cubicBezTo>
                  <a:cubicBezTo>
                    <a:pt x="29877" y="19732"/>
                    <a:pt x="30759" y="20491"/>
                    <a:pt x="31789" y="20491"/>
                  </a:cubicBezTo>
                  <a:lnTo>
                    <a:pt x="32034" y="20491"/>
                  </a:lnTo>
                  <a:cubicBezTo>
                    <a:pt x="32687" y="20408"/>
                    <a:pt x="33352" y="20370"/>
                    <a:pt x="34020" y="20370"/>
                  </a:cubicBezTo>
                  <a:cubicBezTo>
                    <a:pt x="34329" y="20370"/>
                    <a:pt x="34640" y="20378"/>
                    <a:pt x="34950" y="20393"/>
                  </a:cubicBezTo>
                  <a:cubicBezTo>
                    <a:pt x="34999" y="20393"/>
                    <a:pt x="35073" y="20369"/>
                    <a:pt x="35122" y="20369"/>
                  </a:cubicBezTo>
                  <a:cubicBezTo>
                    <a:pt x="35024" y="21962"/>
                    <a:pt x="34681" y="23530"/>
                    <a:pt x="34043" y="24976"/>
                  </a:cubicBezTo>
                  <a:cubicBezTo>
                    <a:pt x="32181" y="29216"/>
                    <a:pt x="27892" y="32378"/>
                    <a:pt x="23309" y="33187"/>
                  </a:cubicBezTo>
                  <a:cubicBezTo>
                    <a:pt x="23088" y="31839"/>
                    <a:pt x="22966" y="30466"/>
                    <a:pt x="22990" y="29118"/>
                  </a:cubicBezTo>
                  <a:cubicBezTo>
                    <a:pt x="22990" y="27967"/>
                    <a:pt x="22083" y="27060"/>
                    <a:pt x="20956" y="27035"/>
                  </a:cubicBezTo>
                  <a:lnTo>
                    <a:pt x="20931" y="27035"/>
                  </a:lnTo>
                  <a:cubicBezTo>
                    <a:pt x="19828" y="27035"/>
                    <a:pt x="18897" y="27942"/>
                    <a:pt x="18897" y="29069"/>
                  </a:cubicBezTo>
                  <a:cubicBezTo>
                    <a:pt x="18873" y="30466"/>
                    <a:pt x="18971" y="31888"/>
                    <a:pt x="19167" y="33260"/>
                  </a:cubicBezTo>
                  <a:cubicBezTo>
                    <a:pt x="17378" y="33015"/>
                    <a:pt x="15515" y="32427"/>
                    <a:pt x="13456" y="31471"/>
                  </a:cubicBezTo>
                  <a:cubicBezTo>
                    <a:pt x="11054" y="30368"/>
                    <a:pt x="9241" y="29118"/>
                    <a:pt x="7893" y="27648"/>
                  </a:cubicBezTo>
                  <a:cubicBezTo>
                    <a:pt x="6814" y="26496"/>
                    <a:pt x="5956" y="25074"/>
                    <a:pt x="5393" y="23530"/>
                  </a:cubicBezTo>
                  <a:cubicBezTo>
                    <a:pt x="6496" y="23359"/>
                    <a:pt x="7599" y="23236"/>
                    <a:pt x="8701" y="23163"/>
                  </a:cubicBezTo>
                  <a:cubicBezTo>
                    <a:pt x="9829" y="23089"/>
                    <a:pt x="10687" y="22109"/>
                    <a:pt x="10613" y="20982"/>
                  </a:cubicBezTo>
                  <a:cubicBezTo>
                    <a:pt x="10543" y="19899"/>
                    <a:pt x="9636" y="19065"/>
                    <a:pt x="8566" y="19065"/>
                  </a:cubicBezTo>
                  <a:cubicBezTo>
                    <a:pt x="8522" y="19065"/>
                    <a:pt x="8477" y="19067"/>
                    <a:pt x="8432" y="19070"/>
                  </a:cubicBezTo>
                  <a:cubicBezTo>
                    <a:pt x="7133" y="19168"/>
                    <a:pt x="5834" y="19315"/>
                    <a:pt x="4535" y="19536"/>
                  </a:cubicBezTo>
                  <a:cubicBezTo>
                    <a:pt x="4510" y="18751"/>
                    <a:pt x="4510" y="17991"/>
                    <a:pt x="4584" y="17207"/>
                  </a:cubicBezTo>
                  <a:cubicBezTo>
                    <a:pt x="4952" y="13776"/>
                    <a:pt x="6594" y="10418"/>
                    <a:pt x="9069" y="8016"/>
                  </a:cubicBezTo>
                  <a:cubicBezTo>
                    <a:pt x="11177" y="5982"/>
                    <a:pt x="13775" y="4732"/>
                    <a:pt x="16544" y="4291"/>
                  </a:cubicBezTo>
                  <a:lnTo>
                    <a:pt x="16544" y="4291"/>
                  </a:lnTo>
                  <a:cubicBezTo>
                    <a:pt x="16520" y="5541"/>
                    <a:pt x="16667" y="6766"/>
                    <a:pt x="16961" y="7992"/>
                  </a:cubicBezTo>
                  <a:cubicBezTo>
                    <a:pt x="17206" y="8923"/>
                    <a:pt x="18039" y="9511"/>
                    <a:pt x="18946" y="9511"/>
                  </a:cubicBezTo>
                  <a:cubicBezTo>
                    <a:pt x="19118" y="9511"/>
                    <a:pt x="19289" y="9511"/>
                    <a:pt x="19461" y="9462"/>
                  </a:cubicBezTo>
                  <a:cubicBezTo>
                    <a:pt x="20564" y="9168"/>
                    <a:pt x="21225" y="8065"/>
                    <a:pt x="20931" y="6963"/>
                  </a:cubicBezTo>
                  <a:cubicBezTo>
                    <a:pt x="20686" y="6056"/>
                    <a:pt x="20613" y="5149"/>
                    <a:pt x="20637" y="4242"/>
                  </a:cubicBezTo>
                  <a:close/>
                  <a:moveTo>
                    <a:pt x="18751" y="0"/>
                  </a:moveTo>
                  <a:cubicBezTo>
                    <a:pt x="14119" y="0"/>
                    <a:pt x="9710" y="1724"/>
                    <a:pt x="6226" y="5075"/>
                  </a:cubicBezTo>
                  <a:cubicBezTo>
                    <a:pt x="3064" y="8139"/>
                    <a:pt x="981" y="12403"/>
                    <a:pt x="515" y="16791"/>
                  </a:cubicBezTo>
                  <a:cubicBezTo>
                    <a:pt x="1" y="21815"/>
                    <a:pt x="1643" y="26913"/>
                    <a:pt x="4878" y="30442"/>
                  </a:cubicBezTo>
                  <a:cubicBezTo>
                    <a:pt x="6594" y="32280"/>
                    <a:pt x="8848" y="33849"/>
                    <a:pt x="11740" y="35197"/>
                  </a:cubicBezTo>
                  <a:cubicBezTo>
                    <a:pt x="14461" y="36471"/>
                    <a:pt x="16985" y="37182"/>
                    <a:pt x="19412" y="37427"/>
                  </a:cubicBezTo>
                  <a:cubicBezTo>
                    <a:pt x="19951" y="37476"/>
                    <a:pt x="20490" y="37500"/>
                    <a:pt x="21005" y="37500"/>
                  </a:cubicBezTo>
                  <a:cubicBezTo>
                    <a:pt x="28063" y="37500"/>
                    <a:pt x="34950" y="33113"/>
                    <a:pt x="37793" y="26619"/>
                  </a:cubicBezTo>
                  <a:cubicBezTo>
                    <a:pt x="40857" y="19634"/>
                    <a:pt x="38970" y="10859"/>
                    <a:pt x="33308" y="5786"/>
                  </a:cubicBezTo>
                  <a:cubicBezTo>
                    <a:pt x="31862" y="4487"/>
                    <a:pt x="30147" y="3335"/>
                    <a:pt x="28014" y="2281"/>
                  </a:cubicBezTo>
                  <a:cubicBezTo>
                    <a:pt x="24964" y="751"/>
                    <a:pt x="21809" y="0"/>
                    <a:pt x="1875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9"/>
            <p:cNvSpPr/>
            <p:nvPr/>
          </p:nvSpPr>
          <p:spPr>
            <a:xfrm>
              <a:off x="5053800" y="2106375"/>
              <a:ext cx="506150" cy="476025"/>
            </a:xfrm>
            <a:custGeom>
              <a:avLst/>
              <a:gdLst/>
              <a:ahLst/>
              <a:cxnLst/>
              <a:rect l="l" t="t" r="r" b="b"/>
              <a:pathLst>
                <a:path w="20246" h="19041" extrusionOk="0">
                  <a:moveTo>
                    <a:pt x="10467" y="4102"/>
                  </a:moveTo>
                  <a:cubicBezTo>
                    <a:pt x="11554" y="4102"/>
                    <a:pt x="12582" y="4390"/>
                    <a:pt x="13358" y="4973"/>
                  </a:cubicBezTo>
                  <a:cubicBezTo>
                    <a:pt x="15025" y="6222"/>
                    <a:pt x="15907" y="8771"/>
                    <a:pt x="15392" y="10904"/>
                  </a:cubicBezTo>
                  <a:cubicBezTo>
                    <a:pt x="15000" y="12595"/>
                    <a:pt x="13750" y="14065"/>
                    <a:pt x="12206" y="14629"/>
                  </a:cubicBezTo>
                  <a:cubicBezTo>
                    <a:pt x="11663" y="14835"/>
                    <a:pt x="11074" y="14937"/>
                    <a:pt x="10466" y="14937"/>
                  </a:cubicBezTo>
                  <a:cubicBezTo>
                    <a:pt x="9481" y="14937"/>
                    <a:pt x="8446" y="14669"/>
                    <a:pt x="7476" y="14139"/>
                  </a:cubicBezTo>
                  <a:cubicBezTo>
                    <a:pt x="6202" y="13453"/>
                    <a:pt x="4756" y="12056"/>
                    <a:pt x="4535" y="10217"/>
                  </a:cubicBezTo>
                  <a:cubicBezTo>
                    <a:pt x="4167" y="7203"/>
                    <a:pt x="6030" y="5659"/>
                    <a:pt x="7157" y="4997"/>
                  </a:cubicBezTo>
                  <a:cubicBezTo>
                    <a:pt x="8185" y="4403"/>
                    <a:pt x="9357" y="4102"/>
                    <a:pt x="10467" y="4102"/>
                  </a:cubicBezTo>
                  <a:close/>
                  <a:moveTo>
                    <a:pt x="10455" y="1"/>
                  </a:moveTo>
                  <a:cubicBezTo>
                    <a:pt x="8652" y="1"/>
                    <a:pt x="6792" y="480"/>
                    <a:pt x="5123" y="1443"/>
                  </a:cubicBezTo>
                  <a:cubicBezTo>
                    <a:pt x="1741" y="3404"/>
                    <a:pt x="1" y="6860"/>
                    <a:pt x="466" y="10708"/>
                  </a:cubicBezTo>
                  <a:cubicBezTo>
                    <a:pt x="810" y="13600"/>
                    <a:pt x="2721" y="16222"/>
                    <a:pt x="5540" y="17742"/>
                  </a:cubicBezTo>
                  <a:cubicBezTo>
                    <a:pt x="7108" y="18599"/>
                    <a:pt x="8824" y="19041"/>
                    <a:pt x="10491" y="19041"/>
                  </a:cubicBezTo>
                  <a:cubicBezTo>
                    <a:pt x="11569" y="19041"/>
                    <a:pt x="12647" y="18844"/>
                    <a:pt x="13652" y="18477"/>
                  </a:cubicBezTo>
                  <a:cubicBezTo>
                    <a:pt x="16471" y="17423"/>
                    <a:pt x="18676" y="14874"/>
                    <a:pt x="19387" y="11835"/>
                  </a:cubicBezTo>
                  <a:cubicBezTo>
                    <a:pt x="20245" y="8159"/>
                    <a:pt x="18750" y="3894"/>
                    <a:pt x="15809" y="1688"/>
                  </a:cubicBezTo>
                  <a:cubicBezTo>
                    <a:pt x="14303" y="566"/>
                    <a:pt x="12413" y="1"/>
                    <a:pt x="1045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9"/>
            <p:cNvSpPr/>
            <p:nvPr/>
          </p:nvSpPr>
          <p:spPr>
            <a:xfrm>
              <a:off x="5640175" y="2078200"/>
              <a:ext cx="506125" cy="475400"/>
            </a:xfrm>
            <a:custGeom>
              <a:avLst/>
              <a:gdLst/>
              <a:ahLst/>
              <a:cxnLst/>
              <a:rect l="l" t="t" r="r" b="b"/>
              <a:pathLst>
                <a:path w="20245" h="19016" extrusionOk="0">
                  <a:moveTo>
                    <a:pt x="10466" y="4090"/>
                  </a:moveTo>
                  <a:cubicBezTo>
                    <a:pt x="11569" y="4090"/>
                    <a:pt x="12574" y="4384"/>
                    <a:pt x="13358" y="4972"/>
                  </a:cubicBezTo>
                  <a:cubicBezTo>
                    <a:pt x="15025" y="6222"/>
                    <a:pt x="15907" y="8771"/>
                    <a:pt x="15417" y="10903"/>
                  </a:cubicBezTo>
                  <a:cubicBezTo>
                    <a:pt x="15000" y="12594"/>
                    <a:pt x="13750" y="14065"/>
                    <a:pt x="12231" y="14629"/>
                  </a:cubicBezTo>
                  <a:cubicBezTo>
                    <a:pt x="11687" y="14831"/>
                    <a:pt x="11105" y="14930"/>
                    <a:pt x="10506" y="14930"/>
                  </a:cubicBezTo>
                  <a:cubicBezTo>
                    <a:pt x="9511" y="14930"/>
                    <a:pt x="8470" y="14658"/>
                    <a:pt x="7476" y="14138"/>
                  </a:cubicBezTo>
                  <a:cubicBezTo>
                    <a:pt x="6201" y="13452"/>
                    <a:pt x="4755" y="12055"/>
                    <a:pt x="4535" y="10217"/>
                  </a:cubicBezTo>
                  <a:cubicBezTo>
                    <a:pt x="4167" y="7202"/>
                    <a:pt x="6030" y="5658"/>
                    <a:pt x="7182" y="4997"/>
                  </a:cubicBezTo>
                  <a:cubicBezTo>
                    <a:pt x="8187" y="4408"/>
                    <a:pt x="9363" y="4090"/>
                    <a:pt x="10466" y="4090"/>
                  </a:cubicBezTo>
                  <a:close/>
                  <a:moveTo>
                    <a:pt x="10464" y="0"/>
                  </a:moveTo>
                  <a:cubicBezTo>
                    <a:pt x="8664" y="0"/>
                    <a:pt x="6803" y="479"/>
                    <a:pt x="5123" y="1443"/>
                  </a:cubicBezTo>
                  <a:cubicBezTo>
                    <a:pt x="1741" y="3404"/>
                    <a:pt x="1" y="6859"/>
                    <a:pt x="466" y="10707"/>
                  </a:cubicBezTo>
                  <a:cubicBezTo>
                    <a:pt x="834" y="13599"/>
                    <a:pt x="2721" y="16222"/>
                    <a:pt x="5540" y="17741"/>
                  </a:cubicBezTo>
                  <a:cubicBezTo>
                    <a:pt x="7133" y="18599"/>
                    <a:pt x="8848" y="19016"/>
                    <a:pt x="10515" y="19016"/>
                  </a:cubicBezTo>
                  <a:cubicBezTo>
                    <a:pt x="11593" y="19016"/>
                    <a:pt x="12647" y="18844"/>
                    <a:pt x="13652" y="18476"/>
                  </a:cubicBezTo>
                  <a:cubicBezTo>
                    <a:pt x="16471" y="17423"/>
                    <a:pt x="18676" y="14874"/>
                    <a:pt x="19387" y="11835"/>
                  </a:cubicBezTo>
                  <a:cubicBezTo>
                    <a:pt x="20245" y="8158"/>
                    <a:pt x="18750" y="3894"/>
                    <a:pt x="15809" y="1688"/>
                  </a:cubicBezTo>
                  <a:cubicBezTo>
                    <a:pt x="14303" y="565"/>
                    <a:pt x="12419" y="0"/>
                    <a:pt x="1046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9"/>
            <p:cNvSpPr/>
            <p:nvPr/>
          </p:nvSpPr>
          <p:spPr>
            <a:xfrm>
              <a:off x="5020725" y="2692850"/>
              <a:ext cx="506125" cy="475925"/>
            </a:xfrm>
            <a:custGeom>
              <a:avLst/>
              <a:gdLst/>
              <a:ahLst/>
              <a:cxnLst/>
              <a:rect l="l" t="t" r="r" b="b"/>
              <a:pathLst>
                <a:path w="20245" h="19037" extrusionOk="0">
                  <a:moveTo>
                    <a:pt x="10462" y="4108"/>
                  </a:moveTo>
                  <a:cubicBezTo>
                    <a:pt x="11555" y="4108"/>
                    <a:pt x="12590" y="4396"/>
                    <a:pt x="13358" y="4968"/>
                  </a:cubicBezTo>
                  <a:cubicBezTo>
                    <a:pt x="15024" y="6218"/>
                    <a:pt x="15907" y="8767"/>
                    <a:pt x="15416" y="10924"/>
                  </a:cubicBezTo>
                  <a:cubicBezTo>
                    <a:pt x="15000" y="12615"/>
                    <a:pt x="13750" y="14061"/>
                    <a:pt x="12230" y="14649"/>
                  </a:cubicBezTo>
                  <a:cubicBezTo>
                    <a:pt x="11688" y="14842"/>
                    <a:pt x="11108" y="14939"/>
                    <a:pt x="10510" y="14939"/>
                  </a:cubicBezTo>
                  <a:cubicBezTo>
                    <a:pt x="9515" y="14939"/>
                    <a:pt x="8471" y="14671"/>
                    <a:pt x="7476" y="14135"/>
                  </a:cubicBezTo>
                  <a:cubicBezTo>
                    <a:pt x="6201" y="13448"/>
                    <a:pt x="4755" y="12051"/>
                    <a:pt x="4534" y="10213"/>
                  </a:cubicBezTo>
                  <a:cubicBezTo>
                    <a:pt x="4167" y="7223"/>
                    <a:pt x="6029" y="5655"/>
                    <a:pt x="7181" y="4993"/>
                  </a:cubicBezTo>
                  <a:cubicBezTo>
                    <a:pt x="8192" y="4402"/>
                    <a:pt x="9357" y="4108"/>
                    <a:pt x="10462" y="4108"/>
                  </a:cubicBezTo>
                  <a:close/>
                  <a:moveTo>
                    <a:pt x="10482" y="0"/>
                  </a:moveTo>
                  <a:cubicBezTo>
                    <a:pt x="8676" y="0"/>
                    <a:pt x="6808" y="485"/>
                    <a:pt x="5123" y="1464"/>
                  </a:cubicBezTo>
                  <a:cubicBezTo>
                    <a:pt x="1740" y="3400"/>
                    <a:pt x="0" y="6880"/>
                    <a:pt x="466" y="10728"/>
                  </a:cubicBezTo>
                  <a:cubicBezTo>
                    <a:pt x="834" y="13596"/>
                    <a:pt x="2721" y="16218"/>
                    <a:pt x="5539" y="17737"/>
                  </a:cubicBezTo>
                  <a:cubicBezTo>
                    <a:pt x="7132" y="18595"/>
                    <a:pt x="8848" y="19036"/>
                    <a:pt x="10515" y="19036"/>
                  </a:cubicBezTo>
                  <a:cubicBezTo>
                    <a:pt x="11593" y="19036"/>
                    <a:pt x="12647" y="18840"/>
                    <a:pt x="13652" y="18473"/>
                  </a:cubicBezTo>
                  <a:cubicBezTo>
                    <a:pt x="16470" y="17419"/>
                    <a:pt x="18676" y="14894"/>
                    <a:pt x="19387" y="11855"/>
                  </a:cubicBezTo>
                  <a:cubicBezTo>
                    <a:pt x="20245" y="8155"/>
                    <a:pt x="18750" y="3890"/>
                    <a:pt x="15808" y="1684"/>
                  </a:cubicBezTo>
                  <a:cubicBezTo>
                    <a:pt x="14308" y="565"/>
                    <a:pt x="12430" y="0"/>
                    <a:pt x="1048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9"/>
            <p:cNvSpPr/>
            <p:nvPr/>
          </p:nvSpPr>
          <p:spPr>
            <a:xfrm>
              <a:off x="5607100" y="2664650"/>
              <a:ext cx="506725" cy="475950"/>
            </a:xfrm>
            <a:custGeom>
              <a:avLst/>
              <a:gdLst/>
              <a:ahLst/>
              <a:cxnLst/>
              <a:rect l="l" t="t" r="r" b="b"/>
              <a:pathLst>
                <a:path w="20269" h="19038" extrusionOk="0">
                  <a:moveTo>
                    <a:pt x="10471" y="4108"/>
                  </a:moveTo>
                  <a:cubicBezTo>
                    <a:pt x="11561" y="4108"/>
                    <a:pt x="12590" y="4396"/>
                    <a:pt x="13358" y="4969"/>
                  </a:cubicBezTo>
                  <a:cubicBezTo>
                    <a:pt x="15024" y="6219"/>
                    <a:pt x="15906" y="8768"/>
                    <a:pt x="15416" y="10900"/>
                  </a:cubicBezTo>
                  <a:cubicBezTo>
                    <a:pt x="15024" y="12616"/>
                    <a:pt x="13774" y="14062"/>
                    <a:pt x="12230" y="14625"/>
                  </a:cubicBezTo>
                  <a:cubicBezTo>
                    <a:pt x="11678" y="14831"/>
                    <a:pt x="11087" y="14934"/>
                    <a:pt x="10478" y="14934"/>
                  </a:cubicBezTo>
                  <a:cubicBezTo>
                    <a:pt x="9492" y="14934"/>
                    <a:pt x="8460" y="14666"/>
                    <a:pt x="7475" y="14135"/>
                  </a:cubicBezTo>
                  <a:cubicBezTo>
                    <a:pt x="6201" y="13449"/>
                    <a:pt x="4755" y="12052"/>
                    <a:pt x="4534" y="10214"/>
                  </a:cubicBezTo>
                  <a:cubicBezTo>
                    <a:pt x="4167" y="7199"/>
                    <a:pt x="6029" y="5655"/>
                    <a:pt x="7181" y="4994"/>
                  </a:cubicBezTo>
                  <a:cubicBezTo>
                    <a:pt x="8204" y="4402"/>
                    <a:pt x="9369" y="4108"/>
                    <a:pt x="10471" y="4108"/>
                  </a:cubicBezTo>
                  <a:close/>
                  <a:moveTo>
                    <a:pt x="10482" y="1"/>
                  </a:moveTo>
                  <a:cubicBezTo>
                    <a:pt x="8676" y="1"/>
                    <a:pt x="6808" y="486"/>
                    <a:pt x="5123" y="1464"/>
                  </a:cubicBezTo>
                  <a:cubicBezTo>
                    <a:pt x="1740" y="3400"/>
                    <a:pt x="0" y="6881"/>
                    <a:pt x="490" y="10704"/>
                  </a:cubicBezTo>
                  <a:cubicBezTo>
                    <a:pt x="834" y="13596"/>
                    <a:pt x="2721" y="16219"/>
                    <a:pt x="5539" y="17738"/>
                  </a:cubicBezTo>
                  <a:cubicBezTo>
                    <a:pt x="7132" y="18596"/>
                    <a:pt x="8848" y="19037"/>
                    <a:pt x="10514" y="19037"/>
                  </a:cubicBezTo>
                  <a:cubicBezTo>
                    <a:pt x="11593" y="19037"/>
                    <a:pt x="12647" y="18841"/>
                    <a:pt x="13652" y="18473"/>
                  </a:cubicBezTo>
                  <a:cubicBezTo>
                    <a:pt x="16495" y="17419"/>
                    <a:pt x="18676" y="14871"/>
                    <a:pt x="19387" y="11856"/>
                  </a:cubicBezTo>
                  <a:cubicBezTo>
                    <a:pt x="20269" y="8155"/>
                    <a:pt x="18749" y="3891"/>
                    <a:pt x="15808" y="1685"/>
                  </a:cubicBezTo>
                  <a:cubicBezTo>
                    <a:pt x="14307" y="565"/>
                    <a:pt x="12430" y="1"/>
                    <a:pt x="104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9"/>
            <p:cNvSpPr/>
            <p:nvPr/>
          </p:nvSpPr>
          <p:spPr>
            <a:xfrm>
              <a:off x="1549050" y="3734900"/>
              <a:ext cx="688100" cy="108475"/>
            </a:xfrm>
            <a:custGeom>
              <a:avLst/>
              <a:gdLst/>
              <a:ahLst/>
              <a:cxnLst/>
              <a:rect l="l" t="t" r="r" b="b"/>
              <a:pathLst>
                <a:path w="27524" h="4339" extrusionOk="0">
                  <a:moveTo>
                    <a:pt x="25465" y="1"/>
                  </a:moveTo>
                  <a:lnTo>
                    <a:pt x="2035" y="246"/>
                  </a:lnTo>
                  <a:cubicBezTo>
                    <a:pt x="907" y="270"/>
                    <a:pt x="1" y="1201"/>
                    <a:pt x="1" y="2329"/>
                  </a:cubicBezTo>
                  <a:cubicBezTo>
                    <a:pt x="25" y="3456"/>
                    <a:pt x="932" y="4339"/>
                    <a:pt x="2059" y="4339"/>
                  </a:cubicBezTo>
                  <a:lnTo>
                    <a:pt x="25490" y="4094"/>
                  </a:lnTo>
                  <a:cubicBezTo>
                    <a:pt x="26617" y="4094"/>
                    <a:pt x="27524" y="3162"/>
                    <a:pt x="27524" y="2035"/>
                  </a:cubicBezTo>
                  <a:cubicBezTo>
                    <a:pt x="27499" y="907"/>
                    <a:pt x="26593" y="1"/>
                    <a:pt x="254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9"/>
            <p:cNvSpPr/>
            <p:nvPr/>
          </p:nvSpPr>
          <p:spPr>
            <a:xfrm>
              <a:off x="1586425" y="3942575"/>
              <a:ext cx="671575" cy="110350"/>
            </a:xfrm>
            <a:custGeom>
              <a:avLst/>
              <a:gdLst/>
              <a:ahLst/>
              <a:cxnLst/>
              <a:rect l="l" t="t" r="r" b="b"/>
              <a:pathLst>
                <a:path w="26863" h="4414" extrusionOk="0">
                  <a:moveTo>
                    <a:pt x="24748" y="0"/>
                  </a:moveTo>
                  <a:cubicBezTo>
                    <a:pt x="24718" y="0"/>
                    <a:pt x="24687" y="1"/>
                    <a:pt x="24656" y="2"/>
                  </a:cubicBezTo>
                  <a:cubicBezTo>
                    <a:pt x="20302" y="216"/>
                    <a:pt x="15922" y="331"/>
                    <a:pt x="11551" y="331"/>
                  </a:cubicBezTo>
                  <a:cubicBezTo>
                    <a:pt x="8419" y="331"/>
                    <a:pt x="5292" y="272"/>
                    <a:pt x="2182" y="149"/>
                  </a:cubicBezTo>
                  <a:cubicBezTo>
                    <a:pt x="2167" y="149"/>
                    <a:pt x="2151" y="149"/>
                    <a:pt x="2136" y="149"/>
                  </a:cubicBezTo>
                  <a:cubicBezTo>
                    <a:pt x="1029" y="149"/>
                    <a:pt x="98" y="1022"/>
                    <a:pt x="50" y="2134"/>
                  </a:cubicBezTo>
                  <a:cubicBezTo>
                    <a:pt x="1" y="3262"/>
                    <a:pt x="883" y="4218"/>
                    <a:pt x="2010" y="4242"/>
                  </a:cubicBezTo>
                  <a:cubicBezTo>
                    <a:pt x="5197" y="4365"/>
                    <a:pt x="8407" y="4414"/>
                    <a:pt x="11593" y="4414"/>
                  </a:cubicBezTo>
                  <a:cubicBezTo>
                    <a:pt x="16029" y="4414"/>
                    <a:pt x="20465" y="4316"/>
                    <a:pt x="24853" y="4095"/>
                  </a:cubicBezTo>
                  <a:cubicBezTo>
                    <a:pt x="25980" y="4021"/>
                    <a:pt x="26862" y="3066"/>
                    <a:pt x="26789" y="1938"/>
                  </a:cubicBezTo>
                  <a:cubicBezTo>
                    <a:pt x="26741" y="842"/>
                    <a:pt x="25835" y="0"/>
                    <a:pt x="24748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9"/>
            <p:cNvSpPr/>
            <p:nvPr/>
          </p:nvSpPr>
          <p:spPr>
            <a:xfrm>
              <a:off x="3355350" y="3608025"/>
              <a:ext cx="603550" cy="106675"/>
            </a:xfrm>
            <a:custGeom>
              <a:avLst/>
              <a:gdLst/>
              <a:ahLst/>
              <a:cxnLst/>
              <a:rect l="l" t="t" r="r" b="b"/>
              <a:pathLst>
                <a:path w="24142" h="4267" extrusionOk="0">
                  <a:moveTo>
                    <a:pt x="2070" y="0"/>
                  </a:moveTo>
                  <a:cubicBezTo>
                    <a:pt x="981" y="0"/>
                    <a:pt x="73" y="889"/>
                    <a:pt x="50" y="1987"/>
                  </a:cubicBezTo>
                  <a:cubicBezTo>
                    <a:pt x="0" y="3115"/>
                    <a:pt x="883" y="4046"/>
                    <a:pt x="2010" y="4095"/>
                  </a:cubicBezTo>
                  <a:cubicBezTo>
                    <a:pt x="5588" y="4218"/>
                    <a:pt x="9191" y="4267"/>
                    <a:pt x="12770" y="4267"/>
                  </a:cubicBezTo>
                  <a:cubicBezTo>
                    <a:pt x="15882" y="4267"/>
                    <a:pt x="19019" y="4218"/>
                    <a:pt x="22107" y="4144"/>
                  </a:cubicBezTo>
                  <a:cubicBezTo>
                    <a:pt x="23235" y="4095"/>
                    <a:pt x="24142" y="3164"/>
                    <a:pt x="24093" y="2036"/>
                  </a:cubicBezTo>
                  <a:cubicBezTo>
                    <a:pt x="24069" y="938"/>
                    <a:pt x="23161" y="49"/>
                    <a:pt x="22095" y="49"/>
                  </a:cubicBezTo>
                  <a:cubicBezTo>
                    <a:pt x="22066" y="49"/>
                    <a:pt x="22038" y="50"/>
                    <a:pt x="22009" y="51"/>
                  </a:cubicBezTo>
                  <a:cubicBezTo>
                    <a:pt x="18920" y="132"/>
                    <a:pt x="15814" y="174"/>
                    <a:pt x="12707" y="174"/>
                  </a:cubicBezTo>
                  <a:cubicBezTo>
                    <a:pt x="9185" y="174"/>
                    <a:pt x="5661" y="119"/>
                    <a:pt x="2157" y="2"/>
                  </a:cubicBezTo>
                  <a:cubicBezTo>
                    <a:pt x="2128" y="1"/>
                    <a:pt x="2099" y="0"/>
                    <a:pt x="207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9"/>
            <p:cNvSpPr/>
            <p:nvPr/>
          </p:nvSpPr>
          <p:spPr>
            <a:xfrm>
              <a:off x="2761625" y="2195750"/>
              <a:ext cx="1771400" cy="115825"/>
            </a:xfrm>
            <a:custGeom>
              <a:avLst/>
              <a:gdLst/>
              <a:ahLst/>
              <a:cxnLst/>
              <a:rect l="l" t="t" r="r" b="b"/>
              <a:pathLst>
                <a:path w="70856" h="4633" extrusionOk="0">
                  <a:moveTo>
                    <a:pt x="68769" y="0"/>
                  </a:moveTo>
                  <a:cubicBezTo>
                    <a:pt x="68754" y="0"/>
                    <a:pt x="68738" y="0"/>
                    <a:pt x="68723" y="1"/>
                  </a:cubicBezTo>
                  <a:cubicBezTo>
                    <a:pt x="55746" y="360"/>
                    <a:pt x="42667" y="543"/>
                    <a:pt x="29606" y="543"/>
                  </a:cubicBezTo>
                  <a:cubicBezTo>
                    <a:pt x="20417" y="543"/>
                    <a:pt x="11238" y="452"/>
                    <a:pt x="2108" y="270"/>
                  </a:cubicBezTo>
                  <a:cubicBezTo>
                    <a:pt x="2093" y="270"/>
                    <a:pt x="2078" y="270"/>
                    <a:pt x="2063" y="270"/>
                  </a:cubicBezTo>
                  <a:cubicBezTo>
                    <a:pt x="933" y="270"/>
                    <a:pt x="49" y="1167"/>
                    <a:pt x="25" y="2280"/>
                  </a:cubicBezTo>
                  <a:cubicBezTo>
                    <a:pt x="0" y="3407"/>
                    <a:pt x="907" y="4339"/>
                    <a:pt x="2035" y="4363"/>
                  </a:cubicBezTo>
                  <a:cubicBezTo>
                    <a:pt x="11275" y="4535"/>
                    <a:pt x="20588" y="4633"/>
                    <a:pt x="29901" y="4633"/>
                  </a:cubicBezTo>
                  <a:cubicBezTo>
                    <a:pt x="42915" y="4633"/>
                    <a:pt x="55930" y="4461"/>
                    <a:pt x="68846" y="4093"/>
                  </a:cubicBezTo>
                  <a:cubicBezTo>
                    <a:pt x="69973" y="4069"/>
                    <a:pt x="70855" y="3113"/>
                    <a:pt x="70831" y="1986"/>
                  </a:cubicBezTo>
                  <a:cubicBezTo>
                    <a:pt x="70807" y="874"/>
                    <a:pt x="69876" y="0"/>
                    <a:pt x="6876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79"/>
            <p:cNvSpPr/>
            <p:nvPr/>
          </p:nvSpPr>
          <p:spPr>
            <a:xfrm>
              <a:off x="2840675" y="2488625"/>
              <a:ext cx="1696025" cy="123800"/>
            </a:xfrm>
            <a:custGeom>
              <a:avLst/>
              <a:gdLst/>
              <a:ahLst/>
              <a:cxnLst/>
              <a:rect l="l" t="t" r="r" b="b"/>
              <a:pathLst>
                <a:path w="67841" h="4952" extrusionOk="0">
                  <a:moveTo>
                    <a:pt x="65757" y="1"/>
                  </a:moveTo>
                  <a:cubicBezTo>
                    <a:pt x="44631" y="197"/>
                    <a:pt x="23185" y="491"/>
                    <a:pt x="2034" y="859"/>
                  </a:cubicBezTo>
                  <a:cubicBezTo>
                    <a:pt x="907" y="883"/>
                    <a:pt x="0" y="1814"/>
                    <a:pt x="25" y="2942"/>
                  </a:cubicBezTo>
                  <a:cubicBezTo>
                    <a:pt x="49" y="4069"/>
                    <a:pt x="956" y="4951"/>
                    <a:pt x="2083" y="4951"/>
                  </a:cubicBezTo>
                  <a:lnTo>
                    <a:pt x="2108" y="4951"/>
                  </a:lnTo>
                  <a:cubicBezTo>
                    <a:pt x="23259" y="4584"/>
                    <a:pt x="44680" y="4290"/>
                    <a:pt x="65806" y="4094"/>
                  </a:cubicBezTo>
                  <a:cubicBezTo>
                    <a:pt x="66934" y="4069"/>
                    <a:pt x="67840" y="3162"/>
                    <a:pt x="67816" y="2035"/>
                  </a:cubicBezTo>
                  <a:cubicBezTo>
                    <a:pt x="67816" y="908"/>
                    <a:pt x="66909" y="1"/>
                    <a:pt x="657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9"/>
            <p:cNvSpPr/>
            <p:nvPr/>
          </p:nvSpPr>
          <p:spPr>
            <a:xfrm>
              <a:off x="3754225" y="3336175"/>
              <a:ext cx="139125" cy="129150"/>
            </a:xfrm>
            <a:custGeom>
              <a:avLst/>
              <a:gdLst/>
              <a:ahLst/>
              <a:cxnLst/>
              <a:rect l="l" t="t" r="r" b="b"/>
              <a:pathLst>
                <a:path w="5565" h="5166" extrusionOk="0">
                  <a:moveTo>
                    <a:pt x="3319" y="0"/>
                  </a:moveTo>
                  <a:cubicBezTo>
                    <a:pt x="2795" y="0"/>
                    <a:pt x="2268" y="203"/>
                    <a:pt x="1863" y="607"/>
                  </a:cubicBezTo>
                  <a:lnTo>
                    <a:pt x="785" y="1685"/>
                  </a:lnTo>
                  <a:cubicBezTo>
                    <a:pt x="1" y="2470"/>
                    <a:pt x="1" y="3769"/>
                    <a:pt x="785" y="4577"/>
                  </a:cubicBezTo>
                  <a:cubicBezTo>
                    <a:pt x="1177" y="4970"/>
                    <a:pt x="1716" y="5166"/>
                    <a:pt x="2231" y="5166"/>
                  </a:cubicBezTo>
                  <a:cubicBezTo>
                    <a:pt x="2770" y="5166"/>
                    <a:pt x="3285" y="4970"/>
                    <a:pt x="3677" y="4577"/>
                  </a:cubicBezTo>
                  <a:lnTo>
                    <a:pt x="4755" y="3499"/>
                  </a:lnTo>
                  <a:cubicBezTo>
                    <a:pt x="5564" y="2690"/>
                    <a:pt x="5564" y="1391"/>
                    <a:pt x="4755" y="607"/>
                  </a:cubicBezTo>
                  <a:cubicBezTo>
                    <a:pt x="4363" y="203"/>
                    <a:pt x="3842" y="0"/>
                    <a:pt x="331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9"/>
            <p:cNvSpPr/>
            <p:nvPr/>
          </p:nvSpPr>
          <p:spPr>
            <a:xfrm>
              <a:off x="2761000" y="2793900"/>
              <a:ext cx="708350" cy="107125"/>
            </a:xfrm>
            <a:custGeom>
              <a:avLst/>
              <a:gdLst/>
              <a:ahLst/>
              <a:cxnLst/>
              <a:rect l="l" t="t" r="r" b="b"/>
              <a:pathLst>
                <a:path w="28334" h="4285" extrusionOk="0">
                  <a:moveTo>
                    <a:pt x="16194" y="0"/>
                  </a:moveTo>
                  <a:cubicBezTo>
                    <a:pt x="11459" y="0"/>
                    <a:pt x="6718" y="62"/>
                    <a:pt x="2011" y="191"/>
                  </a:cubicBezTo>
                  <a:cubicBezTo>
                    <a:pt x="883" y="216"/>
                    <a:pt x="1" y="1147"/>
                    <a:pt x="25" y="2274"/>
                  </a:cubicBezTo>
                  <a:cubicBezTo>
                    <a:pt x="50" y="3402"/>
                    <a:pt x="957" y="4284"/>
                    <a:pt x="2060" y="4284"/>
                  </a:cubicBezTo>
                  <a:lnTo>
                    <a:pt x="2109" y="4284"/>
                  </a:lnTo>
                  <a:cubicBezTo>
                    <a:pt x="6788" y="4155"/>
                    <a:pt x="11500" y="4093"/>
                    <a:pt x="16201" y="4093"/>
                  </a:cubicBezTo>
                  <a:cubicBezTo>
                    <a:pt x="19553" y="4093"/>
                    <a:pt x="22900" y="4125"/>
                    <a:pt x="26225" y="4186"/>
                  </a:cubicBezTo>
                  <a:cubicBezTo>
                    <a:pt x="27377" y="4186"/>
                    <a:pt x="28284" y="3304"/>
                    <a:pt x="28309" y="2176"/>
                  </a:cubicBezTo>
                  <a:cubicBezTo>
                    <a:pt x="28333" y="1024"/>
                    <a:pt x="27426" y="93"/>
                    <a:pt x="26299" y="93"/>
                  </a:cubicBezTo>
                  <a:cubicBezTo>
                    <a:pt x="22943" y="32"/>
                    <a:pt x="19570" y="0"/>
                    <a:pt x="1619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9"/>
            <p:cNvSpPr/>
            <p:nvPr/>
          </p:nvSpPr>
          <p:spPr>
            <a:xfrm>
              <a:off x="3713800" y="2767400"/>
              <a:ext cx="856600" cy="113400"/>
            </a:xfrm>
            <a:custGeom>
              <a:avLst/>
              <a:gdLst/>
              <a:ahLst/>
              <a:cxnLst/>
              <a:rect l="l" t="t" r="r" b="b"/>
              <a:pathLst>
                <a:path w="34264" h="4536" extrusionOk="0">
                  <a:moveTo>
                    <a:pt x="32178" y="1"/>
                  </a:moveTo>
                  <a:cubicBezTo>
                    <a:pt x="32163" y="1"/>
                    <a:pt x="32147" y="1"/>
                    <a:pt x="32131" y="1"/>
                  </a:cubicBezTo>
                  <a:cubicBezTo>
                    <a:pt x="22869" y="297"/>
                    <a:pt x="13479" y="445"/>
                    <a:pt x="4199" y="445"/>
                  </a:cubicBezTo>
                  <a:cubicBezTo>
                    <a:pt x="3485" y="445"/>
                    <a:pt x="2771" y="444"/>
                    <a:pt x="2059" y="442"/>
                  </a:cubicBezTo>
                  <a:cubicBezTo>
                    <a:pt x="931" y="442"/>
                    <a:pt x="0" y="1374"/>
                    <a:pt x="0" y="2501"/>
                  </a:cubicBezTo>
                  <a:cubicBezTo>
                    <a:pt x="0" y="3629"/>
                    <a:pt x="907" y="4535"/>
                    <a:pt x="2059" y="4535"/>
                  </a:cubicBezTo>
                  <a:lnTo>
                    <a:pt x="3774" y="4535"/>
                  </a:lnTo>
                  <a:cubicBezTo>
                    <a:pt x="13235" y="4535"/>
                    <a:pt x="22818" y="4388"/>
                    <a:pt x="32254" y="4094"/>
                  </a:cubicBezTo>
                  <a:cubicBezTo>
                    <a:pt x="33381" y="4045"/>
                    <a:pt x="34263" y="3114"/>
                    <a:pt x="34239" y="1986"/>
                  </a:cubicBezTo>
                  <a:cubicBezTo>
                    <a:pt x="34191" y="851"/>
                    <a:pt x="33284" y="1"/>
                    <a:pt x="3217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4" name="Google Shape;4164;p80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your main notes</a:t>
            </a:r>
            <a:endParaRPr/>
          </a:p>
        </p:txBody>
      </p:sp>
      <p:sp>
        <p:nvSpPr>
          <p:cNvPr id="4165" name="Google Shape;4165;p80"/>
          <p:cNvSpPr/>
          <p:nvPr/>
        </p:nvSpPr>
        <p:spPr>
          <a:xfrm>
            <a:off x="1119800" y="2607778"/>
            <a:ext cx="1359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Math</a:t>
            </a:r>
            <a:endParaRPr sz="1500" b="1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166" name="Google Shape;4166;p80"/>
          <p:cNvSpPr/>
          <p:nvPr/>
        </p:nvSpPr>
        <p:spPr>
          <a:xfrm>
            <a:off x="1048375" y="1716625"/>
            <a:ext cx="14955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dk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Subject</a:t>
            </a:r>
            <a:endParaRPr sz="1100" b="1">
              <a:solidFill>
                <a:schemeClr val="dk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sp>
        <p:nvSpPr>
          <p:cNvPr id="4167" name="Google Shape;4167;p80"/>
          <p:cNvSpPr/>
          <p:nvPr/>
        </p:nvSpPr>
        <p:spPr>
          <a:xfrm>
            <a:off x="1116475" y="3682912"/>
            <a:ext cx="1359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Drawing </a:t>
            </a:r>
            <a:endParaRPr sz="1500" b="1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graphicFrame>
        <p:nvGraphicFramePr>
          <p:cNvPr id="4168" name="Google Shape;4168;p80"/>
          <p:cNvGraphicFramePr/>
          <p:nvPr/>
        </p:nvGraphicFramePr>
        <p:xfrm>
          <a:off x="2710899" y="230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{65F5CB78-5013-4C55-B3E4-6EDFE824B088}</a:tableStyleId>
              </a:tblPr>
              <a:tblGrid>
                <a:gridCol w="143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31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elius Swash Caps"/>
                          <a:ea typeface="Delius Swash Caps"/>
                          <a:cs typeface="Delius Swash Caps"/>
                          <a:sym typeface="Delius Swash Caps"/>
                        </a:rPr>
                        <a:t>Insert your text here!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elius Swash Caps"/>
                          <a:ea typeface="Delius Swash Caps"/>
                          <a:cs typeface="Delius Swash Caps"/>
                          <a:sym typeface="Delius Swash Caps"/>
                        </a:rPr>
                        <a:t>Insert your text here!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elius Swash Caps"/>
                          <a:ea typeface="Delius Swash Caps"/>
                          <a:cs typeface="Delius Swash Caps"/>
                          <a:sym typeface="Delius Swash Caps"/>
                        </a:rPr>
                        <a:t>Insert your text here!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elius Swash Caps"/>
                          <a:ea typeface="Delius Swash Caps"/>
                          <a:cs typeface="Delius Swash Caps"/>
                          <a:sym typeface="Delius Swash Caps"/>
                        </a:rPr>
                        <a:t>Insert your text here!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elius Swash Caps"/>
                          <a:ea typeface="Delius Swash Caps"/>
                          <a:cs typeface="Delius Swash Caps"/>
                          <a:sym typeface="Delius Swash Caps"/>
                        </a:rPr>
                        <a:t>Insert your text here!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elius Swash Caps"/>
                          <a:ea typeface="Delius Swash Caps"/>
                          <a:cs typeface="Delius Swash Caps"/>
                          <a:sym typeface="Delius Swash Caps"/>
                        </a:rPr>
                        <a:t>Insert your text here!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elius Swash Caps"/>
                          <a:ea typeface="Delius Swash Caps"/>
                          <a:cs typeface="Delius Swash Caps"/>
                          <a:sym typeface="Delius Swash Caps"/>
                        </a:rPr>
                        <a:t>Insert your text here!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Delius Swash Caps"/>
                          <a:ea typeface="Delius Swash Caps"/>
                          <a:cs typeface="Delius Swash Caps"/>
                          <a:sym typeface="Delius Swash Caps"/>
                        </a:rPr>
                        <a:t>Insert your text here!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69" name="Google Shape;4169;p80"/>
          <p:cNvSpPr/>
          <p:nvPr/>
        </p:nvSpPr>
        <p:spPr>
          <a:xfrm>
            <a:off x="4281129" y="1716625"/>
            <a:ext cx="2407500" cy="20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dk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Next activities</a:t>
            </a:r>
            <a:endParaRPr sz="1100" b="1">
              <a:solidFill>
                <a:schemeClr val="dk1"/>
              </a:solidFill>
              <a:latin typeface="Hind Siliguri"/>
              <a:ea typeface="Hind Siliguri"/>
              <a:cs typeface="Hind Siliguri"/>
              <a:sym typeface="Hind Siliguri"/>
            </a:endParaRPr>
          </a:p>
        </p:txBody>
      </p:sp>
      <p:grpSp>
        <p:nvGrpSpPr>
          <p:cNvPr id="4170" name="Google Shape;4170;p80"/>
          <p:cNvGrpSpPr/>
          <p:nvPr/>
        </p:nvGrpSpPr>
        <p:grpSpPr>
          <a:xfrm rot="1434405">
            <a:off x="-637249" y="2417805"/>
            <a:ext cx="1653827" cy="539960"/>
            <a:chOff x="2564525" y="5223525"/>
            <a:chExt cx="2556110" cy="834547"/>
          </a:xfrm>
        </p:grpSpPr>
        <p:sp>
          <p:nvSpPr>
            <p:cNvPr id="4171" name="Google Shape;4171;p80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80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80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80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80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80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80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80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80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80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1" name="Google Shape;4181;p80"/>
          <p:cNvGrpSpPr/>
          <p:nvPr/>
        </p:nvGrpSpPr>
        <p:grpSpPr>
          <a:xfrm rot="375986">
            <a:off x="8617414" y="2132848"/>
            <a:ext cx="1719436" cy="916246"/>
            <a:chOff x="7463504" y="3075665"/>
            <a:chExt cx="2603050" cy="1387103"/>
          </a:xfrm>
        </p:grpSpPr>
        <p:sp>
          <p:nvSpPr>
            <p:cNvPr id="4182" name="Google Shape;4182;p80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80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80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80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80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80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80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80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80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80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80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80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80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80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80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80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80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80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80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80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80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80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80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80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80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80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80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80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80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80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80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80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80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9" name="Google Shape;4219;p81"/>
          <p:cNvSpPr txBox="1">
            <a:spLocks noGrp="1"/>
          </p:cNvSpPr>
          <p:nvPr>
            <p:ph type="title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a graph</a:t>
            </a:r>
            <a:endParaRPr/>
          </a:p>
        </p:txBody>
      </p:sp>
      <p:sp>
        <p:nvSpPr>
          <p:cNvPr id="4220" name="Google Shape;4220;p81"/>
          <p:cNvSpPr txBox="1"/>
          <p:nvPr/>
        </p:nvSpPr>
        <p:spPr>
          <a:xfrm>
            <a:off x="5298250" y="4111650"/>
            <a:ext cx="305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Delius Swash Caps"/>
                <a:ea typeface="Delius Swash Caps"/>
                <a:cs typeface="Delius Swash Caps"/>
                <a:sym typeface="Delius Swash Cap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221" name="Google Shape;4221;p81"/>
          <p:cNvSpPr txBox="1"/>
          <p:nvPr/>
        </p:nvSpPr>
        <p:spPr>
          <a:xfrm>
            <a:off x="3051607" y="2426775"/>
            <a:ext cx="2039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Mars is actually a very cold place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222" name="Google Shape;4222;p81"/>
          <p:cNvSpPr txBox="1"/>
          <p:nvPr/>
        </p:nvSpPr>
        <p:spPr>
          <a:xfrm>
            <a:off x="3051607" y="4170977"/>
            <a:ext cx="2039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It’s the farthest planet from the Sun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223" name="Google Shape;4223;p81"/>
          <p:cNvSpPr txBox="1"/>
          <p:nvPr/>
        </p:nvSpPr>
        <p:spPr>
          <a:xfrm>
            <a:off x="3051607" y="1840250"/>
            <a:ext cx="175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accent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Mars</a:t>
            </a:r>
            <a:endParaRPr sz="3100" b="1">
              <a:solidFill>
                <a:schemeClr val="dk1"/>
              </a:solidFill>
              <a:highlight>
                <a:schemeClr val="accent2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24" name="Google Shape;4224;p81"/>
          <p:cNvSpPr txBox="1"/>
          <p:nvPr/>
        </p:nvSpPr>
        <p:spPr>
          <a:xfrm>
            <a:off x="3051607" y="3584452"/>
            <a:ext cx="175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accent3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Neptune</a:t>
            </a:r>
            <a:endParaRPr sz="3100" b="1">
              <a:solidFill>
                <a:schemeClr val="dk1"/>
              </a:solidFill>
              <a:highlight>
                <a:schemeClr val="accent3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25" name="Google Shape;4225;p81"/>
          <p:cNvSpPr txBox="1"/>
          <p:nvPr/>
        </p:nvSpPr>
        <p:spPr>
          <a:xfrm>
            <a:off x="910825" y="1840250"/>
            <a:ext cx="175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dk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Venus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26" name="Google Shape;4226;p81"/>
          <p:cNvSpPr txBox="1"/>
          <p:nvPr/>
        </p:nvSpPr>
        <p:spPr>
          <a:xfrm>
            <a:off x="910825" y="2426775"/>
            <a:ext cx="2039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Venus is the second planet from the Sun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227" name="Google Shape;4227;p81"/>
          <p:cNvSpPr txBox="1"/>
          <p:nvPr/>
        </p:nvSpPr>
        <p:spPr>
          <a:xfrm>
            <a:off x="910825" y="3584452"/>
            <a:ext cx="175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highlight>
                  <a:schemeClr val="lt2"/>
                </a:highlight>
                <a:latin typeface="Dancing Script"/>
                <a:ea typeface="Dancing Script"/>
                <a:cs typeface="Dancing Script"/>
                <a:sym typeface="Dancing Script"/>
              </a:rPr>
              <a:t>Saturn</a:t>
            </a:r>
            <a:endParaRPr sz="3100" b="1">
              <a:solidFill>
                <a:schemeClr val="dk1"/>
              </a:solidFill>
              <a:highlight>
                <a:schemeClr val="lt2"/>
              </a:highlight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28" name="Google Shape;4228;p81"/>
          <p:cNvSpPr txBox="1"/>
          <p:nvPr/>
        </p:nvSpPr>
        <p:spPr>
          <a:xfrm>
            <a:off x="910825" y="4170977"/>
            <a:ext cx="2039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It’s composed of hydrogen and helium</a:t>
            </a:r>
            <a:endParaRPr sz="15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grpSp>
        <p:nvGrpSpPr>
          <p:cNvPr id="4229" name="Google Shape;4229;p81"/>
          <p:cNvGrpSpPr/>
          <p:nvPr/>
        </p:nvGrpSpPr>
        <p:grpSpPr>
          <a:xfrm rot="-1062919">
            <a:off x="-963402" y="3433594"/>
            <a:ext cx="1654020" cy="540023"/>
            <a:chOff x="2564525" y="5223525"/>
            <a:chExt cx="2556110" cy="834547"/>
          </a:xfrm>
        </p:grpSpPr>
        <p:sp>
          <p:nvSpPr>
            <p:cNvPr id="4230" name="Google Shape;4230;p81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81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81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81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81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81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81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81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81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81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0" name="Google Shape;4240;p81"/>
          <p:cNvGrpSpPr/>
          <p:nvPr/>
        </p:nvGrpSpPr>
        <p:grpSpPr>
          <a:xfrm rot="1358433">
            <a:off x="8208554" y="247246"/>
            <a:ext cx="1719595" cy="916331"/>
            <a:chOff x="7463504" y="3075665"/>
            <a:chExt cx="2603050" cy="1387103"/>
          </a:xfrm>
        </p:grpSpPr>
        <p:sp>
          <p:nvSpPr>
            <p:cNvPr id="4241" name="Google Shape;4241;p81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81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81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81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81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81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81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81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81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81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81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81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81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81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81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81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81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81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81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81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81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81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81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81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81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81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81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81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81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81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81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81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81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274" name="Google Shape;4274;p81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3888" y="1211373"/>
            <a:ext cx="3231876" cy="2666628"/>
          </a:xfrm>
          <a:prstGeom prst="rect">
            <a:avLst/>
          </a:prstGeom>
          <a:noFill/>
          <a:ln>
            <a:noFill/>
          </a:ln>
        </p:spPr>
      </p:pic>
      <p:sp>
        <p:nvSpPr>
          <p:cNvPr id="4275" name="Google Shape;4275;p81"/>
          <p:cNvSpPr txBox="1"/>
          <p:nvPr/>
        </p:nvSpPr>
        <p:spPr>
          <a:xfrm>
            <a:off x="3051607" y="3025265"/>
            <a:ext cx="175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36%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76" name="Google Shape;4276;p81"/>
          <p:cNvSpPr txBox="1"/>
          <p:nvPr/>
        </p:nvSpPr>
        <p:spPr>
          <a:xfrm>
            <a:off x="910825" y="3025265"/>
            <a:ext cx="175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30%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77" name="Google Shape;4277;p81"/>
          <p:cNvSpPr txBox="1"/>
          <p:nvPr/>
        </p:nvSpPr>
        <p:spPr>
          <a:xfrm>
            <a:off x="3051607" y="1308400"/>
            <a:ext cx="175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22%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78" name="Google Shape;4278;p81"/>
          <p:cNvSpPr txBox="1"/>
          <p:nvPr/>
        </p:nvSpPr>
        <p:spPr>
          <a:xfrm>
            <a:off x="910825" y="1308400"/>
            <a:ext cx="1753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>
                <a:solidFill>
                  <a:schemeClr val="dk1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12%</a:t>
            </a:r>
            <a:endParaRPr sz="3100" b="1">
              <a:solidFill>
                <a:schemeClr val="dk1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p82"/>
          <p:cNvSpPr txBox="1">
            <a:spLocks noGrp="1"/>
          </p:cNvSpPr>
          <p:nvPr>
            <p:ph type="title" idx="2"/>
          </p:nvPr>
        </p:nvSpPr>
        <p:spPr>
          <a:xfrm>
            <a:off x="713225" y="539000"/>
            <a:ext cx="7717500" cy="4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reminders</a:t>
            </a:r>
            <a:endParaRPr/>
          </a:p>
        </p:txBody>
      </p:sp>
      <p:grpSp>
        <p:nvGrpSpPr>
          <p:cNvPr id="4284" name="Google Shape;4284;p82"/>
          <p:cNvGrpSpPr/>
          <p:nvPr/>
        </p:nvGrpSpPr>
        <p:grpSpPr>
          <a:xfrm rot="-445069">
            <a:off x="678039" y="2499469"/>
            <a:ext cx="1659523" cy="1745433"/>
            <a:chOff x="776963" y="2512225"/>
            <a:chExt cx="1659575" cy="1745488"/>
          </a:xfrm>
        </p:grpSpPr>
        <p:sp>
          <p:nvSpPr>
            <p:cNvPr id="4285" name="Google Shape;4285;p82"/>
            <p:cNvSpPr/>
            <p:nvPr/>
          </p:nvSpPr>
          <p:spPr>
            <a:xfrm>
              <a:off x="790413" y="2601988"/>
              <a:ext cx="1646125" cy="1655725"/>
            </a:xfrm>
            <a:custGeom>
              <a:avLst/>
              <a:gdLst/>
              <a:ahLst/>
              <a:cxnLst/>
              <a:rect l="l" t="t" r="r" b="b"/>
              <a:pathLst>
                <a:path w="65845" h="66229" extrusionOk="0">
                  <a:moveTo>
                    <a:pt x="2974" y="1"/>
                  </a:moveTo>
                  <a:cubicBezTo>
                    <a:pt x="1308" y="1"/>
                    <a:pt x="1" y="1385"/>
                    <a:pt x="52" y="3051"/>
                  </a:cubicBezTo>
                  <a:lnTo>
                    <a:pt x="1359" y="63179"/>
                  </a:lnTo>
                  <a:cubicBezTo>
                    <a:pt x="1385" y="64845"/>
                    <a:pt x="2718" y="66203"/>
                    <a:pt x="4409" y="66229"/>
                  </a:cubicBezTo>
                  <a:lnTo>
                    <a:pt x="62846" y="66229"/>
                  </a:lnTo>
                  <a:cubicBezTo>
                    <a:pt x="64512" y="66229"/>
                    <a:pt x="65845" y="64819"/>
                    <a:pt x="65768" y="63179"/>
                  </a:cubicBezTo>
                  <a:lnTo>
                    <a:pt x="64460" y="3051"/>
                  </a:lnTo>
                  <a:cubicBezTo>
                    <a:pt x="64435" y="1385"/>
                    <a:pt x="63102" y="26"/>
                    <a:pt x="6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82"/>
            <p:cNvSpPr/>
            <p:nvPr/>
          </p:nvSpPr>
          <p:spPr>
            <a:xfrm>
              <a:off x="776963" y="2778838"/>
              <a:ext cx="1610225" cy="1430175"/>
            </a:xfrm>
            <a:custGeom>
              <a:avLst/>
              <a:gdLst/>
              <a:ahLst/>
              <a:cxnLst/>
              <a:rect l="l" t="t" r="r" b="b"/>
              <a:pathLst>
                <a:path w="64409" h="57207" extrusionOk="0">
                  <a:moveTo>
                    <a:pt x="3691" y="0"/>
                  </a:moveTo>
                  <a:cubicBezTo>
                    <a:pt x="2384" y="0"/>
                    <a:pt x="2410" y="1564"/>
                    <a:pt x="1103" y="1564"/>
                  </a:cubicBezTo>
                  <a:cubicBezTo>
                    <a:pt x="667" y="1564"/>
                    <a:pt x="257" y="1359"/>
                    <a:pt x="1" y="1026"/>
                  </a:cubicBezTo>
                  <a:lnTo>
                    <a:pt x="1" y="54208"/>
                  </a:lnTo>
                  <a:cubicBezTo>
                    <a:pt x="1" y="55874"/>
                    <a:pt x="1359" y="57207"/>
                    <a:pt x="2999" y="57207"/>
                  </a:cubicBezTo>
                  <a:lnTo>
                    <a:pt x="61436" y="57207"/>
                  </a:lnTo>
                  <a:cubicBezTo>
                    <a:pt x="63076" y="57207"/>
                    <a:pt x="64409" y="55848"/>
                    <a:pt x="64409" y="54208"/>
                  </a:cubicBezTo>
                  <a:lnTo>
                    <a:pt x="64409" y="1026"/>
                  </a:lnTo>
                  <a:cubicBezTo>
                    <a:pt x="64153" y="1359"/>
                    <a:pt x="63743" y="1564"/>
                    <a:pt x="63307" y="1564"/>
                  </a:cubicBezTo>
                  <a:cubicBezTo>
                    <a:pt x="62025" y="1564"/>
                    <a:pt x="62025" y="0"/>
                    <a:pt x="60718" y="0"/>
                  </a:cubicBezTo>
                  <a:cubicBezTo>
                    <a:pt x="59411" y="0"/>
                    <a:pt x="59437" y="1564"/>
                    <a:pt x="58130" y="1564"/>
                  </a:cubicBezTo>
                  <a:cubicBezTo>
                    <a:pt x="56822" y="1564"/>
                    <a:pt x="56848" y="0"/>
                    <a:pt x="55541" y="0"/>
                  </a:cubicBezTo>
                  <a:cubicBezTo>
                    <a:pt x="54234" y="0"/>
                    <a:pt x="54234" y="1564"/>
                    <a:pt x="52927" y="1564"/>
                  </a:cubicBezTo>
                  <a:cubicBezTo>
                    <a:pt x="51645" y="1564"/>
                    <a:pt x="51645" y="0"/>
                    <a:pt x="50338" y="0"/>
                  </a:cubicBezTo>
                  <a:cubicBezTo>
                    <a:pt x="49031" y="0"/>
                    <a:pt x="49057" y="1564"/>
                    <a:pt x="47749" y="1564"/>
                  </a:cubicBezTo>
                  <a:cubicBezTo>
                    <a:pt x="46442" y="1564"/>
                    <a:pt x="46468" y="0"/>
                    <a:pt x="45161" y="0"/>
                  </a:cubicBezTo>
                  <a:cubicBezTo>
                    <a:pt x="43854" y="0"/>
                    <a:pt x="43854" y="1564"/>
                    <a:pt x="42572" y="1564"/>
                  </a:cubicBezTo>
                  <a:cubicBezTo>
                    <a:pt x="41265" y="1564"/>
                    <a:pt x="41291" y="0"/>
                    <a:pt x="39984" y="0"/>
                  </a:cubicBezTo>
                  <a:cubicBezTo>
                    <a:pt x="38676" y="0"/>
                    <a:pt x="38702" y="1564"/>
                    <a:pt x="37395" y="1564"/>
                  </a:cubicBezTo>
                  <a:cubicBezTo>
                    <a:pt x="36062" y="1564"/>
                    <a:pt x="36088" y="0"/>
                    <a:pt x="34781" y="0"/>
                  </a:cubicBezTo>
                  <a:cubicBezTo>
                    <a:pt x="33499" y="0"/>
                    <a:pt x="33499" y="1564"/>
                    <a:pt x="32192" y="1564"/>
                  </a:cubicBezTo>
                  <a:cubicBezTo>
                    <a:pt x="30910" y="1564"/>
                    <a:pt x="30910" y="0"/>
                    <a:pt x="29603" y="0"/>
                  </a:cubicBezTo>
                  <a:cubicBezTo>
                    <a:pt x="28296" y="0"/>
                    <a:pt x="28322" y="1564"/>
                    <a:pt x="27015" y="1564"/>
                  </a:cubicBezTo>
                  <a:cubicBezTo>
                    <a:pt x="25708" y="1564"/>
                    <a:pt x="25733" y="0"/>
                    <a:pt x="24426" y="0"/>
                  </a:cubicBezTo>
                  <a:cubicBezTo>
                    <a:pt x="23119" y="0"/>
                    <a:pt x="23145" y="1564"/>
                    <a:pt x="21837" y="1564"/>
                  </a:cubicBezTo>
                  <a:cubicBezTo>
                    <a:pt x="20505" y="1564"/>
                    <a:pt x="20556" y="0"/>
                    <a:pt x="19223" y="0"/>
                  </a:cubicBezTo>
                  <a:cubicBezTo>
                    <a:pt x="17916" y="0"/>
                    <a:pt x="17942" y="1564"/>
                    <a:pt x="16634" y="1564"/>
                  </a:cubicBezTo>
                  <a:cubicBezTo>
                    <a:pt x="15327" y="1564"/>
                    <a:pt x="15353" y="0"/>
                    <a:pt x="14046" y="0"/>
                  </a:cubicBezTo>
                  <a:cubicBezTo>
                    <a:pt x="12739" y="0"/>
                    <a:pt x="12764" y="1564"/>
                    <a:pt x="11457" y="1564"/>
                  </a:cubicBezTo>
                  <a:cubicBezTo>
                    <a:pt x="10150" y="1564"/>
                    <a:pt x="10176" y="0"/>
                    <a:pt x="8869" y="0"/>
                  </a:cubicBezTo>
                  <a:cubicBezTo>
                    <a:pt x="7561" y="0"/>
                    <a:pt x="7587" y="1564"/>
                    <a:pt x="6280" y="1564"/>
                  </a:cubicBezTo>
                  <a:cubicBezTo>
                    <a:pt x="4973" y="1564"/>
                    <a:pt x="4973" y="0"/>
                    <a:pt x="36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87" name="Google Shape;4287;p82"/>
            <p:cNvGrpSpPr/>
            <p:nvPr/>
          </p:nvGrpSpPr>
          <p:grpSpPr>
            <a:xfrm>
              <a:off x="777214" y="2512225"/>
              <a:ext cx="1609575" cy="433175"/>
              <a:chOff x="777214" y="2512225"/>
              <a:chExt cx="1609575" cy="433175"/>
            </a:xfrm>
          </p:grpSpPr>
          <p:sp>
            <p:nvSpPr>
              <p:cNvPr id="4288" name="Google Shape;4288;p82"/>
              <p:cNvSpPr/>
              <p:nvPr/>
            </p:nvSpPr>
            <p:spPr>
              <a:xfrm>
                <a:off x="777214" y="2596800"/>
                <a:ext cx="1609575" cy="302475"/>
              </a:xfrm>
              <a:custGeom>
                <a:avLst/>
                <a:gdLst/>
                <a:ahLst/>
                <a:cxnLst/>
                <a:rect l="l" t="t" r="r" b="b"/>
                <a:pathLst>
                  <a:path w="64383" h="12099" extrusionOk="0">
                    <a:moveTo>
                      <a:pt x="2973" y="1"/>
                    </a:moveTo>
                    <a:cubicBezTo>
                      <a:pt x="1333" y="1"/>
                      <a:pt x="0" y="1333"/>
                      <a:pt x="0" y="2999"/>
                    </a:cubicBezTo>
                    <a:lnTo>
                      <a:pt x="0" y="12098"/>
                    </a:lnTo>
                    <a:lnTo>
                      <a:pt x="64383" y="12098"/>
                    </a:lnTo>
                    <a:lnTo>
                      <a:pt x="64383" y="2999"/>
                    </a:lnTo>
                    <a:cubicBezTo>
                      <a:pt x="64383" y="1333"/>
                      <a:pt x="63050" y="1"/>
                      <a:pt x="614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82"/>
              <p:cNvSpPr/>
              <p:nvPr/>
            </p:nvSpPr>
            <p:spPr>
              <a:xfrm>
                <a:off x="858950" y="2701875"/>
                <a:ext cx="1435950" cy="92325"/>
              </a:xfrm>
              <a:custGeom>
                <a:avLst/>
                <a:gdLst/>
                <a:ahLst/>
                <a:cxnLst/>
                <a:rect l="l" t="t" r="r" b="b"/>
                <a:pathLst>
                  <a:path w="57438" h="3693" extrusionOk="0">
                    <a:moveTo>
                      <a:pt x="2461" y="1"/>
                    </a:moveTo>
                    <a:cubicBezTo>
                      <a:pt x="821" y="1"/>
                      <a:pt x="1" y="2000"/>
                      <a:pt x="1154" y="3153"/>
                    </a:cubicBezTo>
                    <a:cubicBezTo>
                      <a:pt x="1534" y="3526"/>
                      <a:pt x="1997" y="3692"/>
                      <a:pt x="2450" y="3692"/>
                    </a:cubicBezTo>
                    <a:cubicBezTo>
                      <a:pt x="3401" y="3692"/>
                      <a:pt x="4307" y="2957"/>
                      <a:pt x="4307" y="1846"/>
                    </a:cubicBezTo>
                    <a:cubicBezTo>
                      <a:pt x="4307" y="821"/>
                      <a:pt x="3486" y="1"/>
                      <a:pt x="2461" y="1"/>
                    </a:cubicBezTo>
                    <a:close/>
                    <a:moveTo>
                      <a:pt x="9125" y="1"/>
                    </a:moveTo>
                    <a:cubicBezTo>
                      <a:pt x="7459" y="1"/>
                      <a:pt x="6639" y="2000"/>
                      <a:pt x="7792" y="3153"/>
                    </a:cubicBezTo>
                    <a:cubicBezTo>
                      <a:pt x="8173" y="3526"/>
                      <a:pt x="8636" y="3692"/>
                      <a:pt x="9088" y="3692"/>
                    </a:cubicBezTo>
                    <a:cubicBezTo>
                      <a:pt x="10039" y="3692"/>
                      <a:pt x="10945" y="2957"/>
                      <a:pt x="10945" y="1846"/>
                    </a:cubicBezTo>
                    <a:cubicBezTo>
                      <a:pt x="10945" y="821"/>
                      <a:pt x="10125" y="1"/>
                      <a:pt x="9125" y="1"/>
                    </a:cubicBezTo>
                    <a:close/>
                    <a:moveTo>
                      <a:pt x="15763" y="1"/>
                    </a:moveTo>
                    <a:cubicBezTo>
                      <a:pt x="14097" y="1"/>
                      <a:pt x="13277" y="2000"/>
                      <a:pt x="14456" y="3153"/>
                    </a:cubicBezTo>
                    <a:cubicBezTo>
                      <a:pt x="14828" y="3526"/>
                      <a:pt x="15288" y="3692"/>
                      <a:pt x="15741" y="3692"/>
                    </a:cubicBezTo>
                    <a:cubicBezTo>
                      <a:pt x="16691" y="3692"/>
                      <a:pt x="17609" y="2957"/>
                      <a:pt x="17609" y="1846"/>
                    </a:cubicBezTo>
                    <a:cubicBezTo>
                      <a:pt x="17609" y="821"/>
                      <a:pt x="16788" y="1"/>
                      <a:pt x="15763" y="1"/>
                    </a:cubicBezTo>
                    <a:close/>
                    <a:moveTo>
                      <a:pt x="22401" y="1"/>
                    </a:moveTo>
                    <a:cubicBezTo>
                      <a:pt x="20735" y="1"/>
                      <a:pt x="19915" y="2000"/>
                      <a:pt x="21094" y="3153"/>
                    </a:cubicBezTo>
                    <a:cubicBezTo>
                      <a:pt x="21466" y="3526"/>
                      <a:pt x="21926" y="3692"/>
                      <a:pt x="22379" y="3692"/>
                    </a:cubicBezTo>
                    <a:cubicBezTo>
                      <a:pt x="23329" y="3692"/>
                      <a:pt x="24247" y="2957"/>
                      <a:pt x="24247" y="1846"/>
                    </a:cubicBezTo>
                    <a:cubicBezTo>
                      <a:pt x="24247" y="821"/>
                      <a:pt x="23401" y="1"/>
                      <a:pt x="22401" y="1"/>
                    </a:cubicBezTo>
                    <a:close/>
                    <a:moveTo>
                      <a:pt x="29040" y="1"/>
                    </a:moveTo>
                    <a:cubicBezTo>
                      <a:pt x="27399" y="1"/>
                      <a:pt x="26553" y="2000"/>
                      <a:pt x="27732" y="3153"/>
                    </a:cubicBezTo>
                    <a:cubicBezTo>
                      <a:pt x="28105" y="3526"/>
                      <a:pt x="28565" y="3692"/>
                      <a:pt x="29017" y="3692"/>
                    </a:cubicBezTo>
                    <a:cubicBezTo>
                      <a:pt x="29968" y="3692"/>
                      <a:pt x="30885" y="2957"/>
                      <a:pt x="30885" y="1846"/>
                    </a:cubicBezTo>
                    <a:cubicBezTo>
                      <a:pt x="30885" y="821"/>
                      <a:pt x="30039" y="1"/>
                      <a:pt x="29040" y="1"/>
                    </a:cubicBezTo>
                    <a:close/>
                    <a:moveTo>
                      <a:pt x="35678" y="1"/>
                    </a:moveTo>
                    <a:cubicBezTo>
                      <a:pt x="34037" y="1"/>
                      <a:pt x="33217" y="2000"/>
                      <a:pt x="34371" y="3153"/>
                    </a:cubicBezTo>
                    <a:cubicBezTo>
                      <a:pt x="34743" y="3526"/>
                      <a:pt x="35203" y="3692"/>
                      <a:pt x="35656" y="3692"/>
                    </a:cubicBezTo>
                    <a:cubicBezTo>
                      <a:pt x="36606" y="3692"/>
                      <a:pt x="37523" y="2957"/>
                      <a:pt x="37523" y="1846"/>
                    </a:cubicBezTo>
                    <a:cubicBezTo>
                      <a:pt x="37523" y="821"/>
                      <a:pt x="36703" y="1"/>
                      <a:pt x="35678" y="1"/>
                    </a:cubicBezTo>
                    <a:close/>
                    <a:moveTo>
                      <a:pt x="42316" y="1"/>
                    </a:moveTo>
                    <a:cubicBezTo>
                      <a:pt x="40676" y="1"/>
                      <a:pt x="39856" y="2000"/>
                      <a:pt x="41009" y="3153"/>
                    </a:cubicBezTo>
                    <a:cubicBezTo>
                      <a:pt x="41381" y="3526"/>
                      <a:pt x="41841" y="3692"/>
                      <a:pt x="42294" y="3692"/>
                    </a:cubicBezTo>
                    <a:cubicBezTo>
                      <a:pt x="43244" y="3692"/>
                      <a:pt x="44161" y="2957"/>
                      <a:pt x="44161" y="1846"/>
                    </a:cubicBezTo>
                    <a:cubicBezTo>
                      <a:pt x="44161" y="821"/>
                      <a:pt x="43341" y="1"/>
                      <a:pt x="42316" y="1"/>
                    </a:cubicBezTo>
                    <a:close/>
                    <a:moveTo>
                      <a:pt x="48954" y="1"/>
                    </a:moveTo>
                    <a:cubicBezTo>
                      <a:pt x="47314" y="1"/>
                      <a:pt x="46494" y="2000"/>
                      <a:pt x="47647" y="3153"/>
                    </a:cubicBezTo>
                    <a:cubicBezTo>
                      <a:pt x="48019" y="3526"/>
                      <a:pt x="48479" y="3692"/>
                      <a:pt x="48932" y="3692"/>
                    </a:cubicBezTo>
                    <a:cubicBezTo>
                      <a:pt x="49882" y="3692"/>
                      <a:pt x="50800" y="2957"/>
                      <a:pt x="50800" y="1846"/>
                    </a:cubicBezTo>
                    <a:cubicBezTo>
                      <a:pt x="50800" y="821"/>
                      <a:pt x="49979" y="1"/>
                      <a:pt x="48954" y="1"/>
                    </a:cubicBezTo>
                    <a:close/>
                    <a:moveTo>
                      <a:pt x="55592" y="1"/>
                    </a:moveTo>
                    <a:cubicBezTo>
                      <a:pt x="53952" y="1"/>
                      <a:pt x="53132" y="2000"/>
                      <a:pt x="54285" y="3153"/>
                    </a:cubicBezTo>
                    <a:cubicBezTo>
                      <a:pt x="54666" y="3526"/>
                      <a:pt x="55129" y="3692"/>
                      <a:pt x="55581" y="3692"/>
                    </a:cubicBezTo>
                    <a:cubicBezTo>
                      <a:pt x="56532" y="3692"/>
                      <a:pt x="57438" y="2957"/>
                      <a:pt x="57438" y="1846"/>
                    </a:cubicBezTo>
                    <a:cubicBezTo>
                      <a:pt x="57438" y="821"/>
                      <a:pt x="56618" y="1"/>
                      <a:pt x="555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82"/>
              <p:cNvSpPr/>
              <p:nvPr/>
            </p:nvSpPr>
            <p:spPr>
              <a:xfrm>
                <a:off x="1031132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77" y="1"/>
                    </a:moveTo>
                    <a:cubicBezTo>
                      <a:pt x="1905" y="1"/>
                      <a:pt x="1626" y="62"/>
                      <a:pt x="1359" y="192"/>
                    </a:cubicBezTo>
                    <a:cubicBezTo>
                      <a:pt x="334" y="679"/>
                      <a:pt x="0" y="2012"/>
                      <a:pt x="692" y="2934"/>
                    </a:cubicBezTo>
                    <a:cubicBezTo>
                      <a:pt x="641" y="2781"/>
                      <a:pt x="616" y="2601"/>
                      <a:pt x="616" y="2447"/>
                    </a:cubicBezTo>
                    <a:cubicBezTo>
                      <a:pt x="616" y="1306"/>
                      <a:pt x="1539" y="590"/>
                      <a:pt x="2482" y="590"/>
                    </a:cubicBezTo>
                    <a:cubicBezTo>
                      <a:pt x="3021" y="590"/>
                      <a:pt x="3565" y="823"/>
                      <a:pt x="3947" y="1345"/>
                    </a:cubicBezTo>
                    <a:cubicBezTo>
                      <a:pt x="3718" y="523"/>
                      <a:pt x="2976" y="1"/>
                      <a:pt x="2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82"/>
              <p:cNvSpPr/>
              <p:nvPr/>
            </p:nvSpPr>
            <p:spPr>
              <a:xfrm>
                <a:off x="1363032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77" y="1"/>
                    </a:moveTo>
                    <a:cubicBezTo>
                      <a:pt x="1905" y="1"/>
                      <a:pt x="1626" y="62"/>
                      <a:pt x="1359" y="192"/>
                    </a:cubicBezTo>
                    <a:cubicBezTo>
                      <a:pt x="334" y="679"/>
                      <a:pt x="1" y="2012"/>
                      <a:pt x="693" y="2934"/>
                    </a:cubicBezTo>
                    <a:cubicBezTo>
                      <a:pt x="642" y="2781"/>
                      <a:pt x="616" y="2601"/>
                      <a:pt x="616" y="2447"/>
                    </a:cubicBezTo>
                    <a:cubicBezTo>
                      <a:pt x="616" y="1306"/>
                      <a:pt x="1540" y="590"/>
                      <a:pt x="2482" y="590"/>
                    </a:cubicBezTo>
                    <a:cubicBezTo>
                      <a:pt x="3021" y="590"/>
                      <a:pt x="3566" y="823"/>
                      <a:pt x="3948" y="1345"/>
                    </a:cubicBezTo>
                    <a:cubicBezTo>
                      <a:pt x="3719" y="523"/>
                      <a:pt x="2976" y="1"/>
                      <a:pt x="2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82"/>
              <p:cNvSpPr/>
              <p:nvPr/>
            </p:nvSpPr>
            <p:spPr>
              <a:xfrm>
                <a:off x="1197082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77" y="1"/>
                    </a:moveTo>
                    <a:cubicBezTo>
                      <a:pt x="1905" y="1"/>
                      <a:pt x="1626" y="62"/>
                      <a:pt x="1359" y="192"/>
                    </a:cubicBezTo>
                    <a:cubicBezTo>
                      <a:pt x="334" y="679"/>
                      <a:pt x="1" y="2012"/>
                      <a:pt x="693" y="2934"/>
                    </a:cubicBezTo>
                    <a:cubicBezTo>
                      <a:pt x="641" y="2781"/>
                      <a:pt x="616" y="2601"/>
                      <a:pt x="616" y="2447"/>
                    </a:cubicBezTo>
                    <a:cubicBezTo>
                      <a:pt x="616" y="1306"/>
                      <a:pt x="1540" y="590"/>
                      <a:pt x="2482" y="590"/>
                    </a:cubicBezTo>
                    <a:cubicBezTo>
                      <a:pt x="3021" y="590"/>
                      <a:pt x="3566" y="823"/>
                      <a:pt x="3948" y="1345"/>
                    </a:cubicBezTo>
                    <a:cubicBezTo>
                      <a:pt x="3718" y="523"/>
                      <a:pt x="2976" y="1"/>
                      <a:pt x="2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82"/>
              <p:cNvSpPr/>
              <p:nvPr/>
            </p:nvSpPr>
            <p:spPr>
              <a:xfrm>
                <a:off x="2193457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66" y="1"/>
                    </a:moveTo>
                    <a:cubicBezTo>
                      <a:pt x="1895" y="1"/>
                      <a:pt x="1620" y="62"/>
                      <a:pt x="1359" y="192"/>
                    </a:cubicBezTo>
                    <a:cubicBezTo>
                      <a:pt x="334" y="679"/>
                      <a:pt x="0" y="2012"/>
                      <a:pt x="667" y="2934"/>
                    </a:cubicBezTo>
                    <a:cubicBezTo>
                      <a:pt x="641" y="2781"/>
                      <a:pt x="616" y="2601"/>
                      <a:pt x="616" y="2447"/>
                    </a:cubicBezTo>
                    <a:cubicBezTo>
                      <a:pt x="616" y="1306"/>
                      <a:pt x="1529" y="590"/>
                      <a:pt x="2471" y="590"/>
                    </a:cubicBezTo>
                    <a:cubicBezTo>
                      <a:pt x="3009" y="590"/>
                      <a:pt x="3556" y="823"/>
                      <a:pt x="3947" y="1345"/>
                    </a:cubicBezTo>
                    <a:cubicBezTo>
                      <a:pt x="3718" y="523"/>
                      <a:pt x="2961" y="1"/>
                      <a:pt x="21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82"/>
              <p:cNvSpPr/>
              <p:nvPr/>
            </p:nvSpPr>
            <p:spPr>
              <a:xfrm>
                <a:off x="865182" y="2700757"/>
                <a:ext cx="98700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35" extrusionOk="0">
                    <a:moveTo>
                      <a:pt x="2177" y="1"/>
                    </a:moveTo>
                    <a:cubicBezTo>
                      <a:pt x="1905" y="1"/>
                      <a:pt x="1626" y="62"/>
                      <a:pt x="1359" y="192"/>
                    </a:cubicBezTo>
                    <a:cubicBezTo>
                      <a:pt x="333" y="679"/>
                      <a:pt x="0" y="2012"/>
                      <a:pt x="692" y="2934"/>
                    </a:cubicBezTo>
                    <a:cubicBezTo>
                      <a:pt x="641" y="2781"/>
                      <a:pt x="615" y="2601"/>
                      <a:pt x="615" y="2447"/>
                    </a:cubicBezTo>
                    <a:cubicBezTo>
                      <a:pt x="615" y="1306"/>
                      <a:pt x="1539" y="590"/>
                      <a:pt x="2482" y="590"/>
                    </a:cubicBezTo>
                    <a:cubicBezTo>
                      <a:pt x="3020" y="590"/>
                      <a:pt x="3565" y="823"/>
                      <a:pt x="3947" y="1345"/>
                    </a:cubicBezTo>
                    <a:cubicBezTo>
                      <a:pt x="3718" y="523"/>
                      <a:pt x="2975" y="1"/>
                      <a:pt x="21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82"/>
              <p:cNvSpPr/>
              <p:nvPr/>
            </p:nvSpPr>
            <p:spPr>
              <a:xfrm>
                <a:off x="2027507" y="2700507"/>
                <a:ext cx="98050" cy="73625"/>
              </a:xfrm>
              <a:custGeom>
                <a:avLst/>
                <a:gdLst/>
                <a:ahLst/>
                <a:cxnLst/>
                <a:rect l="l" t="t" r="r" b="b"/>
                <a:pathLst>
                  <a:path w="3922" h="2945" extrusionOk="0">
                    <a:moveTo>
                      <a:pt x="2141" y="0"/>
                    </a:moveTo>
                    <a:cubicBezTo>
                      <a:pt x="1878" y="0"/>
                      <a:pt x="1611" y="56"/>
                      <a:pt x="1359" y="176"/>
                    </a:cubicBezTo>
                    <a:cubicBezTo>
                      <a:pt x="308" y="689"/>
                      <a:pt x="0" y="2022"/>
                      <a:pt x="692" y="2944"/>
                    </a:cubicBezTo>
                    <a:cubicBezTo>
                      <a:pt x="641" y="2791"/>
                      <a:pt x="615" y="2611"/>
                      <a:pt x="615" y="2457"/>
                    </a:cubicBezTo>
                    <a:cubicBezTo>
                      <a:pt x="599" y="1316"/>
                      <a:pt x="1517" y="600"/>
                      <a:pt x="2457" y="600"/>
                    </a:cubicBezTo>
                    <a:cubicBezTo>
                      <a:pt x="2995" y="600"/>
                      <a:pt x="3540" y="833"/>
                      <a:pt x="3922" y="1355"/>
                    </a:cubicBezTo>
                    <a:cubicBezTo>
                      <a:pt x="3709" y="525"/>
                      <a:pt x="2944" y="0"/>
                      <a:pt x="21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82"/>
              <p:cNvSpPr/>
              <p:nvPr/>
            </p:nvSpPr>
            <p:spPr>
              <a:xfrm>
                <a:off x="1860907" y="2700232"/>
                <a:ext cx="98700" cy="73900"/>
              </a:xfrm>
              <a:custGeom>
                <a:avLst/>
                <a:gdLst/>
                <a:ahLst/>
                <a:cxnLst/>
                <a:rect l="l" t="t" r="r" b="b"/>
                <a:pathLst>
                  <a:path w="3948" h="2956" extrusionOk="0">
                    <a:moveTo>
                      <a:pt x="2161" y="0"/>
                    </a:moveTo>
                    <a:cubicBezTo>
                      <a:pt x="1894" y="0"/>
                      <a:pt x="1621" y="60"/>
                      <a:pt x="1359" y="187"/>
                    </a:cubicBezTo>
                    <a:cubicBezTo>
                      <a:pt x="308" y="700"/>
                      <a:pt x="0" y="2033"/>
                      <a:pt x="692" y="2955"/>
                    </a:cubicBezTo>
                    <a:cubicBezTo>
                      <a:pt x="641" y="2802"/>
                      <a:pt x="616" y="2622"/>
                      <a:pt x="616" y="2468"/>
                    </a:cubicBezTo>
                    <a:cubicBezTo>
                      <a:pt x="616" y="1327"/>
                      <a:pt x="1539" y="611"/>
                      <a:pt x="2482" y="611"/>
                    </a:cubicBezTo>
                    <a:cubicBezTo>
                      <a:pt x="3021" y="611"/>
                      <a:pt x="3565" y="844"/>
                      <a:pt x="3947" y="1366"/>
                    </a:cubicBezTo>
                    <a:cubicBezTo>
                      <a:pt x="3717" y="539"/>
                      <a:pt x="2965" y="0"/>
                      <a:pt x="21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82"/>
              <p:cNvSpPr/>
              <p:nvPr/>
            </p:nvSpPr>
            <p:spPr>
              <a:xfrm>
                <a:off x="1695582" y="2700757"/>
                <a:ext cx="98075" cy="73375"/>
              </a:xfrm>
              <a:custGeom>
                <a:avLst/>
                <a:gdLst/>
                <a:ahLst/>
                <a:cxnLst/>
                <a:rect l="l" t="t" r="r" b="b"/>
                <a:pathLst>
                  <a:path w="3923" h="2935" extrusionOk="0">
                    <a:moveTo>
                      <a:pt x="2162" y="1"/>
                    </a:moveTo>
                    <a:cubicBezTo>
                      <a:pt x="1894" y="1"/>
                      <a:pt x="1620" y="62"/>
                      <a:pt x="1359" y="192"/>
                    </a:cubicBezTo>
                    <a:cubicBezTo>
                      <a:pt x="308" y="679"/>
                      <a:pt x="1" y="2012"/>
                      <a:pt x="667" y="2934"/>
                    </a:cubicBezTo>
                    <a:cubicBezTo>
                      <a:pt x="616" y="2781"/>
                      <a:pt x="590" y="2601"/>
                      <a:pt x="590" y="2447"/>
                    </a:cubicBezTo>
                    <a:cubicBezTo>
                      <a:pt x="590" y="1306"/>
                      <a:pt x="1514" y="590"/>
                      <a:pt x="2457" y="590"/>
                    </a:cubicBezTo>
                    <a:cubicBezTo>
                      <a:pt x="2995" y="590"/>
                      <a:pt x="3540" y="823"/>
                      <a:pt x="3922" y="1345"/>
                    </a:cubicBezTo>
                    <a:cubicBezTo>
                      <a:pt x="3693" y="523"/>
                      <a:pt x="2950" y="1"/>
                      <a:pt x="216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82"/>
              <p:cNvSpPr/>
              <p:nvPr/>
            </p:nvSpPr>
            <p:spPr>
              <a:xfrm>
                <a:off x="1537332" y="2700632"/>
                <a:ext cx="90375" cy="72850"/>
              </a:xfrm>
              <a:custGeom>
                <a:avLst/>
                <a:gdLst/>
                <a:ahLst/>
                <a:cxnLst/>
                <a:rect l="l" t="t" r="r" b="b"/>
                <a:pathLst>
                  <a:path w="3615" h="2914" extrusionOk="0">
                    <a:moveTo>
                      <a:pt x="1854" y="1"/>
                    </a:moveTo>
                    <a:cubicBezTo>
                      <a:pt x="928" y="1"/>
                      <a:pt x="0" y="650"/>
                      <a:pt x="0" y="1837"/>
                    </a:cubicBezTo>
                    <a:cubicBezTo>
                      <a:pt x="0" y="2222"/>
                      <a:pt x="128" y="2606"/>
                      <a:pt x="359" y="2914"/>
                    </a:cubicBezTo>
                    <a:cubicBezTo>
                      <a:pt x="308" y="2760"/>
                      <a:pt x="282" y="2606"/>
                      <a:pt x="282" y="2452"/>
                    </a:cubicBezTo>
                    <a:cubicBezTo>
                      <a:pt x="282" y="1311"/>
                      <a:pt x="1206" y="595"/>
                      <a:pt x="2149" y="595"/>
                    </a:cubicBezTo>
                    <a:cubicBezTo>
                      <a:pt x="2687" y="595"/>
                      <a:pt x="3232" y="828"/>
                      <a:pt x="3614" y="1350"/>
                    </a:cubicBezTo>
                    <a:cubicBezTo>
                      <a:pt x="3361" y="431"/>
                      <a:pt x="2608" y="1"/>
                      <a:pt x="18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82"/>
              <p:cNvSpPr/>
              <p:nvPr/>
            </p:nvSpPr>
            <p:spPr>
              <a:xfrm>
                <a:off x="1579800" y="2512225"/>
                <a:ext cx="353075" cy="433175"/>
              </a:xfrm>
              <a:custGeom>
                <a:avLst/>
                <a:gdLst/>
                <a:ahLst/>
                <a:cxnLst/>
                <a:rect l="l" t="t" r="r" b="b"/>
                <a:pathLst>
                  <a:path w="14123" h="17327" extrusionOk="0">
                    <a:moveTo>
                      <a:pt x="9848" y="0"/>
                    </a:moveTo>
                    <a:cubicBezTo>
                      <a:pt x="8500" y="0"/>
                      <a:pt x="7188" y="733"/>
                      <a:pt x="6511" y="2000"/>
                    </a:cubicBezTo>
                    <a:lnTo>
                      <a:pt x="5793" y="3384"/>
                    </a:lnTo>
                    <a:lnTo>
                      <a:pt x="7023" y="3384"/>
                    </a:lnTo>
                    <a:lnTo>
                      <a:pt x="7485" y="2512"/>
                    </a:lnTo>
                    <a:cubicBezTo>
                      <a:pt x="7952" y="1594"/>
                      <a:pt x="8900" y="1056"/>
                      <a:pt x="9876" y="1056"/>
                    </a:cubicBezTo>
                    <a:cubicBezTo>
                      <a:pt x="10290" y="1056"/>
                      <a:pt x="10709" y="1153"/>
                      <a:pt x="11098" y="1359"/>
                    </a:cubicBezTo>
                    <a:cubicBezTo>
                      <a:pt x="12406" y="2051"/>
                      <a:pt x="12892" y="3691"/>
                      <a:pt x="12175" y="4998"/>
                    </a:cubicBezTo>
                    <a:lnTo>
                      <a:pt x="6998" y="14815"/>
                    </a:lnTo>
                    <a:cubicBezTo>
                      <a:pt x="6519" y="15700"/>
                      <a:pt x="5601" y="16206"/>
                      <a:pt x="4656" y="16206"/>
                    </a:cubicBezTo>
                    <a:cubicBezTo>
                      <a:pt x="4233" y="16206"/>
                      <a:pt x="3805" y="16105"/>
                      <a:pt x="3409" y="15891"/>
                    </a:cubicBezTo>
                    <a:cubicBezTo>
                      <a:pt x="2128" y="15225"/>
                      <a:pt x="1615" y="13610"/>
                      <a:pt x="2307" y="12329"/>
                    </a:cubicBezTo>
                    <a:lnTo>
                      <a:pt x="5972" y="5357"/>
                    </a:lnTo>
                    <a:lnTo>
                      <a:pt x="5024" y="4845"/>
                    </a:lnTo>
                    <a:lnTo>
                      <a:pt x="1333" y="11816"/>
                    </a:lnTo>
                    <a:cubicBezTo>
                      <a:pt x="1" y="14302"/>
                      <a:pt x="1820" y="17301"/>
                      <a:pt x="4640" y="17326"/>
                    </a:cubicBezTo>
                    <a:cubicBezTo>
                      <a:pt x="6024" y="17326"/>
                      <a:pt x="7305" y="16557"/>
                      <a:pt x="7972" y="15327"/>
                    </a:cubicBezTo>
                    <a:lnTo>
                      <a:pt x="13149" y="5537"/>
                    </a:lnTo>
                    <a:cubicBezTo>
                      <a:pt x="14123" y="3691"/>
                      <a:pt x="13431" y="1410"/>
                      <a:pt x="11585" y="436"/>
                    </a:cubicBezTo>
                    <a:cubicBezTo>
                      <a:pt x="11032" y="140"/>
                      <a:pt x="10436" y="0"/>
                      <a:pt x="98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00" name="Google Shape;4300;p82"/>
          <p:cNvSpPr/>
          <p:nvPr/>
        </p:nvSpPr>
        <p:spPr>
          <a:xfrm rot="-445099">
            <a:off x="793386" y="2955289"/>
            <a:ext cx="1359277" cy="195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Don't forget</a:t>
            </a:r>
            <a:endParaRPr sz="1500" b="1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sp>
        <p:nvSpPr>
          <p:cNvPr id="4301" name="Google Shape;4301;p82"/>
          <p:cNvSpPr/>
          <p:nvPr/>
        </p:nvSpPr>
        <p:spPr>
          <a:xfrm rot="-445099">
            <a:off x="871519" y="3154584"/>
            <a:ext cx="1359277" cy="996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            ...</a:t>
            </a:r>
            <a:endParaRPr sz="1500" b="1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grpSp>
        <p:nvGrpSpPr>
          <p:cNvPr id="4302" name="Google Shape;4302;p82"/>
          <p:cNvGrpSpPr/>
          <p:nvPr/>
        </p:nvGrpSpPr>
        <p:grpSpPr>
          <a:xfrm>
            <a:off x="6650697" y="983608"/>
            <a:ext cx="2020813" cy="2171121"/>
            <a:chOff x="6556568" y="836089"/>
            <a:chExt cx="2054716" cy="2207545"/>
          </a:xfrm>
        </p:grpSpPr>
        <p:grpSp>
          <p:nvGrpSpPr>
            <p:cNvPr id="4303" name="Google Shape;4303;p82"/>
            <p:cNvGrpSpPr/>
            <p:nvPr/>
          </p:nvGrpSpPr>
          <p:grpSpPr>
            <a:xfrm rot="822247">
              <a:off x="6754166" y="1006083"/>
              <a:ext cx="1659520" cy="1867557"/>
              <a:chOff x="6277150" y="538131"/>
              <a:chExt cx="1659575" cy="1867619"/>
            </a:xfrm>
          </p:grpSpPr>
          <p:sp>
            <p:nvSpPr>
              <p:cNvPr id="4304" name="Google Shape;4304;p82"/>
              <p:cNvSpPr/>
              <p:nvPr/>
            </p:nvSpPr>
            <p:spPr>
              <a:xfrm>
                <a:off x="6290600" y="750025"/>
                <a:ext cx="1646125" cy="1655725"/>
              </a:xfrm>
              <a:custGeom>
                <a:avLst/>
                <a:gdLst/>
                <a:ahLst/>
                <a:cxnLst/>
                <a:rect l="l" t="t" r="r" b="b"/>
                <a:pathLst>
                  <a:path w="65845" h="66229" extrusionOk="0">
                    <a:moveTo>
                      <a:pt x="2974" y="1"/>
                    </a:moveTo>
                    <a:cubicBezTo>
                      <a:pt x="1308" y="1"/>
                      <a:pt x="1" y="1385"/>
                      <a:pt x="52" y="3051"/>
                    </a:cubicBezTo>
                    <a:lnTo>
                      <a:pt x="1359" y="63179"/>
                    </a:lnTo>
                    <a:cubicBezTo>
                      <a:pt x="1385" y="64845"/>
                      <a:pt x="2718" y="66203"/>
                      <a:pt x="4409" y="66229"/>
                    </a:cubicBezTo>
                    <a:lnTo>
                      <a:pt x="62846" y="66229"/>
                    </a:lnTo>
                    <a:cubicBezTo>
                      <a:pt x="64512" y="66229"/>
                      <a:pt x="65845" y="64819"/>
                      <a:pt x="65768" y="63179"/>
                    </a:cubicBezTo>
                    <a:lnTo>
                      <a:pt x="64460" y="3051"/>
                    </a:lnTo>
                    <a:cubicBezTo>
                      <a:pt x="64435" y="1385"/>
                      <a:pt x="63102" y="26"/>
                      <a:pt x="614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82"/>
              <p:cNvSpPr/>
              <p:nvPr/>
            </p:nvSpPr>
            <p:spPr>
              <a:xfrm>
                <a:off x="6277150" y="926875"/>
                <a:ext cx="1610225" cy="1430175"/>
              </a:xfrm>
              <a:custGeom>
                <a:avLst/>
                <a:gdLst/>
                <a:ahLst/>
                <a:cxnLst/>
                <a:rect l="l" t="t" r="r" b="b"/>
                <a:pathLst>
                  <a:path w="64409" h="57207" extrusionOk="0">
                    <a:moveTo>
                      <a:pt x="3691" y="0"/>
                    </a:moveTo>
                    <a:cubicBezTo>
                      <a:pt x="2384" y="0"/>
                      <a:pt x="2410" y="1564"/>
                      <a:pt x="1103" y="1564"/>
                    </a:cubicBezTo>
                    <a:cubicBezTo>
                      <a:pt x="667" y="1564"/>
                      <a:pt x="257" y="1359"/>
                      <a:pt x="1" y="1026"/>
                    </a:cubicBezTo>
                    <a:lnTo>
                      <a:pt x="1" y="54208"/>
                    </a:lnTo>
                    <a:cubicBezTo>
                      <a:pt x="1" y="55874"/>
                      <a:pt x="1359" y="57207"/>
                      <a:pt x="2999" y="57207"/>
                    </a:cubicBezTo>
                    <a:lnTo>
                      <a:pt x="61436" y="57207"/>
                    </a:lnTo>
                    <a:cubicBezTo>
                      <a:pt x="63076" y="57207"/>
                      <a:pt x="64409" y="55848"/>
                      <a:pt x="64409" y="54208"/>
                    </a:cubicBezTo>
                    <a:lnTo>
                      <a:pt x="64409" y="1026"/>
                    </a:lnTo>
                    <a:cubicBezTo>
                      <a:pt x="64153" y="1359"/>
                      <a:pt x="63743" y="1564"/>
                      <a:pt x="63307" y="1564"/>
                    </a:cubicBezTo>
                    <a:cubicBezTo>
                      <a:pt x="62025" y="1564"/>
                      <a:pt x="62025" y="0"/>
                      <a:pt x="60718" y="0"/>
                    </a:cubicBezTo>
                    <a:cubicBezTo>
                      <a:pt x="59411" y="0"/>
                      <a:pt x="59437" y="1564"/>
                      <a:pt x="58130" y="1564"/>
                    </a:cubicBezTo>
                    <a:cubicBezTo>
                      <a:pt x="56822" y="1564"/>
                      <a:pt x="56848" y="0"/>
                      <a:pt x="55541" y="0"/>
                    </a:cubicBezTo>
                    <a:cubicBezTo>
                      <a:pt x="54234" y="0"/>
                      <a:pt x="54234" y="1564"/>
                      <a:pt x="52927" y="1564"/>
                    </a:cubicBezTo>
                    <a:cubicBezTo>
                      <a:pt x="51645" y="1564"/>
                      <a:pt x="51645" y="0"/>
                      <a:pt x="50338" y="0"/>
                    </a:cubicBezTo>
                    <a:cubicBezTo>
                      <a:pt x="49031" y="0"/>
                      <a:pt x="49057" y="1564"/>
                      <a:pt x="47749" y="1564"/>
                    </a:cubicBezTo>
                    <a:cubicBezTo>
                      <a:pt x="46442" y="1564"/>
                      <a:pt x="46468" y="0"/>
                      <a:pt x="45161" y="0"/>
                    </a:cubicBezTo>
                    <a:cubicBezTo>
                      <a:pt x="43854" y="0"/>
                      <a:pt x="43854" y="1564"/>
                      <a:pt x="42572" y="1564"/>
                    </a:cubicBezTo>
                    <a:cubicBezTo>
                      <a:pt x="41265" y="1564"/>
                      <a:pt x="41291" y="0"/>
                      <a:pt x="39984" y="0"/>
                    </a:cubicBezTo>
                    <a:cubicBezTo>
                      <a:pt x="38676" y="0"/>
                      <a:pt x="38702" y="1564"/>
                      <a:pt x="37395" y="1564"/>
                    </a:cubicBezTo>
                    <a:cubicBezTo>
                      <a:pt x="36062" y="1564"/>
                      <a:pt x="36088" y="0"/>
                      <a:pt x="34781" y="0"/>
                    </a:cubicBezTo>
                    <a:cubicBezTo>
                      <a:pt x="33499" y="0"/>
                      <a:pt x="33499" y="1564"/>
                      <a:pt x="32192" y="1564"/>
                    </a:cubicBezTo>
                    <a:cubicBezTo>
                      <a:pt x="30910" y="1564"/>
                      <a:pt x="30910" y="0"/>
                      <a:pt x="29603" y="0"/>
                    </a:cubicBezTo>
                    <a:cubicBezTo>
                      <a:pt x="28296" y="0"/>
                      <a:pt x="28322" y="1564"/>
                      <a:pt x="27015" y="1564"/>
                    </a:cubicBezTo>
                    <a:cubicBezTo>
                      <a:pt x="25708" y="1564"/>
                      <a:pt x="25733" y="0"/>
                      <a:pt x="24426" y="0"/>
                    </a:cubicBezTo>
                    <a:cubicBezTo>
                      <a:pt x="23119" y="0"/>
                      <a:pt x="23145" y="1564"/>
                      <a:pt x="21837" y="1564"/>
                    </a:cubicBezTo>
                    <a:cubicBezTo>
                      <a:pt x="20505" y="1564"/>
                      <a:pt x="20556" y="0"/>
                      <a:pt x="19223" y="0"/>
                    </a:cubicBezTo>
                    <a:cubicBezTo>
                      <a:pt x="17916" y="0"/>
                      <a:pt x="17942" y="1564"/>
                      <a:pt x="16634" y="1564"/>
                    </a:cubicBezTo>
                    <a:cubicBezTo>
                      <a:pt x="15327" y="1564"/>
                      <a:pt x="15353" y="0"/>
                      <a:pt x="14046" y="0"/>
                    </a:cubicBezTo>
                    <a:cubicBezTo>
                      <a:pt x="12739" y="0"/>
                      <a:pt x="12764" y="1564"/>
                      <a:pt x="11457" y="1564"/>
                    </a:cubicBezTo>
                    <a:cubicBezTo>
                      <a:pt x="10150" y="1564"/>
                      <a:pt x="10176" y="0"/>
                      <a:pt x="8869" y="0"/>
                    </a:cubicBezTo>
                    <a:cubicBezTo>
                      <a:pt x="7561" y="0"/>
                      <a:pt x="7587" y="1564"/>
                      <a:pt x="6280" y="1564"/>
                    </a:cubicBezTo>
                    <a:cubicBezTo>
                      <a:pt x="4973" y="1564"/>
                      <a:pt x="4973" y="0"/>
                      <a:pt x="36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82"/>
              <p:cNvSpPr/>
              <p:nvPr/>
            </p:nvSpPr>
            <p:spPr>
              <a:xfrm>
                <a:off x="6277150" y="746825"/>
                <a:ext cx="1610225" cy="219150"/>
              </a:xfrm>
              <a:custGeom>
                <a:avLst/>
                <a:gdLst/>
                <a:ahLst/>
                <a:cxnLst/>
                <a:rect l="l" t="t" r="r" b="b"/>
                <a:pathLst>
                  <a:path w="64409" h="8766" extrusionOk="0">
                    <a:moveTo>
                      <a:pt x="2999" y="0"/>
                    </a:moveTo>
                    <a:cubicBezTo>
                      <a:pt x="1359" y="0"/>
                      <a:pt x="1" y="1333"/>
                      <a:pt x="1" y="2999"/>
                    </a:cubicBezTo>
                    <a:lnTo>
                      <a:pt x="1" y="8228"/>
                    </a:lnTo>
                    <a:cubicBezTo>
                      <a:pt x="257" y="8561"/>
                      <a:pt x="667" y="8766"/>
                      <a:pt x="1103" y="8766"/>
                    </a:cubicBezTo>
                    <a:cubicBezTo>
                      <a:pt x="2384" y="8766"/>
                      <a:pt x="2384" y="7202"/>
                      <a:pt x="3691" y="7202"/>
                    </a:cubicBezTo>
                    <a:cubicBezTo>
                      <a:pt x="4998" y="7202"/>
                      <a:pt x="4973" y="8766"/>
                      <a:pt x="6280" y="8766"/>
                    </a:cubicBezTo>
                    <a:cubicBezTo>
                      <a:pt x="7587" y="8766"/>
                      <a:pt x="7561" y="7202"/>
                      <a:pt x="8869" y="7202"/>
                    </a:cubicBezTo>
                    <a:cubicBezTo>
                      <a:pt x="10176" y="7202"/>
                      <a:pt x="10176" y="8766"/>
                      <a:pt x="11457" y="8766"/>
                    </a:cubicBezTo>
                    <a:cubicBezTo>
                      <a:pt x="12764" y="8766"/>
                      <a:pt x="12764" y="7202"/>
                      <a:pt x="14046" y="7202"/>
                    </a:cubicBezTo>
                    <a:cubicBezTo>
                      <a:pt x="15353" y="7202"/>
                      <a:pt x="15327" y="8766"/>
                      <a:pt x="16634" y="8766"/>
                    </a:cubicBezTo>
                    <a:cubicBezTo>
                      <a:pt x="17967" y="8766"/>
                      <a:pt x="17916" y="7202"/>
                      <a:pt x="19249" y="7202"/>
                    </a:cubicBezTo>
                    <a:cubicBezTo>
                      <a:pt x="20556" y="7202"/>
                      <a:pt x="20530" y="8766"/>
                      <a:pt x="21837" y="8766"/>
                    </a:cubicBezTo>
                    <a:cubicBezTo>
                      <a:pt x="23119" y="8766"/>
                      <a:pt x="23119" y="7202"/>
                      <a:pt x="24426" y="7202"/>
                    </a:cubicBezTo>
                    <a:cubicBezTo>
                      <a:pt x="25733" y="7202"/>
                      <a:pt x="25708" y="8766"/>
                      <a:pt x="27015" y="8766"/>
                    </a:cubicBezTo>
                    <a:cubicBezTo>
                      <a:pt x="28322" y="8766"/>
                      <a:pt x="28296" y="7202"/>
                      <a:pt x="29603" y="7202"/>
                    </a:cubicBezTo>
                    <a:cubicBezTo>
                      <a:pt x="30910" y="7202"/>
                      <a:pt x="30885" y="8766"/>
                      <a:pt x="32192" y="8766"/>
                    </a:cubicBezTo>
                    <a:cubicBezTo>
                      <a:pt x="33499" y="8766"/>
                      <a:pt x="33473" y="7202"/>
                      <a:pt x="34781" y="7202"/>
                    </a:cubicBezTo>
                    <a:cubicBezTo>
                      <a:pt x="36113" y="7202"/>
                      <a:pt x="36062" y="8766"/>
                      <a:pt x="37395" y="8766"/>
                    </a:cubicBezTo>
                    <a:cubicBezTo>
                      <a:pt x="38702" y="8766"/>
                      <a:pt x="38676" y="7202"/>
                      <a:pt x="39984" y="7202"/>
                    </a:cubicBezTo>
                    <a:cubicBezTo>
                      <a:pt x="41291" y="7202"/>
                      <a:pt x="41265" y="8766"/>
                      <a:pt x="42572" y="8766"/>
                    </a:cubicBezTo>
                    <a:cubicBezTo>
                      <a:pt x="43854" y="8766"/>
                      <a:pt x="43854" y="7202"/>
                      <a:pt x="45161" y="7202"/>
                    </a:cubicBezTo>
                    <a:cubicBezTo>
                      <a:pt x="46468" y="7202"/>
                      <a:pt x="46442" y="8766"/>
                      <a:pt x="47749" y="8766"/>
                    </a:cubicBezTo>
                    <a:cubicBezTo>
                      <a:pt x="49057" y="8766"/>
                      <a:pt x="49057" y="7202"/>
                      <a:pt x="50338" y="7202"/>
                    </a:cubicBezTo>
                    <a:cubicBezTo>
                      <a:pt x="51645" y="7202"/>
                      <a:pt x="51620" y="8766"/>
                      <a:pt x="52952" y="8766"/>
                    </a:cubicBezTo>
                    <a:cubicBezTo>
                      <a:pt x="54259" y="8766"/>
                      <a:pt x="54234" y="7202"/>
                      <a:pt x="55541" y="7202"/>
                    </a:cubicBezTo>
                    <a:cubicBezTo>
                      <a:pt x="56848" y="7202"/>
                      <a:pt x="56822" y="8766"/>
                      <a:pt x="58130" y="8766"/>
                    </a:cubicBezTo>
                    <a:cubicBezTo>
                      <a:pt x="59437" y="8766"/>
                      <a:pt x="59437" y="7202"/>
                      <a:pt x="60718" y="7202"/>
                    </a:cubicBezTo>
                    <a:cubicBezTo>
                      <a:pt x="62025" y="7202"/>
                      <a:pt x="62000" y="8766"/>
                      <a:pt x="63307" y="8766"/>
                    </a:cubicBezTo>
                    <a:cubicBezTo>
                      <a:pt x="63743" y="8766"/>
                      <a:pt x="64153" y="8561"/>
                      <a:pt x="64409" y="8202"/>
                    </a:cubicBezTo>
                    <a:lnTo>
                      <a:pt x="64409" y="2999"/>
                    </a:lnTo>
                    <a:cubicBezTo>
                      <a:pt x="64409" y="1333"/>
                      <a:pt x="63076" y="0"/>
                      <a:pt x="614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82"/>
              <p:cNvSpPr/>
              <p:nvPr/>
            </p:nvSpPr>
            <p:spPr>
              <a:xfrm rot="-4392942">
                <a:off x="6926952" y="554068"/>
                <a:ext cx="298007" cy="356338"/>
              </a:xfrm>
              <a:custGeom>
                <a:avLst/>
                <a:gdLst/>
                <a:ahLst/>
                <a:cxnLst/>
                <a:rect l="l" t="t" r="r" b="b"/>
                <a:pathLst>
                  <a:path w="11919" h="14252" extrusionOk="0">
                    <a:moveTo>
                      <a:pt x="8304" y="1"/>
                    </a:moveTo>
                    <a:lnTo>
                      <a:pt x="0" y="2590"/>
                    </a:lnTo>
                    <a:lnTo>
                      <a:pt x="3614" y="14251"/>
                    </a:lnTo>
                    <a:lnTo>
                      <a:pt x="11918" y="11663"/>
                    </a:lnTo>
                    <a:lnTo>
                      <a:pt x="830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08" name="Google Shape;4308;p82"/>
            <p:cNvSpPr/>
            <p:nvPr/>
          </p:nvSpPr>
          <p:spPr>
            <a:xfrm rot="821932">
              <a:off x="6972804" y="1590873"/>
              <a:ext cx="1359266" cy="19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lang="en" sz="1500" b="1">
                  <a:solidFill>
                    <a:schemeClr val="dk1"/>
                  </a:solidFill>
                  <a:latin typeface="Delius Swash Caps"/>
                  <a:ea typeface="Delius Swash Caps"/>
                  <a:cs typeface="Delius Swash Caps"/>
                  <a:sym typeface="Delius Swash Caps"/>
                </a:rPr>
                <a:t>Don't forget</a:t>
              </a:r>
              <a:endParaRPr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endParaRPr>
            </a:p>
          </p:txBody>
        </p:sp>
        <p:sp>
          <p:nvSpPr>
            <p:cNvPr id="4309" name="Google Shape;4309;p82"/>
            <p:cNvSpPr/>
            <p:nvPr/>
          </p:nvSpPr>
          <p:spPr>
            <a:xfrm rot="821932">
              <a:off x="6829449" y="1778004"/>
              <a:ext cx="1359266" cy="9964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rPr lang="en" sz="1500" b="1">
                  <a:solidFill>
                    <a:schemeClr val="dk1"/>
                  </a:solidFill>
                  <a:latin typeface="Delius Swash Caps"/>
                  <a:ea typeface="Delius Swash Caps"/>
                  <a:cs typeface="Delius Swash Caps"/>
                  <a:sym typeface="Delius Swash Caps"/>
                </a:rPr>
                <a:t>            ...</a:t>
              </a:r>
              <a:endParaRPr sz="1500" b="1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endParaRPr>
            </a:p>
          </p:txBody>
        </p:sp>
      </p:grpSp>
      <p:sp>
        <p:nvSpPr>
          <p:cNvPr id="4310" name="Google Shape;4310;p82"/>
          <p:cNvSpPr txBox="1">
            <a:spLocks noGrp="1"/>
          </p:cNvSpPr>
          <p:nvPr>
            <p:ph type="title"/>
          </p:nvPr>
        </p:nvSpPr>
        <p:spPr>
          <a:xfrm>
            <a:off x="2781150" y="1430400"/>
            <a:ext cx="3581700" cy="60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task</a:t>
            </a:r>
            <a:endParaRPr/>
          </a:p>
        </p:txBody>
      </p:sp>
      <p:sp>
        <p:nvSpPr>
          <p:cNvPr id="4311" name="Google Shape;4311;p82"/>
          <p:cNvSpPr txBox="1">
            <a:spLocks noGrp="1"/>
          </p:cNvSpPr>
          <p:nvPr>
            <p:ph type="subTitle" idx="1"/>
          </p:nvPr>
        </p:nvSpPr>
        <p:spPr>
          <a:xfrm>
            <a:off x="2781150" y="2286625"/>
            <a:ext cx="3581700" cy="21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You can enter here </a:t>
            </a:r>
            <a:r>
              <a:rPr lang="en" sz="1600">
                <a:highlight>
                  <a:schemeClr val="dk2"/>
                </a:highlight>
              </a:rPr>
              <a:t>something interesting</a:t>
            </a:r>
            <a:r>
              <a:rPr lang="en" sz="1600"/>
              <a:t> to do, or maybe an important reminder</a:t>
            </a:r>
            <a:endParaRPr/>
          </a:p>
        </p:txBody>
      </p:sp>
      <p:grpSp>
        <p:nvGrpSpPr>
          <p:cNvPr id="4312" name="Google Shape;4312;p82"/>
          <p:cNvGrpSpPr/>
          <p:nvPr/>
        </p:nvGrpSpPr>
        <p:grpSpPr>
          <a:xfrm rot="2065613">
            <a:off x="7905244" y="4183299"/>
            <a:ext cx="1653875" cy="539976"/>
            <a:chOff x="2564525" y="5223525"/>
            <a:chExt cx="2556110" cy="834547"/>
          </a:xfrm>
        </p:grpSpPr>
        <p:sp>
          <p:nvSpPr>
            <p:cNvPr id="4313" name="Google Shape;4313;p82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82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82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82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82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82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82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82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82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82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3" name="Google Shape;4323;p82"/>
          <p:cNvGrpSpPr/>
          <p:nvPr/>
        </p:nvGrpSpPr>
        <p:grpSpPr>
          <a:xfrm>
            <a:off x="-433289" y="983145"/>
            <a:ext cx="1719315" cy="916181"/>
            <a:chOff x="7463504" y="3075665"/>
            <a:chExt cx="2603050" cy="1387103"/>
          </a:xfrm>
        </p:grpSpPr>
        <p:sp>
          <p:nvSpPr>
            <p:cNvPr id="4324" name="Google Shape;4324;p82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82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82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82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82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82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82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82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82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82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82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82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82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82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82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82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82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82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82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82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82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82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82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82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82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82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82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82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82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82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82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82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82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Google Shape;4361;p83"/>
          <p:cNvSpPr txBox="1">
            <a:spLocks noGrp="1"/>
          </p:cNvSpPr>
          <p:nvPr>
            <p:ph type="title"/>
          </p:nvPr>
        </p:nvSpPr>
        <p:spPr>
          <a:xfrm flipH="1">
            <a:off x="1322826" y="557941"/>
            <a:ext cx="3158100" cy="7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362" name="Google Shape;4362;p83"/>
          <p:cNvSpPr txBox="1">
            <a:spLocks noGrp="1"/>
          </p:cNvSpPr>
          <p:nvPr>
            <p:ph type="subTitle" idx="1"/>
          </p:nvPr>
        </p:nvSpPr>
        <p:spPr>
          <a:xfrm flipH="1">
            <a:off x="1323200" y="1452325"/>
            <a:ext cx="3099000" cy="12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>
                <a:highlight>
                  <a:schemeClr val="dk2"/>
                </a:highlight>
              </a:rPr>
              <a:t>Do you have any questions?</a:t>
            </a:r>
            <a:endParaRPr>
              <a:highlight>
                <a:schemeClr val="dk2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/>
              <a:t>youremail@freepik.com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/>
              <a:buNone/>
            </a:pPr>
            <a:r>
              <a:rPr lang="en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4363" name="Google Shape;4363;p83"/>
          <p:cNvSpPr txBox="1"/>
          <p:nvPr/>
        </p:nvSpPr>
        <p:spPr>
          <a:xfrm>
            <a:off x="1428592" y="4292417"/>
            <a:ext cx="2785800" cy="26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rPr>
              <a:t>Please keep this slide for attribution</a:t>
            </a:r>
            <a:endParaRPr sz="1200">
              <a:solidFill>
                <a:schemeClr val="dk1"/>
              </a:solidFill>
              <a:latin typeface="Delius Swash Caps"/>
              <a:ea typeface="Delius Swash Caps"/>
              <a:cs typeface="Delius Swash Caps"/>
              <a:sym typeface="Delius Swash Caps"/>
            </a:endParaRPr>
          </a:p>
        </p:txBody>
      </p:sp>
      <p:grpSp>
        <p:nvGrpSpPr>
          <p:cNvPr id="4364" name="Google Shape;4364;p83"/>
          <p:cNvGrpSpPr/>
          <p:nvPr/>
        </p:nvGrpSpPr>
        <p:grpSpPr>
          <a:xfrm rot="632111">
            <a:off x="5168426" y="1204597"/>
            <a:ext cx="2367134" cy="2507979"/>
            <a:chOff x="6736850" y="417727"/>
            <a:chExt cx="2407148" cy="2550374"/>
          </a:xfrm>
        </p:grpSpPr>
        <p:sp>
          <p:nvSpPr>
            <p:cNvPr id="4365" name="Google Shape;4365;p83"/>
            <p:cNvSpPr/>
            <p:nvPr/>
          </p:nvSpPr>
          <p:spPr>
            <a:xfrm>
              <a:off x="6736850" y="417727"/>
              <a:ext cx="2407148" cy="2550374"/>
            </a:xfrm>
            <a:custGeom>
              <a:avLst/>
              <a:gdLst/>
              <a:ahLst/>
              <a:cxnLst/>
              <a:rect l="l" t="t" r="r" b="b"/>
              <a:pathLst>
                <a:path w="46605" h="49378" extrusionOk="0">
                  <a:moveTo>
                    <a:pt x="8371" y="3169"/>
                  </a:moveTo>
                  <a:lnTo>
                    <a:pt x="9585" y="6813"/>
                  </a:lnTo>
                  <a:lnTo>
                    <a:pt x="7763" y="7420"/>
                  </a:lnTo>
                  <a:cubicBezTo>
                    <a:pt x="7576" y="7471"/>
                    <a:pt x="7377" y="7500"/>
                    <a:pt x="7182" y="7500"/>
                  </a:cubicBezTo>
                  <a:cubicBezTo>
                    <a:pt x="7075" y="7500"/>
                    <a:pt x="6968" y="7491"/>
                    <a:pt x="6866" y="7473"/>
                  </a:cubicBezTo>
                  <a:lnTo>
                    <a:pt x="5598" y="7288"/>
                  </a:lnTo>
                  <a:lnTo>
                    <a:pt x="5149" y="8450"/>
                  </a:lnTo>
                  <a:cubicBezTo>
                    <a:pt x="5096" y="8555"/>
                    <a:pt x="5070" y="8661"/>
                    <a:pt x="5017" y="8767"/>
                  </a:cubicBezTo>
                  <a:cubicBezTo>
                    <a:pt x="4410" y="10272"/>
                    <a:pt x="3591" y="12305"/>
                    <a:pt x="4621" y="15447"/>
                  </a:cubicBezTo>
                  <a:cubicBezTo>
                    <a:pt x="5545" y="18246"/>
                    <a:pt x="7235" y="19276"/>
                    <a:pt x="8476" y="20041"/>
                  </a:cubicBezTo>
                  <a:cubicBezTo>
                    <a:pt x="8661" y="20147"/>
                    <a:pt x="8846" y="20253"/>
                    <a:pt x="9004" y="20358"/>
                  </a:cubicBezTo>
                  <a:lnTo>
                    <a:pt x="9559" y="21758"/>
                  </a:lnTo>
                  <a:lnTo>
                    <a:pt x="9559" y="21758"/>
                  </a:lnTo>
                  <a:lnTo>
                    <a:pt x="7869" y="20094"/>
                  </a:lnTo>
                  <a:lnTo>
                    <a:pt x="8397" y="21388"/>
                  </a:lnTo>
                  <a:cubicBezTo>
                    <a:pt x="6469" y="19936"/>
                    <a:pt x="5044" y="17929"/>
                    <a:pt x="4251" y="15658"/>
                  </a:cubicBezTo>
                  <a:cubicBezTo>
                    <a:pt x="3195" y="12674"/>
                    <a:pt x="3486" y="9374"/>
                    <a:pt x="5044" y="6628"/>
                  </a:cubicBezTo>
                  <a:lnTo>
                    <a:pt x="5308" y="6205"/>
                  </a:lnTo>
                  <a:lnTo>
                    <a:pt x="5255" y="5704"/>
                  </a:lnTo>
                  <a:cubicBezTo>
                    <a:pt x="5202" y="4832"/>
                    <a:pt x="5756" y="4040"/>
                    <a:pt x="6575" y="3776"/>
                  </a:cubicBezTo>
                  <a:lnTo>
                    <a:pt x="8371" y="3169"/>
                  </a:lnTo>
                  <a:close/>
                  <a:moveTo>
                    <a:pt x="13652" y="19144"/>
                  </a:moveTo>
                  <a:lnTo>
                    <a:pt x="14866" y="22788"/>
                  </a:lnTo>
                  <a:lnTo>
                    <a:pt x="13097" y="23369"/>
                  </a:lnTo>
                  <a:lnTo>
                    <a:pt x="10879" y="20438"/>
                  </a:lnTo>
                  <a:lnTo>
                    <a:pt x="11090" y="20226"/>
                  </a:lnTo>
                  <a:cubicBezTo>
                    <a:pt x="11302" y="20015"/>
                    <a:pt x="11566" y="19830"/>
                    <a:pt x="11856" y="19751"/>
                  </a:cubicBezTo>
                  <a:lnTo>
                    <a:pt x="13652" y="19144"/>
                  </a:lnTo>
                  <a:close/>
                  <a:moveTo>
                    <a:pt x="37865" y="24108"/>
                  </a:moveTo>
                  <a:lnTo>
                    <a:pt x="37865" y="27752"/>
                  </a:lnTo>
                  <a:lnTo>
                    <a:pt x="39660" y="27752"/>
                  </a:lnTo>
                  <a:cubicBezTo>
                    <a:pt x="40981" y="27752"/>
                    <a:pt x="42063" y="28808"/>
                    <a:pt x="42063" y="30128"/>
                  </a:cubicBezTo>
                  <a:lnTo>
                    <a:pt x="42063" y="30234"/>
                  </a:lnTo>
                  <a:lnTo>
                    <a:pt x="43463" y="43885"/>
                  </a:lnTo>
                  <a:cubicBezTo>
                    <a:pt x="43410" y="45179"/>
                    <a:pt x="42354" y="46209"/>
                    <a:pt x="41060" y="46235"/>
                  </a:cubicBezTo>
                  <a:lnTo>
                    <a:pt x="18616" y="46235"/>
                  </a:lnTo>
                  <a:cubicBezTo>
                    <a:pt x="18431" y="46209"/>
                    <a:pt x="18220" y="46209"/>
                    <a:pt x="18035" y="46156"/>
                  </a:cubicBezTo>
                  <a:cubicBezTo>
                    <a:pt x="17876" y="46103"/>
                    <a:pt x="17718" y="46050"/>
                    <a:pt x="17586" y="45998"/>
                  </a:cubicBezTo>
                  <a:cubicBezTo>
                    <a:pt x="17507" y="45945"/>
                    <a:pt x="17454" y="45918"/>
                    <a:pt x="17375" y="45866"/>
                  </a:cubicBezTo>
                  <a:cubicBezTo>
                    <a:pt x="17269" y="45813"/>
                    <a:pt x="17190" y="45760"/>
                    <a:pt x="17111" y="45681"/>
                  </a:cubicBezTo>
                  <a:cubicBezTo>
                    <a:pt x="17031" y="45628"/>
                    <a:pt x="16979" y="45575"/>
                    <a:pt x="16926" y="45522"/>
                  </a:cubicBezTo>
                  <a:cubicBezTo>
                    <a:pt x="16873" y="45470"/>
                    <a:pt x="16820" y="45417"/>
                    <a:pt x="16767" y="45337"/>
                  </a:cubicBezTo>
                  <a:cubicBezTo>
                    <a:pt x="16741" y="45311"/>
                    <a:pt x="16715" y="45285"/>
                    <a:pt x="16715" y="45258"/>
                  </a:cubicBezTo>
                  <a:cubicBezTo>
                    <a:pt x="16662" y="45205"/>
                    <a:pt x="16609" y="45126"/>
                    <a:pt x="16556" y="45073"/>
                  </a:cubicBezTo>
                  <a:cubicBezTo>
                    <a:pt x="16556" y="45021"/>
                    <a:pt x="16530" y="44994"/>
                    <a:pt x="16503" y="44968"/>
                  </a:cubicBezTo>
                  <a:cubicBezTo>
                    <a:pt x="16398" y="44757"/>
                    <a:pt x="16318" y="44545"/>
                    <a:pt x="16266" y="44308"/>
                  </a:cubicBezTo>
                  <a:cubicBezTo>
                    <a:pt x="16239" y="44176"/>
                    <a:pt x="16239" y="44017"/>
                    <a:pt x="16239" y="43885"/>
                  </a:cubicBezTo>
                  <a:lnTo>
                    <a:pt x="16239" y="43648"/>
                  </a:lnTo>
                  <a:lnTo>
                    <a:pt x="16398" y="43780"/>
                  </a:lnTo>
                  <a:lnTo>
                    <a:pt x="16398" y="43780"/>
                  </a:lnTo>
                  <a:lnTo>
                    <a:pt x="16266" y="43595"/>
                  </a:lnTo>
                  <a:lnTo>
                    <a:pt x="16688" y="39423"/>
                  </a:lnTo>
                  <a:lnTo>
                    <a:pt x="20015" y="44545"/>
                  </a:lnTo>
                  <a:lnTo>
                    <a:pt x="17111" y="35119"/>
                  </a:lnTo>
                  <a:lnTo>
                    <a:pt x="17216" y="34115"/>
                  </a:lnTo>
                  <a:lnTo>
                    <a:pt x="17612" y="30313"/>
                  </a:lnTo>
                  <a:lnTo>
                    <a:pt x="17612" y="30155"/>
                  </a:lnTo>
                  <a:cubicBezTo>
                    <a:pt x="17612" y="28834"/>
                    <a:pt x="18695" y="27752"/>
                    <a:pt x="20015" y="27752"/>
                  </a:cubicBezTo>
                  <a:lnTo>
                    <a:pt x="21811" y="27752"/>
                  </a:lnTo>
                  <a:lnTo>
                    <a:pt x="21811" y="24108"/>
                  </a:lnTo>
                  <a:lnTo>
                    <a:pt x="23501" y="24108"/>
                  </a:lnTo>
                  <a:lnTo>
                    <a:pt x="23501" y="27752"/>
                  </a:lnTo>
                  <a:lnTo>
                    <a:pt x="36175" y="27752"/>
                  </a:lnTo>
                  <a:lnTo>
                    <a:pt x="36175" y="24108"/>
                  </a:lnTo>
                  <a:close/>
                  <a:moveTo>
                    <a:pt x="8529" y="0"/>
                  </a:moveTo>
                  <a:cubicBezTo>
                    <a:pt x="8212" y="0"/>
                    <a:pt x="7895" y="53"/>
                    <a:pt x="7605" y="132"/>
                  </a:cubicBezTo>
                  <a:lnTo>
                    <a:pt x="5572" y="792"/>
                  </a:lnTo>
                  <a:cubicBezTo>
                    <a:pt x="3565" y="1452"/>
                    <a:pt x="2192" y="3301"/>
                    <a:pt x="2113" y="5413"/>
                  </a:cubicBezTo>
                  <a:cubicBezTo>
                    <a:pt x="291" y="8925"/>
                    <a:pt x="0" y="13018"/>
                    <a:pt x="1294" y="16741"/>
                  </a:cubicBezTo>
                  <a:cubicBezTo>
                    <a:pt x="2007" y="18748"/>
                    <a:pt x="3116" y="20596"/>
                    <a:pt x="4568" y="22154"/>
                  </a:cubicBezTo>
                  <a:lnTo>
                    <a:pt x="6601" y="23976"/>
                  </a:lnTo>
                  <a:lnTo>
                    <a:pt x="7631" y="24689"/>
                  </a:lnTo>
                  <a:cubicBezTo>
                    <a:pt x="7631" y="24689"/>
                    <a:pt x="8450" y="25190"/>
                    <a:pt x="8476" y="25534"/>
                  </a:cubicBezTo>
                  <a:cubicBezTo>
                    <a:pt x="8529" y="25877"/>
                    <a:pt x="6786" y="28782"/>
                    <a:pt x="6232" y="29442"/>
                  </a:cubicBezTo>
                  <a:cubicBezTo>
                    <a:pt x="6205" y="29494"/>
                    <a:pt x="6179" y="29521"/>
                    <a:pt x="6153" y="29547"/>
                  </a:cubicBezTo>
                  <a:lnTo>
                    <a:pt x="5572" y="30656"/>
                  </a:lnTo>
                  <a:cubicBezTo>
                    <a:pt x="5492" y="30815"/>
                    <a:pt x="5413" y="31000"/>
                    <a:pt x="5387" y="31211"/>
                  </a:cubicBezTo>
                  <a:lnTo>
                    <a:pt x="5070" y="32056"/>
                  </a:lnTo>
                  <a:cubicBezTo>
                    <a:pt x="5017" y="32214"/>
                    <a:pt x="4964" y="32373"/>
                    <a:pt x="4938" y="32531"/>
                  </a:cubicBezTo>
                  <a:cubicBezTo>
                    <a:pt x="4912" y="32663"/>
                    <a:pt x="4912" y="32769"/>
                    <a:pt x="4912" y="32874"/>
                  </a:cubicBezTo>
                  <a:lnTo>
                    <a:pt x="4621" y="33534"/>
                  </a:lnTo>
                  <a:cubicBezTo>
                    <a:pt x="4568" y="33693"/>
                    <a:pt x="4568" y="33851"/>
                    <a:pt x="4568" y="34036"/>
                  </a:cubicBezTo>
                  <a:cubicBezTo>
                    <a:pt x="4542" y="34115"/>
                    <a:pt x="4542" y="34195"/>
                    <a:pt x="4568" y="34274"/>
                  </a:cubicBezTo>
                  <a:cubicBezTo>
                    <a:pt x="4489" y="34432"/>
                    <a:pt x="4436" y="34564"/>
                    <a:pt x="4383" y="34723"/>
                  </a:cubicBezTo>
                  <a:lnTo>
                    <a:pt x="4304" y="35145"/>
                  </a:lnTo>
                  <a:cubicBezTo>
                    <a:pt x="4304" y="35488"/>
                    <a:pt x="4357" y="35832"/>
                    <a:pt x="4515" y="36149"/>
                  </a:cubicBezTo>
                  <a:cubicBezTo>
                    <a:pt x="4489" y="36254"/>
                    <a:pt x="4463" y="36333"/>
                    <a:pt x="4436" y="36439"/>
                  </a:cubicBezTo>
                  <a:cubicBezTo>
                    <a:pt x="4383" y="36809"/>
                    <a:pt x="4436" y="37178"/>
                    <a:pt x="4568" y="37522"/>
                  </a:cubicBezTo>
                  <a:lnTo>
                    <a:pt x="4568" y="37548"/>
                  </a:lnTo>
                  <a:cubicBezTo>
                    <a:pt x="4621" y="37706"/>
                    <a:pt x="4727" y="37838"/>
                    <a:pt x="4806" y="37970"/>
                  </a:cubicBezTo>
                  <a:cubicBezTo>
                    <a:pt x="4991" y="38182"/>
                    <a:pt x="5202" y="38367"/>
                    <a:pt x="5440" y="38499"/>
                  </a:cubicBezTo>
                  <a:cubicBezTo>
                    <a:pt x="5519" y="38763"/>
                    <a:pt x="5651" y="39000"/>
                    <a:pt x="5836" y="39212"/>
                  </a:cubicBezTo>
                  <a:lnTo>
                    <a:pt x="5836" y="39238"/>
                  </a:lnTo>
                  <a:lnTo>
                    <a:pt x="5862" y="39238"/>
                  </a:lnTo>
                  <a:cubicBezTo>
                    <a:pt x="6100" y="39502"/>
                    <a:pt x="6417" y="39713"/>
                    <a:pt x="6760" y="39819"/>
                  </a:cubicBezTo>
                  <a:lnTo>
                    <a:pt x="8080" y="40743"/>
                  </a:lnTo>
                  <a:cubicBezTo>
                    <a:pt x="8331" y="40833"/>
                    <a:pt x="8607" y="40886"/>
                    <a:pt x="8882" y="40886"/>
                  </a:cubicBezTo>
                  <a:cubicBezTo>
                    <a:pt x="9012" y="40886"/>
                    <a:pt x="9141" y="40874"/>
                    <a:pt x="9268" y="40849"/>
                  </a:cubicBezTo>
                  <a:cubicBezTo>
                    <a:pt x="9761" y="40958"/>
                    <a:pt x="10265" y="41017"/>
                    <a:pt x="10765" y="41017"/>
                  </a:cubicBezTo>
                  <a:cubicBezTo>
                    <a:pt x="10990" y="41017"/>
                    <a:pt x="11213" y="41005"/>
                    <a:pt x="11434" y="40981"/>
                  </a:cubicBezTo>
                  <a:cubicBezTo>
                    <a:pt x="12991" y="40822"/>
                    <a:pt x="13519" y="40004"/>
                    <a:pt x="13520" y="40004"/>
                  </a:cubicBezTo>
                  <a:lnTo>
                    <a:pt x="13520" y="40004"/>
                  </a:lnTo>
                  <a:cubicBezTo>
                    <a:pt x="13519" y="40004"/>
                    <a:pt x="12780" y="44783"/>
                    <a:pt x="13784" y="46446"/>
                  </a:cubicBezTo>
                  <a:cubicBezTo>
                    <a:pt x="13810" y="46526"/>
                    <a:pt x="13863" y="46605"/>
                    <a:pt x="13916" y="46684"/>
                  </a:cubicBezTo>
                  <a:cubicBezTo>
                    <a:pt x="13995" y="46843"/>
                    <a:pt x="14100" y="46975"/>
                    <a:pt x="14206" y="47133"/>
                  </a:cubicBezTo>
                  <a:lnTo>
                    <a:pt x="14364" y="47344"/>
                  </a:lnTo>
                  <a:cubicBezTo>
                    <a:pt x="14470" y="47476"/>
                    <a:pt x="14602" y="47608"/>
                    <a:pt x="14734" y="47740"/>
                  </a:cubicBezTo>
                  <a:cubicBezTo>
                    <a:pt x="14840" y="47846"/>
                    <a:pt x="14972" y="47978"/>
                    <a:pt x="15104" y="48084"/>
                  </a:cubicBezTo>
                  <a:cubicBezTo>
                    <a:pt x="15315" y="48242"/>
                    <a:pt x="15553" y="48400"/>
                    <a:pt x="15764" y="48532"/>
                  </a:cubicBezTo>
                  <a:cubicBezTo>
                    <a:pt x="15922" y="48638"/>
                    <a:pt x="16081" y="48717"/>
                    <a:pt x="16266" y="48797"/>
                  </a:cubicBezTo>
                  <a:cubicBezTo>
                    <a:pt x="16583" y="48955"/>
                    <a:pt x="16899" y="49087"/>
                    <a:pt x="17243" y="49193"/>
                  </a:cubicBezTo>
                  <a:cubicBezTo>
                    <a:pt x="17692" y="49298"/>
                    <a:pt x="18167" y="49377"/>
                    <a:pt x="18616" y="49377"/>
                  </a:cubicBezTo>
                  <a:lnTo>
                    <a:pt x="41060" y="49377"/>
                  </a:lnTo>
                  <a:cubicBezTo>
                    <a:pt x="44123" y="49351"/>
                    <a:pt x="46605" y="46895"/>
                    <a:pt x="46605" y="43832"/>
                  </a:cubicBezTo>
                  <a:lnTo>
                    <a:pt x="46605" y="43753"/>
                  </a:lnTo>
                  <a:lnTo>
                    <a:pt x="45205" y="30075"/>
                  </a:lnTo>
                  <a:cubicBezTo>
                    <a:pt x="45153" y="27567"/>
                    <a:pt x="43436" y="25402"/>
                    <a:pt x="41007" y="24794"/>
                  </a:cubicBezTo>
                  <a:lnTo>
                    <a:pt x="41007" y="23580"/>
                  </a:lnTo>
                  <a:cubicBezTo>
                    <a:pt x="41007" y="22154"/>
                    <a:pt x="39845" y="20992"/>
                    <a:pt x="38419" y="20992"/>
                  </a:cubicBezTo>
                  <a:lnTo>
                    <a:pt x="35647" y="20992"/>
                  </a:lnTo>
                  <a:cubicBezTo>
                    <a:pt x="34195" y="20992"/>
                    <a:pt x="33033" y="22154"/>
                    <a:pt x="33033" y="23580"/>
                  </a:cubicBezTo>
                  <a:lnTo>
                    <a:pt x="33033" y="24610"/>
                  </a:lnTo>
                  <a:lnTo>
                    <a:pt x="26643" y="24610"/>
                  </a:lnTo>
                  <a:lnTo>
                    <a:pt x="26643" y="23580"/>
                  </a:lnTo>
                  <a:cubicBezTo>
                    <a:pt x="26643" y="22154"/>
                    <a:pt x="25481" y="20992"/>
                    <a:pt x="24029" y="20992"/>
                  </a:cubicBezTo>
                  <a:lnTo>
                    <a:pt x="21256" y="20992"/>
                  </a:lnTo>
                  <a:cubicBezTo>
                    <a:pt x="19830" y="20992"/>
                    <a:pt x="18668" y="22154"/>
                    <a:pt x="18668" y="23580"/>
                  </a:cubicBezTo>
                  <a:lnTo>
                    <a:pt x="18668" y="24768"/>
                  </a:lnTo>
                  <a:cubicBezTo>
                    <a:pt x="16741" y="25270"/>
                    <a:pt x="15209" y="26748"/>
                    <a:pt x="14681" y="28676"/>
                  </a:cubicBezTo>
                  <a:cubicBezTo>
                    <a:pt x="14734" y="29204"/>
                    <a:pt x="14708" y="29759"/>
                    <a:pt x="14655" y="30313"/>
                  </a:cubicBezTo>
                  <a:cubicBezTo>
                    <a:pt x="14523" y="30973"/>
                    <a:pt x="13123" y="34274"/>
                    <a:pt x="12622" y="34749"/>
                  </a:cubicBezTo>
                  <a:cubicBezTo>
                    <a:pt x="12287" y="35084"/>
                    <a:pt x="11651" y="35523"/>
                    <a:pt x="11120" y="35523"/>
                  </a:cubicBezTo>
                  <a:cubicBezTo>
                    <a:pt x="10897" y="35523"/>
                    <a:pt x="10692" y="35446"/>
                    <a:pt x="10536" y="35251"/>
                  </a:cubicBezTo>
                  <a:cubicBezTo>
                    <a:pt x="10034" y="34617"/>
                    <a:pt x="10166" y="33033"/>
                    <a:pt x="10800" y="31686"/>
                  </a:cubicBezTo>
                  <a:cubicBezTo>
                    <a:pt x="11434" y="30366"/>
                    <a:pt x="14074" y="27329"/>
                    <a:pt x="14074" y="27329"/>
                  </a:cubicBezTo>
                  <a:cubicBezTo>
                    <a:pt x="14180" y="27144"/>
                    <a:pt x="14285" y="26960"/>
                    <a:pt x="14364" y="26775"/>
                  </a:cubicBezTo>
                  <a:cubicBezTo>
                    <a:pt x="14602" y="26590"/>
                    <a:pt x="14813" y="26326"/>
                    <a:pt x="14945" y="26062"/>
                  </a:cubicBezTo>
                  <a:lnTo>
                    <a:pt x="16054" y="25692"/>
                  </a:lnTo>
                  <a:cubicBezTo>
                    <a:pt x="17586" y="25164"/>
                    <a:pt x="18431" y="23527"/>
                    <a:pt x="17903" y="21995"/>
                  </a:cubicBezTo>
                  <a:lnTo>
                    <a:pt x="16583" y="17955"/>
                  </a:lnTo>
                  <a:cubicBezTo>
                    <a:pt x="16186" y="16741"/>
                    <a:pt x="15077" y="15949"/>
                    <a:pt x="13810" y="15949"/>
                  </a:cubicBezTo>
                  <a:cubicBezTo>
                    <a:pt x="13493" y="15949"/>
                    <a:pt x="13176" y="16002"/>
                    <a:pt x="12886" y="16081"/>
                  </a:cubicBezTo>
                  <a:lnTo>
                    <a:pt x="10853" y="16741"/>
                  </a:lnTo>
                  <a:cubicBezTo>
                    <a:pt x="10509" y="16873"/>
                    <a:pt x="10193" y="17005"/>
                    <a:pt x="9876" y="17190"/>
                  </a:cubicBezTo>
                  <a:cubicBezTo>
                    <a:pt x="8899" y="16582"/>
                    <a:pt x="8133" y="16028"/>
                    <a:pt x="7605" y="14444"/>
                  </a:cubicBezTo>
                  <a:cubicBezTo>
                    <a:pt x="7156" y="13203"/>
                    <a:pt x="7156" y="11830"/>
                    <a:pt x="7658" y="10615"/>
                  </a:cubicBezTo>
                  <a:cubicBezTo>
                    <a:pt x="8027" y="10562"/>
                    <a:pt x="8397" y="10483"/>
                    <a:pt x="8740" y="10377"/>
                  </a:cubicBezTo>
                  <a:lnTo>
                    <a:pt x="10773" y="9717"/>
                  </a:lnTo>
                  <a:cubicBezTo>
                    <a:pt x="12305" y="9215"/>
                    <a:pt x="13123" y="7552"/>
                    <a:pt x="12622" y="6020"/>
                  </a:cubicBezTo>
                  <a:lnTo>
                    <a:pt x="11302" y="2007"/>
                  </a:lnTo>
                  <a:cubicBezTo>
                    <a:pt x="10905" y="792"/>
                    <a:pt x="9770" y="0"/>
                    <a:pt x="8529" y="0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76200" dir="306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83"/>
            <p:cNvSpPr/>
            <p:nvPr/>
          </p:nvSpPr>
          <p:spPr>
            <a:xfrm>
              <a:off x="7354623" y="1615983"/>
              <a:ext cx="88683" cy="125406"/>
            </a:xfrm>
            <a:custGeom>
              <a:avLst/>
              <a:gdLst/>
              <a:ahLst/>
              <a:cxnLst/>
              <a:rect l="l" t="t" r="r" b="b"/>
              <a:pathLst>
                <a:path w="1717" h="2428" extrusionOk="0">
                  <a:moveTo>
                    <a:pt x="573" y="0"/>
                  </a:moveTo>
                  <a:cubicBezTo>
                    <a:pt x="513" y="0"/>
                    <a:pt x="452" y="12"/>
                    <a:pt x="397" y="36"/>
                  </a:cubicBezTo>
                  <a:cubicBezTo>
                    <a:pt x="133" y="142"/>
                    <a:pt x="1" y="433"/>
                    <a:pt x="106" y="697"/>
                  </a:cubicBezTo>
                  <a:lnTo>
                    <a:pt x="661" y="2122"/>
                  </a:lnTo>
                  <a:cubicBezTo>
                    <a:pt x="739" y="2318"/>
                    <a:pt x="919" y="2427"/>
                    <a:pt x="1115" y="2427"/>
                  </a:cubicBezTo>
                  <a:cubicBezTo>
                    <a:pt x="1183" y="2427"/>
                    <a:pt x="1253" y="2414"/>
                    <a:pt x="1321" y="2387"/>
                  </a:cubicBezTo>
                  <a:cubicBezTo>
                    <a:pt x="1585" y="2281"/>
                    <a:pt x="1717" y="1990"/>
                    <a:pt x="1611" y="1726"/>
                  </a:cubicBezTo>
                  <a:lnTo>
                    <a:pt x="1057" y="327"/>
                  </a:lnTo>
                  <a:cubicBezTo>
                    <a:pt x="976" y="125"/>
                    <a:pt x="771" y="0"/>
                    <a:pt x="5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83"/>
            <p:cNvSpPr/>
            <p:nvPr/>
          </p:nvSpPr>
          <p:spPr>
            <a:xfrm>
              <a:off x="7384631" y="1562785"/>
              <a:ext cx="88683" cy="126543"/>
            </a:xfrm>
            <a:custGeom>
              <a:avLst/>
              <a:gdLst/>
              <a:ahLst/>
              <a:cxnLst/>
              <a:rect l="l" t="t" r="r" b="b"/>
              <a:pathLst>
                <a:path w="1717" h="2450" extrusionOk="0">
                  <a:moveTo>
                    <a:pt x="584" y="0"/>
                  </a:moveTo>
                  <a:cubicBezTo>
                    <a:pt x="522" y="0"/>
                    <a:pt x="459" y="12"/>
                    <a:pt x="397" y="37"/>
                  </a:cubicBezTo>
                  <a:cubicBezTo>
                    <a:pt x="133" y="142"/>
                    <a:pt x="1" y="459"/>
                    <a:pt x="106" y="697"/>
                  </a:cubicBezTo>
                  <a:lnTo>
                    <a:pt x="661" y="2123"/>
                  </a:lnTo>
                  <a:cubicBezTo>
                    <a:pt x="742" y="2325"/>
                    <a:pt x="946" y="2450"/>
                    <a:pt x="1144" y="2450"/>
                  </a:cubicBezTo>
                  <a:cubicBezTo>
                    <a:pt x="1205" y="2450"/>
                    <a:pt x="1265" y="2438"/>
                    <a:pt x="1321" y="2413"/>
                  </a:cubicBezTo>
                  <a:cubicBezTo>
                    <a:pt x="1585" y="2308"/>
                    <a:pt x="1717" y="1991"/>
                    <a:pt x="1611" y="1753"/>
                  </a:cubicBezTo>
                  <a:lnTo>
                    <a:pt x="1057" y="327"/>
                  </a:lnTo>
                  <a:cubicBezTo>
                    <a:pt x="976" y="125"/>
                    <a:pt x="787" y="0"/>
                    <a:pt x="584" y="0"/>
                  </a:cubicBezTo>
                  <a:close/>
                </a:path>
              </a:pathLst>
            </a:custGeom>
            <a:solidFill>
              <a:srgbClr val="5668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83"/>
            <p:cNvSpPr/>
            <p:nvPr/>
          </p:nvSpPr>
          <p:spPr>
            <a:xfrm>
              <a:off x="7319192" y="1665050"/>
              <a:ext cx="88683" cy="125200"/>
            </a:xfrm>
            <a:custGeom>
              <a:avLst/>
              <a:gdLst/>
              <a:ahLst/>
              <a:cxnLst/>
              <a:rect l="l" t="t" r="r" b="b"/>
              <a:pathLst>
                <a:path w="1717" h="2424" extrusionOk="0">
                  <a:moveTo>
                    <a:pt x="586" y="0"/>
                  </a:moveTo>
                  <a:cubicBezTo>
                    <a:pt x="523" y="0"/>
                    <a:pt x="459" y="12"/>
                    <a:pt x="396" y="37"/>
                  </a:cubicBezTo>
                  <a:cubicBezTo>
                    <a:pt x="132" y="143"/>
                    <a:pt x="0" y="433"/>
                    <a:pt x="106" y="697"/>
                  </a:cubicBezTo>
                  <a:lnTo>
                    <a:pt x="660" y="2097"/>
                  </a:lnTo>
                  <a:cubicBezTo>
                    <a:pt x="741" y="2299"/>
                    <a:pt x="930" y="2424"/>
                    <a:pt x="1133" y="2424"/>
                  </a:cubicBezTo>
                  <a:cubicBezTo>
                    <a:pt x="1195" y="2424"/>
                    <a:pt x="1258" y="2412"/>
                    <a:pt x="1320" y="2387"/>
                  </a:cubicBezTo>
                  <a:cubicBezTo>
                    <a:pt x="1584" y="2281"/>
                    <a:pt x="1716" y="1991"/>
                    <a:pt x="1611" y="1727"/>
                  </a:cubicBezTo>
                  <a:lnTo>
                    <a:pt x="1056" y="301"/>
                  </a:lnTo>
                  <a:cubicBezTo>
                    <a:pt x="976" y="120"/>
                    <a:pt x="788" y="0"/>
                    <a:pt x="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83"/>
            <p:cNvSpPr/>
            <p:nvPr/>
          </p:nvSpPr>
          <p:spPr>
            <a:xfrm>
              <a:off x="7285052" y="1710036"/>
              <a:ext cx="88735" cy="125200"/>
            </a:xfrm>
            <a:custGeom>
              <a:avLst/>
              <a:gdLst/>
              <a:ahLst/>
              <a:cxnLst/>
              <a:rect l="l" t="t" r="r" b="b"/>
              <a:pathLst>
                <a:path w="1718" h="2424" extrusionOk="0">
                  <a:moveTo>
                    <a:pt x="584" y="1"/>
                  </a:moveTo>
                  <a:cubicBezTo>
                    <a:pt x="522" y="1"/>
                    <a:pt x="459" y="13"/>
                    <a:pt x="397" y="37"/>
                  </a:cubicBezTo>
                  <a:cubicBezTo>
                    <a:pt x="133" y="143"/>
                    <a:pt x="1" y="434"/>
                    <a:pt x="107" y="698"/>
                  </a:cubicBezTo>
                  <a:lnTo>
                    <a:pt x="635" y="2097"/>
                  </a:lnTo>
                  <a:cubicBezTo>
                    <a:pt x="716" y="2299"/>
                    <a:pt x="905" y="2424"/>
                    <a:pt x="1108" y="2424"/>
                  </a:cubicBezTo>
                  <a:cubicBezTo>
                    <a:pt x="1170" y="2424"/>
                    <a:pt x="1233" y="2412"/>
                    <a:pt x="1295" y="2387"/>
                  </a:cubicBezTo>
                  <a:cubicBezTo>
                    <a:pt x="1585" y="2308"/>
                    <a:pt x="1717" y="1991"/>
                    <a:pt x="1612" y="1727"/>
                  </a:cubicBezTo>
                  <a:lnTo>
                    <a:pt x="1057" y="328"/>
                  </a:lnTo>
                  <a:cubicBezTo>
                    <a:pt x="976" y="126"/>
                    <a:pt x="787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83"/>
            <p:cNvSpPr/>
            <p:nvPr/>
          </p:nvSpPr>
          <p:spPr>
            <a:xfrm>
              <a:off x="7248278" y="1752337"/>
              <a:ext cx="88683" cy="125200"/>
            </a:xfrm>
            <a:custGeom>
              <a:avLst/>
              <a:gdLst/>
              <a:ahLst/>
              <a:cxnLst/>
              <a:rect l="l" t="t" r="r" b="b"/>
              <a:pathLst>
                <a:path w="1717" h="2424" extrusionOk="0">
                  <a:moveTo>
                    <a:pt x="583" y="1"/>
                  </a:moveTo>
                  <a:cubicBezTo>
                    <a:pt x="521" y="1"/>
                    <a:pt x="458" y="12"/>
                    <a:pt x="396" y="37"/>
                  </a:cubicBezTo>
                  <a:cubicBezTo>
                    <a:pt x="132" y="143"/>
                    <a:pt x="0" y="433"/>
                    <a:pt x="106" y="697"/>
                  </a:cubicBezTo>
                  <a:lnTo>
                    <a:pt x="660" y="2123"/>
                  </a:lnTo>
                  <a:cubicBezTo>
                    <a:pt x="741" y="2304"/>
                    <a:pt x="944" y="2424"/>
                    <a:pt x="1141" y="2424"/>
                  </a:cubicBezTo>
                  <a:cubicBezTo>
                    <a:pt x="1203" y="2424"/>
                    <a:pt x="1264" y="2412"/>
                    <a:pt x="1320" y="2387"/>
                  </a:cubicBezTo>
                  <a:cubicBezTo>
                    <a:pt x="1584" y="2281"/>
                    <a:pt x="1716" y="1991"/>
                    <a:pt x="1611" y="1727"/>
                  </a:cubicBezTo>
                  <a:lnTo>
                    <a:pt x="1056" y="327"/>
                  </a:lnTo>
                  <a:cubicBezTo>
                    <a:pt x="975" y="125"/>
                    <a:pt x="786" y="1"/>
                    <a:pt x="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83"/>
            <p:cNvSpPr/>
            <p:nvPr/>
          </p:nvSpPr>
          <p:spPr>
            <a:xfrm>
              <a:off x="7211452" y="1794637"/>
              <a:ext cx="88683" cy="126542"/>
            </a:xfrm>
            <a:custGeom>
              <a:avLst/>
              <a:gdLst/>
              <a:ahLst/>
              <a:cxnLst/>
              <a:rect l="l" t="t" r="r" b="b"/>
              <a:pathLst>
                <a:path w="1717" h="2450" extrusionOk="0">
                  <a:moveTo>
                    <a:pt x="584" y="0"/>
                  </a:moveTo>
                  <a:cubicBezTo>
                    <a:pt x="521" y="0"/>
                    <a:pt x="458" y="12"/>
                    <a:pt x="396" y="37"/>
                  </a:cubicBezTo>
                  <a:cubicBezTo>
                    <a:pt x="132" y="142"/>
                    <a:pt x="0" y="459"/>
                    <a:pt x="106" y="697"/>
                  </a:cubicBezTo>
                  <a:lnTo>
                    <a:pt x="660" y="2123"/>
                  </a:lnTo>
                  <a:cubicBezTo>
                    <a:pt x="741" y="2325"/>
                    <a:pt x="930" y="2449"/>
                    <a:pt x="1133" y="2449"/>
                  </a:cubicBezTo>
                  <a:cubicBezTo>
                    <a:pt x="1195" y="2449"/>
                    <a:pt x="1258" y="2438"/>
                    <a:pt x="1320" y="2413"/>
                  </a:cubicBezTo>
                  <a:cubicBezTo>
                    <a:pt x="1584" y="2307"/>
                    <a:pt x="1716" y="1991"/>
                    <a:pt x="1611" y="1753"/>
                  </a:cubicBezTo>
                  <a:lnTo>
                    <a:pt x="1056" y="327"/>
                  </a:lnTo>
                  <a:cubicBezTo>
                    <a:pt x="975" y="125"/>
                    <a:pt x="786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83"/>
            <p:cNvSpPr/>
            <p:nvPr/>
          </p:nvSpPr>
          <p:spPr>
            <a:xfrm>
              <a:off x="7180050" y="1847577"/>
              <a:ext cx="88735" cy="125406"/>
            </a:xfrm>
            <a:custGeom>
              <a:avLst/>
              <a:gdLst/>
              <a:ahLst/>
              <a:cxnLst/>
              <a:rect l="l" t="t" r="r" b="b"/>
              <a:pathLst>
                <a:path w="1718" h="2428" extrusionOk="0">
                  <a:moveTo>
                    <a:pt x="592" y="1"/>
                  </a:moveTo>
                  <a:cubicBezTo>
                    <a:pt x="525" y="1"/>
                    <a:pt x="458" y="14"/>
                    <a:pt x="397" y="41"/>
                  </a:cubicBezTo>
                  <a:cubicBezTo>
                    <a:pt x="133" y="147"/>
                    <a:pt x="1" y="437"/>
                    <a:pt x="106" y="701"/>
                  </a:cubicBezTo>
                  <a:lnTo>
                    <a:pt x="661" y="2101"/>
                  </a:lnTo>
                  <a:cubicBezTo>
                    <a:pt x="742" y="2303"/>
                    <a:pt x="931" y="2428"/>
                    <a:pt x="1134" y="2428"/>
                  </a:cubicBezTo>
                  <a:cubicBezTo>
                    <a:pt x="1196" y="2428"/>
                    <a:pt x="1259" y="2416"/>
                    <a:pt x="1321" y="2391"/>
                  </a:cubicBezTo>
                  <a:cubicBezTo>
                    <a:pt x="1585" y="2286"/>
                    <a:pt x="1717" y="1995"/>
                    <a:pt x="1612" y="1731"/>
                  </a:cubicBezTo>
                  <a:lnTo>
                    <a:pt x="1057" y="305"/>
                  </a:lnTo>
                  <a:cubicBezTo>
                    <a:pt x="979" y="110"/>
                    <a:pt x="784" y="1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83"/>
            <p:cNvSpPr/>
            <p:nvPr/>
          </p:nvSpPr>
          <p:spPr>
            <a:xfrm>
              <a:off x="7148699" y="1906457"/>
              <a:ext cx="88683" cy="125200"/>
            </a:xfrm>
            <a:custGeom>
              <a:avLst/>
              <a:gdLst/>
              <a:ahLst/>
              <a:cxnLst/>
              <a:rect l="l" t="t" r="r" b="b"/>
              <a:pathLst>
                <a:path w="1717" h="2424" extrusionOk="0">
                  <a:moveTo>
                    <a:pt x="584" y="0"/>
                  </a:moveTo>
                  <a:cubicBezTo>
                    <a:pt x="522" y="0"/>
                    <a:pt x="458" y="12"/>
                    <a:pt x="397" y="37"/>
                  </a:cubicBezTo>
                  <a:cubicBezTo>
                    <a:pt x="133" y="142"/>
                    <a:pt x="1" y="433"/>
                    <a:pt x="106" y="697"/>
                  </a:cubicBezTo>
                  <a:lnTo>
                    <a:pt x="661" y="2096"/>
                  </a:lnTo>
                  <a:cubicBezTo>
                    <a:pt x="741" y="2298"/>
                    <a:pt x="931" y="2423"/>
                    <a:pt x="1133" y="2423"/>
                  </a:cubicBezTo>
                  <a:cubicBezTo>
                    <a:pt x="1195" y="2423"/>
                    <a:pt x="1259" y="2412"/>
                    <a:pt x="1321" y="2387"/>
                  </a:cubicBezTo>
                  <a:cubicBezTo>
                    <a:pt x="1585" y="2281"/>
                    <a:pt x="1717" y="1991"/>
                    <a:pt x="1611" y="1727"/>
                  </a:cubicBezTo>
                  <a:lnTo>
                    <a:pt x="1057" y="327"/>
                  </a:lnTo>
                  <a:cubicBezTo>
                    <a:pt x="976" y="125"/>
                    <a:pt x="787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83"/>
            <p:cNvSpPr/>
            <p:nvPr/>
          </p:nvSpPr>
          <p:spPr>
            <a:xfrm>
              <a:off x="7120085" y="1971432"/>
              <a:ext cx="91421" cy="121326"/>
            </a:xfrm>
            <a:custGeom>
              <a:avLst/>
              <a:gdLst/>
              <a:ahLst/>
              <a:cxnLst/>
              <a:rect l="l" t="t" r="r" b="b"/>
              <a:pathLst>
                <a:path w="1770" h="2349" extrusionOk="0">
                  <a:moveTo>
                    <a:pt x="555" y="1"/>
                  </a:moveTo>
                  <a:cubicBezTo>
                    <a:pt x="483" y="1"/>
                    <a:pt x="411" y="16"/>
                    <a:pt x="343" y="46"/>
                  </a:cubicBezTo>
                  <a:cubicBezTo>
                    <a:pt x="106" y="178"/>
                    <a:pt x="0" y="469"/>
                    <a:pt x="106" y="706"/>
                  </a:cubicBezTo>
                  <a:lnTo>
                    <a:pt x="766" y="2079"/>
                  </a:lnTo>
                  <a:cubicBezTo>
                    <a:pt x="859" y="2246"/>
                    <a:pt x="1029" y="2348"/>
                    <a:pt x="1205" y="2348"/>
                  </a:cubicBezTo>
                  <a:cubicBezTo>
                    <a:pt x="1280" y="2348"/>
                    <a:pt x="1355" y="2330"/>
                    <a:pt x="1426" y="2291"/>
                  </a:cubicBezTo>
                  <a:cubicBezTo>
                    <a:pt x="1664" y="2185"/>
                    <a:pt x="1769" y="1895"/>
                    <a:pt x="1664" y="1630"/>
                  </a:cubicBezTo>
                  <a:lnTo>
                    <a:pt x="1003" y="284"/>
                  </a:lnTo>
                  <a:cubicBezTo>
                    <a:pt x="909" y="95"/>
                    <a:pt x="734" y="1"/>
                    <a:pt x="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83"/>
            <p:cNvSpPr/>
            <p:nvPr/>
          </p:nvSpPr>
          <p:spPr>
            <a:xfrm>
              <a:off x="7090077" y="2025043"/>
              <a:ext cx="98238" cy="119828"/>
            </a:xfrm>
            <a:custGeom>
              <a:avLst/>
              <a:gdLst/>
              <a:ahLst/>
              <a:cxnLst/>
              <a:rect l="l" t="t" r="r" b="b"/>
              <a:pathLst>
                <a:path w="1902" h="2320" extrusionOk="0">
                  <a:moveTo>
                    <a:pt x="560" y="1"/>
                  </a:moveTo>
                  <a:cubicBezTo>
                    <a:pt x="477" y="1"/>
                    <a:pt x="394" y="21"/>
                    <a:pt x="317" y="64"/>
                  </a:cubicBezTo>
                  <a:cubicBezTo>
                    <a:pt x="79" y="223"/>
                    <a:pt x="0" y="513"/>
                    <a:pt x="132" y="751"/>
                  </a:cubicBezTo>
                  <a:lnTo>
                    <a:pt x="898" y="2071"/>
                  </a:lnTo>
                  <a:cubicBezTo>
                    <a:pt x="987" y="2231"/>
                    <a:pt x="1160" y="2320"/>
                    <a:pt x="1336" y="2320"/>
                  </a:cubicBezTo>
                  <a:cubicBezTo>
                    <a:pt x="1421" y="2320"/>
                    <a:pt x="1507" y="2299"/>
                    <a:pt x="1584" y="2256"/>
                  </a:cubicBezTo>
                  <a:cubicBezTo>
                    <a:pt x="1822" y="2124"/>
                    <a:pt x="1901" y="1807"/>
                    <a:pt x="1743" y="1569"/>
                  </a:cubicBezTo>
                  <a:lnTo>
                    <a:pt x="1003" y="249"/>
                  </a:lnTo>
                  <a:cubicBezTo>
                    <a:pt x="897" y="89"/>
                    <a:pt x="730" y="1"/>
                    <a:pt x="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83"/>
            <p:cNvSpPr/>
            <p:nvPr/>
          </p:nvSpPr>
          <p:spPr>
            <a:xfrm>
              <a:off x="7068230" y="2087693"/>
              <a:ext cx="105056" cy="114560"/>
            </a:xfrm>
            <a:custGeom>
              <a:avLst/>
              <a:gdLst/>
              <a:ahLst/>
              <a:cxnLst/>
              <a:rect l="l" t="t" r="r" b="b"/>
              <a:pathLst>
                <a:path w="2034" h="2218" extrusionOk="0">
                  <a:moveTo>
                    <a:pt x="568" y="0"/>
                  </a:moveTo>
                  <a:cubicBezTo>
                    <a:pt x="464" y="0"/>
                    <a:pt x="358" y="30"/>
                    <a:pt x="265" y="92"/>
                  </a:cubicBezTo>
                  <a:cubicBezTo>
                    <a:pt x="53" y="251"/>
                    <a:pt x="1" y="568"/>
                    <a:pt x="159" y="805"/>
                  </a:cubicBezTo>
                  <a:lnTo>
                    <a:pt x="1057" y="2020"/>
                  </a:lnTo>
                  <a:cubicBezTo>
                    <a:pt x="1169" y="2148"/>
                    <a:pt x="1319" y="2218"/>
                    <a:pt x="1474" y="2218"/>
                  </a:cubicBezTo>
                  <a:cubicBezTo>
                    <a:pt x="1574" y="2218"/>
                    <a:pt x="1676" y="2188"/>
                    <a:pt x="1770" y="2126"/>
                  </a:cubicBezTo>
                  <a:cubicBezTo>
                    <a:pt x="1981" y="1967"/>
                    <a:pt x="2034" y="1650"/>
                    <a:pt x="1875" y="1413"/>
                  </a:cubicBezTo>
                  <a:lnTo>
                    <a:pt x="978" y="198"/>
                  </a:lnTo>
                  <a:cubicBezTo>
                    <a:pt x="882" y="70"/>
                    <a:pt x="728" y="0"/>
                    <a:pt x="5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83"/>
            <p:cNvSpPr/>
            <p:nvPr/>
          </p:nvSpPr>
          <p:spPr>
            <a:xfrm>
              <a:off x="7050514" y="2148381"/>
              <a:ext cx="111874" cy="108103"/>
            </a:xfrm>
            <a:custGeom>
              <a:avLst/>
              <a:gdLst/>
              <a:ahLst/>
              <a:cxnLst/>
              <a:rect l="l" t="t" r="r" b="b"/>
              <a:pathLst>
                <a:path w="2166" h="2093" extrusionOk="0">
                  <a:moveTo>
                    <a:pt x="555" y="0"/>
                  </a:moveTo>
                  <a:cubicBezTo>
                    <a:pt x="429" y="0"/>
                    <a:pt x="304" y="53"/>
                    <a:pt x="212" y="158"/>
                  </a:cubicBezTo>
                  <a:cubicBezTo>
                    <a:pt x="0" y="343"/>
                    <a:pt x="0" y="660"/>
                    <a:pt x="212" y="871"/>
                  </a:cubicBezTo>
                  <a:lnTo>
                    <a:pt x="1268" y="1954"/>
                  </a:lnTo>
                  <a:cubicBezTo>
                    <a:pt x="1360" y="2046"/>
                    <a:pt x="1486" y="2093"/>
                    <a:pt x="1614" y="2093"/>
                  </a:cubicBezTo>
                  <a:cubicBezTo>
                    <a:pt x="1743" y="2093"/>
                    <a:pt x="1875" y="2046"/>
                    <a:pt x="1981" y="1954"/>
                  </a:cubicBezTo>
                  <a:cubicBezTo>
                    <a:pt x="2166" y="1743"/>
                    <a:pt x="2166" y="1426"/>
                    <a:pt x="1981" y="1241"/>
                  </a:cubicBezTo>
                  <a:lnTo>
                    <a:pt x="898" y="158"/>
                  </a:lnTo>
                  <a:cubicBezTo>
                    <a:pt x="806" y="53"/>
                    <a:pt x="680" y="0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83"/>
            <p:cNvSpPr/>
            <p:nvPr/>
          </p:nvSpPr>
          <p:spPr>
            <a:xfrm>
              <a:off x="7036879" y="2211858"/>
              <a:ext cx="125510" cy="95346"/>
            </a:xfrm>
            <a:custGeom>
              <a:avLst/>
              <a:gdLst/>
              <a:ahLst/>
              <a:cxnLst/>
              <a:rect l="l" t="t" r="r" b="b"/>
              <a:pathLst>
                <a:path w="2430" h="1846" extrusionOk="0">
                  <a:moveTo>
                    <a:pt x="570" y="1"/>
                  </a:moveTo>
                  <a:cubicBezTo>
                    <a:pt x="414" y="1"/>
                    <a:pt x="256" y="77"/>
                    <a:pt x="159" y="223"/>
                  </a:cubicBezTo>
                  <a:cubicBezTo>
                    <a:pt x="0" y="461"/>
                    <a:pt x="53" y="778"/>
                    <a:pt x="291" y="936"/>
                  </a:cubicBezTo>
                  <a:lnTo>
                    <a:pt x="1585" y="1755"/>
                  </a:lnTo>
                  <a:cubicBezTo>
                    <a:pt x="1666" y="1816"/>
                    <a:pt x="1763" y="1845"/>
                    <a:pt x="1860" y="1845"/>
                  </a:cubicBezTo>
                  <a:cubicBezTo>
                    <a:pt x="2016" y="1845"/>
                    <a:pt x="2174" y="1769"/>
                    <a:pt x="2271" y="1623"/>
                  </a:cubicBezTo>
                  <a:cubicBezTo>
                    <a:pt x="2430" y="1385"/>
                    <a:pt x="2350" y="1095"/>
                    <a:pt x="2113" y="936"/>
                  </a:cubicBezTo>
                  <a:lnTo>
                    <a:pt x="845" y="91"/>
                  </a:lnTo>
                  <a:cubicBezTo>
                    <a:pt x="764" y="30"/>
                    <a:pt x="667" y="1"/>
                    <a:pt x="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83"/>
            <p:cNvSpPr/>
            <p:nvPr/>
          </p:nvSpPr>
          <p:spPr>
            <a:xfrm>
              <a:off x="7045039" y="2288401"/>
              <a:ext cx="133722" cy="64717"/>
            </a:xfrm>
            <a:custGeom>
              <a:avLst/>
              <a:gdLst/>
              <a:ahLst/>
              <a:cxnLst/>
              <a:rect l="l" t="t" r="r" b="b"/>
              <a:pathLst>
                <a:path w="2589" h="1253" extrusionOk="0">
                  <a:moveTo>
                    <a:pt x="526" y="1"/>
                  </a:moveTo>
                  <a:cubicBezTo>
                    <a:pt x="291" y="1"/>
                    <a:pt x="77" y="195"/>
                    <a:pt x="54" y="431"/>
                  </a:cubicBezTo>
                  <a:cubicBezTo>
                    <a:pt x="1" y="695"/>
                    <a:pt x="186" y="959"/>
                    <a:pt x="476" y="1012"/>
                  </a:cubicBezTo>
                  <a:lnTo>
                    <a:pt x="1955" y="1250"/>
                  </a:lnTo>
                  <a:cubicBezTo>
                    <a:pt x="1973" y="1251"/>
                    <a:pt x="1992" y="1252"/>
                    <a:pt x="2010" y="1252"/>
                  </a:cubicBezTo>
                  <a:cubicBezTo>
                    <a:pt x="2275" y="1252"/>
                    <a:pt x="2486" y="1075"/>
                    <a:pt x="2536" y="827"/>
                  </a:cubicBezTo>
                  <a:cubicBezTo>
                    <a:pt x="2588" y="537"/>
                    <a:pt x="2404" y="273"/>
                    <a:pt x="2113" y="246"/>
                  </a:cubicBezTo>
                  <a:lnTo>
                    <a:pt x="608" y="9"/>
                  </a:lnTo>
                  <a:cubicBezTo>
                    <a:pt x="580" y="3"/>
                    <a:pt x="553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83"/>
            <p:cNvSpPr/>
            <p:nvPr/>
          </p:nvSpPr>
          <p:spPr>
            <a:xfrm>
              <a:off x="7091420" y="2333388"/>
              <a:ext cx="133722" cy="66112"/>
            </a:xfrm>
            <a:custGeom>
              <a:avLst/>
              <a:gdLst/>
              <a:ahLst/>
              <a:cxnLst/>
              <a:rect l="l" t="t" r="r" b="b"/>
              <a:pathLst>
                <a:path w="2589" h="1280" extrusionOk="0">
                  <a:moveTo>
                    <a:pt x="2046" y="0"/>
                  </a:moveTo>
                  <a:cubicBezTo>
                    <a:pt x="2015" y="0"/>
                    <a:pt x="1985" y="3"/>
                    <a:pt x="1954" y="9"/>
                  </a:cubicBezTo>
                  <a:lnTo>
                    <a:pt x="476" y="273"/>
                  </a:lnTo>
                  <a:cubicBezTo>
                    <a:pt x="185" y="326"/>
                    <a:pt x="1" y="590"/>
                    <a:pt x="53" y="854"/>
                  </a:cubicBezTo>
                  <a:cubicBezTo>
                    <a:pt x="103" y="1101"/>
                    <a:pt x="337" y="1279"/>
                    <a:pt x="584" y="1279"/>
                  </a:cubicBezTo>
                  <a:cubicBezTo>
                    <a:pt x="601" y="1279"/>
                    <a:pt x="617" y="1278"/>
                    <a:pt x="634" y="1277"/>
                  </a:cubicBezTo>
                  <a:lnTo>
                    <a:pt x="2139" y="986"/>
                  </a:lnTo>
                  <a:cubicBezTo>
                    <a:pt x="2403" y="960"/>
                    <a:pt x="2588" y="696"/>
                    <a:pt x="2535" y="405"/>
                  </a:cubicBezTo>
                  <a:cubicBezTo>
                    <a:pt x="2489" y="172"/>
                    <a:pt x="2277" y="0"/>
                    <a:pt x="20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83"/>
            <p:cNvSpPr/>
            <p:nvPr/>
          </p:nvSpPr>
          <p:spPr>
            <a:xfrm>
              <a:off x="7163677" y="2349554"/>
              <a:ext cx="121429" cy="99168"/>
            </a:xfrm>
            <a:custGeom>
              <a:avLst/>
              <a:gdLst/>
              <a:ahLst/>
              <a:cxnLst/>
              <a:rect l="l" t="t" r="r" b="b"/>
              <a:pathLst>
                <a:path w="2351" h="1920" extrusionOk="0">
                  <a:moveTo>
                    <a:pt x="1764" y="0"/>
                  </a:moveTo>
                  <a:cubicBezTo>
                    <a:pt x="1663" y="0"/>
                    <a:pt x="1563" y="30"/>
                    <a:pt x="1480" y="92"/>
                  </a:cubicBezTo>
                  <a:lnTo>
                    <a:pt x="265" y="1016"/>
                  </a:lnTo>
                  <a:cubicBezTo>
                    <a:pt x="54" y="1175"/>
                    <a:pt x="1" y="1492"/>
                    <a:pt x="159" y="1703"/>
                  </a:cubicBezTo>
                  <a:cubicBezTo>
                    <a:pt x="269" y="1844"/>
                    <a:pt x="425" y="1920"/>
                    <a:pt x="578" y="1920"/>
                  </a:cubicBezTo>
                  <a:cubicBezTo>
                    <a:pt x="683" y="1920"/>
                    <a:pt x="786" y="1884"/>
                    <a:pt x="872" y="1809"/>
                  </a:cubicBezTo>
                  <a:lnTo>
                    <a:pt x="2087" y="911"/>
                  </a:lnTo>
                  <a:cubicBezTo>
                    <a:pt x="2298" y="726"/>
                    <a:pt x="2351" y="409"/>
                    <a:pt x="2193" y="198"/>
                  </a:cubicBezTo>
                  <a:cubicBezTo>
                    <a:pt x="2081" y="70"/>
                    <a:pt x="1920" y="0"/>
                    <a:pt x="1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83"/>
            <p:cNvSpPr/>
            <p:nvPr/>
          </p:nvSpPr>
          <p:spPr>
            <a:xfrm>
              <a:off x="7249621" y="2344182"/>
              <a:ext cx="90078" cy="123908"/>
            </a:xfrm>
            <a:custGeom>
              <a:avLst/>
              <a:gdLst/>
              <a:ahLst/>
              <a:cxnLst/>
              <a:rect l="l" t="t" r="r" b="b"/>
              <a:pathLst>
                <a:path w="1744" h="2399" extrusionOk="0">
                  <a:moveTo>
                    <a:pt x="1183" y="1"/>
                  </a:moveTo>
                  <a:cubicBezTo>
                    <a:pt x="982" y="1"/>
                    <a:pt x="794" y="121"/>
                    <a:pt x="713" y="302"/>
                  </a:cubicBezTo>
                  <a:lnTo>
                    <a:pt x="106" y="1701"/>
                  </a:lnTo>
                  <a:cubicBezTo>
                    <a:pt x="0" y="1939"/>
                    <a:pt x="106" y="2256"/>
                    <a:pt x="370" y="2361"/>
                  </a:cubicBezTo>
                  <a:cubicBezTo>
                    <a:pt x="427" y="2387"/>
                    <a:pt x="486" y="2398"/>
                    <a:pt x="546" y="2398"/>
                  </a:cubicBezTo>
                  <a:cubicBezTo>
                    <a:pt x="737" y="2398"/>
                    <a:pt x="930" y="2278"/>
                    <a:pt x="1030" y="2097"/>
                  </a:cubicBezTo>
                  <a:lnTo>
                    <a:pt x="1611" y="698"/>
                  </a:lnTo>
                  <a:cubicBezTo>
                    <a:pt x="1743" y="460"/>
                    <a:pt x="1611" y="143"/>
                    <a:pt x="1374" y="38"/>
                  </a:cubicBezTo>
                  <a:cubicBezTo>
                    <a:pt x="1311" y="13"/>
                    <a:pt x="1246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83"/>
            <p:cNvSpPr/>
            <p:nvPr/>
          </p:nvSpPr>
          <p:spPr>
            <a:xfrm>
              <a:off x="7324615" y="2301933"/>
              <a:ext cx="73705" cy="129280"/>
            </a:xfrm>
            <a:custGeom>
              <a:avLst/>
              <a:gdLst/>
              <a:ahLst/>
              <a:cxnLst/>
              <a:rect l="l" t="t" r="r" b="b"/>
              <a:pathLst>
                <a:path w="1427" h="2503" extrusionOk="0">
                  <a:moveTo>
                    <a:pt x="893" y="1"/>
                  </a:moveTo>
                  <a:cubicBezTo>
                    <a:pt x="643" y="1"/>
                    <a:pt x="416" y="154"/>
                    <a:pt x="370" y="407"/>
                  </a:cubicBezTo>
                  <a:lnTo>
                    <a:pt x="54" y="1886"/>
                  </a:lnTo>
                  <a:cubicBezTo>
                    <a:pt x="1" y="2150"/>
                    <a:pt x="159" y="2414"/>
                    <a:pt x="423" y="2493"/>
                  </a:cubicBezTo>
                  <a:cubicBezTo>
                    <a:pt x="460" y="2500"/>
                    <a:pt x="497" y="2503"/>
                    <a:pt x="533" y="2503"/>
                  </a:cubicBezTo>
                  <a:cubicBezTo>
                    <a:pt x="778" y="2503"/>
                    <a:pt x="988" y="2350"/>
                    <a:pt x="1057" y="2097"/>
                  </a:cubicBezTo>
                  <a:lnTo>
                    <a:pt x="1374" y="618"/>
                  </a:lnTo>
                  <a:cubicBezTo>
                    <a:pt x="1427" y="354"/>
                    <a:pt x="1268" y="64"/>
                    <a:pt x="1004" y="11"/>
                  </a:cubicBezTo>
                  <a:cubicBezTo>
                    <a:pt x="967" y="4"/>
                    <a:pt x="930" y="1"/>
                    <a:pt x="8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83"/>
            <p:cNvSpPr/>
            <p:nvPr/>
          </p:nvSpPr>
          <p:spPr>
            <a:xfrm>
              <a:off x="7387369" y="2261079"/>
              <a:ext cx="66887" cy="129125"/>
            </a:xfrm>
            <a:custGeom>
              <a:avLst/>
              <a:gdLst/>
              <a:ahLst/>
              <a:cxnLst/>
              <a:rect l="l" t="t" r="r" b="b"/>
              <a:pathLst>
                <a:path w="1295" h="2500" extrusionOk="0">
                  <a:moveTo>
                    <a:pt x="747" y="1"/>
                  </a:moveTo>
                  <a:cubicBezTo>
                    <a:pt x="497" y="1"/>
                    <a:pt x="288" y="175"/>
                    <a:pt x="264" y="432"/>
                  </a:cubicBezTo>
                  <a:lnTo>
                    <a:pt x="53" y="1937"/>
                  </a:lnTo>
                  <a:cubicBezTo>
                    <a:pt x="0" y="2201"/>
                    <a:pt x="185" y="2465"/>
                    <a:pt x="476" y="2492"/>
                  </a:cubicBezTo>
                  <a:cubicBezTo>
                    <a:pt x="503" y="2497"/>
                    <a:pt x="531" y="2500"/>
                    <a:pt x="558" y="2500"/>
                  </a:cubicBezTo>
                  <a:cubicBezTo>
                    <a:pt x="792" y="2500"/>
                    <a:pt x="1007" y="2306"/>
                    <a:pt x="1030" y="2069"/>
                  </a:cubicBezTo>
                  <a:lnTo>
                    <a:pt x="1268" y="564"/>
                  </a:lnTo>
                  <a:cubicBezTo>
                    <a:pt x="1294" y="300"/>
                    <a:pt x="1109" y="36"/>
                    <a:pt x="845" y="10"/>
                  </a:cubicBezTo>
                  <a:cubicBezTo>
                    <a:pt x="812" y="4"/>
                    <a:pt x="779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83"/>
            <p:cNvSpPr/>
            <p:nvPr/>
          </p:nvSpPr>
          <p:spPr>
            <a:xfrm>
              <a:off x="7448728" y="2223375"/>
              <a:ext cx="53251" cy="130984"/>
            </a:xfrm>
            <a:custGeom>
              <a:avLst/>
              <a:gdLst/>
              <a:ahLst/>
              <a:cxnLst/>
              <a:rect l="l" t="t" r="r" b="b"/>
              <a:pathLst>
                <a:path w="1031" h="2536" extrusionOk="0">
                  <a:moveTo>
                    <a:pt x="529" y="0"/>
                  </a:moveTo>
                  <a:cubicBezTo>
                    <a:pt x="238" y="0"/>
                    <a:pt x="1" y="212"/>
                    <a:pt x="1" y="502"/>
                  </a:cubicBezTo>
                  <a:lnTo>
                    <a:pt x="1" y="2033"/>
                  </a:lnTo>
                  <a:cubicBezTo>
                    <a:pt x="1" y="2298"/>
                    <a:pt x="238" y="2535"/>
                    <a:pt x="502" y="2535"/>
                  </a:cubicBezTo>
                  <a:cubicBezTo>
                    <a:pt x="793" y="2535"/>
                    <a:pt x="1004" y="2298"/>
                    <a:pt x="1004" y="2033"/>
                  </a:cubicBezTo>
                  <a:lnTo>
                    <a:pt x="1004" y="528"/>
                  </a:lnTo>
                  <a:cubicBezTo>
                    <a:pt x="1030" y="238"/>
                    <a:pt x="793" y="27"/>
                    <a:pt x="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83"/>
            <p:cNvSpPr/>
            <p:nvPr/>
          </p:nvSpPr>
          <p:spPr>
            <a:xfrm>
              <a:off x="7471918" y="2175807"/>
              <a:ext cx="80522" cy="126388"/>
            </a:xfrm>
            <a:custGeom>
              <a:avLst/>
              <a:gdLst/>
              <a:ahLst/>
              <a:cxnLst/>
              <a:rect l="l" t="t" r="r" b="b"/>
              <a:pathLst>
                <a:path w="1559" h="2447" extrusionOk="0">
                  <a:moveTo>
                    <a:pt x="576" y="1"/>
                  </a:moveTo>
                  <a:cubicBezTo>
                    <a:pt x="526" y="1"/>
                    <a:pt x="474" y="8"/>
                    <a:pt x="423" y="24"/>
                  </a:cubicBezTo>
                  <a:cubicBezTo>
                    <a:pt x="159" y="103"/>
                    <a:pt x="0" y="367"/>
                    <a:pt x="80" y="631"/>
                  </a:cubicBezTo>
                  <a:lnTo>
                    <a:pt x="529" y="2083"/>
                  </a:lnTo>
                  <a:cubicBezTo>
                    <a:pt x="594" y="2301"/>
                    <a:pt x="803" y="2447"/>
                    <a:pt x="1022" y="2447"/>
                  </a:cubicBezTo>
                  <a:cubicBezTo>
                    <a:pt x="1069" y="2447"/>
                    <a:pt x="1116" y="2440"/>
                    <a:pt x="1162" y="2426"/>
                  </a:cubicBezTo>
                  <a:cubicBezTo>
                    <a:pt x="1426" y="2347"/>
                    <a:pt x="1558" y="2057"/>
                    <a:pt x="1479" y="1793"/>
                  </a:cubicBezTo>
                  <a:lnTo>
                    <a:pt x="1030" y="340"/>
                  </a:lnTo>
                  <a:cubicBezTo>
                    <a:pt x="966" y="128"/>
                    <a:pt x="783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83"/>
            <p:cNvSpPr/>
            <p:nvPr/>
          </p:nvSpPr>
          <p:spPr>
            <a:xfrm>
              <a:off x="7501926" y="2111136"/>
              <a:ext cx="81865" cy="126388"/>
            </a:xfrm>
            <a:custGeom>
              <a:avLst/>
              <a:gdLst/>
              <a:ahLst/>
              <a:cxnLst/>
              <a:rect l="l" t="t" r="r" b="b"/>
              <a:pathLst>
                <a:path w="1585" h="2447" extrusionOk="0">
                  <a:moveTo>
                    <a:pt x="563" y="0"/>
                  </a:moveTo>
                  <a:cubicBezTo>
                    <a:pt x="516" y="0"/>
                    <a:pt x="469" y="7"/>
                    <a:pt x="423" y="21"/>
                  </a:cubicBezTo>
                  <a:cubicBezTo>
                    <a:pt x="159" y="100"/>
                    <a:pt x="0" y="390"/>
                    <a:pt x="106" y="654"/>
                  </a:cubicBezTo>
                  <a:lnTo>
                    <a:pt x="528" y="2107"/>
                  </a:lnTo>
                  <a:cubicBezTo>
                    <a:pt x="614" y="2319"/>
                    <a:pt x="801" y="2446"/>
                    <a:pt x="1009" y="2446"/>
                  </a:cubicBezTo>
                  <a:cubicBezTo>
                    <a:pt x="1059" y="2446"/>
                    <a:pt x="1111" y="2439"/>
                    <a:pt x="1162" y="2424"/>
                  </a:cubicBezTo>
                  <a:cubicBezTo>
                    <a:pt x="1426" y="2344"/>
                    <a:pt x="1585" y="2080"/>
                    <a:pt x="1505" y="1816"/>
                  </a:cubicBezTo>
                  <a:lnTo>
                    <a:pt x="1057" y="364"/>
                  </a:lnTo>
                  <a:cubicBezTo>
                    <a:pt x="991" y="146"/>
                    <a:pt x="782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83"/>
            <p:cNvSpPr/>
            <p:nvPr/>
          </p:nvSpPr>
          <p:spPr>
            <a:xfrm>
              <a:off x="7493714" y="1770569"/>
              <a:ext cx="1568456" cy="1115692"/>
            </a:xfrm>
            <a:custGeom>
              <a:avLst/>
              <a:gdLst/>
              <a:ahLst/>
              <a:cxnLst/>
              <a:rect l="l" t="t" r="r" b="b"/>
              <a:pathLst>
                <a:path w="30367" h="21601" extrusionOk="0">
                  <a:moveTo>
                    <a:pt x="5361" y="1"/>
                  </a:moveTo>
                  <a:cubicBezTo>
                    <a:pt x="3170" y="1"/>
                    <a:pt x="1400" y="1796"/>
                    <a:pt x="1400" y="3962"/>
                  </a:cubicBezTo>
                  <a:lnTo>
                    <a:pt x="1" y="17639"/>
                  </a:lnTo>
                  <a:cubicBezTo>
                    <a:pt x="1" y="19831"/>
                    <a:pt x="1796" y="21600"/>
                    <a:pt x="3962" y="21600"/>
                  </a:cubicBezTo>
                  <a:lnTo>
                    <a:pt x="26406" y="21600"/>
                  </a:lnTo>
                  <a:cubicBezTo>
                    <a:pt x="28597" y="21600"/>
                    <a:pt x="30367" y="19831"/>
                    <a:pt x="30367" y="17639"/>
                  </a:cubicBezTo>
                  <a:lnTo>
                    <a:pt x="28967" y="3962"/>
                  </a:lnTo>
                  <a:cubicBezTo>
                    <a:pt x="28967" y="1796"/>
                    <a:pt x="27198" y="1"/>
                    <a:pt x="250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83"/>
            <p:cNvSpPr/>
            <p:nvPr/>
          </p:nvSpPr>
          <p:spPr>
            <a:xfrm>
              <a:off x="7782845" y="1582360"/>
              <a:ext cx="248282" cy="274210"/>
            </a:xfrm>
            <a:custGeom>
              <a:avLst/>
              <a:gdLst/>
              <a:ahLst/>
              <a:cxnLst/>
              <a:rect l="l" t="t" r="r" b="b"/>
              <a:pathLst>
                <a:path w="4807" h="5309" extrusionOk="0">
                  <a:moveTo>
                    <a:pt x="1004" y="1"/>
                  </a:moveTo>
                  <a:cubicBezTo>
                    <a:pt x="450" y="1"/>
                    <a:pt x="1" y="450"/>
                    <a:pt x="1" y="1031"/>
                  </a:cubicBezTo>
                  <a:lnTo>
                    <a:pt x="1" y="4279"/>
                  </a:lnTo>
                  <a:cubicBezTo>
                    <a:pt x="1" y="4833"/>
                    <a:pt x="450" y="5308"/>
                    <a:pt x="1004" y="5308"/>
                  </a:cubicBezTo>
                  <a:lnTo>
                    <a:pt x="3803" y="5308"/>
                  </a:lnTo>
                  <a:cubicBezTo>
                    <a:pt x="4358" y="5308"/>
                    <a:pt x="4806" y="4833"/>
                    <a:pt x="4806" y="4279"/>
                  </a:cubicBezTo>
                  <a:lnTo>
                    <a:pt x="4806" y="1031"/>
                  </a:lnTo>
                  <a:cubicBezTo>
                    <a:pt x="4806" y="450"/>
                    <a:pt x="4358" y="1"/>
                    <a:pt x="38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83"/>
            <p:cNvSpPr/>
            <p:nvPr/>
          </p:nvSpPr>
          <p:spPr>
            <a:xfrm>
              <a:off x="8524782" y="1582360"/>
              <a:ext cx="249624" cy="274210"/>
            </a:xfrm>
            <a:custGeom>
              <a:avLst/>
              <a:gdLst/>
              <a:ahLst/>
              <a:cxnLst/>
              <a:rect l="l" t="t" r="r" b="b"/>
              <a:pathLst>
                <a:path w="4833" h="5309" extrusionOk="0">
                  <a:moveTo>
                    <a:pt x="1030" y="1"/>
                  </a:moveTo>
                  <a:cubicBezTo>
                    <a:pt x="449" y="1"/>
                    <a:pt x="0" y="450"/>
                    <a:pt x="0" y="1031"/>
                  </a:cubicBezTo>
                  <a:lnTo>
                    <a:pt x="0" y="4279"/>
                  </a:lnTo>
                  <a:cubicBezTo>
                    <a:pt x="0" y="4833"/>
                    <a:pt x="449" y="5308"/>
                    <a:pt x="1030" y="5308"/>
                  </a:cubicBezTo>
                  <a:lnTo>
                    <a:pt x="3802" y="5308"/>
                  </a:lnTo>
                  <a:cubicBezTo>
                    <a:pt x="4357" y="5308"/>
                    <a:pt x="4832" y="4833"/>
                    <a:pt x="4832" y="4279"/>
                  </a:cubicBezTo>
                  <a:lnTo>
                    <a:pt x="4832" y="1031"/>
                  </a:lnTo>
                  <a:cubicBezTo>
                    <a:pt x="4832" y="450"/>
                    <a:pt x="4357" y="1"/>
                    <a:pt x="38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83"/>
            <p:cNvSpPr/>
            <p:nvPr/>
          </p:nvSpPr>
          <p:spPr>
            <a:xfrm>
              <a:off x="7831963" y="1851038"/>
              <a:ext cx="882440" cy="819737"/>
            </a:xfrm>
            <a:custGeom>
              <a:avLst/>
              <a:gdLst/>
              <a:ahLst/>
              <a:cxnLst/>
              <a:rect l="l" t="t" r="r" b="b"/>
              <a:pathLst>
                <a:path w="17085" h="15871" extrusionOk="0">
                  <a:moveTo>
                    <a:pt x="8505" y="0"/>
                  </a:moveTo>
                  <a:cubicBezTo>
                    <a:pt x="4685" y="0"/>
                    <a:pt x="1331" y="2785"/>
                    <a:pt x="713" y="6681"/>
                  </a:cubicBezTo>
                  <a:cubicBezTo>
                    <a:pt x="0" y="11012"/>
                    <a:pt x="2958" y="15078"/>
                    <a:pt x="7288" y="15765"/>
                  </a:cubicBezTo>
                  <a:cubicBezTo>
                    <a:pt x="7720" y="15836"/>
                    <a:pt x="8149" y="15871"/>
                    <a:pt x="8573" y="15871"/>
                  </a:cubicBezTo>
                  <a:cubicBezTo>
                    <a:pt x="12379" y="15871"/>
                    <a:pt x="15754" y="13086"/>
                    <a:pt x="16371" y="9190"/>
                  </a:cubicBezTo>
                  <a:cubicBezTo>
                    <a:pt x="17084" y="4886"/>
                    <a:pt x="14127" y="793"/>
                    <a:pt x="9797" y="106"/>
                  </a:cubicBezTo>
                  <a:cubicBezTo>
                    <a:pt x="9362" y="35"/>
                    <a:pt x="8931" y="0"/>
                    <a:pt x="85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83"/>
            <p:cNvSpPr/>
            <p:nvPr/>
          </p:nvSpPr>
          <p:spPr>
            <a:xfrm>
              <a:off x="7917855" y="1905579"/>
              <a:ext cx="710601" cy="710601"/>
            </a:xfrm>
            <a:custGeom>
              <a:avLst/>
              <a:gdLst/>
              <a:ahLst/>
              <a:cxnLst/>
              <a:rect l="l" t="t" r="r" b="b"/>
              <a:pathLst>
                <a:path w="13758" h="13758" extrusionOk="0">
                  <a:moveTo>
                    <a:pt x="6866" y="1"/>
                  </a:moveTo>
                  <a:cubicBezTo>
                    <a:pt x="3064" y="1"/>
                    <a:pt x="1" y="3064"/>
                    <a:pt x="1" y="6866"/>
                  </a:cubicBezTo>
                  <a:cubicBezTo>
                    <a:pt x="1" y="10695"/>
                    <a:pt x="3064" y="13758"/>
                    <a:pt x="6866" y="13758"/>
                  </a:cubicBezTo>
                  <a:cubicBezTo>
                    <a:pt x="10668" y="13758"/>
                    <a:pt x="13758" y="10695"/>
                    <a:pt x="13758" y="6866"/>
                  </a:cubicBezTo>
                  <a:cubicBezTo>
                    <a:pt x="13758" y="3064"/>
                    <a:pt x="10668" y="1"/>
                    <a:pt x="68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83"/>
            <p:cNvSpPr/>
            <p:nvPr/>
          </p:nvSpPr>
          <p:spPr>
            <a:xfrm>
              <a:off x="8175635" y="2426562"/>
              <a:ext cx="169154" cy="145291"/>
            </a:xfrm>
            <a:custGeom>
              <a:avLst/>
              <a:gdLst/>
              <a:ahLst/>
              <a:cxnLst/>
              <a:rect l="l" t="t" r="r" b="b"/>
              <a:pathLst>
                <a:path w="3275" h="2813" extrusionOk="0">
                  <a:moveTo>
                    <a:pt x="1875" y="1"/>
                  </a:moveTo>
                  <a:cubicBezTo>
                    <a:pt x="634" y="1"/>
                    <a:pt x="0" y="1506"/>
                    <a:pt x="898" y="2404"/>
                  </a:cubicBezTo>
                  <a:cubicBezTo>
                    <a:pt x="1180" y="2686"/>
                    <a:pt x="1529" y="2813"/>
                    <a:pt x="1871" y="2813"/>
                  </a:cubicBezTo>
                  <a:cubicBezTo>
                    <a:pt x="2586" y="2813"/>
                    <a:pt x="3275" y="2257"/>
                    <a:pt x="3275" y="1400"/>
                  </a:cubicBezTo>
                  <a:cubicBezTo>
                    <a:pt x="3275" y="634"/>
                    <a:pt x="2667" y="1"/>
                    <a:pt x="1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83"/>
            <p:cNvSpPr/>
            <p:nvPr/>
          </p:nvSpPr>
          <p:spPr>
            <a:xfrm>
              <a:off x="8200168" y="1950617"/>
              <a:ext cx="146015" cy="144620"/>
            </a:xfrm>
            <a:custGeom>
              <a:avLst/>
              <a:gdLst/>
              <a:ahLst/>
              <a:cxnLst/>
              <a:rect l="l" t="t" r="r" b="b"/>
              <a:pathLst>
                <a:path w="2827" h="2800" extrusionOk="0">
                  <a:moveTo>
                    <a:pt x="1400" y="0"/>
                  </a:moveTo>
                  <a:cubicBezTo>
                    <a:pt x="634" y="0"/>
                    <a:pt x="1" y="608"/>
                    <a:pt x="1" y="1400"/>
                  </a:cubicBezTo>
                  <a:cubicBezTo>
                    <a:pt x="1" y="2166"/>
                    <a:pt x="634" y="2799"/>
                    <a:pt x="1400" y="2799"/>
                  </a:cubicBezTo>
                  <a:cubicBezTo>
                    <a:pt x="2192" y="2799"/>
                    <a:pt x="2826" y="2166"/>
                    <a:pt x="2826" y="1400"/>
                  </a:cubicBezTo>
                  <a:cubicBezTo>
                    <a:pt x="2826" y="608"/>
                    <a:pt x="2192" y="0"/>
                    <a:pt x="14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83"/>
            <p:cNvSpPr/>
            <p:nvPr/>
          </p:nvSpPr>
          <p:spPr>
            <a:xfrm>
              <a:off x="8031070" y="2357094"/>
              <a:ext cx="152781" cy="145860"/>
            </a:xfrm>
            <a:custGeom>
              <a:avLst/>
              <a:gdLst/>
              <a:ahLst/>
              <a:cxnLst/>
              <a:rect l="l" t="t" r="r" b="b"/>
              <a:pathLst>
                <a:path w="2958" h="2824" extrusionOk="0">
                  <a:moveTo>
                    <a:pt x="1424" y="1"/>
                  </a:moveTo>
                  <a:cubicBezTo>
                    <a:pt x="701" y="1"/>
                    <a:pt x="0" y="568"/>
                    <a:pt x="0" y="1425"/>
                  </a:cubicBezTo>
                  <a:cubicBezTo>
                    <a:pt x="0" y="2263"/>
                    <a:pt x="698" y="2824"/>
                    <a:pt x="1420" y="2824"/>
                  </a:cubicBezTo>
                  <a:cubicBezTo>
                    <a:pt x="1767" y="2824"/>
                    <a:pt x="2120" y="2694"/>
                    <a:pt x="2403" y="2402"/>
                  </a:cubicBezTo>
                  <a:cubicBezTo>
                    <a:pt x="2958" y="1847"/>
                    <a:pt x="2958" y="976"/>
                    <a:pt x="2403" y="421"/>
                  </a:cubicBezTo>
                  <a:cubicBezTo>
                    <a:pt x="2121" y="131"/>
                    <a:pt x="1770" y="1"/>
                    <a:pt x="14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83"/>
            <p:cNvSpPr/>
            <p:nvPr/>
          </p:nvSpPr>
          <p:spPr>
            <a:xfrm>
              <a:off x="8369267" y="2019775"/>
              <a:ext cx="151438" cy="144982"/>
            </a:xfrm>
            <a:custGeom>
              <a:avLst/>
              <a:gdLst/>
              <a:ahLst/>
              <a:cxnLst/>
              <a:rect l="l" t="t" r="r" b="b"/>
              <a:pathLst>
                <a:path w="2932" h="2807" extrusionOk="0">
                  <a:moveTo>
                    <a:pt x="1416" y="0"/>
                  </a:moveTo>
                  <a:cubicBezTo>
                    <a:pt x="697" y="0"/>
                    <a:pt x="1" y="564"/>
                    <a:pt x="1" y="1407"/>
                  </a:cubicBezTo>
                  <a:cubicBezTo>
                    <a:pt x="1" y="2245"/>
                    <a:pt x="687" y="2806"/>
                    <a:pt x="1400" y="2806"/>
                  </a:cubicBezTo>
                  <a:cubicBezTo>
                    <a:pt x="1744" y="2806"/>
                    <a:pt x="2094" y="2676"/>
                    <a:pt x="2377" y="2384"/>
                  </a:cubicBezTo>
                  <a:cubicBezTo>
                    <a:pt x="2932" y="1856"/>
                    <a:pt x="2932" y="959"/>
                    <a:pt x="2377" y="404"/>
                  </a:cubicBezTo>
                  <a:cubicBezTo>
                    <a:pt x="2098" y="125"/>
                    <a:pt x="1755" y="0"/>
                    <a:pt x="14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83"/>
            <p:cNvSpPr/>
            <p:nvPr/>
          </p:nvSpPr>
          <p:spPr>
            <a:xfrm>
              <a:off x="7961499" y="2187892"/>
              <a:ext cx="146015" cy="146015"/>
            </a:xfrm>
            <a:custGeom>
              <a:avLst/>
              <a:gdLst/>
              <a:ahLst/>
              <a:cxnLst/>
              <a:rect l="l" t="t" r="r" b="b"/>
              <a:pathLst>
                <a:path w="2827" h="2827" extrusionOk="0">
                  <a:moveTo>
                    <a:pt x="1400" y="1"/>
                  </a:moveTo>
                  <a:cubicBezTo>
                    <a:pt x="635" y="1"/>
                    <a:pt x="1" y="635"/>
                    <a:pt x="1" y="1400"/>
                  </a:cubicBezTo>
                  <a:cubicBezTo>
                    <a:pt x="1" y="2192"/>
                    <a:pt x="635" y="2826"/>
                    <a:pt x="1400" y="2826"/>
                  </a:cubicBezTo>
                  <a:cubicBezTo>
                    <a:pt x="2192" y="2826"/>
                    <a:pt x="2826" y="2192"/>
                    <a:pt x="2826" y="1400"/>
                  </a:cubicBezTo>
                  <a:cubicBezTo>
                    <a:pt x="2826" y="635"/>
                    <a:pt x="2192" y="1"/>
                    <a:pt x="1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83"/>
            <p:cNvSpPr/>
            <p:nvPr/>
          </p:nvSpPr>
          <p:spPr>
            <a:xfrm>
              <a:off x="7984689" y="2223427"/>
              <a:ext cx="87340" cy="74996"/>
            </a:xfrm>
            <a:custGeom>
              <a:avLst/>
              <a:gdLst/>
              <a:ahLst/>
              <a:cxnLst/>
              <a:rect l="l" t="t" r="r" b="b"/>
              <a:pathLst>
                <a:path w="1691" h="1452" extrusionOk="0">
                  <a:moveTo>
                    <a:pt x="955" y="0"/>
                  </a:moveTo>
                  <a:cubicBezTo>
                    <a:pt x="776" y="0"/>
                    <a:pt x="595" y="65"/>
                    <a:pt x="450" y="211"/>
                  </a:cubicBezTo>
                  <a:cubicBezTo>
                    <a:pt x="1" y="659"/>
                    <a:pt x="318" y="1452"/>
                    <a:pt x="951" y="1452"/>
                  </a:cubicBezTo>
                  <a:cubicBezTo>
                    <a:pt x="1347" y="1452"/>
                    <a:pt x="1691" y="1108"/>
                    <a:pt x="1691" y="712"/>
                  </a:cubicBezTo>
                  <a:cubicBezTo>
                    <a:pt x="1691" y="284"/>
                    <a:pt x="1328" y="0"/>
                    <a:pt x="9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83"/>
            <p:cNvSpPr/>
            <p:nvPr/>
          </p:nvSpPr>
          <p:spPr>
            <a:xfrm>
              <a:off x="8032413" y="2020137"/>
              <a:ext cx="144620" cy="144620"/>
            </a:xfrm>
            <a:custGeom>
              <a:avLst/>
              <a:gdLst/>
              <a:ahLst/>
              <a:cxnLst/>
              <a:rect l="l" t="t" r="r" b="b"/>
              <a:pathLst>
                <a:path w="2800" h="2800" extrusionOk="0">
                  <a:moveTo>
                    <a:pt x="1400" y="1"/>
                  </a:moveTo>
                  <a:cubicBezTo>
                    <a:pt x="608" y="1"/>
                    <a:pt x="1" y="635"/>
                    <a:pt x="1" y="1400"/>
                  </a:cubicBezTo>
                  <a:cubicBezTo>
                    <a:pt x="1" y="2166"/>
                    <a:pt x="608" y="2800"/>
                    <a:pt x="1400" y="2800"/>
                  </a:cubicBezTo>
                  <a:cubicBezTo>
                    <a:pt x="2166" y="2800"/>
                    <a:pt x="2800" y="2166"/>
                    <a:pt x="2800" y="1400"/>
                  </a:cubicBezTo>
                  <a:cubicBezTo>
                    <a:pt x="2800" y="635"/>
                    <a:pt x="2166" y="1"/>
                    <a:pt x="1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83"/>
            <p:cNvSpPr/>
            <p:nvPr/>
          </p:nvSpPr>
          <p:spPr>
            <a:xfrm>
              <a:off x="8344734" y="2356991"/>
              <a:ext cx="193739" cy="145653"/>
            </a:xfrm>
            <a:custGeom>
              <a:avLst/>
              <a:gdLst/>
              <a:ahLst/>
              <a:cxnLst/>
              <a:rect l="l" t="t" r="r" b="b"/>
              <a:pathLst>
                <a:path w="3751" h="2820" extrusionOk="0">
                  <a:moveTo>
                    <a:pt x="1875" y="1"/>
                  </a:moveTo>
                  <a:cubicBezTo>
                    <a:pt x="634" y="1"/>
                    <a:pt x="1" y="1532"/>
                    <a:pt x="872" y="2404"/>
                  </a:cubicBezTo>
                  <a:cubicBezTo>
                    <a:pt x="1149" y="2681"/>
                    <a:pt x="1512" y="2820"/>
                    <a:pt x="1872" y="2820"/>
                  </a:cubicBezTo>
                  <a:cubicBezTo>
                    <a:pt x="2232" y="2820"/>
                    <a:pt x="2588" y="2681"/>
                    <a:pt x="2852" y="2404"/>
                  </a:cubicBezTo>
                  <a:cubicBezTo>
                    <a:pt x="3750" y="1532"/>
                    <a:pt x="3116" y="1"/>
                    <a:pt x="18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83"/>
            <p:cNvSpPr/>
            <p:nvPr/>
          </p:nvSpPr>
          <p:spPr>
            <a:xfrm>
              <a:off x="8200168" y="2187892"/>
              <a:ext cx="146015" cy="146015"/>
            </a:xfrm>
            <a:custGeom>
              <a:avLst/>
              <a:gdLst/>
              <a:ahLst/>
              <a:cxnLst/>
              <a:rect l="l" t="t" r="r" b="b"/>
              <a:pathLst>
                <a:path w="2827" h="2827" extrusionOk="0">
                  <a:moveTo>
                    <a:pt x="1400" y="1"/>
                  </a:moveTo>
                  <a:cubicBezTo>
                    <a:pt x="634" y="1"/>
                    <a:pt x="1" y="635"/>
                    <a:pt x="1" y="1400"/>
                  </a:cubicBezTo>
                  <a:cubicBezTo>
                    <a:pt x="1" y="2192"/>
                    <a:pt x="634" y="2826"/>
                    <a:pt x="1400" y="2826"/>
                  </a:cubicBezTo>
                  <a:cubicBezTo>
                    <a:pt x="2192" y="2826"/>
                    <a:pt x="2826" y="2192"/>
                    <a:pt x="2826" y="1400"/>
                  </a:cubicBezTo>
                  <a:cubicBezTo>
                    <a:pt x="2826" y="635"/>
                    <a:pt x="2192" y="1"/>
                    <a:pt x="1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83"/>
            <p:cNvSpPr/>
            <p:nvPr/>
          </p:nvSpPr>
          <p:spPr>
            <a:xfrm>
              <a:off x="8449736" y="2208345"/>
              <a:ext cx="188264" cy="117349"/>
            </a:xfrm>
            <a:custGeom>
              <a:avLst/>
              <a:gdLst/>
              <a:ahLst/>
              <a:cxnLst/>
              <a:rect l="l" t="t" r="r" b="b"/>
              <a:pathLst>
                <a:path w="3645" h="2272" extrusionOk="0">
                  <a:moveTo>
                    <a:pt x="3645" y="1"/>
                  </a:moveTo>
                  <a:lnTo>
                    <a:pt x="1" y="1031"/>
                  </a:lnTo>
                  <a:lnTo>
                    <a:pt x="3645" y="2272"/>
                  </a:lnTo>
                  <a:lnTo>
                    <a:pt x="36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83"/>
            <p:cNvSpPr/>
            <p:nvPr/>
          </p:nvSpPr>
          <p:spPr>
            <a:xfrm>
              <a:off x="6811525" y="673648"/>
              <a:ext cx="551622" cy="991887"/>
            </a:xfrm>
            <a:custGeom>
              <a:avLst/>
              <a:gdLst/>
              <a:ahLst/>
              <a:cxnLst/>
              <a:rect l="l" t="t" r="r" b="b"/>
              <a:pathLst>
                <a:path w="10680" h="19204" extrusionOk="0">
                  <a:moveTo>
                    <a:pt x="3701" y="0"/>
                  </a:moveTo>
                  <a:cubicBezTo>
                    <a:pt x="3186" y="0"/>
                    <a:pt x="2664" y="269"/>
                    <a:pt x="2272" y="696"/>
                  </a:cubicBezTo>
                  <a:cubicBezTo>
                    <a:pt x="370" y="3891"/>
                    <a:pt x="1" y="7746"/>
                    <a:pt x="1242" y="11231"/>
                  </a:cubicBezTo>
                  <a:cubicBezTo>
                    <a:pt x="3354" y="17146"/>
                    <a:pt x="8213" y="19074"/>
                    <a:pt x="8213" y="19074"/>
                  </a:cubicBezTo>
                  <a:cubicBezTo>
                    <a:pt x="8213" y="19074"/>
                    <a:pt x="8578" y="19203"/>
                    <a:pt x="9004" y="19203"/>
                  </a:cubicBezTo>
                  <a:cubicBezTo>
                    <a:pt x="9748" y="19203"/>
                    <a:pt x="10680" y="18809"/>
                    <a:pt x="10193" y="16644"/>
                  </a:cubicBezTo>
                  <a:cubicBezTo>
                    <a:pt x="9427" y="13238"/>
                    <a:pt x="6021" y="14321"/>
                    <a:pt x="4595" y="9990"/>
                  </a:cubicBezTo>
                  <a:cubicBezTo>
                    <a:pt x="3169" y="5634"/>
                    <a:pt x="5995" y="3970"/>
                    <a:pt x="5414" y="1752"/>
                  </a:cubicBezTo>
                  <a:cubicBezTo>
                    <a:pt x="5080" y="492"/>
                    <a:pt x="4397" y="0"/>
                    <a:pt x="3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83"/>
            <p:cNvSpPr/>
            <p:nvPr/>
          </p:nvSpPr>
          <p:spPr>
            <a:xfrm>
              <a:off x="6904606" y="527068"/>
              <a:ext cx="403696" cy="359484"/>
            </a:xfrm>
            <a:custGeom>
              <a:avLst/>
              <a:gdLst/>
              <a:ahLst/>
              <a:cxnLst/>
              <a:rect l="l" t="t" r="r" b="b"/>
              <a:pathLst>
                <a:path w="7816" h="6960" extrusionOk="0">
                  <a:moveTo>
                    <a:pt x="3929" y="0"/>
                  </a:moveTo>
                  <a:cubicBezTo>
                    <a:pt x="3563" y="0"/>
                    <a:pt x="3191" y="58"/>
                    <a:pt x="2825" y="180"/>
                  </a:cubicBezTo>
                  <a:cubicBezTo>
                    <a:pt x="1003" y="788"/>
                    <a:pt x="0" y="2742"/>
                    <a:pt x="607" y="4564"/>
                  </a:cubicBezTo>
                  <a:cubicBezTo>
                    <a:pt x="1094" y="6024"/>
                    <a:pt x="2464" y="6959"/>
                    <a:pt x="3927" y="6959"/>
                  </a:cubicBezTo>
                  <a:cubicBezTo>
                    <a:pt x="4289" y="6959"/>
                    <a:pt x="4656" y="6902"/>
                    <a:pt x="5017" y="6782"/>
                  </a:cubicBezTo>
                  <a:cubicBezTo>
                    <a:pt x="6839" y="6174"/>
                    <a:pt x="7816" y="4220"/>
                    <a:pt x="7235" y="2398"/>
                  </a:cubicBezTo>
                  <a:cubicBezTo>
                    <a:pt x="6750" y="921"/>
                    <a:pt x="5387" y="0"/>
                    <a:pt x="39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83"/>
            <p:cNvSpPr/>
            <p:nvPr/>
          </p:nvSpPr>
          <p:spPr>
            <a:xfrm>
              <a:off x="7050514" y="498558"/>
              <a:ext cx="274158" cy="378801"/>
            </a:xfrm>
            <a:custGeom>
              <a:avLst/>
              <a:gdLst/>
              <a:ahLst/>
              <a:cxnLst/>
              <a:rect l="l" t="t" r="r" b="b"/>
              <a:pathLst>
                <a:path w="5308" h="7334" extrusionOk="0">
                  <a:moveTo>
                    <a:pt x="2460" y="0"/>
                  </a:moveTo>
                  <a:cubicBezTo>
                    <a:pt x="2318" y="0"/>
                    <a:pt x="2174" y="24"/>
                    <a:pt x="2034" y="72"/>
                  </a:cubicBezTo>
                  <a:lnTo>
                    <a:pt x="0" y="732"/>
                  </a:lnTo>
                  <a:lnTo>
                    <a:pt x="2192" y="7334"/>
                  </a:lnTo>
                  <a:lnTo>
                    <a:pt x="4199" y="6673"/>
                  </a:lnTo>
                  <a:cubicBezTo>
                    <a:pt x="4912" y="6436"/>
                    <a:pt x="5308" y="5670"/>
                    <a:pt x="5070" y="4957"/>
                  </a:cubicBezTo>
                  <a:lnTo>
                    <a:pt x="3723" y="917"/>
                  </a:lnTo>
                  <a:cubicBezTo>
                    <a:pt x="3534" y="350"/>
                    <a:pt x="3012" y="0"/>
                    <a:pt x="24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83"/>
            <p:cNvSpPr/>
            <p:nvPr/>
          </p:nvSpPr>
          <p:spPr>
            <a:xfrm>
              <a:off x="7178707" y="1352160"/>
              <a:ext cx="403748" cy="359484"/>
            </a:xfrm>
            <a:custGeom>
              <a:avLst/>
              <a:gdLst/>
              <a:ahLst/>
              <a:cxnLst/>
              <a:rect l="l" t="t" r="r" b="b"/>
              <a:pathLst>
                <a:path w="7817" h="6960" extrusionOk="0">
                  <a:moveTo>
                    <a:pt x="3903" y="0"/>
                  </a:moveTo>
                  <a:cubicBezTo>
                    <a:pt x="3537" y="0"/>
                    <a:pt x="3165" y="58"/>
                    <a:pt x="2799" y="180"/>
                  </a:cubicBezTo>
                  <a:cubicBezTo>
                    <a:pt x="977" y="788"/>
                    <a:pt x="0" y="2742"/>
                    <a:pt x="608" y="4564"/>
                  </a:cubicBezTo>
                  <a:cubicBezTo>
                    <a:pt x="1074" y="6024"/>
                    <a:pt x="2439" y="6959"/>
                    <a:pt x="3901" y="6959"/>
                  </a:cubicBezTo>
                  <a:cubicBezTo>
                    <a:pt x="4263" y="6959"/>
                    <a:pt x="4630" y="6902"/>
                    <a:pt x="4991" y="6782"/>
                  </a:cubicBezTo>
                  <a:cubicBezTo>
                    <a:pt x="6813" y="6174"/>
                    <a:pt x="7816" y="4220"/>
                    <a:pt x="7209" y="2398"/>
                  </a:cubicBezTo>
                  <a:cubicBezTo>
                    <a:pt x="6724" y="921"/>
                    <a:pt x="5361" y="0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83"/>
            <p:cNvSpPr/>
            <p:nvPr/>
          </p:nvSpPr>
          <p:spPr>
            <a:xfrm>
              <a:off x="7318872" y="1322411"/>
              <a:ext cx="272815" cy="378698"/>
            </a:xfrm>
            <a:custGeom>
              <a:avLst/>
              <a:gdLst/>
              <a:ahLst/>
              <a:cxnLst/>
              <a:rect l="l" t="t" r="r" b="b"/>
              <a:pathLst>
                <a:path w="5282" h="7332" extrusionOk="0">
                  <a:moveTo>
                    <a:pt x="2454" y="1"/>
                  </a:moveTo>
                  <a:cubicBezTo>
                    <a:pt x="2316" y="1"/>
                    <a:pt x="2174" y="23"/>
                    <a:pt x="2034" y="70"/>
                  </a:cubicBezTo>
                  <a:lnTo>
                    <a:pt x="0" y="730"/>
                  </a:lnTo>
                  <a:lnTo>
                    <a:pt x="2192" y="7331"/>
                  </a:lnTo>
                  <a:lnTo>
                    <a:pt x="4225" y="6671"/>
                  </a:lnTo>
                  <a:cubicBezTo>
                    <a:pt x="4912" y="6433"/>
                    <a:pt x="5281" y="5668"/>
                    <a:pt x="5044" y="4981"/>
                  </a:cubicBezTo>
                  <a:lnTo>
                    <a:pt x="3723" y="941"/>
                  </a:lnTo>
                  <a:cubicBezTo>
                    <a:pt x="3533" y="369"/>
                    <a:pt x="3019" y="1"/>
                    <a:pt x="24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83"/>
            <p:cNvSpPr/>
            <p:nvPr/>
          </p:nvSpPr>
          <p:spPr>
            <a:xfrm>
              <a:off x="8054260" y="2055671"/>
              <a:ext cx="87340" cy="73653"/>
            </a:xfrm>
            <a:custGeom>
              <a:avLst/>
              <a:gdLst/>
              <a:ahLst/>
              <a:cxnLst/>
              <a:rect l="l" t="t" r="r" b="b"/>
              <a:pathLst>
                <a:path w="1691" h="1426" extrusionOk="0">
                  <a:moveTo>
                    <a:pt x="967" y="0"/>
                  </a:moveTo>
                  <a:cubicBezTo>
                    <a:pt x="788" y="0"/>
                    <a:pt x="603" y="65"/>
                    <a:pt x="449" y="211"/>
                  </a:cubicBezTo>
                  <a:cubicBezTo>
                    <a:pt x="0" y="660"/>
                    <a:pt x="317" y="1425"/>
                    <a:pt x="977" y="1425"/>
                  </a:cubicBezTo>
                  <a:cubicBezTo>
                    <a:pt x="1373" y="1425"/>
                    <a:pt x="1690" y="1109"/>
                    <a:pt x="1690" y="712"/>
                  </a:cubicBezTo>
                  <a:cubicBezTo>
                    <a:pt x="1690" y="284"/>
                    <a:pt x="1340" y="0"/>
                    <a:pt x="9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83"/>
            <p:cNvSpPr/>
            <p:nvPr/>
          </p:nvSpPr>
          <p:spPr>
            <a:xfrm>
              <a:off x="8223359" y="1982794"/>
              <a:ext cx="85997" cy="74221"/>
            </a:xfrm>
            <a:custGeom>
              <a:avLst/>
              <a:gdLst/>
              <a:ahLst/>
              <a:cxnLst/>
              <a:rect l="l" t="t" r="r" b="b"/>
              <a:pathLst>
                <a:path w="1665" h="1437" extrusionOk="0">
                  <a:moveTo>
                    <a:pt x="949" y="0"/>
                  </a:moveTo>
                  <a:cubicBezTo>
                    <a:pt x="774" y="0"/>
                    <a:pt x="595" y="68"/>
                    <a:pt x="449" y="222"/>
                  </a:cubicBezTo>
                  <a:cubicBezTo>
                    <a:pt x="1" y="671"/>
                    <a:pt x="317" y="1437"/>
                    <a:pt x="951" y="1437"/>
                  </a:cubicBezTo>
                  <a:cubicBezTo>
                    <a:pt x="1347" y="1437"/>
                    <a:pt x="1664" y="1120"/>
                    <a:pt x="1664" y="724"/>
                  </a:cubicBezTo>
                  <a:cubicBezTo>
                    <a:pt x="1664" y="296"/>
                    <a:pt x="1314" y="0"/>
                    <a:pt x="9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83"/>
            <p:cNvSpPr/>
            <p:nvPr/>
          </p:nvSpPr>
          <p:spPr>
            <a:xfrm>
              <a:off x="8404750" y="2055619"/>
              <a:ext cx="73705" cy="7370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713" y="0"/>
                  </a:moveTo>
                  <a:cubicBezTo>
                    <a:pt x="317" y="0"/>
                    <a:pt x="0" y="317"/>
                    <a:pt x="0" y="713"/>
                  </a:cubicBezTo>
                  <a:cubicBezTo>
                    <a:pt x="0" y="1110"/>
                    <a:pt x="317" y="1426"/>
                    <a:pt x="713" y="1426"/>
                  </a:cubicBezTo>
                  <a:cubicBezTo>
                    <a:pt x="1109" y="1426"/>
                    <a:pt x="1426" y="1110"/>
                    <a:pt x="1426" y="713"/>
                  </a:cubicBezTo>
                  <a:cubicBezTo>
                    <a:pt x="1426" y="317"/>
                    <a:pt x="1109" y="0"/>
                    <a:pt x="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83"/>
            <p:cNvSpPr/>
            <p:nvPr/>
          </p:nvSpPr>
          <p:spPr>
            <a:xfrm>
              <a:off x="8404750" y="2392474"/>
              <a:ext cx="73705" cy="73705"/>
            </a:xfrm>
            <a:custGeom>
              <a:avLst/>
              <a:gdLst/>
              <a:ahLst/>
              <a:cxnLst/>
              <a:rect l="l" t="t" r="r" b="b"/>
              <a:pathLst>
                <a:path w="1427" h="1427" extrusionOk="0">
                  <a:moveTo>
                    <a:pt x="713" y="1"/>
                  </a:moveTo>
                  <a:cubicBezTo>
                    <a:pt x="317" y="1"/>
                    <a:pt x="0" y="317"/>
                    <a:pt x="0" y="713"/>
                  </a:cubicBezTo>
                  <a:cubicBezTo>
                    <a:pt x="0" y="1110"/>
                    <a:pt x="317" y="1426"/>
                    <a:pt x="713" y="1426"/>
                  </a:cubicBezTo>
                  <a:cubicBezTo>
                    <a:pt x="1109" y="1426"/>
                    <a:pt x="1426" y="1110"/>
                    <a:pt x="1426" y="713"/>
                  </a:cubicBezTo>
                  <a:cubicBezTo>
                    <a:pt x="1426" y="317"/>
                    <a:pt x="1109" y="1"/>
                    <a:pt x="7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83"/>
            <p:cNvSpPr/>
            <p:nvPr/>
          </p:nvSpPr>
          <p:spPr>
            <a:xfrm>
              <a:off x="8235651" y="2462045"/>
              <a:ext cx="75047" cy="75047"/>
            </a:xfrm>
            <a:custGeom>
              <a:avLst/>
              <a:gdLst/>
              <a:ahLst/>
              <a:cxnLst/>
              <a:rect l="l" t="t" r="r" b="b"/>
              <a:pathLst>
                <a:path w="1453" h="1453" extrusionOk="0">
                  <a:moveTo>
                    <a:pt x="713" y="0"/>
                  </a:moveTo>
                  <a:cubicBezTo>
                    <a:pt x="317" y="0"/>
                    <a:pt x="0" y="317"/>
                    <a:pt x="0" y="713"/>
                  </a:cubicBezTo>
                  <a:cubicBezTo>
                    <a:pt x="0" y="1109"/>
                    <a:pt x="317" y="1452"/>
                    <a:pt x="713" y="1452"/>
                  </a:cubicBezTo>
                  <a:cubicBezTo>
                    <a:pt x="1109" y="1452"/>
                    <a:pt x="1452" y="1109"/>
                    <a:pt x="1452" y="713"/>
                  </a:cubicBezTo>
                  <a:cubicBezTo>
                    <a:pt x="1452" y="317"/>
                    <a:pt x="1109" y="0"/>
                    <a:pt x="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83"/>
            <p:cNvSpPr/>
            <p:nvPr/>
          </p:nvSpPr>
          <p:spPr>
            <a:xfrm>
              <a:off x="8056998" y="2392577"/>
              <a:ext cx="87340" cy="73601"/>
            </a:xfrm>
            <a:custGeom>
              <a:avLst/>
              <a:gdLst/>
              <a:ahLst/>
              <a:cxnLst/>
              <a:rect l="l" t="t" r="r" b="b"/>
              <a:pathLst>
                <a:path w="1691" h="1425" extrusionOk="0">
                  <a:moveTo>
                    <a:pt x="971" y="0"/>
                  </a:moveTo>
                  <a:cubicBezTo>
                    <a:pt x="797" y="0"/>
                    <a:pt x="620" y="65"/>
                    <a:pt x="475" y="210"/>
                  </a:cubicBezTo>
                  <a:cubicBezTo>
                    <a:pt x="0" y="659"/>
                    <a:pt x="317" y="1424"/>
                    <a:pt x="977" y="1424"/>
                  </a:cubicBezTo>
                  <a:cubicBezTo>
                    <a:pt x="1347" y="1424"/>
                    <a:pt x="1690" y="1108"/>
                    <a:pt x="1690" y="738"/>
                  </a:cubicBezTo>
                  <a:cubicBezTo>
                    <a:pt x="1690" y="290"/>
                    <a:pt x="1338" y="0"/>
                    <a:pt x="9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83"/>
            <p:cNvSpPr/>
            <p:nvPr/>
          </p:nvSpPr>
          <p:spPr>
            <a:xfrm>
              <a:off x="7493714" y="2681605"/>
              <a:ext cx="1564375" cy="204637"/>
            </a:xfrm>
            <a:custGeom>
              <a:avLst/>
              <a:gdLst/>
              <a:ahLst/>
              <a:cxnLst/>
              <a:rect l="l" t="t" r="r" b="b"/>
              <a:pathLst>
                <a:path w="30288" h="3962" extrusionOk="0">
                  <a:moveTo>
                    <a:pt x="1" y="0"/>
                  </a:moveTo>
                  <a:cubicBezTo>
                    <a:pt x="1" y="2166"/>
                    <a:pt x="1770" y="3961"/>
                    <a:pt x="3962" y="3961"/>
                  </a:cubicBezTo>
                  <a:lnTo>
                    <a:pt x="26327" y="3961"/>
                  </a:lnTo>
                  <a:cubicBezTo>
                    <a:pt x="28518" y="3961"/>
                    <a:pt x="30287" y="2166"/>
                    <a:pt x="30287" y="0"/>
                  </a:cubicBezTo>
                  <a:lnTo>
                    <a:pt x="30287" y="0"/>
                  </a:lnTo>
                  <a:cubicBezTo>
                    <a:pt x="30287" y="1"/>
                    <a:pt x="28386" y="1822"/>
                    <a:pt x="24716" y="1822"/>
                  </a:cubicBezTo>
                  <a:lnTo>
                    <a:pt x="5572" y="1822"/>
                  </a:lnTo>
                  <a:cubicBezTo>
                    <a:pt x="1929" y="182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5" name="Google Shape;4415;p83"/>
          <p:cNvSpPr/>
          <p:nvPr/>
        </p:nvSpPr>
        <p:spPr>
          <a:xfrm>
            <a:off x="1420625" y="2815358"/>
            <a:ext cx="578485" cy="579124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6" name="Google Shape;4416;p83"/>
          <p:cNvGrpSpPr/>
          <p:nvPr/>
        </p:nvGrpSpPr>
        <p:grpSpPr>
          <a:xfrm>
            <a:off x="2172735" y="2815516"/>
            <a:ext cx="579124" cy="578485"/>
            <a:chOff x="3303268" y="3817349"/>
            <a:chExt cx="346056" cy="345674"/>
          </a:xfrm>
        </p:grpSpPr>
        <p:sp>
          <p:nvSpPr>
            <p:cNvPr id="4417" name="Google Shape;4417;p83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83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83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83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1" name="Google Shape;4421;p83"/>
          <p:cNvGrpSpPr/>
          <p:nvPr/>
        </p:nvGrpSpPr>
        <p:grpSpPr>
          <a:xfrm>
            <a:off x="2924286" y="2815516"/>
            <a:ext cx="579124" cy="578485"/>
            <a:chOff x="3752358" y="3817349"/>
            <a:chExt cx="346056" cy="345674"/>
          </a:xfrm>
        </p:grpSpPr>
        <p:sp>
          <p:nvSpPr>
            <p:cNvPr id="4422" name="Google Shape;4422;p83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83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83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83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6" name="Google Shape;4426;p83"/>
          <p:cNvGrpSpPr/>
          <p:nvPr/>
        </p:nvGrpSpPr>
        <p:grpSpPr>
          <a:xfrm rot="-1062919">
            <a:off x="-781552" y="3918857"/>
            <a:ext cx="1654020" cy="540023"/>
            <a:chOff x="2564525" y="5223525"/>
            <a:chExt cx="2556110" cy="834547"/>
          </a:xfrm>
        </p:grpSpPr>
        <p:sp>
          <p:nvSpPr>
            <p:cNvPr id="4427" name="Google Shape;4427;p83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83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83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83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83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83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83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83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83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83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7" name="Google Shape;4437;p83"/>
          <p:cNvGrpSpPr/>
          <p:nvPr/>
        </p:nvGrpSpPr>
        <p:grpSpPr>
          <a:xfrm rot="1358433">
            <a:off x="7973679" y="910284"/>
            <a:ext cx="1719595" cy="916331"/>
            <a:chOff x="7463504" y="3075665"/>
            <a:chExt cx="2603050" cy="1387103"/>
          </a:xfrm>
        </p:grpSpPr>
        <p:sp>
          <p:nvSpPr>
            <p:cNvPr id="4438" name="Google Shape;4438;p83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83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83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83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83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83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83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83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83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83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83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83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83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83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83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83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83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83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83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83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83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83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83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83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83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83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83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83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83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83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83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83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83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retty Aesthetic Notes for School by Slidesgo">
  <a:themeElements>
    <a:clrScheme name="Simple Light">
      <a:dk1>
        <a:srgbClr val="000000"/>
      </a:dk1>
      <a:lt1>
        <a:srgbClr val="ECECEC"/>
      </a:lt1>
      <a:dk2>
        <a:srgbClr val="FFDBDE"/>
      </a:dk2>
      <a:lt2>
        <a:srgbClr val="AEC6CF"/>
      </a:lt2>
      <a:accent1>
        <a:srgbClr val="FECBA7"/>
      </a:accent1>
      <a:accent2>
        <a:srgbClr val="FEB7C0"/>
      </a:accent2>
      <a:accent3>
        <a:srgbClr val="6B9BAD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1350</Words>
  <Application>Microsoft Office PowerPoint</Application>
  <PresentationFormat>Экран (16:9)</PresentationFormat>
  <Paragraphs>219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Hind Siliguri</vt:lpstr>
      <vt:lpstr>Dancing Script</vt:lpstr>
      <vt:lpstr>Delius Swash Caps</vt:lpstr>
      <vt:lpstr>Roboto Condensed Light</vt:lpstr>
      <vt:lpstr>Arial</vt:lpstr>
      <vt:lpstr>Anaheim</vt:lpstr>
      <vt:lpstr>Pretty Aesthetic Notes for School by Slidesgo</vt:lpstr>
      <vt:lpstr>Pretty Aesthetic Notes for School</vt:lpstr>
      <vt:lpstr>Contents of this template</vt:lpstr>
      <vt:lpstr>Table of contents</vt:lpstr>
      <vt:lpstr>Today</vt:lpstr>
      <vt:lpstr>Introduction</vt:lpstr>
      <vt:lpstr>Introduction</vt:lpstr>
      <vt:lpstr>Reminders</vt:lpstr>
      <vt:lpstr>Mercury</vt:lpstr>
      <vt:lpstr>Venus</vt:lpstr>
      <vt:lpstr>Venus</vt:lpstr>
      <vt:lpstr>Activities</vt:lpstr>
      <vt:lpstr>Organize your ideas</vt:lpstr>
      <vt:lpstr>Awesome words</vt:lpstr>
      <vt:lpstr>—Someone Famous</vt:lpstr>
      <vt:lpstr>Презентация PowerPoint</vt:lpstr>
      <vt:lpstr>A picture always reinforces the concept</vt:lpstr>
      <vt:lpstr>2022</vt:lpstr>
      <vt:lpstr>1st</vt:lpstr>
      <vt:lpstr>15%</vt:lpstr>
      <vt:lpstr>Our team</vt:lpstr>
      <vt:lpstr>Jenna Doe</vt:lpstr>
      <vt:lpstr>Daily summary</vt:lpstr>
      <vt:lpstr>Item A</vt:lpstr>
      <vt:lpstr>Subject 1</vt:lpstr>
      <vt:lpstr>Conclusions</vt:lpstr>
      <vt:lpstr>Desktop software</vt:lpstr>
      <vt:lpstr>Tablet app</vt:lpstr>
      <vt:lpstr>Mobile web</vt:lpstr>
      <vt:lpstr>Find our schools</vt:lpstr>
      <vt:lpstr>Our next courses </vt:lpstr>
      <vt:lpstr>How do we do our activities?</vt:lpstr>
      <vt:lpstr>Insert your main notes</vt:lpstr>
      <vt:lpstr>This is a graph</vt:lpstr>
      <vt:lpstr>Last reminders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Pretty Aesthetic Notes for School</dc:title>
  <cp:lastModifiedBy>я</cp:lastModifiedBy>
  <cp:revision>1</cp:revision>
  <dcterms:modified xsi:type="dcterms:W3CDTF">2026-02-17T13:45:25Z</dcterms:modified>
</cp:coreProperties>
</file>
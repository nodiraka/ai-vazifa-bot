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2"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5143500" type="screen16x9"/>
  <p:notesSz cx="6858000" cy="9144000"/>
  <p:embeddedFontLst>
    <p:embeddedFont>
      <p:font typeface="Jua" panose="020B0604020202020204" charset="-127"/>
      <p:regular r:id="rId34"/>
    </p:embeddedFont>
    <p:embeddedFont>
      <p:font typeface="Bebas Neue" panose="020B0604020202020204" charset="0"/>
      <p:regular r:id="rId35"/>
    </p:embeddedFont>
    <p:embeddedFont>
      <p:font typeface="Londrina Solid" panose="020B0604020202020204" charset="0"/>
      <p:regular r:id="rId36"/>
    </p:embeddedFont>
    <p:embeddedFont>
      <p:font typeface="Cabin" panose="020B0604020202020204" charset="0"/>
      <p:regular r:id="rId37"/>
      <p:bold r:id="rId38"/>
      <p:italic r:id="rId39"/>
      <p:boldItalic r:id="rId40"/>
    </p:embeddedFont>
    <p:embeddedFont>
      <p:font typeface="Syne ExtraBold" panose="020B0604020202020204" charset="0"/>
      <p:bold r:id="rId41"/>
    </p:embeddedFont>
    <p:embeddedFont>
      <p:font typeface="Nunito" panose="020B0604020202020204" charset="-52"/>
      <p:regular r:id="rId42"/>
      <p:bold r:id="rId43"/>
      <p:italic r:id="rId44"/>
      <p:boldItalic r:id="rId45"/>
    </p:embeddedFont>
    <p:embeddedFont>
      <p:font typeface="Nunito Medium" panose="020B0604020202020204" charset="-52"/>
      <p:regular r:id="rId46"/>
      <p:bold r:id="rId47"/>
      <p:italic r:id="rId48"/>
      <p:boldItalic r:id="rId49"/>
    </p:embeddedFont>
    <p:embeddedFont>
      <p:font typeface="Poppins" panose="020B0604020202020204" charset="0"/>
      <p:regular r:id="rId50"/>
      <p:bold r:id="rId51"/>
      <p:italic r:id="rId52"/>
      <p:boldItalic r:id="rId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42E0F65-2369-45A5-B341-09E936D65754}">
  <a:tblStyle styleId="{442E0F65-2369-45A5-B341-09E936D6575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730"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font" Target="fonts/font14.fntdata"/><Relationship Id="rId50" Type="http://schemas.openxmlformats.org/officeDocument/2006/relationships/font" Target="fonts/font17.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3" Type="http://schemas.openxmlformats.org/officeDocument/2006/relationships/font" Target="fonts/font20.fntdata"/><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font" Target="fonts/font15.fntdata"/><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1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8.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49" Type="http://schemas.openxmlformats.org/officeDocument/2006/relationships/font" Target="fonts/font16.fntdata"/><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11.fntdata"/><Relationship Id="rId52" Type="http://schemas.openxmlformats.org/officeDocument/2006/relationships/font" Target="fonts/font1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3"/>
        <p:cNvGrpSpPr/>
        <p:nvPr/>
      </p:nvGrpSpPr>
      <p:grpSpPr>
        <a:xfrm>
          <a:off x="0" y="0"/>
          <a:ext cx="0" cy="0"/>
          <a:chOff x="0" y="0"/>
          <a:chExt cx="0" cy="0"/>
        </a:xfrm>
      </p:grpSpPr>
      <p:sp>
        <p:nvSpPr>
          <p:cNvPr id="1684" name="Google Shape;1684;g2089491954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5" name="Google Shape;1685;g2089491954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7"/>
        <p:cNvGrpSpPr/>
        <p:nvPr/>
      </p:nvGrpSpPr>
      <p:grpSpPr>
        <a:xfrm>
          <a:off x="0" y="0"/>
          <a:ext cx="0" cy="0"/>
          <a:chOff x="0" y="0"/>
          <a:chExt cx="0" cy="0"/>
        </a:xfrm>
      </p:grpSpPr>
      <p:sp>
        <p:nvSpPr>
          <p:cNvPr id="1768" name="Google Shape;1768;g218b304e94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9" name="Google Shape;1769;g218b304e94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6"/>
        <p:cNvGrpSpPr/>
        <p:nvPr/>
      </p:nvGrpSpPr>
      <p:grpSpPr>
        <a:xfrm>
          <a:off x="0" y="0"/>
          <a:ext cx="0" cy="0"/>
          <a:chOff x="0" y="0"/>
          <a:chExt cx="0" cy="0"/>
        </a:xfrm>
      </p:grpSpPr>
      <p:sp>
        <p:nvSpPr>
          <p:cNvPr id="1777" name="Google Shape;1777;g193404e59c5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8" name="Google Shape;1778;g193404e59c5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8"/>
        <p:cNvGrpSpPr/>
        <p:nvPr/>
      </p:nvGrpSpPr>
      <p:grpSpPr>
        <a:xfrm>
          <a:off x="0" y="0"/>
          <a:ext cx="0" cy="0"/>
          <a:chOff x="0" y="0"/>
          <a:chExt cx="0" cy="0"/>
        </a:xfrm>
      </p:grpSpPr>
      <p:sp>
        <p:nvSpPr>
          <p:cNvPr id="1809" name="Google Shape;1809;g1df671407c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0" name="Google Shape;1810;g1df671407c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0"/>
        <p:cNvGrpSpPr/>
        <p:nvPr/>
      </p:nvGrpSpPr>
      <p:grpSpPr>
        <a:xfrm>
          <a:off x="0" y="0"/>
          <a:ext cx="0" cy="0"/>
          <a:chOff x="0" y="0"/>
          <a:chExt cx="0" cy="0"/>
        </a:xfrm>
      </p:grpSpPr>
      <p:sp>
        <p:nvSpPr>
          <p:cNvPr id="1861" name="Google Shape;1861;g193404e59c5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2" name="Google Shape;1862;g193404e59c5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5"/>
        <p:cNvGrpSpPr/>
        <p:nvPr/>
      </p:nvGrpSpPr>
      <p:grpSpPr>
        <a:xfrm>
          <a:off x="0" y="0"/>
          <a:ext cx="0" cy="0"/>
          <a:chOff x="0" y="0"/>
          <a:chExt cx="0" cy="0"/>
        </a:xfrm>
      </p:grpSpPr>
      <p:sp>
        <p:nvSpPr>
          <p:cNvPr id="1966" name="Google Shape;1966;g218b304e94d_0_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7" name="Google Shape;1967;g218b304e94d_0_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6"/>
        <p:cNvGrpSpPr/>
        <p:nvPr/>
      </p:nvGrpSpPr>
      <p:grpSpPr>
        <a:xfrm>
          <a:off x="0" y="0"/>
          <a:ext cx="0" cy="0"/>
          <a:chOff x="0" y="0"/>
          <a:chExt cx="0" cy="0"/>
        </a:xfrm>
      </p:grpSpPr>
      <p:sp>
        <p:nvSpPr>
          <p:cNvPr id="2017" name="Google Shape;2017;g218b304e94d_0_7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8" name="Google Shape;2018;g218b304e94d_0_7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8"/>
        <p:cNvGrpSpPr/>
        <p:nvPr/>
      </p:nvGrpSpPr>
      <p:grpSpPr>
        <a:xfrm>
          <a:off x="0" y="0"/>
          <a:ext cx="0" cy="0"/>
          <a:chOff x="0" y="0"/>
          <a:chExt cx="0" cy="0"/>
        </a:xfrm>
      </p:grpSpPr>
      <p:sp>
        <p:nvSpPr>
          <p:cNvPr id="2089" name="Google Shape;2089;g218b304e94d_0_8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0" name="Google Shape;2090;g218b304e94d_0_8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7"/>
        <p:cNvGrpSpPr/>
        <p:nvPr/>
      </p:nvGrpSpPr>
      <p:grpSpPr>
        <a:xfrm>
          <a:off x="0" y="0"/>
          <a:ext cx="0" cy="0"/>
          <a:chOff x="0" y="0"/>
          <a:chExt cx="0" cy="0"/>
        </a:xfrm>
      </p:grpSpPr>
      <p:sp>
        <p:nvSpPr>
          <p:cNvPr id="2128" name="Google Shape;2128;g20894919544_2_128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9" name="Google Shape;2129;g20894919544_2_128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9"/>
        <p:cNvGrpSpPr/>
        <p:nvPr/>
      </p:nvGrpSpPr>
      <p:grpSpPr>
        <a:xfrm>
          <a:off x="0" y="0"/>
          <a:ext cx="0" cy="0"/>
          <a:chOff x="0" y="0"/>
          <a:chExt cx="0" cy="0"/>
        </a:xfrm>
      </p:grpSpPr>
      <p:sp>
        <p:nvSpPr>
          <p:cNvPr id="2160" name="Google Shape;2160;g218b304e94d_0_10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1" name="Google Shape;2161;g218b304e94d_0_10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1"/>
        <p:cNvGrpSpPr/>
        <p:nvPr/>
      </p:nvGrpSpPr>
      <p:grpSpPr>
        <a:xfrm>
          <a:off x="0" y="0"/>
          <a:ext cx="0" cy="0"/>
          <a:chOff x="0" y="0"/>
          <a:chExt cx="0" cy="0"/>
        </a:xfrm>
      </p:grpSpPr>
      <p:sp>
        <p:nvSpPr>
          <p:cNvPr id="2202" name="Google Shape;2202;g218b304e94d_0_10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3" name="Google Shape;2203;g218b304e94d_0_10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0"/>
        <p:cNvGrpSpPr/>
        <p:nvPr/>
      </p:nvGrpSpPr>
      <p:grpSpPr>
        <a:xfrm>
          <a:off x="0" y="0"/>
          <a:ext cx="0" cy="0"/>
          <a:chOff x="0" y="0"/>
          <a:chExt cx="0" cy="0"/>
        </a:xfrm>
      </p:grpSpPr>
      <p:sp>
        <p:nvSpPr>
          <p:cNvPr id="2291" name="Google Shape;2291;g218b304e94d_0_11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2" name="Google Shape;2292;g218b304e94d_0_11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0"/>
        <p:cNvGrpSpPr/>
        <p:nvPr/>
      </p:nvGrpSpPr>
      <p:grpSpPr>
        <a:xfrm>
          <a:off x="0" y="0"/>
          <a:ext cx="0" cy="0"/>
          <a:chOff x="0" y="0"/>
          <a:chExt cx="0" cy="0"/>
        </a:xfrm>
      </p:grpSpPr>
      <p:sp>
        <p:nvSpPr>
          <p:cNvPr id="2311" name="Google Shape;2311;g218b304e94d_0_1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2" name="Google Shape;2312;g218b304e94d_0_1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3"/>
        <p:cNvGrpSpPr/>
        <p:nvPr/>
      </p:nvGrpSpPr>
      <p:grpSpPr>
        <a:xfrm>
          <a:off x="0" y="0"/>
          <a:ext cx="0" cy="0"/>
          <a:chOff x="0" y="0"/>
          <a:chExt cx="0" cy="0"/>
        </a:xfrm>
      </p:grpSpPr>
      <p:sp>
        <p:nvSpPr>
          <p:cNvPr id="2324" name="Google Shape;2324;g218b304e94d_0_1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5" name="Google Shape;2325;g218b304e94d_0_1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8"/>
        <p:cNvGrpSpPr/>
        <p:nvPr/>
      </p:nvGrpSpPr>
      <p:grpSpPr>
        <a:xfrm>
          <a:off x="0" y="0"/>
          <a:ext cx="0" cy="0"/>
          <a:chOff x="0" y="0"/>
          <a:chExt cx="0" cy="0"/>
        </a:xfrm>
      </p:grpSpPr>
      <p:sp>
        <p:nvSpPr>
          <p:cNvPr id="2369" name="Google Shape;2369;g218b304e94d_0_11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0" name="Google Shape;2370;g218b304e94d_0_1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5"/>
        <p:cNvGrpSpPr/>
        <p:nvPr/>
      </p:nvGrpSpPr>
      <p:grpSpPr>
        <a:xfrm>
          <a:off x="0" y="0"/>
          <a:ext cx="0" cy="0"/>
          <a:chOff x="0" y="0"/>
          <a:chExt cx="0" cy="0"/>
        </a:xfrm>
      </p:grpSpPr>
      <p:sp>
        <p:nvSpPr>
          <p:cNvPr id="2406" name="Google Shape;2406;g218b304e94d_0_11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7" name="Google Shape;2407;g218b304e94d_0_11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0"/>
        <p:cNvGrpSpPr/>
        <p:nvPr/>
      </p:nvGrpSpPr>
      <p:grpSpPr>
        <a:xfrm>
          <a:off x="0" y="0"/>
          <a:ext cx="0" cy="0"/>
          <a:chOff x="0" y="0"/>
          <a:chExt cx="0" cy="0"/>
        </a:xfrm>
      </p:grpSpPr>
      <p:sp>
        <p:nvSpPr>
          <p:cNvPr id="2491" name="Google Shape;2491;g218b304e94d_0_12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2" name="Google Shape;2492;g218b304e94d_0_12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6"/>
        <p:cNvGrpSpPr/>
        <p:nvPr/>
      </p:nvGrpSpPr>
      <p:grpSpPr>
        <a:xfrm>
          <a:off x="0" y="0"/>
          <a:ext cx="0" cy="0"/>
          <a:chOff x="0" y="0"/>
          <a:chExt cx="0" cy="0"/>
        </a:xfrm>
      </p:grpSpPr>
      <p:sp>
        <p:nvSpPr>
          <p:cNvPr id="2507" name="Google Shape;2507;g218b304e94d_0_12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8" name="Google Shape;2508;g218b304e94d_0_12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2"/>
        <p:cNvGrpSpPr/>
        <p:nvPr/>
      </p:nvGrpSpPr>
      <p:grpSpPr>
        <a:xfrm>
          <a:off x="0" y="0"/>
          <a:ext cx="0" cy="0"/>
          <a:chOff x="0" y="0"/>
          <a:chExt cx="0" cy="0"/>
        </a:xfrm>
      </p:grpSpPr>
      <p:sp>
        <p:nvSpPr>
          <p:cNvPr id="2513" name="Google Shape;2513;g218b304e94d_0_13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4" name="Google Shape;2514;g218b304e94d_0_13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6"/>
        <p:cNvGrpSpPr/>
        <p:nvPr/>
      </p:nvGrpSpPr>
      <p:grpSpPr>
        <a:xfrm>
          <a:off x="0" y="0"/>
          <a:ext cx="0" cy="0"/>
          <a:chOff x="0" y="0"/>
          <a:chExt cx="0" cy="0"/>
        </a:xfrm>
      </p:grpSpPr>
      <p:sp>
        <p:nvSpPr>
          <p:cNvPr id="2557" name="Google Shape;2557;g218b304e94d_0_13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8" name="Google Shape;2558;g218b304e94d_0_13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2"/>
        <p:cNvGrpSpPr/>
        <p:nvPr/>
      </p:nvGrpSpPr>
      <p:grpSpPr>
        <a:xfrm>
          <a:off x="0" y="0"/>
          <a:ext cx="0" cy="0"/>
          <a:chOff x="0" y="0"/>
          <a:chExt cx="0" cy="0"/>
        </a:xfrm>
      </p:grpSpPr>
      <p:sp>
        <p:nvSpPr>
          <p:cNvPr id="2593" name="Google Shape;2593;g218b304e94d_0_14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4" name="Google Shape;2594;g218b304e94d_0_14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7"/>
        <p:cNvGrpSpPr/>
        <p:nvPr/>
      </p:nvGrpSpPr>
      <p:grpSpPr>
        <a:xfrm>
          <a:off x="0" y="0"/>
          <a:ext cx="0" cy="0"/>
          <a:chOff x="0" y="0"/>
          <a:chExt cx="0" cy="0"/>
        </a:xfrm>
      </p:grpSpPr>
      <p:sp>
        <p:nvSpPr>
          <p:cNvPr id="2638" name="Google Shape;2638;g218b304e94d_0_15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9" name="Google Shape;2639;g218b304e94d_0_15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9"/>
        <p:cNvGrpSpPr/>
        <p:nvPr/>
      </p:nvGrpSpPr>
      <p:grpSpPr>
        <a:xfrm>
          <a:off x="0" y="0"/>
          <a:ext cx="0" cy="0"/>
          <a:chOff x="0" y="0"/>
          <a:chExt cx="0" cy="0"/>
        </a:xfrm>
      </p:grpSpPr>
      <p:sp>
        <p:nvSpPr>
          <p:cNvPr id="2700" name="Google Shape;2700;g218b304e94d_0_15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1" name="Google Shape;2701;g218b304e94d_0_15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0"/>
        <p:cNvGrpSpPr/>
        <p:nvPr/>
      </p:nvGrpSpPr>
      <p:grpSpPr>
        <a:xfrm>
          <a:off x="0" y="0"/>
          <a:ext cx="0" cy="0"/>
          <a:chOff x="0" y="0"/>
          <a:chExt cx="0" cy="0"/>
        </a:xfrm>
      </p:grpSpPr>
      <p:sp>
        <p:nvSpPr>
          <p:cNvPr id="2771" name="Google Shape;2771;g218b304e94d_0_15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2" name="Google Shape;2772;g218b304e94d_0_15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3"/>
        <p:cNvGrpSpPr/>
        <p:nvPr/>
      </p:nvGrpSpPr>
      <p:grpSpPr>
        <a:xfrm>
          <a:off x="0" y="0"/>
          <a:ext cx="0" cy="0"/>
          <a:chOff x="0" y="0"/>
          <a:chExt cx="0" cy="0"/>
        </a:xfrm>
      </p:grpSpPr>
      <p:sp>
        <p:nvSpPr>
          <p:cNvPr id="2804" name="Google Shape;2804;g218b304e94d_0_15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5" name="Google Shape;2805;g218b304e94d_0_15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5"/>
        <p:cNvGrpSpPr/>
        <p:nvPr/>
      </p:nvGrpSpPr>
      <p:grpSpPr>
        <a:xfrm>
          <a:off x="0" y="0"/>
          <a:ext cx="0" cy="0"/>
          <a:chOff x="0" y="0"/>
          <a:chExt cx="0" cy="0"/>
        </a:xfrm>
      </p:grpSpPr>
      <p:sp>
        <p:nvSpPr>
          <p:cNvPr id="2866" name="Google Shape;2866;g22de8e5c9b5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7" name="Google Shape;2867;g22de8e5c9b5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3"/>
        <p:cNvGrpSpPr/>
        <p:nvPr/>
      </p:nvGrpSpPr>
      <p:grpSpPr>
        <a:xfrm>
          <a:off x="0" y="0"/>
          <a:ext cx="0" cy="0"/>
          <a:chOff x="0" y="0"/>
          <a:chExt cx="0" cy="0"/>
        </a:xfrm>
      </p:grpSpPr>
      <p:sp>
        <p:nvSpPr>
          <p:cNvPr id="2924" name="Google Shape;2924;g22de8e5c9b5_3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5" name="Google Shape;2925;g22de8e5c9b5_3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7"/>
        <p:cNvGrpSpPr/>
        <p:nvPr/>
      </p:nvGrpSpPr>
      <p:grpSpPr>
        <a:xfrm>
          <a:off x="0" y="0"/>
          <a:ext cx="0" cy="0"/>
          <a:chOff x="0" y="0"/>
          <a:chExt cx="0" cy="0"/>
        </a:xfrm>
      </p:grpSpPr>
      <p:sp>
        <p:nvSpPr>
          <p:cNvPr id="2988" name="Google Shape;2988;g22de8e5c9b5_3_3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9" name="Google Shape;2989;g22de8e5c9b5_3_3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9"/>
        <p:cNvGrpSpPr/>
        <p:nvPr/>
      </p:nvGrpSpPr>
      <p:grpSpPr>
        <a:xfrm>
          <a:off x="0" y="0"/>
          <a:ext cx="0" cy="0"/>
          <a:chOff x="0" y="0"/>
          <a:chExt cx="0" cy="0"/>
        </a:xfrm>
      </p:grpSpPr>
      <p:sp>
        <p:nvSpPr>
          <p:cNvPr id="3050" name="Google Shape;3050;g22de8e5c9b5_3_5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1" name="Google Shape;3051;g22de8e5c9b5_3_5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5"/>
        <p:cNvGrpSpPr/>
        <p:nvPr/>
      </p:nvGrpSpPr>
      <p:grpSpPr>
        <a:xfrm>
          <a:off x="0" y="0"/>
          <a:ext cx="0" cy="0"/>
          <a:chOff x="0" y="0"/>
          <a:chExt cx="0" cy="0"/>
        </a:xfrm>
      </p:grpSpPr>
      <p:sp>
        <p:nvSpPr>
          <p:cNvPr id="3106" name="Google Shape;3106;g218b304e94d_0_16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07" name="Google Shape;3107;g218b304e94d_0_16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9"/>
        <p:cNvGrpSpPr/>
        <p:nvPr/>
      </p:nvGrpSpPr>
      <p:grpSpPr>
        <a:xfrm>
          <a:off x="0" y="0"/>
          <a:ext cx="0" cy="0"/>
          <a:chOff x="0" y="0"/>
          <a:chExt cx="0" cy="0"/>
        </a:xfrm>
      </p:grpSpPr>
      <p:sp>
        <p:nvSpPr>
          <p:cNvPr id="3140" name="Google Shape;3140;g218b304e94d_0_16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1" name="Google Shape;3141;g218b304e94d_0_16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7" y="-38100"/>
            <a:ext cx="9144000" cy="5219700"/>
            <a:chOff x="-43" y="-76200"/>
            <a:chExt cx="9144000" cy="5219700"/>
          </a:xfrm>
        </p:grpSpPr>
        <p:cxnSp>
          <p:nvCxnSpPr>
            <p:cNvPr id="10" name="Google Shape;10;p2"/>
            <p:cNvCxnSpPr/>
            <p:nvPr/>
          </p:nvCxnSpPr>
          <p:spPr>
            <a:xfrm>
              <a:off x="2158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 name="Google Shape;11;p2"/>
            <p:cNvCxnSpPr/>
            <p:nvPr/>
          </p:nvCxnSpPr>
          <p:spPr>
            <a:xfrm>
              <a:off x="51614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 name="Google Shape;12;p2"/>
            <p:cNvCxnSpPr/>
            <p:nvPr/>
          </p:nvCxnSpPr>
          <p:spPr>
            <a:xfrm>
              <a:off x="81645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 name="Google Shape;13;p2"/>
            <p:cNvCxnSpPr/>
            <p:nvPr/>
          </p:nvCxnSpPr>
          <p:spPr>
            <a:xfrm>
              <a:off x="111675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 name="Google Shape;14;p2"/>
            <p:cNvCxnSpPr/>
            <p:nvPr/>
          </p:nvCxnSpPr>
          <p:spPr>
            <a:xfrm>
              <a:off x="141705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5" name="Google Shape;15;p2"/>
            <p:cNvCxnSpPr/>
            <p:nvPr/>
          </p:nvCxnSpPr>
          <p:spPr>
            <a:xfrm>
              <a:off x="171736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6" name="Google Shape;16;p2"/>
            <p:cNvCxnSpPr/>
            <p:nvPr/>
          </p:nvCxnSpPr>
          <p:spPr>
            <a:xfrm>
              <a:off x="201766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7" name="Google Shape;17;p2"/>
            <p:cNvCxnSpPr/>
            <p:nvPr/>
          </p:nvCxnSpPr>
          <p:spPr>
            <a:xfrm>
              <a:off x="231796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8" name="Google Shape;18;p2"/>
            <p:cNvCxnSpPr/>
            <p:nvPr/>
          </p:nvCxnSpPr>
          <p:spPr>
            <a:xfrm>
              <a:off x="261827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9" name="Google Shape;19;p2"/>
            <p:cNvCxnSpPr/>
            <p:nvPr/>
          </p:nvCxnSpPr>
          <p:spPr>
            <a:xfrm>
              <a:off x="291857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0" name="Google Shape;20;p2"/>
            <p:cNvCxnSpPr/>
            <p:nvPr/>
          </p:nvCxnSpPr>
          <p:spPr>
            <a:xfrm>
              <a:off x="321887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1" name="Google Shape;21;p2"/>
            <p:cNvCxnSpPr/>
            <p:nvPr/>
          </p:nvCxnSpPr>
          <p:spPr>
            <a:xfrm>
              <a:off x="351918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2" name="Google Shape;22;p2"/>
            <p:cNvCxnSpPr/>
            <p:nvPr/>
          </p:nvCxnSpPr>
          <p:spPr>
            <a:xfrm>
              <a:off x="381948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3" name="Google Shape;23;p2"/>
            <p:cNvCxnSpPr/>
            <p:nvPr/>
          </p:nvCxnSpPr>
          <p:spPr>
            <a:xfrm>
              <a:off x="411978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4" name="Google Shape;24;p2"/>
            <p:cNvCxnSpPr/>
            <p:nvPr/>
          </p:nvCxnSpPr>
          <p:spPr>
            <a:xfrm>
              <a:off x="442009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5" name="Google Shape;25;p2"/>
            <p:cNvCxnSpPr/>
            <p:nvPr/>
          </p:nvCxnSpPr>
          <p:spPr>
            <a:xfrm>
              <a:off x="472039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6" name="Google Shape;26;p2"/>
            <p:cNvCxnSpPr/>
            <p:nvPr/>
          </p:nvCxnSpPr>
          <p:spPr>
            <a:xfrm>
              <a:off x="502069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7" name="Google Shape;27;p2"/>
            <p:cNvCxnSpPr/>
            <p:nvPr/>
          </p:nvCxnSpPr>
          <p:spPr>
            <a:xfrm>
              <a:off x="532100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8" name="Google Shape;28;p2"/>
            <p:cNvCxnSpPr/>
            <p:nvPr/>
          </p:nvCxnSpPr>
          <p:spPr>
            <a:xfrm>
              <a:off x="562130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9" name="Google Shape;29;p2"/>
            <p:cNvCxnSpPr/>
            <p:nvPr/>
          </p:nvCxnSpPr>
          <p:spPr>
            <a:xfrm>
              <a:off x="592160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0" name="Google Shape;30;p2"/>
            <p:cNvCxnSpPr/>
            <p:nvPr/>
          </p:nvCxnSpPr>
          <p:spPr>
            <a:xfrm>
              <a:off x="622191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1" name="Google Shape;31;p2"/>
            <p:cNvCxnSpPr/>
            <p:nvPr/>
          </p:nvCxnSpPr>
          <p:spPr>
            <a:xfrm>
              <a:off x="652221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2" name="Google Shape;32;p2"/>
            <p:cNvCxnSpPr/>
            <p:nvPr/>
          </p:nvCxnSpPr>
          <p:spPr>
            <a:xfrm>
              <a:off x="682252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3" name="Google Shape;33;p2"/>
            <p:cNvCxnSpPr/>
            <p:nvPr/>
          </p:nvCxnSpPr>
          <p:spPr>
            <a:xfrm>
              <a:off x="712282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4" name="Google Shape;34;p2"/>
            <p:cNvCxnSpPr/>
            <p:nvPr/>
          </p:nvCxnSpPr>
          <p:spPr>
            <a:xfrm>
              <a:off x="742312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5" name="Google Shape;35;p2"/>
            <p:cNvCxnSpPr/>
            <p:nvPr/>
          </p:nvCxnSpPr>
          <p:spPr>
            <a:xfrm>
              <a:off x="772343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6" name="Google Shape;36;p2"/>
            <p:cNvCxnSpPr/>
            <p:nvPr/>
          </p:nvCxnSpPr>
          <p:spPr>
            <a:xfrm>
              <a:off x="802373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7" name="Google Shape;37;p2"/>
            <p:cNvCxnSpPr/>
            <p:nvPr/>
          </p:nvCxnSpPr>
          <p:spPr>
            <a:xfrm>
              <a:off x="832403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8" name="Google Shape;38;p2"/>
            <p:cNvCxnSpPr/>
            <p:nvPr/>
          </p:nvCxnSpPr>
          <p:spPr>
            <a:xfrm>
              <a:off x="862434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9" name="Google Shape;39;p2"/>
            <p:cNvCxnSpPr/>
            <p:nvPr/>
          </p:nvCxnSpPr>
          <p:spPr>
            <a:xfrm>
              <a:off x="89246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0" name="Google Shape;40;p2"/>
            <p:cNvCxnSpPr/>
            <p:nvPr/>
          </p:nvCxnSpPr>
          <p:spPr>
            <a:xfrm>
              <a:off x="-43" y="3069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41" name="Google Shape;41;p2"/>
            <p:cNvCxnSpPr/>
            <p:nvPr/>
          </p:nvCxnSpPr>
          <p:spPr>
            <a:xfrm>
              <a:off x="-43" y="6105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42" name="Google Shape;42;p2"/>
            <p:cNvCxnSpPr/>
            <p:nvPr/>
          </p:nvCxnSpPr>
          <p:spPr>
            <a:xfrm>
              <a:off x="-43" y="9142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43" name="Google Shape;43;p2"/>
            <p:cNvCxnSpPr/>
            <p:nvPr/>
          </p:nvCxnSpPr>
          <p:spPr>
            <a:xfrm>
              <a:off x="-43" y="12178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44" name="Google Shape;44;p2"/>
            <p:cNvCxnSpPr/>
            <p:nvPr/>
          </p:nvCxnSpPr>
          <p:spPr>
            <a:xfrm>
              <a:off x="-43" y="15215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45" name="Google Shape;45;p2"/>
            <p:cNvCxnSpPr/>
            <p:nvPr/>
          </p:nvCxnSpPr>
          <p:spPr>
            <a:xfrm>
              <a:off x="-43" y="18251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46" name="Google Shape;46;p2"/>
            <p:cNvCxnSpPr/>
            <p:nvPr/>
          </p:nvCxnSpPr>
          <p:spPr>
            <a:xfrm>
              <a:off x="-43" y="21288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47" name="Google Shape;47;p2"/>
            <p:cNvCxnSpPr/>
            <p:nvPr/>
          </p:nvCxnSpPr>
          <p:spPr>
            <a:xfrm>
              <a:off x="-43" y="24324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48" name="Google Shape;48;p2"/>
            <p:cNvCxnSpPr/>
            <p:nvPr/>
          </p:nvCxnSpPr>
          <p:spPr>
            <a:xfrm>
              <a:off x="-43" y="27361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49" name="Google Shape;49;p2"/>
            <p:cNvCxnSpPr/>
            <p:nvPr/>
          </p:nvCxnSpPr>
          <p:spPr>
            <a:xfrm>
              <a:off x="-43" y="30397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50" name="Google Shape;50;p2"/>
            <p:cNvCxnSpPr/>
            <p:nvPr/>
          </p:nvCxnSpPr>
          <p:spPr>
            <a:xfrm>
              <a:off x="-43" y="33434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51" name="Google Shape;51;p2"/>
            <p:cNvCxnSpPr/>
            <p:nvPr/>
          </p:nvCxnSpPr>
          <p:spPr>
            <a:xfrm>
              <a:off x="-43" y="36470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52" name="Google Shape;52;p2"/>
            <p:cNvCxnSpPr/>
            <p:nvPr/>
          </p:nvCxnSpPr>
          <p:spPr>
            <a:xfrm>
              <a:off x="-43" y="39507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53" name="Google Shape;53;p2"/>
            <p:cNvCxnSpPr/>
            <p:nvPr/>
          </p:nvCxnSpPr>
          <p:spPr>
            <a:xfrm>
              <a:off x="-43" y="42543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54" name="Google Shape;54;p2"/>
            <p:cNvCxnSpPr/>
            <p:nvPr/>
          </p:nvCxnSpPr>
          <p:spPr>
            <a:xfrm>
              <a:off x="-43" y="45580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55" name="Google Shape;55;p2"/>
            <p:cNvCxnSpPr/>
            <p:nvPr/>
          </p:nvCxnSpPr>
          <p:spPr>
            <a:xfrm>
              <a:off x="-43" y="4861650"/>
              <a:ext cx="9144000" cy="0"/>
            </a:xfrm>
            <a:prstGeom prst="straightConnector1">
              <a:avLst/>
            </a:prstGeom>
            <a:noFill/>
            <a:ln w="9525" cap="flat" cmpd="sng">
              <a:solidFill>
                <a:schemeClr val="dk2"/>
              </a:solidFill>
              <a:prstDash val="solid"/>
              <a:round/>
              <a:headEnd type="none" w="med" len="med"/>
              <a:tailEnd type="none" w="med" len="med"/>
            </a:ln>
          </p:spPr>
        </p:cxnSp>
      </p:grpSp>
      <p:sp>
        <p:nvSpPr>
          <p:cNvPr id="56" name="Google Shape;56;p2"/>
          <p:cNvSpPr txBox="1">
            <a:spLocks noGrp="1"/>
          </p:cNvSpPr>
          <p:nvPr>
            <p:ph type="subTitle" idx="1"/>
          </p:nvPr>
        </p:nvSpPr>
        <p:spPr>
          <a:xfrm>
            <a:off x="2465575" y="3299975"/>
            <a:ext cx="3767100" cy="4131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SzPts val="2800"/>
              <a:buNone/>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57" name="Google Shape;57;p2"/>
          <p:cNvSpPr txBox="1">
            <a:spLocks noGrp="1"/>
          </p:cNvSpPr>
          <p:nvPr>
            <p:ph type="ctrTitle"/>
          </p:nvPr>
        </p:nvSpPr>
        <p:spPr>
          <a:xfrm>
            <a:off x="2465575" y="1179263"/>
            <a:ext cx="5965500" cy="19341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5200"/>
              <a:buNone/>
              <a:defRPr sz="4500" b="0">
                <a:solidFill>
                  <a:schemeClr val="dk1"/>
                </a:solidFill>
                <a:latin typeface="Jua"/>
                <a:ea typeface="Jua"/>
                <a:cs typeface="Jua"/>
                <a:sym typeface="Jua"/>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grpSp>
        <p:nvGrpSpPr>
          <p:cNvPr id="59" name="Google Shape;59;p3"/>
          <p:cNvGrpSpPr/>
          <p:nvPr/>
        </p:nvGrpSpPr>
        <p:grpSpPr>
          <a:xfrm>
            <a:off x="7" y="-38100"/>
            <a:ext cx="9144000" cy="5219700"/>
            <a:chOff x="-43" y="-76200"/>
            <a:chExt cx="9144000" cy="5219700"/>
          </a:xfrm>
        </p:grpSpPr>
        <p:cxnSp>
          <p:nvCxnSpPr>
            <p:cNvPr id="60" name="Google Shape;60;p3"/>
            <p:cNvCxnSpPr/>
            <p:nvPr/>
          </p:nvCxnSpPr>
          <p:spPr>
            <a:xfrm>
              <a:off x="2158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1" name="Google Shape;61;p3"/>
            <p:cNvCxnSpPr/>
            <p:nvPr/>
          </p:nvCxnSpPr>
          <p:spPr>
            <a:xfrm>
              <a:off x="51614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2" name="Google Shape;62;p3"/>
            <p:cNvCxnSpPr/>
            <p:nvPr/>
          </p:nvCxnSpPr>
          <p:spPr>
            <a:xfrm>
              <a:off x="81645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3" name="Google Shape;63;p3"/>
            <p:cNvCxnSpPr/>
            <p:nvPr/>
          </p:nvCxnSpPr>
          <p:spPr>
            <a:xfrm>
              <a:off x="111675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4" name="Google Shape;64;p3"/>
            <p:cNvCxnSpPr/>
            <p:nvPr/>
          </p:nvCxnSpPr>
          <p:spPr>
            <a:xfrm>
              <a:off x="141705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5" name="Google Shape;65;p3"/>
            <p:cNvCxnSpPr/>
            <p:nvPr/>
          </p:nvCxnSpPr>
          <p:spPr>
            <a:xfrm>
              <a:off x="171736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6" name="Google Shape;66;p3"/>
            <p:cNvCxnSpPr/>
            <p:nvPr/>
          </p:nvCxnSpPr>
          <p:spPr>
            <a:xfrm>
              <a:off x="201766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7" name="Google Shape;67;p3"/>
            <p:cNvCxnSpPr/>
            <p:nvPr/>
          </p:nvCxnSpPr>
          <p:spPr>
            <a:xfrm>
              <a:off x="231796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8" name="Google Shape;68;p3"/>
            <p:cNvCxnSpPr/>
            <p:nvPr/>
          </p:nvCxnSpPr>
          <p:spPr>
            <a:xfrm>
              <a:off x="261827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9" name="Google Shape;69;p3"/>
            <p:cNvCxnSpPr/>
            <p:nvPr/>
          </p:nvCxnSpPr>
          <p:spPr>
            <a:xfrm>
              <a:off x="291857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0" name="Google Shape;70;p3"/>
            <p:cNvCxnSpPr/>
            <p:nvPr/>
          </p:nvCxnSpPr>
          <p:spPr>
            <a:xfrm>
              <a:off x="321887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1" name="Google Shape;71;p3"/>
            <p:cNvCxnSpPr/>
            <p:nvPr/>
          </p:nvCxnSpPr>
          <p:spPr>
            <a:xfrm>
              <a:off x="351918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2" name="Google Shape;72;p3"/>
            <p:cNvCxnSpPr/>
            <p:nvPr/>
          </p:nvCxnSpPr>
          <p:spPr>
            <a:xfrm>
              <a:off x="381948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3" name="Google Shape;73;p3"/>
            <p:cNvCxnSpPr/>
            <p:nvPr/>
          </p:nvCxnSpPr>
          <p:spPr>
            <a:xfrm>
              <a:off x="411978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4" name="Google Shape;74;p3"/>
            <p:cNvCxnSpPr/>
            <p:nvPr/>
          </p:nvCxnSpPr>
          <p:spPr>
            <a:xfrm>
              <a:off x="442009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5" name="Google Shape;75;p3"/>
            <p:cNvCxnSpPr/>
            <p:nvPr/>
          </p:nvCxnSpPr>
          <p:spPr>
            <a:xfrm>
              <a:off x="472039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6" name="Google Shape;76;p3"/>
            <p:cNvCxnSpPr/>
            <p:nvPr/>
          </p:nvCxnSpPr>
          <p:spPr>
            <a:xfrm>
              <a:off x="502069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7" name="Google Shape;77;p3"/>
            <p:cNvCxnSpPr/>
            <p:nvPr/>
          </p:nvCxnSpPr>
          <p:spPr>
            <a:xfrm>
              <a:off x="532100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8" name="Google Shape;78;p3"/>
            <p:cNvCxnSpPr/>
            <p:nvPr/>
          </p:nvCxnSpPr>
          <p:spPr>
            <a:xfrm>
              <a:off x="562130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9" name="Google Shape;79;p3"/>
            <p:cNvCxnSpPr/>
            <p:nvPr/>
          </p:nvCxnSpPr>
          <p:spPr>
            <a:xfrm>
              <a:off x="592160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80" name="Google Shape;80;p3"/>
            <p:cNvCxnSpPr/>
            <p:nvPr/>
          </p:nvCxnSpPr>
          <p:spPr>
            <a:xfrm>
              <a:off x="622191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81" name="Google Shape;81;p3"/>
            <p:cNvCxnSpPr/>
            <p:nvPr/>
          </p:nvCxnSpPr>
          <p:spPr>
            <a:xfrm>
              <a:off x="652221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82" name="Google Shape;82;p3"/>
            <p:cNvCxnSpPr/>
            <p:nvPr/>
          </p:nvCxnSpPr>
          <p:spPr>
            <a:xfrm>
              <a:off x="682252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83" name="Google Shape;83;p3"/>
            <p:cNvCxnSpPr/>
            <p:nvPr/>
          </p:nvCxnSpPr>
          <p:spPr>
            <a:xfrm>
              <a:off x="712282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84" name="Google Shape;84;p3"/>
            <p:cNvCxnSpPr/>
            <p:nvPr/>
          </p:nvCxnSpPr>
          <p:spPr>
            <a:xfrm>
              <a:off x="742312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85" name="Google Shape;85;p3"/>
            <p:cNvCxnSpPr/>
            <p:nvPr/>
          </p:nvCxnSpPr>
          <p:spPr>
            <a:xfrm>
              <a:off x="772343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86" name="Google Shape;86;p3"/>
            <p:cNvCxnSpPr/>
            <p:nvPr/>
          </p:nvCxnSpPr>
          <p:spPr>
            <a:xfrm>
              <a:off x="802373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87" name="Google Shape;87;p3"/>
            <p:cNvCxnSpPr/>
            <p:nvPr/>
          </p:nvCxnSpPr>
          <p:spPr>
            <a:xfrm>
              <a:off x="832403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88" name="Google Shape;88;p3"/>
            <p:cNvCxnSpPr/>
            <p:nvPr/>
          </p:nvCxnSpPr>
          <p:spPr>
            <a:xfrm>
              <a:off x="862434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89" name="Google Shape;89;p3"/>
            <p:cNvCxnSpPr/>
            <p:nvPr/>
          </p:nvCxnSpPr>
          <p:spPr>
            <a:xfrm>
              <a:off x="89246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0" name="Google Shape;90;p3"/>
            <p:cNvCxnSpPr/>
            <p:nvPr/>
          </p:nvCxnSpPr>
          <p:spPr>
            <a:xfrm>
              <a:off x="-43" y="3069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91" name="Google Shape;91;p3"/>
            <p:cNvCxnSpPr/>
            <p:nvPr/>
          </p:nvCxnSpPr>
          <p:spPr>
            <a:xfrm>
              <a:off x="-43" y="6105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92" name="Google Shape;92;p3"/>
            <p:cNvCxnSpPr/>
            <p:nvPr/>
          </p:nvCxnSpPr>
          <p:spPr>
            <a:xfrm>
              <a:off x="-43" y="9142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93" name="Google Shape;93;p3"/>
            <p:cNvCxnSpPr/>
            <p:nvPr/>
          </p:nvCxnSpPr>
          <p:spPr>
            <a:xfrm>
              <a:off x="-43" y="12178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94" name="Google Shape;94;p3"/>
            <p:cNvCxnSpPr/>
            <p:nvPr/>
          </p:nvCxnSpPr>
          <p:spPr>
            <a:xfrm>
              <a:off x="-43" y="15215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95" name="Google Shape;95;p3"/>
            <p:cNvCxnSpPr/>
            <p:nvPr/>
          </p:nvCxnSpPr>
          <p:spPr>
            <a:xfrm>
              <a:off x="-43" y="18251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96" name="Google Shape;96;p3"/>
            <p:cNvCxnSpPr/>
            <p:nvPr/>
          </p:nvCxnSpPr>
          <p:spPr>
            <a:xfrm>
              <a:off x="-43" y="21288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97" name="Google Shape;97;p3"/>
            <p:cNvCxnSpPr/>
            <p:nvPr/>
          </p:nvCxnSpPr>
          <p:spPr>
            <a:xfrm>
              <a:off x="-43" y="24324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98" name="Google Shape;98;p3"/>
            <p:cNvCxnSpPr/>
            <p:nvPr/>
          </p:nvCxnSpPr>
          <p:spPr>
            <a:xfrm>
              <a:off x="-43" y="27361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99" name="Google Shape;99;p3"/>
            <p:cNvCxnSpPr/>
            <p:nvPr/>
          </p:nvCxnSpPr>
          <p:spPr>
            <a:xfrm>
              <a:off x="-43" y="30397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00" name="Google Shape;100;p3"/>
            <p:cNvCxnSpPr/>
            <p:nvPr/>
          </p:nvCxnSpPr>
          <p:spPr>
            <a:xfrm>
              <a:off x="-43" y="33434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01" name="Google Shape;101;p3"/>
            <p:cNvCxnSpPr/>
            <p:nvPr/>
          </p:nvCxnSpPr>
          <p:spPr>
            <a:xfrm>
              <a:off x="-43" y="36470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02" name="Google Shape;102;p3"/>
            <p:cNvCxnSpPr/>
            <p:nvPr/>
          </p:nvCxnSpPr>
          <p:spPr>
            <a:xfrm>
              <a:off x="-43" y="39507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03" name="Google Shape;103;p3"/>
            <p:cNvCxnSpPr/>
            <p:nvPr/>
          </p:nvCxnSpPr>
          <p:spPr>
            <a:xfrm>
              <a:off x="-43" y="42543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04" name="Google Shape;104;p3"/>
            <p:cNvCxnSpPr/>
            <p:nvPr/>
          </p:nvCxnSpPr>
          <p:spPr>
            <a:xfrm>
              <a:off x="-43" y="45580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05" name="Google Shape;105;p3"/>
            <p:cNvCxnSpPr/>
            <p:nvPr/>
          </p:nvCxnSpPr>
          <p:spPr>
            <a:xfrm>
              <a:off x="-43" y="4861650"/>
              <a:ext cx="9144000" cy="0"/>
            </a:xfrm>
            <a:prstGeom prst="straightConnector1">
              <a:avLst/>
            </a:prstGeom>
            <a:noFill/>
            <a:ln w="9525" cap="flat" cmpd="sng">
              <a:solidFill>
                <a:schemeClr val="dk2"/>
              </a:solidFill>
              <a:prstDash val="solid"/>
              <a:round/>
              <a:headEnd type="none" w="med" len="med"/>
              <a:tailEnd type="none" w="med" len="med"/>
            </a:ln>
          </p:spPr>
        </p:cxnSp>
      </p:grpSp>
      <p:sp>
        <p:nvSpPr>
          <p:cNvPr id="106" name="Google Shape;106;p3"/>
          <p:cNvSpPr txBox="1">
            <a:spLocks noGrp="1"/>
          </p:cNvSpPr>
          <p:nvPr>
            <p:ph type="title"/>
          </p:nvPr>
        </p:nvSpPr>
        <p:spPr>
          <a:xfrm>
            <a:off x="3025500" y="1221263"/>
            <a:ext cx="4711500" cy="864600"/>
          </a:xfrm>
          <a:prstGeom prst="rect">
            <a:avLst/>
          </a:prstGeom>
          <a:noFill/>
        </p:spPr>
        <p:txBody>
          <a:bodyPr spcFirstLastPara="1" wrap="square" lIns="91425" tIns="91425" rIns="91425" bIns="91425" anchor="ctr" anchorCtr="0">
            <a:noAutofit/>
          </a:bodyPr>
          <a:lstStyle>
            <a:lvl1pPr lvl="0">
              <a:lnSpc>
                <a:spcPct val="115000"/>
              </a:lnSpc>
              <a:spcBef>
                <a:spcPts val="0"/>
              </a:spcBef>
              <a:spcAft>
                <a:spcPts val="0"/>
              </a:spcAft>
              <a:buSzPts val="3600"/>
              <a:buNone/>
              <a:defRPr sz="5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07" name="Google Shape;107;p3"/>
          <p:cNvSpPr txBox="1">
            <a:spLocks noGrp="1"/>
          </p:cNvSpPr>
          <p:nvPr>
            <p:ph type="subTitle" idx="1"/>
          </p:nvPr>
        </p:nvSpPr>
        <p:spPr>
          <a:xfrm>
            <a:off x="3025500" y="2203838"/>
            <a:ext cx="4711500" cy="4473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SzPts val="2800"/>
              <a:buNone/>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08" name="Google Shape;108;p3"/>
          <p:cNvSpPr txBox="1">
            <a:spLocks noGrp="1"/>
          </p:cNvSpPr>
          <p:nvPr>
            <p:ph type="title" idx="2" hasCustomPrompt="1"/>
          </p:nvPr>
        </p:nvSpPr>
        <p:spPr>
          <a:xfrm>
            <a:off x="1407000" y="1253400"/>
            <a:ext cx="1436100" cy="1365600"/>
          </a:xfrm>
          <a:prstGeom prst="rect">
            <a:avLst/>
          </a:prstGeom>
          <a:solidFill>
            <a:schemeClr val="accent1"/>
          </a:solidFill>
          <a:ln>
            <a:noFill/>
          </a:ln>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lvl1pPr lvl="0" algn="ctr" rtl="0">
              <a:spcBef>
                <a:spcPts val="0"/>
              </a:spcBef>
              <a:spcAft>
                <a:spcPts val="0"/>
              </a:spcAft>
              <a:buClr>
                <a:schemeClr val="accent6"/>
              </a:buClr>
              <a:buSzPts val="4800"/>
              <a:buFont typeface="Poppins"/>
              <a:buNone/>
              <a:defRPr sz="5500"/>
            </a:lvl1pPr>
            <a:lvl2pPr lvl="1"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2pPr>
            <a:lvl3pPr lvl="2"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3pPr>
            <a:lvl4pPr lvl="3"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4pPr>
            <a:lvl5pPr lvl="4"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5pPr>
            <a:lvl6pPr lvl="5"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6pPr>
            <a:lvl7pPr lvl="6"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7pPr>
            <a:lvl8pPr lvl="7"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8pPr>
            <a:lvl9pPr lvl="8"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60"/>
        <p:cNvGrpSpPr/>
        <p:nvPr/>
      </p:nvGrpSpPr>
      <p:grpSpPr>
        <a:xfrm>
          <a:off x="0" y="0"/>
          <a:ext cx="0" cy="0"/>
          <a:chOff x="0" y="0"/>
          <a:chExt cx="0" cy="0"/>
        </a:xfrm>
      </p:grpSpPr>
      <p:grpSp>
        <p:nvGrpSpPr>
          <p:cNvPr id="161" name="Google Shape;161;p5"/>
          <p:cNvGrpSpPr/>
          <p:nvPr/>
        </p:nvGrpSpPr>
        <p:grpSpPr>
          <a:xfrm>
            <a:off x="7" y="-38100"/>
            <a:ext cx="9144000" cy="5219700"/>
            <a:chOff x="-43" y="-76200"/>
            <a:chExt cx="9144000" cy="5219700"/>
          </a:xfrm>
        </p:grpSpPr>
        <p:cxnSp>
          <p:nvCxnSpPr>
            <p:cNvPr id="162" name="Google Shape;162;p5"/>
            <p:cNvCxnSpPr/>
            <p:nvPr/>
          </p:nvCxnSpPr>
          <p:spPr>
            <a:xfrm>
              <a:off x="2158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63" name="Google Shape;163;p5"/>
            <p:cNvCxnSpPr/>
            <p:nvPr/>
          </p:nvCxnSpPr>
          <p:spPr>
            <a:xfrm>
              <a:off x="51614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64" name="Google Shape;164;p5"/>
            <p:cNvCxnSpPr/>
            <p:nvPr/>
          </p:nvCxnSpPr>
          <p:spPr>
            <a:xfrm>
              <a:off x="81645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65" name="Google Shape;165;p5"/>
            <p:cNvCxnSpPr/>
            <p:nvPr/>
          </p:nvCxnSpPr>
          <p:spPr>
            <a:xfrm>
              <a:off x="111675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66" name="Google Shape;166;p5"/>
            <p:cNvCxnSpPr/>
            <p:nvPr/>
          </p:nvCxnSpPr>
          <p:spPr>
            <a:xfrm>
              <a:off x="141705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67" name="Google Shape;167;p5"/>
            <p:cNvCxnSpPr/>
            <p:nvPr/>
          </p:nvCxnSpPr>
          <p:spPr>
            <a:xfrm>
              <a:off x="171736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68" name="Google Shape;168;p5"/>
            <p:cNvCxnSpPr/>
            <p:nvPr/>
          </p:nvCxnSpPr>
          <p:spPr>
            <a:xfrm>
              <a:off x="201766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69" name="Google Shape;169;p5"/>
            <p:cNvCxnSpPr/>
            <p:nvPr/>
          </p:nvCxnSpPr>
          <p:spPr>
            <a:xfrm>
              <a:off x="231796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70" name="Google Shape;170;p5"/>
            <p:cNvCxnSpPr/>
            <p:nvPr/>
          </p:nvCxnSpPr>
          <p:spPr>
            <a:xfrm>
              <a:off x="261827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71" name="Google Shape;171;p5"/>
            <p:cNvCxnSpPr/>
            <p:nvPr/>
          </p:nvCxnSpPr>
          <p:spPr>
            <a:xfrm>
              <a:off x="291857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72" name="Google Shape;172;p5"/>
            <p:cNvCxnSpPr/>
            <p:nvPr/>
          </p:nvCxnSpPr>
          <p:spPr>
            <a:xfrm>
              <a:off x="321887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73" name="Google Shape;173;p5"/>
            <p:cNvCxnSpPr/>
            <p:nvPr/>
          </p:nvCxnSpPr>
          <p:spPr>
            <a:xfrm>
              <a:off x="351918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74" name="Google Shape;174;p5"/>
            <p:cNvCxnSpPr/>
            <p:nvPr/>
          </p:nvCxnSpPr>
          <p:spPr>
            <a:xfrm>
              <a:off x="381948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75" name="Google Shape;175;p5"/>
            <p:cNvCxnSpPr/>
            <p:nvPr/>
          </p:nvCxnSpPr>
          <p:spPr>
            <a:xfrm>
              <a:off x="411978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76" name="Google Shape;176;p5"/>
            <p:cNvCxnSpPr/>
            <p:nvPr/>
          </p:nvCxnSpPr>
          <p:spPr>
            <a:xfrm>
              <a:off x="442009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77" name="Google Shape;177;p5"/>
            <p:cNvCxnSpPr/>
            <p:nvPr/>
          </p:nvCxnSpPr>
          <p:spPr>
            <a:xfrm>
              <a:off x="472039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78" name="Google Shape;178;p5"/>
            <p:cNvCxnSpPr/>
            <p:nvPr/>
          </p:nvCxnSpPr>
          <p:spPr>
            <a:xfrm>
              <a:off x="502069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79" name="Google Shape;179;p5"/>
            <p:cNvCxnSpPr/>
            <p:nvPr/>
          </p:nvCxnSpPr>
          <p:spPr>
            <a:xfrm>
              <a:off x="532100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80" name="Google Shape;180;p5"/>
            <p:cNvCxnSpPr/>
            <p:nvPr/>
          </p:nvCxnSpPr>
          <p:spPr>
            <a:xfrm>
              <a:off x="562130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81" name="Google Shape;181;p5"/>
            <p:cNvCxnSpPr/>
            <p:nvPr/>
          </p:nvCxnSpPr>
          <p:spPr>
            <a:xfrm>
              <a:off x="592160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82" name="Google Shape;182;p5"/>
            <p:cNvCxnSpPr/>
            <p:nvPr/>
          </p:nvCxnSpPr>
          <p:spPr>
            <a:xfrm>
              <a:off x="622191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83" name="Google Shape;183;p5"/>
            <p:cNvCxnSpPr/>
            <p:nvPr/>
          </p:nvCxnSpPr>
          <p:spPr>
            <a:xfrm>
              <a:off x="652221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84" name="Google Shape;184;p5"/>
            <p:cNvCxnSpPr/>
            <p:nvPr/>
          </p:nvCxnSpPr>
          <p:spPr>
            <a:xfrm>
              <a:off x="682252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85" name="Google Shape;185;p5"/>
            <p:cNvCxnSpPr/>
            <p:nvPr/>
          </p:nvCxnSpPr>
          <p:spPr>
            <a:xfrm>
              <a:off x="712282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86" name="Google Shape;186;p5"/>
            <p:cNvCxnSpPr/>
            <p:nvPr/>
          </p:nvCxnSpPr>
          <p:spPr>
            <a:xfrm>
              <a:off x="742312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87" name="Google Shape;187;p5"/>
            <p:cNvCxnSpPr/>
            <p:nvPr/>
          </p:nvCxnSpPr>
          <p:spPr>
            <a:xfrm>
              <a:off x="772343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88" name="Google Shape;188;p5"/>
            <p:cNvCxnSpPr/>
            <p:nvPr/>
          </p:nvCxnSpPr>
          <p:spPr>
            <a:xfrm>
              <a:off x="802373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89" name="Google Shape;189;p5"/>
            <p:cNvCxnSpPr/>
            <p:nvPr/>
          </p:nvCxnSpPr>
          <p:spPr>
            <a:xfrm>
              <a:off x="832403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90" name="Google Shape;190;p5"/>
            <p:cNvCxnSpPr/>
            <p:nvPr/>
          </p:nvCxnSpPr>
          <p:spPr>
            <a:xfrm>
              <a:off x="862434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91" name="Google Shape;191;p5"/>
            <p:cNvCxnSpPr/>
            <p:nvPr/>
          </p:nvCxnSpPr>
          <p:spPr>
            <a:xfrm>
              <a:off x="89246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92" name="Google Shape;192;p5"/>
            <p:cNvCxnSpPr/>
            <p:nvPr/>
          </p:nvCxnSpPr>
          <p:spPr>
            <a:xfrm>
              <a:off x="-43" y="3069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93" name="Google Shape;193;p5"/>
            <p:cNvCxnSpPr/>
            <p:nvPr/>
          </p:nvCxnSpPr>
          <p:spPr>
            <a:xfrm>
              <a:off x="-43" y="6105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94" name="Google Shape;194;p5"/>
            <p:cNvCxnSpPr/>
            <p:nvPr/>
          </p:nvCxnSpPr>
          <p:spPr>
            <a:xfrm>
              <a:off x="-43" y="9142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95" name="Google Shape;195;p5"/>
            <p:cNvCxnSpPr/>
            <p:nvPr/>
          </p:nvCxnSpPr>
          <p:spPr>
            <a:xfrm>
              <a:off x="-43" y="12178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96" name="Google Shape;196;p5"/>
            <p:cNvCxnSpPr/>
            <p:nvPr/>
          </p:nvCxnSpPr>
          <p:spPr>
            <a:xfrm>
              <a:off x="-43" y="15215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97" name="Google Shape;197;p5"/>
            <p:cNvCxnSpPr/>
            <p:nvPr/>
          </p:nvCxnSpPr>
          <p:spPr>
            <a:xfrm>
              <a:off x="-43" y="18251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98" name="Google Shape;198;p5"/>
            <p:cNvCxnSpPr/>
            <p:nvPr/>
          </p:nvCxnSpPr>
          <p:spPr>
            <a:xfrm>
              <a:off x="-43" y="21288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99" name="Google Shape;199;p5"/>
            <p:cNvCxnSpPr/>
            <p:nvPr/>
          </p:nvCxnSpPr>
          <p:spPr>
            <a:xfrm>
              <a:off x="-43" y="24324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200" name="Google Shape;200;p5"/>
            <p:cNvCxnSpPr/>
            <p:nvPr/>
          </p:nvCxnSpPr>
          <p:spPr>
            <a:xfrm>
              <a:off x="-43" y="27361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201" name="Google Shape;201;p5"/>
            <p:cNvCxnSpPr/>
            <p:nvPr/>
          </p:nvCxnSpPr>
          <p:spPr>
            <a:xfrm>
              <a:off x="-43" y="30397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202" name="Google Shape;202;p5"/>
            <p:cNvCxnSpPr/>
            <p:nvPr/>
          </p:nvCxnSpPr>
          <p:spPr>
            <a:xfrm>
              <a:off x="-43" y="33434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203" name="Google Shape;203;p5"/>
            <p:cNvCxnSpPr/>
            <p:nvPr/>
          </p:nvCxnSpPr>
          <p:spPr>
            <a:xfrm>
              <a:off x="-43" y="36470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204" name="Google Shape;204;p5"/>
            <p:cNvCxnSpPr/>
            <p:nvPr/>
          </p:nvCxnSpPr>
          <p:spPr>
            <a:xfrm>
              <a:off x="-43" y="39507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205" name="Google Shape;205;p5"/>
            <p:cNvCxnSpPr/>
            <p:nvPr/>
          </p:nvCxnSpPr>
          <p:spPr>
            <a:xfrm>
              <a:off x="-43" y="42543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206" name="Google Shape;206;p5"/>
            <p:cNvCxnSpPr/>
            <p:nvPr/>
          </p:nvCxnSpPr>
          <p:spPr>
            <a:xfrm>
              <a:off x="-43" y="45580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207" name="Google Shape;207;p5"/>
            <p:cNvCxnSpPr/>
            <p:nvPr/>
          </p:nvCxnSpPr>
          <p:spPr>
            <a:xfrm>
              <a:off x="-43" y="4861650"/>
              <a:ext cx="9144000" cy="0"/>
            </a:xfrm>
            <a:prstGeom prst="straightConnector1">
              <a:avLst/>
            </a:prstGeom>
            <a:noFill/>
            <a:ln w="9525" cap="flat" cmpd="sng">
              <a:solidFill>
                <a:schemeClr val="dk2"/>
              </a:solidFill>
              <a:prstDash val="solid"/>
              <a:round/>
              <a:headEnd type="none" w="med" len="med"/>
              <a:tailEnd type="none" w="med" len="med"/>
            </a:ln>
          </p:spPr>
        </p:cxnSp>
      </p:grpSp>
      <p:sp>
        <p:nvSpPr>
          <p:cNvPr id="208" name="Google Shape;208;p5"/>
          <p:cNvSpPr/>
          <p:nvPr/>
        </p:nvSpPr>
        <p:spPr>
          <a:xfrm>
            <a:off x="713250" y="1198475"/>
            <a:ext cx="7717500" cy="3593100"/>
          </a:xfrm>
          <a:prstGeom prst="rect">
            <a:avLst/>
          </a:pr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5"/>
          <p:cNvSpPr txBox="1">
            <a:spLocks noGrp="1"/>
          </p:cNvSpPr>
          <p:nvPr>
            <p:ph type="subTitle" idx="1"/>
          </p:nvPr>
        </p:nvSpPr>
        <p:spPr>
          <a:xfrm>
            <a:off x="3096975" y="3325624"/>
            <a:ext cx="2380200" cy="9441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10" name="Google Shape;210;p5"/>
          <p:cNvSpPr txBox="1">
            <a:spLocks noGrp="1"/>
          </p:cNvSpPr>
          <p:nvPr>
            <p:ph type="subTitle" idx="2"/>
          </p:nvPr>
        </p:nvSpPr>
        <p:spPr>
          <a:xfrm>
            <a:off x="5713975" y="3325624"/>
            <a:ext cx="2380200" cy="944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11" name="Google Shape;211;p5"/>
          <p:cNvSpPr txBox="1">
            <a:spLocks noGrp="1"/>
          </p:cNvSpPr>
          <p:nvPr>
            <p:ph type="subTitle" idx="3"/>
          </p:nvPr>
        </p:nvSpPr>
        <p:spPr>
          <a:xfrm>
            <a:off x="3096996" y="2845913"/>
            <a:ext cx="2380200" cy="479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1800"/>
              <a:buFont typeface="Poppins"/>
              <a:buNone/>
              <a:defRPr sz="2200">
                <a:latin typeface="Jua"/>
                <a:ea typeface="Jua"/>
                <a:cs typeface="Jua"/>
                <a:sym typeface="Jua"/>
              </a:defRPr>
            </a:lvl1pPr>
            <a:lvl2pPr lvl="1" algn="ctr" rtl="0">
              <a:spcBef>
                <a:spcPts val="0"/>
              </a:spcBef>
              <a:spcAft>
                <a:spcPts val="0"/>
              </a:spcAft>
              <a:buSzPts val="1800"/>
              <a:buFont typeface="Poppins"/>
              <a:buNone/>
              <a:defRPr sz="1800" b="1">
                <a:latin typeface="Poppins"/>
                <a:ea typeface="Poppins"/>
                <a:cs typeface="Poppins"/>
                <a:sym typeface="Poppins"/>
              </a:defRPr>
            </a:lvl2pPr>
            <a:lvl3pPr lvl="2" algn="ctr" rtl="0">
              <a:spcBef>
                <a:spcPts val="0"/>
              </a:spcBef>
              <a:spcAft>
                <a:spcPts val="0"/>
              </a:spcAft>
              <a:buSzPts val="1800"/>
              <a:buFont typeface="Poppins"/>
              <a:buNone/>
              <a:defRPr sz="1800" b="1">
                <a:latin typeface="Poppins"/>
                <a:ea typeface="Poppins"/>
                <a:cs typeface="Poppins"/>
                <a:sym typeface="Poppins"/>
              </a:defRPr>
            </a:lvl3pPr>
            <a:lvl4pPr lvl="3" algn="ctr" rtl="0">
              <a:spcBef>
                <a:spcPts val="0"/>
              </a:spcBef>
              <a:spcAft>
                <a:spcPts val="0"/>
              </a:spcAft>
              <a:buSzPts val="1800"/>
              <a:buFont typeface="Poppins"/>
              <a:buNone/>
              <a:defRPr sz="1800" b="1">
                <a:latin typeface="Poppins"/>
                <a:ea typeface="Poppins"/>
                <a:cs typeface="Poppins"/>
                <a:sym typeface="Poppins"/>
              </a:defRPr>
            </a:lvl4pPr>
            <a:lvl5pPr lvl="4" algn="ctr" rtl="0">
              <a:spcBef>
                <a:spcPts val="0"/>
              </a:spcBef>
              <a:spcAft>
                <a:spcPts val="0"/>
              </a:spcAft>
              <a:buSzPts val="1800"/>
              <a:buFont typeface="Poppins"/>
              <a:buNone/>
              <a:defRPr sz="1800" b="1">
                <a:latin typeface="Poppins"/>
                <a:ea typeface="Poppins"/>
                <a:cs typeface="Poppins"/>
                <a:sym typeface="Poppins"/>
              </a:defRPr>
            </a:lvl5pPr>
            <a:lvl6pPr lvl="5" algn="ctr" rtl="0">
              <a:spcBef>
                <a:spcPts val="0"/>
              </a:spcBef>
              <a:spcAft>
                <a:spcPts val="0"/>
              </a:spcAft>
              <a:buSzPts val="1800"/>
              <a:buFont typeface="Poppins"/>
              <a:buNone/>
              <a:defRPr sz="1800" b="1">
                <a:latin typeface="Poppins"/>
                <a:ea typeface="Poppins"/>
                <a:cs typeface="Poppins"/>
                <a:sym typeface="Poppins"/>
              </a:defRPr>
            </a:lvl6pPr>
            <a:lvl7pPr lvl="6" algn="ctr" rtl="0">
              <a:spcBef>
                <a:spcPts val="0"/>
              </a:spcBef>
              <a:spcAft>
                <a:spcPts val="0"/>
              </a:spcAft>
              <a:buSzPts val="1800"/>
              <a:buFont typeface="Poppins"/>
              <a:buNone/>
              <a:defRPr sz="1800" b="1">
                <a:latin typeface="Poppins"/>
                <a:ea typeface="Poppins"/>
                <a:cs typeface="Poppins"/>
                <a:sym typeface="Poppins"/>
              </a:defRPr>
            </a:lvl7pPr>
            <a:lvl8pPr lvl="7" algn="ctr" rtl="0">
              <a:spcBef>
                <a:spcPts val="0"/>
              </a:spcBef>
              <a:spcAft>
                <a:spcPts val="0"/>
              </a:spcAft>
              <a:buSzPts val="1800"/>
              <a:buFont typeface="Poppins"/>
              <a:buNone/>
              <a:defRPr sz="1800" b="1">
                <a:latin typeface="Poppins"/>
                <a:ea typeface="Poppins"/>
                <a:cs typeface="Poppins"/>
                <a:sym typeface="Poppins"/>
              </a:defRPr>
            </a:lvl8pPr>
            <a:lvl9pPr lvl="8" algn="ctr" rtl="0">
              <a:spcBef>
                <a:spcPts val="0"/>
              </a:spcBef>
              <a:spcAft>
                <a:spcPts val="0"/>
              </a:spcAft>
              <a:buSzPts val="1800"/>
              <a:buFont typeface="Poppins"/>
              <a:buNone/>
              <a:defRPr sz="1800" b="1">
                <a:latin typeface="Poppins"/>
                <a:ea typeface="Poppins"/>
                <a:cs typeface="Poppins"/>
                <a:sym typeface="Poppins"/>
              </a:defRPr>
            </a:lvl9pPr>
          </a:lstStyle>
          <a:p>
            <a:endParaRPr/>
          </a:p>
        </p:txBody>
      </p:sp>
      <p:sp>
        <p:nvSpPr>
          <p:cNvPr id="212" name="Google Shape;212;p5"/>
          <p:cNvSpPr txBox="1">
            <a:spLocks noGrp="1"/>
          </p:cNvSpPr>
          <p:nvPr>
            <p:ph type="subTitle" idx="4"/>
          </p:nvPr>
        </p:nvSpPr>
        <p:spPr>
          <a:xfrm>
            <a:off x="5713976" y="2845913"/>
            <a:ext cx="2380200" cy="479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1800"/>
              <a:buFont typeface="Poppins"/>
              <a:buNone/>
              <a:defRPr sz="2200">
                <a:latin typeface="Jua"/>
                <a:ea typeface="Jua"/>
                <a:cs typeface="Jua"/>
                <a:sym typeface="Jua"/>
              </a:defRPr>
            </a:lvl1pPr>
            <a:lvl2pPr lvl="1" algn="ctr" rtl="0">
              <a:spcBef>
                <a:spcPts val="0"/>
              </a:spcBef>
              <a:spcAft>
                <a:spcPts val="0"/>
              </a:spcAft>
              <a:buSzPts val="1800"/>
              <a:buFont typeface="Poppins"/>
              <a:buNone/>
              <a:defRPr sz="1800" b="1">
                <a:latin typeface="Poppins"/>
                <a:ea typeface="Poppins"/>
                <a:cs typeface="Poppins"/>
                <a:sym typeface="Poppins"/>
              </a:defRPr>
            </a:lvl2pPr>
            <a:lvl3pPr lvl="2" algn="ctr" rtl="0">
              <a:spcBef>
                <a:spcPts val="0"/>
              </a:spcBef>
              <a:spcAft>
                <a:spcPts val="0"/>
              </a:spcAft>
              <a:buSzPts val="1800"/>
              <a:buFont typeface="Poppins"/>
              <a:buNone/>
              <a:defRPr sz="1800" b="1">
                <a:latin typeface="Poppins"/>
                <a:ea typeface="Poppins"/>
                <a:cs typeface="Poppins"/>
                <a:sym typeface="Poppins"/>
              </a:defRPr>
            </a:lvl3pPr>
            <a:lvl4pPr lvl="3" algn="ctr" rtl="0">
              <a:spcBef>
                <a:spcPts val="0"/>
              </a:spcBef>
              <a:spcAft>
                <a:spcPts val="0"/>
              </a:spcAft>
              <a:buSzPts val="1800"/>
              <a:buFont typeface="Poppins"/>
              <a:buNone/>
              <a:defRPr sz="1800" b="1">
                <a:latin typeface="Poppins"/>
                <a:ea typeface="Poppins"/>
                <a:cs typeface="Poppins"/>
                <a:sym typeface="Poppins"/>
              </a:defRPr>
            </a:lvl4pPr>
            <a:lvl5pPr lvl="4" algn="ctr" rtl="0">
              <a:spcBef>
                <a:spcPts val="0"/>
              </a:spcBef>
              <a:spcAft>
                <a:spcPts val="0"/>
              </a:spcAft>
              <a:buSzPts val="1800"/>
              <a:buFont typeface="Poppins"/>
              <a:buNone/>
              <a:defRPr sz="1800" b="1">
                <a:latin typeface="Poppins"/>
                <a:ea typeface="Poppins"/>
                <a:cs typeface="Poppins"/>
                <a:sym typeface="Poppins"/>
              </a:defRPr>
            </a:lvl5pPr>
            <a:lvl6pPr lvl="5" algn="ctr" rtl="0">
              <a:spcBef>
                <a:spcPts val="0"/>
              </a:spcBef>
              <a:spcAft>
                <a:spcPts val="0"/>
              </a:spcAft>
              <a:buSzPts val="1800"/>
              <a:buFont typeface="Poppins"/>
              <a:buNone/>
              <a:defRPr sz="1800" b="1">
                <a:latin typeface="Poppins"/>
                <a:ea typeface="Poppins"/>
                <a:cs typeface="Poppins"/>
                <a:sym typeface="Poppins"/>
              </a:defRPr>
            </a:lvl6pPr>
            <a:lvl7pPr lvl="6" algn="ctr" rtl="0">
              <a:spcBef>
                <a:spcPts val="0"/>
              </a:spcBef>
              <a:spcAft>
                <a:spcPts val="0"/>
              </a:spcAft>
              <a:buSzPts val="1800"/>
              <a:buFont typeface="Poppins"/>
              <a:buNone/>
              <a:defRPr sz="1800" b="1">
                <a:latin typeface="Poppins"/>
                <a:ea typeface="Poppins"/>
                <a:cs typeface="Poppins"/>
                <a:sym typeface="Poppins"/>
              </a:defRPr>
            </a:lvl7pPr>
            <a:lvl8pPr lvl="7" algn="ctr" rtl="0">
              <a:spcBef>
                <a:spcPts val="0"/>
              </a:spcBef>
              <a:spcAft>
                <a:spcPts val="0"/>
              </a:spcAft>
              <a:buSzPts val="1800"/>
              <a:buFont typeface="Poppins"/>
              <a:buNone/>
              <a:defRPr sz="1800" b="1">
                <a:latin typeface="Poppins"/>
                <a:ea typeface="Poppins"/>
                <a:cs typeface="Poppins"/>
                <a:sym typeface="Poppins"/>
              </a:defRPr>
            </a:lvl8pPr>
            <a:lvl9pPr lvl="8" algn="ctr" rtl="0">
              <a:spcBef>
                <a:spcPts val="0"/>
              </a:spcBef>
              <a:spcAft>
                <a:spcPts val="0"/>
              </a:spcAft>
              <a:buSzPts val="1800"/>
              <a:buFont typeface="Poppins"/>
              <a:buNone/>
              <a:defRPr sz="1800" b="1">
                <a:latin typeface="Poppins"/>
                <a:ea typeface="Poppins"/>
                <a:cs typeface="Poppins"/>
                <a:sym typeface="Poppins"/>
              </a:defRPr>
            </a:lvl9pPr>
          </a:lstStyle>
          <a:p>
            <a:endParaRPr/>
          </a:p>
        </p:txBody>
      </p:sp>
      <p:sp>
        <p:nvSpPr>
          <p:cNvPr id="213" name="Google Shape;213;p5"/>
          <p:cNvSpPr txBox="1">
            <a:spLocks noGrp="1"/>
          </p:cNvSpPr>
          <p:nvPr>
            <p:ph type="ctrTitle"/>
          </p:nvPr>
        </p:nvSpPr>
        <p:spPr>
          <a:xfrm>
            <a:off x="713250" y="446075"/>
            <a:ext cx="7717500" cy="537000"/>
          </a:xfrm>
          <a:prstGeom prst="rect">
            <a:avLst/>
          </a:prstGeom>
          <a:solidFill>
            <a:schemeClr val="dk2"/>
          </a:solidFill>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lvl1pPr lvl="0" algn="ctr" rtl="0">
              <a:spcBef>
                <a:spcPts val="0"/>
              </a:spcBef>
              <a:spcAft>
                <a:spcPts val="0"/>
              </a:spcAft>
              <a:buSzPts val="3600"/>
              <a:buNone/>
              <a:defRPr sz="30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14"/>
        <p:cNvGrpSpPr/>
        <p:nvPr/>
      </p:nvGrpSpPr>
      <p:grpSpPr>
        <a:xfrm>
          <a:off x="0" y="0"/>
          <a:ext cx="0" cy="0"/>
          <a:chOff x="0" y="0"/>
          <a:chExt cx="0" cy="0"/>
        </a:xfrm>
      </p:grpSpPr>
      <p:grpSp>
        <p:nvGrpSpPr>
          <p:cNvPr id="215" name="Google Shape;215;p6"/>
          <p:cNvGrpSpPr/>
          <p:nvPr/>
        </p:nvGrpSpPr>
        <p:grpSpPr>
          <a:xfrm>
            <a:off x="7" y="-38100"/>
            <a:ext cx="9144000" cy="5219700"/>
            <a:chOff x="-43" y="-76200"/>
            <a:chExt cx="9144000" cy="5219700"/>
          </a:xfrm>
        </p:grpSpPr>
        <p:cxnSp>
          <p:nvCxnSpPr>
            <p:cNvPr id="216" name="Google Shape;216;p6"/>
            <p:cNvCxnSpPr/>
            <p:nvPr/>
          </p:nvCxnSpPr>
          <p:spPr>
            <a:xfrm>
              <a:off x="2158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17" name="Google Shape;217;p6"/>
            <p:cNvCxnSpPr/>
            <p:nvPr/>
          </p:nvCxnSpPr>
          <p:spPr>
            <a:xfrm>
              <a:off x="51614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18" name="Google Shape;218;p6"/>
            <p:cNvCxnSpPr/>
            <p:nvPr/>
          </p:nvCxnSpPr>
          <p:spPr>
            <a:xfrm>
              <a:off x="81645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19" name="Google Shape;219;p6"/>
            <p:cNvCxnSpPr/>
            <p:nvPr/>
          </p:nvCxnSpPr>
          <p:spPr>
            <a:xfrm>
              <a:off x="111675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20" name="Google Shape;220;p6"/>
            <p:cNvCxnSpPr/>
            <p:nvPr/>
          </p:nvCxnSpPr>
          <p:spPr>
            <a:xfrm>
              <a:off x="141705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21" name="Google Shape;221;p6"/>
            <p:cNvCxnSpPr/>
            <p:nvPr/>
          </p:nvCxnSpPr>
          <p:spPr>
            <a:xfrm>
              <a:off x="171736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22" name="Google Shape;222;p6"/>
            <p:cNvCxnSpPr/>
            <p:nvPr/>
          </p:nvCxnSpPr>
          <p:spPr>
            <a:xfrm>
              <a:off x="201766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23" name="Google Shape;223;p6"/>
            <p:cNvCxnSpPr/>
            <p:nvPr/>
          </p:nvCxnSpPr>
          <p:spPr>
            <a:xfrm>
              <a:off x="231796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24" name="Google Shape;224;p6"/>
            <p:cNvCxnSpPr/>
            <p:nvPr/>
          </p:nvCxnSpPr>
          <p:spPr>
            <a:xfrm>
              <a:off x="261827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25" name="Google Shape;225;p6"/>
            <p:cNvCxnSpPr/>
            <p:nvPr/>
          </p:nvCxnSpPr>
          <p:spPr>
            <a:xfrm>
              <a:off x="291857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26" name="Google Shape;226;p6"/>
            <p:cNvCxnSpPr/>
            <p:nvPr/>
          </p:nvCxnSpPr>
          <p:spPr>
            <a:xfrm>
              <a:off x="321887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27" name="Google Shape;227;p6"/>
            <p:cNvCxnSpPr/>
            <p:nvPr/>
          </p:nvCxnSpPr>
          <p:spPr>
            <a:xfrm>
              <a:off x="351918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28" name="Google Shape;228;p6"/>
            <p:cNvCxnSpPr/>
            <p:nvPr/>
          </p:nvCxnSpPr>
          <p:spPr>
            <a:xfrm>
              <a:off x="381948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29" name="Google Shape;229;p6"/>
            <p:cNvCxnSpPr/>
            <p:nvPr/>
          </p:nvCxnSpPr>
          <p:spPr>
            <a:xfrm>
              <a:off x="411978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30" name="Google Shape;230;p6"/>
            <p:cNvCxnSpPr/>
            <p:nvPr/>
          </p:nvCxnSpPr>
          <p:spPr>
            <a:xfrm>
              <a:off x="442009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31" name="Google Shape;231;p6"/>
            <p:cNvCxnSpPr/>
            <p:nvPr/>
          </p:nvCxnSpPr>
          <p:spPr>
            <a:xfrm>
              <a:off x="472039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32" name="Google Shape;232;p6"/>
            <p:cNvCxnSpPr/>
            <p:nvPr/>
          </p:nvCxnSpPr>
          <p:spPr>
            <a:xfrm>
              <a:off x="502069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33" name="Google Shape;233;p6"/>
            <p:cNvCxnSpPr/>
            <p:nvPr/>
          </p:nvCxnSpPr>
          <p:spPr>
            <a:xfrm>
              <a:off x="532100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34" name="Google Shape;234;p6"/>
            <p:cNvCxnSpPr/>
            <p:nvPr/>
          </p:nvCxnSpPr>
          <p:spPr>
            <a:xfrm>
              <a:off x="562130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35" name="Google Shape;235;p6"/>
            <p:cNvCxnSpPr/>
            <p:nvPr/>
          </p:nvCxnSpPr>
          <p:spPr>
            <a:xfrm>
              <a:off x="592160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36" name="Google Shape;236;p6"/>
            <p:cNvCxnSpPr/>
            <p:nvPr/>
          </p:nvCxnSpPr>
          <p:spPr>
            <a:xfrm>
              <a:off x="622191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37" name="Google Shape;237;p6"/>
            <p:cNvCxnSpPr/>
            <p:nvPr/>
          </p:nvCxnSpPr>
          <p:spPr>
            <a:xfrm>
              <a:off x="652221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38" name="Google Shape;238;p6"/>
            <p:cNvCxnSpPr/>
            <p:nvPr/>
          </p:nvCxnSpPr>
          <p:spPr>
            <a:xfrm>
              <a:off x="682252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39" name="Google Shape;239;p6"/>
            <p:cNvCxnSpPr/>
            <p:nvPr/>
          </p:nvCxnSpPr>
          <p:spPr>
            <a:xfrm>
              <a:off x="712282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40" name="Google Shape;240;p6"/>
            <p:cNvCxnSpPr/>
            <p:nvPr/>
          </p:nvCxnSpPr>
          <p:spPr>
            <a:xfrm>
              <a:off x="742312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41" name="Google Shape;241;p6"/>
            <p:cNvCxnSpPr/>
            <p:nvPr/>
          </p:nvCxnSpPr>
          <p:spPr>
            <a:xfrm>
              <a:off x="772343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42" name="Google Shape;242;p6"/>
            <p:cNvCxnSpPr/>
            <p:nvPr/>
          </p:nvCxnSpPr>
          <p:spPr>
            <a:xfrm>
              <a:off x="802373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43" name="Google Shape;243;p6"/>
            <p:cNvCxnSpPr/>
            <p:nvPr/>
          </p:nvCxnSpPr>
          <p:spPr>
            <a:xfrm>
              <a:off x="832403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44" name="Google Shape;244;p6"/>
            <p:cNvCxnSpPr/>
            <p:nvPr/>
          </p:nvCxnSpPr>
          <p:spPr>
            <a:xfrm>
              <a:off x="862434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45" name="Google Shape;245;p6"/>
            <p:cNvCxnSpPr/>
            <p:nvPr/>
          </p:nvCxnSpPr>
          <p:spPr>
            <a:xfrm>
              <a:off x="89246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46" name="Google Shape;246;p6"/>
            <p:cNvCxnSpPr/>
            <p:nvPr/>
          </p:nvCxnSpPr>
          <p:spPr>
            <a:xfrm>
              <a:off x="-43" y="3069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247" name="Google Shape;247;p6"/>
            <p:cNvCxnSpPr/>
            <p:nvPr/>
          </p:nvCxnSpPr>
          <p:spPr>
            <a:xfrm>
              <a:off x="-43" y="6105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248" name="Google Shape;248;p6"/>
            <p:cNvCxnSpPr/>
            <p:nvPr/>
          </p:nvCxnSpPr>
          <p:spPr>
            <a:xfrm>
              <a:off x="-43" y="9142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249" name="Google Shape;249;p6"/>
            <p:cNvCxnSpPr/>
            <p:nvPr/>
          </p:nvCxnSpPr>
          <p:spPr>
            <a:xfrm>
              <a:off x="-43" y="12178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250" name="Google Shape;250;p6"/>
            <p:cNvCxnSpPr/>
            <p:nvPr/>
          </p:nvCxnSpPr>
          <p:spPr>
            <a:xfrm>
              <a:off x="-43" y="15215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251" name="Google Shape;251;p6"/>
            <p:cNvCxnSpPr/>
            <p:nvPr/>
          </p:nvCxnSpPr>
          <p:spPr>
            <a:xfrm>
              <a:off x="-43" y="18251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252" name="Google Shape;252;p6"/>
            <p:cNvCxnSpPr/>
            <p:nvPr/>
          </p:nvCxnSpPr>
          <p:spPr>
            <a:xfrm>
              <a:off x="-43" y="21288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253" name="Google Shape;253;p6"/>
            <p:cNvCxnSpPr/>
            <p:nvPr/>
          </p:nvCxnSpPr>
          <p:spPr>
            <a:xfrm>
              <a:off x="-43" y="24324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254" name="Google Shape;254;p6"/>
            <p:cNvCxnSpPr/>
            <p:nvPr/>
          </p:nvCxnSpPr>
          <p:spPr>
            <a:xfrm>
              <a:off x="-43" y="27361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255" name="Google Shape;255;p6"/>
            <p:cNvCxnSpPr/>
            <p:nvPr/>
          </p:nvCxnSpPr>
          <p:spPr>
            <a:xfrm>
              <a:off x="-43" y="30397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256" name="Google Shape;256;p6"/>
            <p:cNvCxnSpPr/>
            <p:nvPr/>
          </p:nvCxnSpPr>
          <p:spPr>
            <a:xfrm>
              <a:off x="-43" y="33434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257" name="Google Shape;257;p6"/>
            <p:cNvCxnSpPr/>
            <p:nvPr/>
          </p:nvCxnSpPr>
          <p:spPr>
            <a:xfrm>
              <a:off x="-43" y="36470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258" name="Google Shape;258;p6"/>
            <p:cNvCxnSpPr/>
            <p:nvPr/>
          </p:nvCxnSpPr>
          <p:spPr>
            <a:xfrm>
              <a:off x="-43" y="39507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259" name="Google Shape;259;p6"/>
            <p:cNvCxnSpPr/>
            <p:nvPr/>
          </p:nvCxnSpPr>
          <p:spPr>
            <a:xfrm>
              <a:off x="-43" y="42543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260" name="Google Shape;260;p6"/>
            <p:cNvCxnSpPr/>
            <p:nvPr/>
          </p:nvCxnSpPr>
          <p:spPr>
            <a:xfrm>
              <a:off x="-43" y="45580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261" name="Google Shape;261;p6"/>
            <p:cNvCxnSpPr/>
            <p:nvPr/>
          </p:nvCxnSpPr>
          <p:spPr>
            <a:xfrm>
              <a:off x="-43" y="4861650"/>
              <a:ext cx="9144000" cy="0"/>
            </a:xfrm>
            <a:prstGeom prst="straightConnector1">
              <a:avLst/>
            </a:prstGeom>
            <a:noFill/>
            <a:ln w="9525" cap="flat" cmpd="sng">
              <a:solidFill>
                <a:schemeClr val="dk2"/>
              </a:solidFill>
              <a:prstDash val="solid"/>
              <a:round/>
              <a:headEnd type="none" w="med" len="med"/>
              <a:tailEnd type="none" w="med" len="med"/>
            </a:ln>
          </p:spPr>
        </p:cxnSp>
      </p:grpSp>
      <p:sp>
        <p:nvSpPr>
          <p:cNvPr id="262" name="Google Shape;262;p6"/>
          <p:cNvSpPr/>
          <p:nvPr/>
        </p:nvSpPr>
        <p:spPr>
          <a:xfrm>
            <a:off x="713250" y="1198475"/>
            <a:ext cx="7717500" cy="3593100"/>
          </a:xfrm>
          <a:prstGeom prst="rect">
            <a:avLst/>
          </a:pr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6"/>
          <p:cNvSpPr txBox="1">
            <a:spLocks noGrp="1"/>
          </p:cNvSpPr>
          <p:nvPr>
            <p:ph type="ctrTitle"/>
          </p:nvPr>
        </p:nvSpPr>
        <p:spPr>
          <a:xfrm>
            <a:off x="713250" y="446075"/>
            <a:ext cx="7717500" cy="537000"/>
          </a:xfrm>
          <a:prstGeom prst="rect">
            <a:avLst/>
          </a:prstGeom>
          <a:solidFill>
            <a:schemeClr val="dk2"/>
          </a:solidFill>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lvl1pPr lvl="0" algn="ctr" rtl="0">
              <a:spcBef>
                <a:spcPts val="0"/>
              </a:spcBef>
              <a:spcAft>
                <a:spcPts val="0"/>
              </a:spcAft>
              <a:buSzPts val="3600"/>
              <a:buNone/>
              <a:defRPr sz="30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64"/>
        <p:cNvGrpSpPr/>
        <p:nvPr/>
      </p:nvGrpSpPr>
      <p:grpSpPr>
        <a:xfrm>
          <a:off x="0" y="0"/>
          <a:ext cx="0" cy="0"/>
          <a:chOff x="0" y="0"/>
          <a:chExt cx="0" cy="0"/>
        </a:xfrm>
      </p:grpSpPr>
      <p:grpSp>
        <p:nvGrpSpPr>
          <p:cNvPr id="265" name="Google Shape;265;p7"/>
          <p:cNvGrpSpPr/>
          <p:nvPr/>
        </p:nvGrpSpPr>
        <p:grpSpPr>
          <a:xfrm>
            <a:off x="7" y="-38100"/>
            <a:ext cx="9144000" cy="5219700"/>
            <a:chOff x="-43" y="-76200"/>
            <a:chExt cx="9144000" cy="5219700"/>
          </a:xfrm>
        </p:grpSpPr>
        <p:cxnSp>
          <p:nvCxnSpPr>
            <p:cNvPr id="266" name="Google Shape;266;p7"/>
            <p:cNvCxnSpPr/>
            <p:nvPr/>
          </p:nvCxnSpPr>
          <p:spPr>
            <a:xfrm>
              <a:off x="2158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67" name="Google Shape;267;p7"/>
            <p:cNvCxnSpPr/>
            <p:nvPr/>
          </p:nvCxnSpPr>
          <p:spPr>
            <a:xfrm>
              <a:off x="51614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68" name="Google Shape;268;p7"/>
            <p:cNvCxnSpPr/>
            <p:nvPr/>
          </p:nvCxnSpPr>
          <p:spPr>
            <a:xfrm>
              <a:off x="81645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69" name="Google Shape;269;p7"/>
            <p:cNvCxnSpPr/>
            <p:nvPr/>
          </p:nvCxnSpPr>
          <p:spPr>
            <a:xfrm>
              <a:off x="111675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70" name="Google Shape;270;p7"/>
            <p:cNvCxnSpPr/>
            <p:nvPr/>
          </p:nvCxnSpPr>
          <p:spPr>
            <a:xfrm>
              <a:off x="141705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71" name="Google Shape;271;p7"/>
            <p:cNvCxnSpPr/>
            <p:nvPr/>
          </p:nvCxnSpPr>
          <p:spPr>
            <a:xfrm>
              <a:off x="171736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72" name="Google Shape;272;p7"/>
            <p:cNvCxnSpPr/>
            <p:nvPr/>
          </p:nvCxnSpPr>
          <p:spPr>
            <a:xfrm>
              <a:off x="201766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73" name="Google Shape;273;p7"/>
            <p:cNvCxnSpPr/>
            <p:nvPr/>
          </p:nvCxnSpPr>
          <p:spPr>
            <a:xfrm>
              <a:off x="231796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74" name="Google Shape;274;p7"/>
            <p:cNvCxnSpPr/>
            <p:nvPr/>
          </p:nvCxnSpPr>
          <p:spPr>
            <a:xfrm>
              <a:off x="261827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75" name="Google Shape;275;p7"/>
            <p:cNvCxnSpPr/>
            <p:nvPr/>
          </p:nvCxnSpPr>
          <p:spPr>
            <a:xfrm>
              <a:off x="291857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76" name="Google Shape;276;p7"/>
            <p:cNvCxnSpPr/>
            <p:nvPr/>
          </p:nvCxnSpPr>
          <p:spPr>
            <a:xfrm>
              <a:off x="321887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77" name="Google Shape;277;p7"/>
            <p:cNvCxnSpPr/>
            <p:nvPr/>
          </p:nvCxnSpPr>
          <p:spPr>
            <a:xfrm>
              <a:off x="351918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78" name="Google Shape;278;p7"/>
            <p:cNvCxnSpPr/>
            <p:nvPr/>
          </p:nvCxnSpPr>
          <p:spPr>
            <a:xfrm>
              <a:off x="381948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79" name="Google Shape;279;p7"/>
            <p:cNvCxnSpPr/>
            <p:nvPr/>
          </p:nvCxnSpPr>
          <p:spPr>
            <a:xfrm>
              <a:off x="411978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80" name="Google Shape;280;p7"/>
            <p:cNvCxnSpPr/>
            <p:nvPr/>
          </p:nvCxnSpPr>
          <p:spPr>
            <a:xfrm>
              <a:off x="442009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81" name="Google Shape;281;p7"/>
            <p:cNvCxnSpPr/>
            <p:nvPr/>
          </p:nvCxnSpPr>
          <p:spPr>
            <a:xfrm>
              <a:off x="472039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82" name="Google Shape;282;p7"/>
            <p:cNvCxnSpPr/>
            <p:nvPr/>
          </p:nvCxnSpPr>
          <p:spPr>
            <a:xfrm>
              <a:off x="502069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83" name="Google Shape;283;p7"/>
            <p:cNvCxnSpPr/>
            <p:nvPr/>
          </p:nvCxnSpPr>
          <p:spPr>
            <a:xfrm>
              <a:off x="532100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84" name="Google Shape;284;p7"/>
            <p:cNvCxnSpPr/>
            <p:nvPr/>
          </p:nvCxnSpPr>
          <p:spPr>
            <a:xfrm>
              <a:off x="562130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85" name="Google Shape;285;p7"/>
            <p:cNvCxnSpPr/>
            <p:nvPr/>
          </p:nvCxnSpPr>
          <p:spPr>
            <a:xfrm>
              <a:off x="592160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86" name="Google Shape;286;p7"/>
            <p:cNvCxnSpPr/>
            <p:nvPr/>
          </p:nvCxnSpPr>
          <p:spPr>
            <a:xfrm>
              <a:off x="622191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87" name="Google Shape;287;p7"/>
            <p:cNvCxnSpPr/>
            <p:nvPr/>
          </p:nvCxnSpPr>
          <p:spPr>
            <a:xfrm>
              <a:off x="652221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88" name="Google Shape;288;p7"/>
            <p:cNvCxnSpPr/>
            <p:nvPr/>
          </p:nvCxnSpPr>
          <p:spPr>
            <a:xfrm>
              <a:off x="682252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89" name="Google Shape;289;p7"/>
            <p:cNvCxnSpPr/>
            <p:nvPr/>
          </p:nvCxnSpPr>
          <p:spPr>
            <a:xfrm>
              <a:off x="712282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90" name="Google Shape;290;p7"/>
            <p:cNvCxnSpPr/>
            <p:nvPr/>
          </p:nvCxnSpPr>
          <p:spPr>
            <a:xfrm>
              <a:off x="742312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91" name="Google Shape;291;p7"/>
            <p:cNvCxnSpPr/>
            <p:nvPr/>
          </p:nvCxnSpPr>
          <p:spPr>
            <a:xfrm>
              <a:off x="772343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92" name="Google Shape;292;p7"/>
            <p:cNvCxnSpPr/>
            <p:nvPr/>
          </p:nvCxnSpPr>
          <p:spPr>
            <a:xfrm>
              <a:off x="802373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93" name="Google Shape;293;p7"/>
            <p:cNvCxnSpPr/>
            <p:nvPr/>
          </p:nvCxnSpPr>
          <p:spPr>
            <a:xfrm>
              <a:off x="832403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94" name="Google Shape;294;p7"/>
            <p:cNvCxnSpPr/>
            <p:nvPr/>
          </p:nvCxnSpPr>
          <p:spPr>
            <a:xfrm>
              <a:off x="862434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95" name="Google Shape;295;p7"/>
            <p:cNvCxnSpPr/>
            <p:nvPr/>
          </p:nvCxnSpPr>
          <p:spPr>
            <a:xfrm>
              <a:off x="89246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296" name="Google Shape;296;p7"/>
            <p:cNvCxnSpPr/>
            <p:nvPr/>
          </p:nvCxnSpPr>
          <p:spPr>
            <a:xfrm>
              <a:off x="-43" y="3069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297" name="Google Shape;297;p7"/>
            <p:cNvCxnSpPr/>
            <p:nvPr/>
          </p:nvCxnSpPr>
          <p:spPr>
            <a:xfrm>
              <a:off x="-43" y="6105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298" name="Google Shape;298;p7"/>
            <p:cNvCxnSpPr/>
            <p:nvPr/>
          </p:nvCxnSpPr>
          <p:spPr>
            <a:xfrm>
              <a:off x="-43" y="9142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299" name="Google Shape;299;p7"/>
            <p:cNvCxnSpPr/>
            <p:nvPr/>
          </p:nvCxnSpPr>
          <p:spPr>
            <a:xfrm>
              <a:off x="-43" y="12178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300" name="Google Shape;300;p7"/>
            <p:cNvCxnSpPr/>
            <p:nvPr/>
          </p:nvCxnSpPr>
          <p:spPr>
            <a:xfrm>
              <a:off x="-43" y="15215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301" name="Google Shape;301;p7"/>
            <p:cNvCxnSpPr/>
            <p:nvPr/>
          </p:nvCxnSpPr>
          <p:spPr>
            <a:xfrm>
              <a:off x="-43" y="18251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302" name="Google Shape;302;p7"/>
            <p:cNvCxnSpPr/>
            <p:nvPr/>
          </p:nvCxnSpPr>
          <p:spPr>
            <a:xfrm>
              <a:off x="-43" y="21288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303" name="Google Shape;303;p7"/>
            <p:cNvCxnSpPr/>
            <p:nvPr/>
          </p:nvCxnSpPr>
          <p:spPr>
            <a:xfrm>
              <a:off x="-43" y="24324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304" name="Google Shape;304;p7"/>
            <p:cNvCxnSpPr/>
            <p:nvPr/>
          </p:nvCxnSpPr>
          <p:spPr>
            <a:xfrm>
              <a:off x="-43" y="27361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305" name="Google Shape;305;p7"/>
            <p:cNvCxnSpPr/>
            <p:nvPr/>
          </p:nvCxnSpPr>
          <p:spPr>
            <a:xfrm>
              <a:off x="-43" y="30397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306" name="Google Shape;306;p7"/>
            <p:cNvCxnSpPr/>
            <p:nvPr/>
          </p:nvCxnSpPr>
          <p:spPr>
            <a:xfrm>
              <a:off x="-43" y="33434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307" name="Google Shape;307;p7"/>
            <p:cNvCxnSpPr/>
            <p:nvPr/>
          </p:nvCxnSpPr>
          <p:spPr>
            <a:xfrm>
              <a:off x="-43" y="36470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308" name="Google Shape;308;p7"/>
            <p:cNvCxnSpPr/>
            <p:nvPr/>
          </p:nvCxnSpPr>
          <p:spPr>
            <a:xfrm>
              <a:off x="-43" y="39507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309" name="Google Shape;309;p7"/>
            <p:cNvCxnSpPr/>
            <p:nvPr/>
          </p:nvCxnSpPr>
          <p:spPr>
            <a:xfrm>
              <a:off x="-43" y="42543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310" name="Google Shape;310;p7"/>
            <p:cNvCxnSpPr/>
            <p:nvPr/>
          </p:nvCxnSpPr>
          <p:spPr>
            <a:xfrm>
              <a:off x="-43" y="45580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311" name="Google Shape;311;p7"/>
            <p:cNvCxnSpPr/>
            <p:nvPr/>
          </p:nvCxnSpPr>
          <p:spPr>
            <a:xfrm>
              <a:off x="-43" y="4861650"/>
              <a:ext cx="9144000" cy="0"/>
            </a:xfrm>
            <a:prstGeom prst="straightConnector1">
              <a:avLst/>
            </a:prstGeom>
            <a:noFill/>
            <a:ln w="9525" cap="flat" cmpd="sng">
              <a:solidFill>
                <a:schemeClr val="dk2"/>
              </a:solidFill>
              <a:prstDash val="solid"/>
              <a:round/>
              <a:headEnd type="none" w="med" len="med"/>
              <a:tailEnd type="none" w="med" len="med"/>
            </a:ln>
          </p:spPr>
        </p:cxnSp>
      </p:grpSp>
      <p:sp>
        <p:nvSpPr>
          <p:cNvPr id="312" name="Google Shape;312;p7"/>
          <p:cNvSpPr txBox="1">
            <a:spLocks noGrp="1"/>
          </p:cNvSpPr>
          <p:nvPr>
            <p:ph type="body" idx="1"/>
          </p:nvPr>
        </p:nvSpPr>
        <p:spPr>
          <a:xfrm>
            <a:off x="4114650" y="1821150"/>
            <a:ext cx="4316100" cy="2289900"/>
          </a:xfrm>
          <a:prstGeom prst="rect">
            <a:avLst/>
          </a:prstGeom>
          <a:solidFill>
            <a:schemeClr val="dk2"/>
          </a:solidFill>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lvl1pPr marL="457200" lvl="0" indent="-317500">
              <a:spcBef>
                <a:spcPts val="0"/>
              </a:spcBef>
              <a:spcAft>
                <a:spcPts val="0"/>
              </a:spcAft>
              <a:buSzPts val="1400"/>
              <a:buChar char="●"/>
              <a:defRPr/>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3" name="Google Shape;313;p7"/>
          <p:cNvSpPr txBox="1">
            <a:spLocks noGrp="1"/>
          </p:cNvSpPr>
          <p:nvPr>
            <p:ph type="ctrTitle"/>
          </p:nvPr>
        </p:nvSpPr>
        <p:spPr>
          <a:xfrm>
            <a:off x="713250" y="446075"/>
            <a:ext cx="7717500" cy="537000"/>
          </a:xfrm>
          <a:prstGeom prst="rect">
            <a:avLst/>
          </a:prstGeom>
          <a:solidFill>
            <a:schemeClr val="dk2"/>
          </a:solidFill>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lvl1pPr lvl="0" algn="ctr" rtl="0">
              <a:spcBef>
                <a:spcPts val="0"/>
              </a:spcBef>
              <a:spcAft>
                <a:spcPts val="0"/>
              </a:spcAft>
              <a:buSzPts val="3600"/>
              <a:buNone/>
              <a:defRPr sz="30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14"/>
        <p:cNvGrpSpPr/>
        <p:nvPr/>
      </p:nvGrpSpPr>
      <p:grpSpPr>
        <a:xfrm>
          <a:off x="0" y="0"/>
          <a:ext cx="0" cy="0"/>
          <a:chOff x="0" y="0"/>
          <a:chExt cx="0" cy="0"/>
        </a:xfrm>
      </p:grpSpPr>
      <p:grpSp>
        <p:nvGrpSpPr>
          <p:cNvPr id="315" name="Google Shape;315;p8"/>
          <p:cNvGrpSpPr/>
          <p:nvPr/>
        </p:nvGrpSpPr>
        <p:grpSpPr>
          <a:xfrm>
            <a:off x="7" y="-38100"/>
            <a:ext cx="9144000" cy="5219700"/>
            <a:chOff x="-43" y="-76200"/>
            <a:chExt cx="9144000" cy="5219700"/>
          </a:xfrm>
        </p:grpSpPr>
        <p:cxnSp>
          <p:nvCxnSpPr>
            <p:cNvPr id="316" name="Google Shape;316;p8"/>
            <p:cNvCxnSpPr/>
            <p:nvPr/>
          </p:nvCxnSpPr>
          <p:spPr>
            <a:xfrm>
              <a:off x="2158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17" name="Google Shape;317;p8"/>
            <p:cNvCxnSpPr/>
            <p:nvPr/>
          </p:nvCxnSpPr>
          <p:spPr>
            <a:xfrm>
              <a:off x="51614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18" name="Google Shape;318;p8"/>
            <p:cNvCxnSpPr/>
            <p:nvPr/>
          </p:nvCxnSpPr>
          <p:spPr>
            <a:xfrm>
              <a:off x="81645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19" name="Google Shape;319;p8"/>
            <p:cNvCxnSpPr/>
            <p:nvPr/>
          </p:nvCxnSpPr>
          <p:spPr>
            <a:xfrm>
              <a:off x="111675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20" name="Google Shape;320;p8"/>
            <p:cNvCxnSpPr/>
            <p:nvPr/>
          </p:nvCxnSpPr>
          <p:spPr>
            <a:xfrm>
              <a:off x="141705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21" name="Google Shape;321;p8"/>
            <p:cNvCxnSpPr/>
            <p:nvPr/>
          </p:nvCxnSpPr>
          <p:spPr>
            <a:xfrm>
              <a:off x="171736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22" name="Google Shape;322;p8"/>
            <p:cNvCxnSpPr/>
            <p:nvPr/>
          </p:nvCxnSpPr>
          <p:spPr>
            <a:xfrm>
              <a:off x="201766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23" name="Google Shape;323;p8"/>
            <p:cNvCxnSpPr/>
            <p:nvPr/>
          </p:nvCxnSpPr>
          <p:spPr>
            <a:xfrm>
              <a:off x="231796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24" name="Google Shape;324;p8"/>
            <p:cNvCxnSpPr/>
            <p:nvPr/>
          </p:nvCxnSpPr>
          <p:spPr>
            <a:xfrm>
              <a:off x="261827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25" name="Google Shape;325;p8"/>
            <p:cNvCxnSpPr/>
            <p:nvPr/>
          </p:nvCxnSpPr>
          <p:spPr>
            <a:xfrm>
              <a:off x="291857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26" name="Google Shape;326;p8"/>
            <p:cNvCxnSpPr/>
            <p:nvPr/>
          </p:nvCxnSpPr>
          <p:spPr>
            <a:xfrm>
              <a:off x="321887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27" name="Google Shape;327;p8"/>
            <p:cNvCxnSpPr/>
            <p:nvPr/>
          </p:nvCxnSpPr>
          <p:spPr>
            <a:xfrm>
              <a:off x="351918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28" name="Google Shape;328;p8"/>
            <p:cNvCxnSpPr/>
            <p:nvPr/>
          </p:nvCxnSpPr>
          <p:spPr>
            <a:xfrm>
              <a:off x="381948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29" name="Google Shape;329;p8"/>
            <p:cNvCxnSpPr/>
            <p:nvPr/>
          </p:nvCxnSpPr>
          <p:spPr>
            <a:xfrm>
              <a:off x="411978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30" name="Google Shape;330;p8"/>
            <p:cNvCxnSpPr/>
            <p:nvPr/>
          </p:nvCxnSpPr>
          <p:spPr>
            <a:xfrm>
              <a:off x="442009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31" name="Google Shape;331;p8"/>
            <p:cNvCxnSpPr/>
            <p:nvPr/>
          </p:nvCxnSpPr>
          <p:spPr>
            <a:xfrm>
              <a:off x="472039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32" name="Google Shape;332;p8"/>
            <p:cNvCxnSpPr/>
            <p:nvPr/>
          </p:nvCxnSpPr>
          <p:spPr>
            <a:xfrm>
              <a:off x="502069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33" name="Google Shape;333;p8"/>
            <p:cNvCxnSpPr/>
            <p:nvPr/>
          </p:nvCxnSpPr>
          <p:spPr>
            <a:xfrm>
              <a:off x="532100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34" name="Google Shape;334;p8"/>
            <p:cNvCxnSpPr/>
            <p:nvPr/>
          </p:nvCxnSpPr>
          <p:spPr>
            <a:xfrm>
              <a:off x="562130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35" name="Google Shape;335;p8"/>
            <p:cNvCxnSpPr/>
            <p:nvPr/>
          </p:nvCxnSpPr>
          <p:spPr>
            <a:xfrm>
              <a:off x="592160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36" name="Google Shape;336;p8"/>
            <p:cNvCxnSpPr/>
            <p:nvPr/>
          </p:nvCxnSpPr>
          <p:spPr>
            <a:xfrm>
              <a:off x="622191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37" name="Google Shape;337;p8"/>
            <p:cNvCxnSpPr/>
            <p:nvPr/>
          </p:nvCxnSpPr>
          <p:spPr>
            <a:xfrm>
              <a:off x="652221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38" name="Google Shape;338;p8"/>
            <p:cNvCxnSpPr/>
            <p:nvPr/>
          </p:nvCxnSpPr>
          <p:spPr>
            <a:xfrm>
              <a:off x="682252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39" name="Google Shape;339;p8"/>
            <p:cNvCxnSpPr/>
            <p:nvPr/>
          </p:nvCxnSpPr>
          <p:spPr>
            <a:xfrm>
              <a:off x="712282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40" name="Google Shape;340;p8"/>
            <p:cNvCxnSpPr/>
            <p:nvPr/>
          </p:nvCxnSpPr>
          <p:spPr>
            <a:xfrm>
              <a:off x="742312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41" name="Google Shape;341;p8"/>
            <p:cNvCxnSpPr/>
            <p:nvPr/>
          </p:nvCxnSpPr>
          <p:spPr>
            <a:xfrm>
              <a:off x="772343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42" name="Google Shape;342;p8"/>
            <p:cNvCxnSpPr/>
            <p:nvPr/>
          </p:nvCxnSpPr>
          <p:spPr>
            <a:xfrm>
              <a:off x="802373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43" name="Google Shape;343;p8"/>
            <p:cNvCxnSpPr/>
            <p:nvPr/>
          </p:nvCxnSpPr>
          <p:spPr>
            <a:xfrm>
              <a:off x="832403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44" name="Google Shape;344;p8"/>
            <p:cNvCxnSpPr/>
            <p:nvPr/>
          </p:nvCxnSpPr>
          <p:spPr>
            <a:xfrm>
              <a:off x="862434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45" name="Google Shape;345;p8"/>
            <p:cNvCxnSpPr/>
            <p:nvPr/>
          </p:nvCxnSpPr>
          <p:spPr>
            <a:xfrm>
              <a:off x="89246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46" name="Google Shape;346;p8"/>
            <p:cNvCxnSpPr/>
            <p:nvPr/>
          </p:nvCxnSpPr>
          <p:spPr>
            <a:xfrm>
              <a:off x="-43" y="3069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347" name="Google Shape;347;p8"/>
            <p:cNvCxnSpPr/>
            <p:nvPr/>
          </p:nvCxnSpPr>
          <p:spPr>
            <a:xfrm>
              <a:off x="-43" y="6105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348" name="Google Shape;348;p8"/>
            <p:cNvCxnSpPr/>
            <p:nvPr/>
          </p:nvCxnSpPr>
          <p:spPr>
            <a:xfrm>
              <a:off x="-43" y="9142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349" name="Google Shape;349;p8"/>
            <p:cNvCxnSpPr/>
            <p:nvPr/>
          </p:nvCxnSpPr>
          <p:spPr>
            <a:xfrm>
              <a:off x="-43" y="12178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350" name="Google Shape;350;p8"/>
            <p:cNvCxnSpPr/>
            <p:nvPr/>
          </p:nvCxnSpPr>
          <p:spPr>
            <a:xfrm>
              <a:off x="-43" y="15215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351" name="Google Shape;351;p8"/>
            <p:cNvCxnSpPr/>
            <p:nvPr/>
          </p:nvCxnSpPr>
          <p:spPr>
            <a:xfrm>
              <a:off x="-43" y="18251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352" name="Google Shape;352;p8"/>
            <p:cNvCxnSpPr/>
            <p:nvPr/>
          </p:nvCxnSpPr>
          <p:spPr>
            <a:xfrm>
              <a:off x="-43" y="21288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353" name="Google Shape;353;p8"/>
            <p:cNvCxnSpPr/>
            <p:nvPr/>
          </p:nvCxnSpPr>
          <p:spPr>
            <a:xfrm>
              <a:off x="-43" y="24324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354" name="Google Shape;354;p8"/>
            <p:cNvCxnSpPr/>
            <p:nvPr/>
          </p:nvCxnSpPr>
          <p:spPr>
            <a:xfrm>
              <a:off x="-43" y="27361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355" name="Google Shape;355;p8"/>
            <p:cNvCxnSpPr/>
            <p:nvPr/>
          </p:nvCxnSpPr>
          <p:spPr>
            <a:xfrm>
              <a:off x="-43" y="30397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356" name="Google Shape;356;p8"/>
            <p:cNvCxnSpPr/>
            <p:nvPr/>
          </p:nvCxnSpPr>
          <p:spPr>
            <a:xfrm>
              <a:off x="-43" y="33434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357" name="Google Shape;357;p8"/>
            <p:cNvCxnSpPr/>
            <p:nvPr/>
          </p:nvCxnSpPr>
          <p:spPr>
            <a:xfrm>
              <a:off x="-43" y="36470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358" name="Google Shape;358;p8"/>
            <p:cNvCxnSpPr/>
            <p:nvPr/>
          </p:nvCxnSpPr>
          <p:spPr>
            <a:xfrm>
              <a:off x="-43" y="39507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359" name="Google Shape;359;p8"/>
            <p:cNvCxnSpPr/>
            <p:nvPr/>
          </p:nvCxnSpPr>
          <p:spPr>
            <a:xfrm>
              <a:off x="-43" y="42543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360" name="Google Shape;360;p8"/>
            <p:cNvCxnSpPr/>
            <p:nvPr/>
          </p:nvCxnSpPr>
          <p:spPr>
            <a:xfrm>
              <a:off x="-43" y="45580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361" name="Google Shape;361;p8"/>
            <p:cNvCxnSpPr/>
            <p:nvPr/>
          </p:nvCxnSpPr>
          <p:spPr>
            <a:xfrm>
              <a:off x="-43" y="4861650"/>
              <a:ext cx="9144000" cy="0"/>
            </a:xfrm>
            <a:prstGeom prst="straightConnector1">
              <a:avLst/>
            </a:prstGeom>
            <a:noFill/>
            <a:ln w="9525" cap="flat" cmpd="sng">
              <a:solidFill>
                <a:schemeClr val="dk2"/>
              </a:solidFill>
              <a:prstDash val="solid"/>
              <a:round/>
              <a:headEnd type="none" w="med" len="med"/>
              <a:tailEnd type="none" w="med" len="med"/>
            </a:ln>
          </p:spPr>
        </p:cxnSp>
      </p:grpSp>
      <p:sp>
        <p:nvSpPr>
          <p:cNvPr id="362" name="Google Shape;362;p8"/>
          <p:cNvSpPr txBox="1">
            <a:spLocks noGrp="1"/>
          </p:cNvSpPr>
          <p:nvPr>
            <p:ph type="title"/>
          </p:nvPr>
        </p:nvSpPr>
        <p:spPr>
          <a:xfrm>
            <a:off x="1493100" y="1624275"/>
            <a:ext cx="6157800" cy="1895400"/>
          </a:xfrm>
          <a:prstGeom prst="rect">
            <a:avLst/>
          </a:prstGeom>
          <a:solidFill>
            <a:schemeClr val="dk2"/>
          </a:solidFill>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lvl1pPr lvl="0" algn="ctr">
              <a:spcBef>
                <a:spcPts val="0"/>
              </a:spcBef>
              <a:spcAft>
                <a:spcPts val="0"/>
              </a:spcAft>
              <a:buSzPts val="4800"/>
              <a:buNone/>
              <a:defRPr sz="55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63"/>
        <p:cNvGrpSpPr/>
        <p:nvPr/>
      </p:nvGrpSpPr>
      <p:grpSpPr>
        <a:xfrm>
          <a:off x="0" y="0"/>
          <a:ext cx="0" cy="0"/>
          <a:chOff x="0" y="0"/>
          <a:chExt cx="0" cy="0"/>
        </a:xfrm>
      </p:grpSpPr>
      <p:grpSp>
        <p:nvGrpSpPr>
          <p:cNvPr id="364" name="Google Shape;364;p9"/>
          <p:cNvGrpSpPr/>
          <p:nvPr/>
        </p:nvGrpSpPr>
        <p:grpSpPr>
          <a:xfrm>
            <a:off x="7" y="-38100"/>
            <a:ext cx="9144000" cy="5219700"/>
            <a:chOff x="-43" y="-76200"/>
            <a:chExt cx="9144000" cy="5219700"/>
          </a:xfrm>
        </p:grpSpPr>
        <p:cxnSp>
          <p:nvCxnSpPr>
            <p:cNvPr id="365" name="Google Shape;365;p9"/>
            <p:cNvCxnSpPr/>
            <p:nvPr/>
          </p:nvCxnSpPr>
          <p:spPr>
            <a:xfrm>
              <a:off x="2158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66" name="Google Shape;366;p9"/>
            <p:cNvCxnSpPr/>
            <p:nvPr/>
          </p:nvCxnSpPr>
          <p:spPr>
            <a:xfrm>
              <a:off x="51614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67" name="Google Shape;367;p9"/>
            <p:cNvCxnSpPr/>
            <p:nvPr/>
          </p:nvCxnSpPr>
          <p:spPr>
            <a:xfrm>
              <a:off x="81645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68" name="Google Shape;368;p9"/>
            <p:cNvCxnSpPr/>
            <p:nvPr/>
          </p:nvCxnSpPr>
          <p:spPr>
            <a:xfrm>
              <a:off x="111675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69" name="Google Shape;369;p9"/>
            <p:cNvCxnSpPr/>
            <p:nvPr/>
          </p:nvCxnSpPr>
          <p:spPr>
            <a:xfrm>
              <a:off x="141705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70" name="Google Shape;370;p9"/>
            <p:cNvCxnSpPr/>
            <p:nvPr/>
          </p:nvCxnSpPr>
          <p:spPr>
            <a:xfrm>
              <a:off x="171736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71" name="Google Shape;371;p9"/>
            <p:cNvCxnSpPr/>
            <p:nvPr/>
          </p:nvCxnSpPr>
          <p:spPr>
            <a:xfrm>
              <a:off x="201766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72" name="Google Shape;372;p9"/>
            <p:cNvCxnSpPr/>
            <p:nvPr/>
          </p:nvCxnSpPr>
          <p:spPr>
            <a:xfrm>
              <a:off x="231796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73" name="Google Shape;373;p9"/>
            <p:cNvCxnSpPr/>
            <p:nvPr/>
          </p:nvCxnSpPr>
          <p:spPr>
            <a:xfrm>
              <a:off x="261827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74" name="Google Shape;374;p9"/>
            <p:cNvCxnSpPr/>
            <p:nvPr/>
          </p:nvCxnSpPr>
          <p:spPr>
            <a:xfrm>
              <a:off x="291857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75" name="Google Shape;375;p9"/>
            <p:cNvCxnSpPr/>
            <p:nvPr/>
          </p:nvCxnSpPr>
          <p:spPr>
            <a:xfrm>
              <a:off x="321887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76" name="Google Shape;376;p9"/>
            <p:cNvCxnSpPr/>
            <p:nvPr/>
          </p:nvCxnSpPr>
          <p:spPr>
            <a:xfrm>
              <a:off x="351918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77" name="Google Shape;377;p9"/>
            <p:cNvCxnSpPr/>
            <p:nvPr/>
          </p:nvCxnSpPr>
          <p:spPr>
            <a:xfrm>
              <a:off x="381948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78" name="Google Shape;378;p9"/>
            <p:cNvCxnSpPr/>
            <p:nvPr/>
          </p:nvCxnSpPr>
          <p:spPr>
            <a:xfrm>
              <a:off x="411978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79" name="Google Shape;379;p9"/>
            <p:cNvCxnSpPr/>
            <p:nvPr/>
          </p:nvCxnSpPr>
          <p:spPr>
            <a:xfrm>
              <a:off x="442009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80" name="Google Shape;380;p9"/>
            <p:cNvCxnSpPr/>
            <p:nvPr/>
          </p:nvCxnSpPr>
          <p:spPr>
            <a:xfrm>
              <a:off x="472039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81" name="Google Shape;381;p9"/>
            <p:cNvCxnSpPr/>
            <p:nvPr/>
          </p:nvCxnSpPr>
          <p:spPr>
            <a:xfrm>
              <a:off x="502069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82" name="Google Shape;382;p9"/>
            <p:cNvCxnSpPr/>
            <p:nvPr/>
          </p:nvCxnSpPr>
          <p:spPr>
            <a:xfrm>
              <a:off x="532100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83" name="Google Shape;383;p9"/>
            <p:cNvCxnSpPr/>
            <p:nvPr/>
          </p:nvCxnSpPr>
          <p:spPr>
            <a:xfrm>
              <a:off x="562130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84" name="Google Shape;384;p9"/>
            <p:cNvCxnSpPr/>
            <p:nvPr/>
          </p:nvCxnSpPr>
          <p:spPr>
            <a:xfrm>
              <a:off x="592160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85" name="Google Shape;385;p9"/>
            <p:cNvCxnSpPr/>
            <p:nvPr/>
          </p:nvCxnSpPr>
          <p:spPr>
            <a:xfrm>
              <a:off x="622191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86" name="Google Shape;386;p9"/>
            <p:cNvCxnSpPr/>
            <p:nvPr/>
          </p:nvCxnSpPr>
          <p:spPr>
            <a:xfrm>
              <a:off x="652221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87" name="Google Shape;387;p9"/>
            <p:cNvCxnSpPr/>
            <p:nvPr/>
          </p:nvCxnSpPr>
          <p:spPr>
            <a:xfrm>
              <a:off x="682252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88" name="Google Shape;388;p9"/>
            <p:cNvCxnSpPr/>
            <p:nvPr/>
          </p:nvCxnSpPr>
          <p:spPr>
            <a:xfrm>
              <a:off x="712282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89" name="Google Shape;389;p9"/>
            <p:cNvCxnSpPr/>
            <p:nvPr/>
          </p:nvCxnSpPr>
          <p:spPr>
            <a:xfrm>
              <a:off x="742312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90" name="Google Shape;390;p9"/>
            <p:cNvCxnSpPr/>
            <p:nvPr/>
          </p:nvCxnSpPr>
          <p:spPr>
            <a:xfrm>
              <a:off x="772343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91" name="Google Shape;391;p9"/>
            <p:cNvCxnSpPr/>
            <p:nvPr/>
          </p:nvCxnSpPr>
          <p:spPr>
            <a:xfrm>
              <a:off x="802373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92" name="Google Shape;392;p9"/>
            <p:cNvCxnSpPr/>
            <p:nvPr/>
          </p:nvCxnSpPr>
          <p:spPr>
            <a:xfrm>
              <a:off x="832403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93" name="Google Shape;393;p9"/>
            <p:cNvCxnSpPr/>
            <p:nvPr/>
          </p:nvCxnSpPr>
          <p:spPr>
            <a:xfrm>
              <a:off x="862434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94" name="Google Shape;394;p9"/>
            <p:cNvCxnSpPr/>
            <p:nvPr/>
          </p:nvCxnSpPr>
          <p:spPr>
            <a:xfrm>
              <a:off x="89246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395" name="Google Shape;395;p9"/>
            <p:cNvCxnSpPr/>
            <p:nvPr/>
          </p:nvCxnSpPr>
          <p:spPr>
            <a:xfrm>
              <a:off x="-43" y="3069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396" name="Google Shape;396;p9"/>
            <p:cNvCxnSpPr/>
            <p:nvPr/>
          </p:nvCxnSpPr>
          <p:spPr>
            <a:xfrm>
              <a:off x="-43" y="6105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397" name="Google Shape;397;p9"/>
            <p:cNvCxnSpPr/>
            <p:nvPr/>
          </p:nvCxnSpPr>
          <p:spPr>
            <a:xfrm>
              <a:off x="-43" y="9142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398" name="Google Shape;398;p9"/>
            <p:cNvCxnSpPr/>
            <p:nvPr/>
          </p:nvCxnSpPr>
          <p:spPr>
            <a:xfrm>
              <a:off x="-43" y="12178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399" name="Google Shape;399;p9"/>
            <p:cNvCxnSpPr/>
            <p:nvPr/>
          </p:nvCxnSpPr>
          <p:spPr>
            <a:xfrm>
              <a:off x="-43" y="15215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400" name="Google Shape;400;p9"/>
            <p:cNvCxnSpPr/>
            <p:nvPr/>
          </p:nvCxnSpPr>
          <p:spPr>
            <a:xfrm>
              <a:off x="-43" y="18251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401" name="Google Shape;401;p9"/>
            <p:cNvCxnSpPr/>
            <p:nvPr/>
          </p:nvCxnSpPr>
          <p:spPr>
            <a:xfrm>
              <a:off x="-43" y="21288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402" name="Google Shape;402;p9"/>
            <p:cNvCxnSpPr/>
            <p:nvPr/>
          </p:nvCxnSpPr>
          <p:spPr>
            <a:xfrm>
              <a:off x="-43" y="24324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403" name="Google Shape;403;p9"/>
            <p:cNvCxnSpPr/>
            <p:nvPr/>
          </p:nvCxnSpPr>
          <p:spPr>
            <a:xfrm>
              <a:off x="-43" y="27361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404" name="Google Shape;404;p9"/>
            <p:cNvCxnSpPr/>
            <p:nvPr/>
          </p:nvCxnSpPr>
          <p:spPr>
            <a:xfrm>
              <a:off x="-43" y="30397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405" name="Google Shape;405;p9"/>
            <p:cNvCxnSpPr/>
            <p:nvPr/>
          </p:nvCxnSpPr>
          <p:spPr>
            <a:xfrm>
              <a:off x="-43" y="33434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406" name="Google Shape;406;p9"/>
            <p:cNvCxnSpPr/>
            <p:nvPr/>
          </p:nvCxnSpPr>
          <p:spPr>
            <a:xfrm>
              <a:off x="-43" y="36470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407" name="Google Shape;407;p9"/>
            <p:cNvCxnSpPr/>
            <p:nvPr/>
          </p:nvCxnSpPr>
          <p:spPr>
            <a:xfrm>
              <a:off x="-43" y="39507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408" name="Google Shape;408;p9"/>
            <p:cNvCxnSpPr/>
            <p:nvPr/>
          </p:nvCxnSpPr>
          <p:spPr>
            <a:xfrm>
              <a:off x="-43" y="42543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409" name="Google Shape;409;p9"/>
            <p:cNvCxnSpPr/>
            <p:nvPr/>
          </p:nvCxnSpPr>
          <p:spPr>
            <a:xfrm>
              <a:off x="-43" y="45580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410" name="Google Shape;410;p9"/>
            <p:cNvCxnSpPr/>
            <p:nvPr/>
          </p:nvCxnSpPr>
          <p:spPr>
            <a:xfrm>
              <a:off x="-43" y="4861650"/>
              <a:ext cx="9144000" cy="0"/>
            </a:xfrm>
            <a:prstGeom prst="straightConnector1">
              <a:avLst/>
            </a:prstGeom>
            <a:noFill/>
            <a:ln w="9525" cap="flat" cmpd="sng">
              <a:solidFill>
                <a:schemeClr val="dk2"/>
              </a:solidFill>
              <a:prstDash val="solid"/>
              <a:round/>
              <a:headEnd type="none" w="med" len="med"/>
              <a:tailEnd type="none" w="med" len="med"/>
            </a:ln>
          </p:spPr>
        </p:cxnSp>
      </p:grpSp>
      <p:sp>
        <p:nvSpPr>
          <p:cNvPr id="411" name="Google Shape;411;p9"/>
          <p:cNvSpPr txBox="1">
            <a:spLocks noGrp="1"/>
          </p:cNvSpPr>
          <p:nvPr>
            <p:ph type="title"/>
          </p:nvPr>
        </p:nvSpPr>
        <p:spPr>
          <a:xfrm>
            <a:off x="2239525" y="1234825"/>
            <a:ext cx="4665300" cy="1118400"/>
          </a:xfrm>
          <a:prstGeom prst="rect">
            <a:avLst/>
          </a:prstGeom>
          <a:solidFill>
            <a:schemeClr val="dk2"/>
          </a:solidFill>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lvl1pPr lvl="0" algn="ctr">
              <a:spcBef>
                <a:spcPts val="0"/>
              </a:spcBef>
              <a:spcAft>
                <a:spcPts val="0"/>
              </a:spcAft>
              <a:buSzPts val="4200"/>
              <a:buNone/>
              <a:defRPr sz="55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12" name="Google Shape;412;p9"/>
          <p:cNvSpPr txBox="1">
            <a:spLocks noGrp="1"/>
          </p:cNvSpPr>
          <p:nvPr>
            <p:ph type="subTitle" idx="1"/>
          </p:nvPr>
        </p:nvSpPr>
        <p:spPr>
          <a:xfrm>
            <a:off x="2239525" y="2694575"/>
            <a:ext cx="4665300" cy="1214100"/>
          </a:xfrm>
          <a:prstGeom prst="rect">
            <a:avLst/>
          </a:prstGeom>
          <a:solidFill>
            <a:schemeClr val="lt2"/>
          </a:solidFill>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lvl1pPr lvl="0" algn="ctr">
              <a:spcBef>
                <a:spcPts val="0"/>
              </a:spcBef>
              <a:spcAft>
                <a:spcPts val="0"/>
              </a:spcAft>
              <a:buSzPts val="21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3"/>
        <p:cNvGrpSpPr/>
        <p:nvPr/>
      </p:nvGrpSpPr>
      <p:grpSpPr>
        <a:xfrm>
          <a:off x="0" y="0"/>
          <a:ext cx="0" cy="0"/>
          <a:chOff x="0" y="0"/>
          <a:chExt cx="0" cy="0"/>
        </a:xfrm>
      </p:grpSpPr>
      <p:sp>
        <p:nvSpPr>
          <p:cNvPr id="414" name="Google Shape;414;p10"/>
          <p:cNvSpPr>
            <a:spLocks noGrp="1"/>
          </p:cNvSpPr>
          <p:nvPr>
            <p:ph type="pic" idx="2"/>
          </p:nvPr>
        </p:nvSpPr>
        <p:spPr>
          <a:xfrm>
            <a:off x="0" y="0"/>
            <a:ext cx="9144000" cy="5143500"/>
          </a:xfrm>
          <a:prstGeom prst="rect">
            <a:avLst/>
          </a:prstGeom>
          <a:noFill/>
          <a:ln>
            <a:noFill/>
          </a:ln>
        </p:spPr>
      </p:sp>
      <p:sp>
        <p:nvSpPr>
          <p:cNvPr id="415" name="Google Shape;415;p10"/>
          <p:cNvSpPr txBox="1">
            <a:spLocks noGrp="1"/>
          </p:cNvSpPr>
          <p:nvPr>
            <p:ph type="title"/>
          </p:nvPr>
        </p:nvSpPr>
        <p:spPr>
          <a:xfrm>
            <a:off x="3591250" y="3357025"/>
            <a:ext cx="4836300" cy="1247700"/>
          </a:xfrm>
          <a:prstGeom prst="rect">
            <a:avLst/>
          </a:prstGeom>
          <a:solidFill>
            <a:schemeClr val="dk2"/>
          </a:solidFill>
          <a:ln>
            <a:noFill/>
          </a:ln>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16"/>
        <p:cNvGrpSpPr/>
        <p:nvPr/>
      </p:nvGrpSpPr>
      <p:grpSpPr>
        <a:xfrm>
          <a:off x="0" y="0"/>
          <a:ext cx="0" cy="0"/>
          <a:chOff x="0" y="0"/>
          <a:chExt cx="0" cy="0"/>
        </a:xfrm>
      </p:grpSpPr>
      <p:grpSp>
        <p:nvGrpSpPr>
          <p:cNvPr id="417" name="Google Shape;417;p11"/>
          <p:cNvGrpSpPr/>
          <p:nvPr/>
        </p:nvGrpSpPr>
        <p:grpSpPr>
          <a:xfrm>
            <a:off x="7" y="-38100"/>
            <a:ext cx="9144000" cy="5219700"/>
            <a:chOff x="-43" y="-76200"/>
            <a:chExt cx="9144000" cy="5219700"/>
          </a:xfrm>
        </p:grpSpPr>
        <p:cxnSp>
          <p:nvCxnSpPr>
            <p:cNvPr id="418" name="Google Shape;418;p11"/>
            <p:cNvCxnSpPr/>
            <p:nvPr/>
          </p:nvCxnSpPr>
          <p:spPr>
            <a:xfrm>
              <a:off x="2158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19" name="Google Shape;419;p11"/>
            <p:cNvCxnSpPr/>
            <p:nvPr/>
          </p:nvCxnSpPr>
          <p:spPr>
            <a:xfrm>
              <a:off x="51614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20" name="Google Shape;420;p11"/>
            <p:cNvCxnSpPr/>
            <p:nvPr/>
          </p:nvCxnSpPr>
          <p:spPr>
            <a:xfrm>
              <a:off x="81645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21" name="Google Shape;421;p11"/>
            <p:cNvCxnSpPr/>
            <p:nvPr/>
          </p:nvCxnSpPr>
          <p:spPr>
            <a:xfrm>
              <a:off x="111675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22" name="Google Shape;422;p11"/>
            <p:cNvCxnSpPr/>
            <p:nvPr/>
          </p:nvCxnSpPr>
          <p:spPr>
            <a:xfrm>
              <a:off x="141705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23" name="Google Shape;423;p11"/>
            <p:cNvCxnSpPr/>
            <p:nvPr/>
          </p:nvCxnSpPr>
          <p:spPr>
            <a:xfrm>
              <a:off x="171736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24" name="Google Shape;424;p11"/>
            <p:cNvCxnSpPr/>
            <p:nvPr/>
          </p:nvCxnSpPr>
          <p:spPr>
            <a:xfrm>
              <a:off x="201766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25" name="Google Shape;425;p11"/>
            <p:cNvCxnSpPr/>
            <p:nvPr/>
          </p:nvCxnSpPr>
          <p:spPr>
            <a:xfrm>
              <a:off x="231796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26" name="Google Shape;426;p11"/>
            <p:cNvCxnSpPr/>
            <p:nvPr/>
          </p:nvCxnSpPr>
          <p:spPr>
            <a:xfrm>
              <a:off x="261827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27" name="Google Shape;427;p11"/>
            <p:cNvCxnSpPr/>
            <p:nvPr/>
          </p:nvCxnSpPr>
          <p:spPr>
            <a:xfrm>
              <a:off x="291857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28" name="Google Shape;428;p11"/>
            <p:cNvCxnSpPr/>
            <p:nvPr/>
          </p:nvCxnSpPr>
          <p:spPr>
            <a:xfrm>
              <a:off x="321887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29" name="Google Shape;429;p11"/>
            <p:cNvCxnSpPr/>
            <p:nvPr/>
          </p:nvCxnSpPr>
          <p:spPr>
            <a:xfrm>
              <a:off x="351918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30" name="Google Shape;430;p11"/>
            <p:cNvCxnSpPr/>
            <p:nvPr/>
          </p:nvCxnSpPr>
          <p:spPr>
            <a:xfrm>
              <a:off x="381948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31" name="Google Shape;431;p11"/>
            <p:cNvCxnSpPr/>
            <p:nvPr/>
          </p:nvCxnSpPr>
          <p:spPr>
            <a:xfrm>
              <a:off x="411978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32" name="Google Shape;432;p11"/>
            <p:cNvCxnSpPr/>
            <p:nvPr/>
          </p:nvCxnSpPr>
          <p:spPr>
            <a:xfrm>
              <a:off x="442009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33" name="Google Shape;433;p11"/>
            <p:cNvCxnSpPr/>
            <p:nvPr/>
          </p:nvCxnSpPr>
          <p:spPr>
            <a:xfrm>
              <a:off x="472039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34" name="Google Shape;434;p11"/>
            <p:cNvCxnSpPr/>
            <p:nvPr/>
          </p:nvCxnSpPr>
          <p:spPr>
            <a:xfrm>
              <a:off x="502069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35" name="Google Shape;435;p11"/>
            <p:cNvCxnSpPr/>
            <p:nvPr/>
          </p:nvCxnSpPr>
          <p:spPr>
            <a:xfrm>
              <a:off x="532100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36" name="Google Shape;436;p11"/>
            <p:cNvCxnSpPr/>
            <p:nvPr/>
          </p:nvCxnSpPr>
          <p:spPr>
            <a:xfrm>
              <a:off x="562130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37" name="Google Shape;437;p11"/>
            <p:cNvCxnSpPr/>
            <p:nvPr/>
          </p:nvCxnSpPr>
          <p:spPr>
            <a:xfrm>
              <a:off x="592160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38" name="Google Shape;438;p11"/>
            <p:cNvCxnSpPr/>
            <p:nvPr/>
          </p:nvCxnSpPr>
          <p:spPr>
            <a:xfrm>
              <a:off x="622191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39" name="Google Shape;439;p11"/>
            <p:cNvCxnSpPr/>
            <p:nvPr/>
          </p:nvCxnSpPr>
          <p:spPr>
            <a:xfrm>
              <a:off x="652221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40" name="Google Shape;440;p11"/>
            <p:cNvCxnSpPr/>
            <p:nvPr/>
          </p:nvCxnSpPr>
          <p:spPr>
            <a:xfrm>
              <a:off x="682252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41" name="Google Shape;441;p11"/>
            <p:cNvCxnSpPr/>
            <p:nvPr/>
          </p:nvCxnSpPr>
          <p:spPr>
            <a:xfrm>
              <a:off x="712282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42" name="Google Shape;442;p11"/>
            <p:cNvCxnSpPr/>
            <p:nvPr/>
          </p:nvCxnSpPr>
          <p:spPr>
            <a:xfrm>
              <a:off x="742312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43" name="Google Shape;443;p11"/>
            <p:cNvCxnSpPr/>
            <p:nvPr/>
          </p:nvCxnSpPr>
          <p:spPr>
            <a:xfrm>
              <a:off x="772343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44" name="Google Shape;444;p11"/>
            <p:cNvCxnSpPr/>
            <p:nvPr/>
          </p:nvCxnSpPr>
          <p:spPr>
            <a:xfrm>
              <a:off x="802373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45" name="Google Shape;445;p11"/>
            <p:cNvCxnSpPr/>
            <p:nvPr/>
          </p:nvCxnSpPr>
          <p:spPr>
            <a:xfrm>
              <a:off x="832403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46" name="Google Shape;446;p11"/>
            <p:cNvCxnSpPr/>
            <p:nvPr/>
          </p:nvCxnSpPr>
          <p:spPr>
            <a:xfrm>
              <a:off x="862434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47" name="Google Shape;447;p11"/>
            <p:cNvCxnSpPr/>
            <p:nvPr/>
          </p:nvCxnSpPr>
          <p:spPr>
            <a:xfrm>
              <a:off x="89246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48" name="Google Shape;448;p11"/>
            <p:cNvCxnSpPr/>
            <p:nvPr/>
          </p:nvCxnSpPr>
          <p:spPr>
            <a:xfrm>
              <a:off x="-43" y="3069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449" name="Google Shape;449;p11"/>
            <p:cNvCxnSpPr/>
            <p:nvPr/>
          </p:nvCxnSpPr>
          <p:spPr>
            <a:xfrm>
              <a:off x="-43" y="6105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450" name="Google Shape;450;p11"/>
            <p:cNvCxnSpPr/>
            <p:nvPr/>
          </p:nvCxnSpPr>
          <p:spPr>
            <a:xfrm>
              <a:off x="-43" y="9142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451" name="Google Shape;451;p11"/>
            <p:cNvCxnSpPr/>
            <p:nvPr/>
          </p:nvCxnSpPr>
          <p:spPr>
            <a:xfrm>
              <a:off x="-43" y="12178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452" name="Google Shape;452;p11"/>
            <p:cNvCxnSpPr/>
            <p:nvPr/>
          </p:nvCxnSpPr>
          <p:spPr>
            <a:xfrm>
              <a:off x="-43" y="15215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453" name="Google Shape;453;p11"/>
            <p:cNvCxnSpPr/>
            <p:nvPr/>
          </p:nvCxnSpPr>
          <p:spPr>
            <a:xfrm>
              <a:off x="-43" y="18251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454" name="Google Shape;454;p11"/>
            <p:cNvCxnSpPr/>
            <p:nvPr/>
          </p:nvCxnSpPr>
          <p:spPr>
            <a:xfrm>
              <a:off x="-43" y="21288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455" name="Google Shape;455;p11"/>
            <p:cNvCxnSpPr/>
            <p:nvPr/>
          </p:nvCxnSpPr>
          <p:spPr>
            <a:xfrm>
              <a:off x="-43" y="24324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456" name="Google Shape;456;p11"/>
            <p:cNvCxnSpPr/>
            <p:nvPr/>
          </p:nvCxnSpPr>
          <p:spPr>
            <a:xfrm>
              <a:off x="-43" y="27361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457" name="Google Shape;457;p11"/>
            <p:cNvCxnSpPr/>
            <p:nvPr/>
          </p:nvCxnSpPr>
          <p:spPr>
            <a:xfrm>
              <a:off x="-43" y="30397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458" name="Google Shape;458;p11"/>
            <p:cNvCxnSpPr/>
            <p:nvPr/>
          </p:nvCxnSpPr>
          <p:spPr>
            <a:xfrm>
              <a:off x="-43" y="33434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459" name="Google Shape;459;p11"/>
            <p:cNvCxnSpPr/>
            <p:nvPr/>
          </p:nvCxnSpPr>
          <p:spPr>
            <a:xfrm>
              <a:off x="-43" y="36470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460" name="Google Shape;460;p11"/>
            <p:cNvCxnSpPr/>
            <p:nvPr/>
          </p:nvCxnSpPr>
          <p:spPr>
            <a:xfrm>
              <a:off x="-43" y="39507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461" name="Google Shape;461;p11"/>
            <p:cNvCxnSpPr/>
            <p:nvPr/>
          </p:nvCxnSpPr>
          <p:spPr>
            <a:xfrm>
              <a:off x="-43" y="42543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462" name="Google Shape;462;p11"/>
            <p:cNvCxnSpPr/>
            <p:nvPr/>
          </p:nvCxnSpPr>
          <p:spPr>
            <a:xfrm>
              <a:off x="-43" y="45580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463" name="Google Shape;463;p11"/>
            <p:cNvCxnSpPr/>
            <p:nvPr/>
          </p:nvCxnSpPr>
          <p:spPr>
            <a:xfrm>
              <a:off x="-43" y="4861650"/>
              <a:ext cx="9144000" cy="0"/>
            </a:xfrm>
            <a:prstGeom prst="straightConnector1">
              <a:avLst/>
            </a:prstGeom>
            <a:noFill/>
            <a:ln w="9525" cap="flat" cmpd="sng">
              <a:solidFill>
                <a:schemeClr val="dk2"/>
              </a:solidFill>
              <a:prstDash val="solid"/>
              <a:round/>
              <a:headEnd type="none" w="med" len="med"/>
              <a:tailEnd type="none" w="med" len="med"/>
            </a:ln>
          </p:spPr>
        </p:cxnSp>
      </p:grpSp>
      <p:sp>
        <p:nvSpPr>
          <p:cNvPr id="464" name="Google Shape;464;p11"/>
          <p:cNvSpPr txBox="1">
            <a:spLocks noGrp="1"/>
          </p:cNvSpPr>
          <p:nvPr>
            <p:ph type="title" hasCustomPrompt="1"/>
          </p:nvPr>
        </p:nvSpPr>
        <p:spPr>
          <a:xfrm>
            <a:off x="715625" y="1458688"/>
            <a:ext cx="5084400" cy="1413900"/>
          </a:xfrm>
          <a:prstGeom prst="rect">
            <a:avLst/>
          </a:prstGeom>
          <a:solidFill>
            <a:schemeClr val="dk2"/>
          </a:solidFill>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lvl1pPr lvl="0" algn="ctr">
              <a:spcBef>
                <a:spcPts val="0"/>
              </a:spcBef>
              <a:spcAft>
                <a:spcPts val="0"/>
              </a:spcAft>
              <a:buSzPts val="12000"/>
              <a:buNone/>
              <a:defRPr sz="55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5" name="Google Shape;465;p11"/>
          <p:cNvSpPr txBox="1">
            <a:spLocks noGrp="1"/>
          </p:cNvSpPr>
          <p:nvPr>
            <p:ph type="subTitle" idx="1"/>
          </p:nvPr>
        </p:nvSpPr>
        <p:spPr>
          <a:xfrm>
            <a:off x="715625" y="3218618"/>
            <a:ext cx="5084400" cy="466200"/>
          </a:xfrm>
          <a:prstGeom prst="rect">
            <a:avLst/>
          </a:prstGeom>
          <a:solidFill>
            <a:schemeClr val="lt2"/>
          </a:solidFill>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66"/>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467"/>
        <p:cNvGrpSpPr/>
        <p:nvPr/>
      </p:nvGrpSpPr>
      <p:grpSpPr>
        <a:xfrm>
          <a:off x="0" y="0"/>
          <a:ext cx="0" cy="0"/>
          <a:chOff x="0" y="0"/>
          <a:chExt cx="0" cy="0"/>
        </a:xfrm>
      </p:grpSpPr>
      <p:grpSp>
        <p:nvGrpSpPr>
          <p:cNvPr id="468" name="Google Shape;468;p13"/>
          <p:cNvGrpSpPr/>
          <p:nvPr/>
        </p:nvGrpSpPr>
        <p:grpSpPr>
          <a:xfrm>
            <a:off x="7" y="-38100"/>
            <a:ext cx="9144000" cy="5219700"/>
            <a:chOff x="-43" y="-76200"/>
            <a:chExt cx="9144000" cy="5219700"/>
          </a:xfrm>
        </p:grpSpPr>
        <p:cxnSp>
          <p:nvCxnSpPr>
            <p:cNvPr id="469" name="Google Shape;469;p13"/>
            <p:cNvCxnSpPr/>
            <p:nvPr/>
          </p:nvCxnSpPr>
          <p:spPr>
            <a:xfrm>
              <a:off x="2158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70" name="Google Shape;470;p13"/>
            <p:cNvCxnSpPr/>
            <p:nvPr/>
          </p:nvCxnSpPr>
          <p:spPr>
            <a:xfrm>
              <a:off x="51614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71" name="Google Shape;471;p13"/>
            <p:cNvCxnSpPr/>
            <p:nvPr/>
          </p:nvCxnSpPr>
          <p:spPr>
            <a:xfrm>
              <a:off x="81645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72" name="Google Shape;472;p13"/>
            <p:cNvCxnSpPr/>
            <p:nvPr/>
          </p:nvCxnSpPr>
          <p:spPr>
            <a:xfrm>
              <a:off x="111675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73" name="Google Shape;473;p13"/>
            <p:cNvCxnSpPr/>
            <p:nvPr/>
          </p:nvCxnSpPr>
          <p:spPr>
            <a:xfrm>
              <a:off x="141705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74" name="Google Shape;474;p13"/>
            <p:cNvCxnSpPr/>
            <p:nvPr/>
          </p:nvCxnSpPr>
          <p:spPr>
            <a:xfrm>
              <a:off x="171736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75" name="Google Shape;475;p13"/>
            <p:cNvCxnSpPr/>
            <p:nvPr/>
          </p:nvCxnSpPr>
          <p:spPr>
            <a:xfrm>
              <a:off x="201766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76" name="Google Shape;476;p13"/>
            <p:cNvCxnSpPr/>
            <p:nvPr/>
          </p:nvCxnSpPr>
          <p:spPr>
            <a:xfrm>
              <a:off x="231796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77" name="Google Shape;477;p13"/>
            <p:cNvCxnSpPr/>
            <p:nvPr/>
          </p:nvCxnSpPr>
          <p:spPr>
            <a:xfrm>
              <a:off x="261827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78" name="Google Shape;478;p13"/>
            <p:cNvCxnSpPr/>
            <p:nvPr/>
          </p:nvCxnSpPr>
          <p:spPr>
            <a:xfrm>
              <a:off x="291857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79" name="Google Shape;479;p13"/>
            <p:cNvCxnSpPr/>
            <p:nvPr/>
          </p:nvCxnSpPr>
          <p:spPr>
            <a:xfrm>
              <a:off x="321887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80" name="Google Shape;480;p13"/>
            <p:cNvCxnSpPr/>
            <p:nvPr/>
          </p:nvCxnSpPr>
          <p:spPr>
            <a:xfrm>
              <a:off x="351918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81" name="Google Shape;481;p13"/>
            <p:cNvCxnSpPr/>
            <p:nvPr/>
          </p:nvCxnSpPr>
          <p:spPr>
            <a:xfrm>
              <a:off x="381948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82" name="Google Shape;482;p13"/>
            <p:cNvCxnSpPr/>
            <p:nvPr/>
          </p:nvCxnSpPr>
          <p:spPr>
            <a:xfrm>
              <a:off x="411978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83" name="Google Shape;483;p13"/>
            <p:cNvCxnSpPr/>
            <p:nvPr/>
          </p:nvCxnSpPr>
          <p:spPr>
            <a:xfrm>
              <a:off x="442009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84" name="Google Shape;484;p13"/>
            <p:cNvCxnSpPr/>
            <p:nvPr/>
          </p:nvCxnSpPr>
          <p:spPr>
            <a:xfrm>
              <a:off x="472039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85" name="Google Shape;485;p13"/>
            <p:cNvCxnSpPr/>
            <p:nvPr/>
          </p:nvCxnSpPr>
          <p:spPr>
            <a:xfrm>
              <a:off x="502069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86" name="Google Shape;486;p13"/>
            <p:cNvCxnSpPr/>
            <p:nvPr/>
          </p:nvCxnSpPr>
          <p:spPr>
            <a:xfrm>
              <a:off x="532100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87" name="Google Shape;487;p13"/>
            <p:cNvCxnSpPr/>
            <p:nvPr/>
          </p:nvCxnSpPr>
          <p:spPr>
            <a:xfrm>
              <a:off x="562130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88" name="Google Shape;488;p13"/>
            <p:cNvCxnSpPr/>
            <p:nvPr/>
          </p:nvCxnSpPr>
          <p:spPr>
            <a:xfrm>
              <a:off x="592160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89" name="Google Shape;489;p13"/>
            <p:cNvCxnSpPr/>
            <p:nvPr/>
          </p:nvCxnSpPr>
          <p:spPr>
            <a:xfrm>
              <a:off x="622191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90" name="Google Shape;490;p13"/>
            <p:cNvCxnSpPr/>
            <p:nvPr/>
          </p:nvCxnSpPr>
          <p:spPr>
            <a:xfrm>
              <a:off x="652221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91" name="Google Shape;491;p13"/>
            <p:cNvCxnSpPr/>
            <p:nvPr/>
          </p:nvCxnSpPr>
          <p:spPr>
            <a:xfrm>
              <a:off x="682252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92" name="Google Shape;492;p13"/>
            <p:cNvCxnSpPr/>
            <p:nvPr/>
          </p:nvCxnSpPr>
          <p:spPr>
            <a:xfrm>
              <a:off x="712282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93" name="Google Shape;493;p13"/>
            <p:cNvCxnSpPr/>
            <p:nvPr/>
          </p:nvCxnSpPr>
          <p:spPr>
            <a:xfrm>
              <a:off x="742312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94" name="Google Shape;494;p13"/>
            <p:cNvCxnSpPr/>
            <p:nvPr/>
          </p:nvCxnSpPr>
          <p:spPr>
            <a:xfrm>
              <a:off x="772343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95" name="Google Shape;495;p13"/>
            <p:cNvCxnSpPr/>
            <p:nvPr/>
          </p:nvCxnSpPr>
          <p:spPr>
            <a:xfrm>
              <a:off x="802373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96" name="Google Shape;496;p13"/>
            <p:cNvCxnSpPr/>
            <p:nvPr/>
          </p:nvCxnSpPr>
          <p:spPr>
            <a:xfrm>
              <a:off x="832403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97" name="Google Shape;497;p13"/>
            <p:cNvCxnSpPr/>
            <p:nvPr/>
          </p:nvCxnSpPr>
          <p:spPr>
            <a:xfrm>
              <a:off x="862434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98" name="Google Shape;498;p13"/>
            <p:cNvCxnSpPr/>
            <p:nvPr/>
          </p:nvCxnSpPr>
          <p:spPr>
            <a:xfrm>
              <a:off x="89246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499" name="Google Shape;499;p13"/>
            <p:cNvCxnSpPr/>
            <p:nvPr/>
          </p:nvCxnSpPr>
          <p:spPr>
            <a:xfrm>
              <a:off x="-43" y="3069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500" name="Google Shape;500;p13"/>
            <p:cNvCxnSpPr/>
            <p:nvPr/>
          </p:nvCxnSpPr>
          <p:spPr>
            <a:xfrm>
              <a:off x="-43" y="6105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501" name="Google Shape;501;p13"/>
            <p:cNvCxnSpPr/>
            <p:nvPr/>
          </p:nvCxnSpPr>
          <p:spPr>
            <a:xfrm>
              <a:off x="-43" y="9142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502" name="Google Shape;502;p13"/>
            <p:cNvCxnSpPr/>
            <p:nvPr/>
          </p:nvCxnSpPr>
          <p:spPr>
            <a:xfrm>
              <a:off x="-43" y="12178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503" name="Google Shape;503;p13"/>
            <p:cNvCxnSpPr/>
            <p:nvPr/>
          </p:nvCxnSpPr>
          <p:spPr>
            <a:xfrm>
              <a:off x="-43" y="15215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504" name="Google Shape;504;p13"/>
            <p:cNvCxnSpPr/>
            <p:nvPr/>
          </p:nvCxnSpPr>
          <p:spPr>
            <a:xfrm>
              <a:off x="-43" y="18251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505" name="Google Shape;505;p13"/>
            <p:cNvCxnSpPr/>
            <p:nvPr/>
          </p:nvCxnSpPr>
          <p:spPr>
            <a:xfrm>
              <a:off x="-43" y="21288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506" name="Google Shape;506;p13"/>
            <p:cNvCxnSpPr/>
            <p:nvPr/>
          </p:nvCxnSpPr>
          <p:spPr>
            <a:xfrm>
              <a:off x="-43" y="24324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507" name="Google Shape;507;p13"/>
            <p:cNvCxnSpPr/>
            <p:nvPr/>
          </p:nvCxnSpPr>
          <p:spPr>
            <a:xfrm>
              <a:off x="-43" y="27361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508" name="Google Shape;508;p13"/>
            <p:cNvCxnSpPr/>
            <p:nvPr/>
          </p:nvCxnSpPr>
          <p:spPr>
            <a:xfrm>
              <a:off x="-43" y="30397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509" name="Google Shape;509;p13"/>
            <p:cNvCxnSpPr/>
            <p:nvPr/>
          </p:nvCxnSpPr>
          <p:spPr>
            <a:xfrm>
              <a:off x="-43" y="33434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510" name="Google Shape;510;p13"/>
            <p:cNvCxnSpPr/>
            <p:nvPr/>
          </p:nvCxnSpPr>
          <p:spPr>
            <a:xfrm>
              <a:off x="-43" y="36470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511" name="Google Shape;511;p13"/>
            <p:cNvCxnSpPr/>
            <p:nvPr/>
          </p:nvCxnSpPr>
          <p:spPr>
            <a:xfrm>
              <a:off x="-43" y="39507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512" name="Google Shape;512;p13"/>
            <p:cNvCxnSpPr/>
            <p:nvPr/>
          </p:nvCxnSpPr>
          <p:spPr>
            <a:xfrm>
              <a:off x="-43" y="42543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513" name="Google Shape;513;p13"/>
            <p:cNvCxnSpPr/>
            <p:nvPr/>
          </p:nvCxnSpPr>
          <p:spPr>
            <a:xfrm>
              <a:off x="-43" y="45580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514" name="Google Shape;514;p13"/>
            <p:cNvCxnSpPr/>
            <p:nvPr/>
          </p:nvCxnSpPr>
          <p:spPr>
            <a:xfrm>
              <a:off x="-43" y="4861650"/>
              <a:ext cx="9144000" cy="0"/>
            </a:xfrm>
            <a:prstGeom prst="straightConnector1">
              <a:avLst/>
            </a:prstGeom>
            <a:noFill/>
            <a:ln w="9525" cap="flat" cmpd="sng">
              <a:solidFill>
                <a:schemeClr val="dk2"/>
              </a:solidFill>
              <a:prstDash val="solid"/>
              <a:round/>
              <a:headEnd type="none" w="med" len="med"/>
              <a:tailEnd type="none" w="med" len="med"/>
            </a:ln>
          </p:spPr>
        </p:cxnSp>
      </p:grpSp>
      <p:sp>
        <p:nvSpPr>
          <p:cNvPr id="515" name="Google Shape;515;p13"/>
          <p:cNvSpPr/>
          <p:nvPr/>
        </p:nvSpPr>
        <p:spPr>
          <a:xfrm>
            <a:off x="713250" y="1198475"/>
            <a:ext cx="7717500" cy="3593100"/>
          </a:xfrm>
          <a:prstGeom prst="rect">
            <a:avLst/>
          </a:pr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13"/>
          <p:cNvSpPr txBox="1">
            <a:spLocks noGrp="1"/>
          </p:cNvSpPr>
          <p:nvPr>
            <p:ph type="subTitle" idx="1"/>
          </p:nvPr>
        </p:nvSpPr>
        <p:spPr>
          <a:xfrm>
            <a:off x="1814600" y="1803114"/>
            <a:ext cx="2766900" cy="513900"/>
          </a:xfrm>
          <a:prstGeom prst="rect">
            <a:avLst/>
          </a:prstGeom>
          <a:noFill/>
        </p:spPr>
        <p:txBody>
          <a:bodyPr spcFirstLastPara="1" wrap="square" lIns="91425" tIns="91425" rIns="91425" bIns="91425" anchor="t" anchorCtr="0">
            <a:noAutofit/>
          </a:bodyPr>
          <a:lstStyle>
            <a:lvl1pPr lvl="0" rtl="0">
              <a:spcBef>
                <a:spcPts val="0"/>
              </a:spcBef>
              <a:spcAft>
                <a:spcPts val="0"/>
              </a:spcAft>
              <a:buClr>
                <a:schemeClr val="dk1"/>
              </a:buClr>
              <a:buSzPts val="1400"/>
              <a:buFont typeface="Cabin"/>
              <a:buNone/>
              <a:defRPr/>
            </a:lvl1pPr>
            <a:lvl2pPr lvl="1" rtl="0">
              <a:spcBef>
                <a:spcPts val="0"/>
              </a:spcBef>
              <a:spcAft>
                <a:spcPts val="0"/>
              </a:spcAft>
              <a:buClr>
                <a:schemeClr val="dk1"/>
              </a:buClr>
              <a:buSzPts val="1400"/>
              <a:buFont typeface="Cabin"/>
              <a:buNone/>
              <a:defRPr>
                <a:solidFill>
                  <a:schemeClr val="dk1"/>
                </a:solidFill>
                <a:latin typeface="Cabin"/>
                <a:ea typeface="Cabin"/>
                <a:cs typeface="Cabin"/>
                <a:sym typeface="Cabin"/>
              </a:defRPr>
            </a:lvl2pPr>
            <a:lvl3pPr lvl="2" rtl="0">
              <a:spcBef>
                <a:spcPts val="0"/>
              </a:spcBef>
              <a:spcAft>
                <a:spcPts val="0"/>
              </a:spcAft>
              <a:buClr>
                <a:schemeClr val="dk1"/>
              </a:buClr>
              <a:buSzPts val="1400"/>
              <a:buFont typeface="Cabin"/>
              <a:buNone/>
              <a:defRPr>
                <a:solidFill>
                  <a:schemeClr val="dk1"/>
                </a:solidFill>
                <a:latin typeface="Cabin"/>
                <a:ea typeface="Cabin"/>
                <a:cs typeface="Cabin"/>
                <a:sym typeface="Cabin"/>
              </a:defRPr>
            </a:lvl3pPr>
            <a:lvl4pPr lvl="3" rtl="0">
              <a:spcBef>
                <a:spcPts val="0"/>
              </a:spcBef>
              <a:spcAft>
                <a:spcPts val="0"/>
              </a:spcAft>
              <a:buClr>
                <a:schemeClr val="dk1"/>
              </a:buClr>
              <a:buSzPts val="1400"/>
              <a:buFont typeface="Cabin"/>
              <a:buNone/>
              <a:defRPr>
                <a:solidFill>
                  <a:schemeClr val="dk1"/>
                </a:solidFill>
                <a:latin typeface="Cabin"/>
                <a:ea typeface="Cabin"/>
                <a:cs typeface="Cabin"/>
                <a:sym typeface="Cabin"/>
              </a:defRPr>
            </a:lvl4pPr>
            <a:lvl5pPr lvl="4" rtl="0">
              <a:spcBef>
                <a:spcPts val="0"/>
              </a:spcBef>
              <a:spcAft>
                <a:spcPts val="0"/>
              </a:spcAft>
              <a:buClr>
                <a:schemeClr val="dk1"/>
              </a:buClr>
              <a:buSzPts val="1400"/>
              <a:buFont typeface="Cabin"/>
              <a:buNone/>
              <a:defRPr>
                <a:solidFill>
                  <a:schemeClr val="dk1"/>
                </a:solidFill>
                <a:latin typeface="Cabin"/>
                <a:ea typeface="Cabin"/>
                <a:cs typeface="Cabin"/>
                <a:sym typeface="Cabin"/>
              </a:defRPr>
            </a:lvl5pPr>
            <a:lvl6pPr lvl="5" rtl="0">
              <a:spcBef>
                <a:spcPts val="0"/>
              </a:spcBef>
              <a:spcAft>
                <a:spcPts val="0"/>
              </a:spcAft>
              <a:buClr>
                <a:schemeClr val="dk1"/>
              </a:buClr>
              <a:buSzPts val="1400"/>
              <a:buFont typeface="Cabin"/>
              <a:buNone/>
              <a:defRPr>
                <a:solidFill>
                  <a:schemeClr val="dk1"/>
                </a:solidFill>
                <a:latin typeface="Cabin"/>
                <a:ea typeface="Cabin"/>
                <a:cs typeface="Cabin"/>
                <a:sym typeface="Cabin"/>
              </a:defRPr>
            </a:lvl6pPr>
            <a:lvl7pPr lvl="6" rtl="0">
              <a:spcBef>
                <a:spcPts val="0"/>
              </a:spcBef>
              <a:spcAft>
                <a:spcPts val="0"/>
              </a:spcAft>
              <a:buClr>
                <a:schemeClr val="dk1"/>
              </a:buClr>
              <a:buSzPts val="1400"/>
              <a:buFont typeface="Cabin"/>
              <a:buNone/>
              <a:defRPr>
                <a:solidFill>
                  <a:schemeClr val="dk1"/>
                </a:solidFill>
                <a:latin typeface="Cabin"/>
                <a:ea typeface="Cabin"/>
                <a:cs typeface="Cabin"/>
                <a:sym typeface="Cabin"/>
              </a:defRPr>
            </a:lvl7pPr>
            <a:lvl8pPr lvl="7" rtl="0">
              <a:spcBef>
                <a:spcPts val="0"/>
              </a:spcBef>
              <a:spcAft>
                <a:spcPts val="0"/>
              </a:spcAft>
              <a:buClr>
                <a:schemeClr val="dk1"/>
              </a:buClr>
              <a:buSzPts val="1400"/>
              <a:buFont typeface="Cabin"/>
              <a:buNone/>
              <a:defRPr>
                <a:solidFill>
                  <a:schemeClr val="dk1"/>
                </a:solidFill>
                <a:latin typeface="Cabin"/>
                <a:ea typeface="Cabin"/>
                <a:cs typeface="Cabin"/>
                <a:sym typeface="Cabin"/>
              </a:defRPr>
            </a:lvl8pPr>
            <a:lvl9pPr lvl="8" rtl="0">
              <a:spcBef>
                <a:spcPts val="0"/>
              </a:spcBef>
              <a:spcAft>
                <a:spcPts val="0"/>
              </a:spcAft>
              <a:buClr>
                <a:schemeClr val="dk1"/>
              </a:buClr>
              <a:buSzPts val="1400"/>
              <a:buFont typeface="Cabin"/>
              <a:buNone/>
              <a:defRPr>
                <a:solidFill>
                  <a:schemeClr val="dk1"/>
                </a:solidFill>
                <a:latin typeface="Cabin"/>
                <a:ea typeface="Cabin"/>
                <a:cs typeface="Cabin"/>
                <a:sym typeface="Cabin"/>
              </a:defRPr>
            </a:lvl9pPr>
          </a:lstStyle>
          <a:p>
            <a:endParaRPr/>
          </a:p>
        </p:txBody>
      </p:sp>
      <p:sp>
        <p:nvSpPr>
          <p:cNvPr id="517" name="Google Shape;517;p13"/>
          <p:cNvSpPr txBox="1">
            <a:spLocks noGrp="1"/>
          </p:cNvSpPr>
          <p:nvPr>
            <p:ph type="title" hasCustomPrompt="1"/>
          </p:nvPr>
        </p:nvSpPr>
        <p:spPr>
          <a:xfrm>
            <a:off x="916400" y="1447219"/>
            <a:ext cx="898200" cy="810900"/>
          </a:xfrm>
          <a:prstGeom prst="rect">
            <a:avLst/>
          </a:prstGeom>
          <a:solidFill>
            <a:schemeClr val="accent1"/>
          </a:solidFill>
          <a:ln>
            <a:noFill/>
          </a:ln>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lvl1pPr lvl="0" algn="ctr" rtl="0">
              <a:spcBef>
                <a:spcPts val="0"/>
              </a:spcBef>
              <a:spcAft>
                <a:spcPts val="0"/>
              </a:spcAft>
              <a:buClr>
                <a:schemeClr val="accent6"/>
              </a:buClr>
              <a:buSzPts val="2000"/>
              <a:buFont typeface="Poppins"/>
              <a:buNone/>
              <a:defRPr/>
            </a:lvl1pPr>
            <a:lvl2pPr lvl="1"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2pPr>
            <a:lvl3pPr lvl="2"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3pPr>
            <a:lvl4pPr lvl="3"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4pPr>
            <a:lvl5pPr lvl="4"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5pPr>
            <a:lvl6pPr lvl="5"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6pPr>
            <a:lvl7pPr lvl="6"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7pPr>
            <a:lvl8pPr lvl="7"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8pPr>
            <a:lvl9pPr lvl="8"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9pPr>
          </a:lstStyle>
          <a:p>
            <a:r>
              <a:t>xx%</a:t>
            </a:r>
          </a:p>
        </p:txBody>
      </p:sp>
      <p:sp>
        <p:nvSpPr>
          <p:cNvPr id="518" name="Google Shape;518;p13"/>
          <p:cNvSpPr txBox="1">
            <a:spLocks noGrp="1"/>
          </p:cNvSpPr>
          <p:nvPr>
            <p:ph type="subTitle" idx="2"/>
          </p:nvPr>
        </p:nvSpPr>
        <p:spPr>
          <a:xfrm>
            <a:off x="1814600" y="1446725"/>
            <a:ext cx="2924400" cy="4326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dk1"/>
              </a:buClr>
              <a:buSzPts val="1400"/>
              <a:buFont typeface="Cabin"/>
              <a:buNone/>
              <a:defRPr sz="2200">
                <a:latin typeface="Jua"/>
                <a:ea typeface="Jua"/>
                <a:cs typeface="Jua"/>
                <a:sym typeface="Jua"/>
              </a:defRPr>
            </a:lvl1pPr>
            <a:lvl2pPr lvl="1" rtl="0">
              <a:spcBef>
                <a:spcPts val="0"/>
              </a:spcBef>
              <a:spcAft>
                <a:spcPts val="0"/>
              </a:spcAft>
              <a:buClr>
                <a:schemeClr val="dk1"/>
              </a:buClr>
              <a:buSzPts val="1400"/>
              <a:buFont typeface="Cabin"/>
              <a:buNone/>
              <a:defRPr>
                <a:solidFill>
                  <a:schemeClr val="dk1"/>
                </a:solidFill>
                <a:latin typeface="Cabin"/>
                <a:ea typeface="Cabin"/>
                <a:cs typeface="Cabin"/>
                <a:sym typeface="Cabin"/>
              </a:defRPr>
            </a:lvl2pPr>
            <a:lvl3pPr lvl="2" rtl="0">
              <a:spcBef>
                <a:spcPts val="0"/>
              </a:spcBef>
              <a:spcAft>
                <a:spcPts val="0"/>
              </a:spcAft>
              <a:buClr>
                <a:schemeClr val="dk1"/>
              </a:buClr>
              <a:buSzPts val="1400"/>
              <a:buFont typeface="Cabin"/>
              <a:buNone/>
              <a:defRPr>
                <a:solidFill>
                  <a:schemeClr val="dk1"/>
                </a:solidFill>
                <a:latin typeface="Cabin"/>
                <a:ea typeface="Cabin"/>
                <a:cs typeface="Cabin"/>
                <a:sym typeface="Cabin"/>
              </a:defRPr>
            </a:lvl3pPr>
            <a:lvl4pPr lvl="3" rtl="0">
              <a:spcBef>
                <a:spcPts val="0"/>
              </a:spcBef>
              <a:spcAft>
                <a:spcPts val="0"/>
              </a:spcAft>
              <a:buClr>
                <a:schemeClr val="dk1"/>
              </a:buClr>
              <a:buSzPts val="1400"/>
              <a:buFont typeface="Cabin"/>
              <a:buNone/>
              <a:defRPr>
                <a:solidFill>
                  <a:schemeClr val="dk1"/>
                </a:solidFill>
                <a:latin typeface="Cabin"/>
                <a:ea typeface="Cabin"/>
                <a:cs typeface="Cabin"/>
                <a:sym typeface="Cabin"/>
              </a:defRPr>
            </a:lvl4pPr>
            <a:lvl5pPr lvl="4" rtl="0">
              <a:spcBef>
                <a:spcPts val="0"/>
              </a:spcBef>
              <a:spcAft>
                <a:spcPts val="0"/>
              </a:spcAft>
              <a:buClr>
                <a:schemeClr val="dk1"/>
              </a:buClr>
              <a:buSzPts val="1400"/>
              <a:buFont typeface="Cabin"/>
              <a:buNone/>
              <a:defRPr>
                <a:solidFill>
                  <a:schemeClr val="dk1"/>
                </a:solidFill>
                <a:latin typeface="Cabin"/>
                <a:ea typeface="Cabin"/>
                <a:cs typeface="Cabin"/>
                <a:sym typeface="Cabin"/>
              </a:defRPr>
            </a:lvl5pPr>
            <a:lvl6pPr lvl="5" rtl="0">
              <a:spcBef>
                <a:spcPts val="0"/>
              </a:spcBef>
              <a:spcAft>
                <a:spcPts val="0"/>
              </a:spcAft>
              <a:buClr>
                <a:schemeClr val="dk1"/>
              </a:buClr>
              <a:buSzPts val="1400"/>
              <a:buFont typeface="Cabin"/>
              <a:buNone/>
              <a:defRPr>
                <a:solidFill>
                  <a:schemeClr val="dk1"/>
                </a:solidFill>
                <a:latin typeface="Cabin"/>
                <a:ea typeface="Cabin"/>
                <a:cs typeface="Cabin"/>
                <a:sym typeface="Cabin"/>
              </a:defRPr>
            </a:lvl6pPr>
            <a:lvl7pPr lvl="6" rtl="0">
              <a:spcBef>
                <a:spcPts val="0"/>
              </a:spcBef>
              <a:spcAft>
                <a:spcPts val="0"/>
              </a:spcAft>
              <a:buClr>
                <a:schemeClr val="dk1"/>
              </a:buClr>
              <a:buSzPts val="1400"/>
              <a:buFont typeface="Cabin"/>
              <a:buNone/>
              <a:defRPr>
                <a:solidFill>
                  <a:schemeClr val="dk1"/>
                </a:solidFill>
                <a:latin typeface="Cabin"/>
                <a:ea typeface="Cabin"/>
                <a:cs typeface="Cabin"/>
                <a:sym typeface="Cabin"/>
              </a:defRPr>
            </a:lvl7pPr>
            <a:lvl8pPr lvl="7" rtl="0">
              <a:spcBef>
                <a:spcPts val="0"/>
              </a:spcBef>
              <a:spcAft>
                <a:spcPts val="0"/>
              </a:spcAft>
              <a:buClr>
                <a:schemeClr val="dk1"/>
              </a:buClr>
              <a:buSzPts val="1400"/>
              <a:buFont typeface="Cabin"/>
              <a:buNone/>
              <a:defRPr>
                <a:solidFill>
                  <a:schemeClr val="dk1"/>
                </a:solidFill>
                <a:latin typeface="Cabin"/>
                <a:ea typeface="Cabin"/>
                <a:cs typeface="Cabin"/>
                <a:sym typeface="Cabin"/>
              </a:defRPr>
            </a:lvl8pPr>
            <a:lvl9pPr lvl="8" rtl="0">
              <a:spcBef>
                <a:spcPts val="0"/>
              </a:spcBef>
              <a:spcAft>
                <a:spcPts val="0"/>
              </a:spcAft>
              <a:buClr>
                <a:schemeClr val="dk1"/>
              </a:buClr>
              <a:buSzPts val="1400"/>
              <a:buFont typeface="Cabin"/>
              <a:buNone/>
              <a:defRPr>
                <a:solidFill>
                  <a:schemeClr val="dk1"/>
                </a:solidFill>
                <a:latin typeface="Cabin"/>
                <a:ea typeface="Cabin"/>
                <a:cs typeface="Cabin"/>
                <a:sym typeface="Cabin"/>
              </a:defRPr>
            </a:lvl9pPr>
          </a:lstStyle>
          <a:p>
            <a:endParaRPr/>
          </a:p>
        </p:txBody>
      </p:sp>
      <p:sp>
        <p:nvSpPr>
          <p:cNvPr id="519" name="Google Shape;519;p13"/>
          <p:cNvSpPr txBox="1">
            <a:spLocks noGrp="1"/>
          </p:cNvSpPr>
          <p:nvPr>
            <p:ph type="subTitle" idx="3"/>
          </p:nvPr>
        </p:nvSpPr>
        <p:spPr>
          <a:xfrm>
            <a:off x="1814600" y="2854826"/>
            <a:ext cx="2766900" cy="513900"/>
          </a:xfrm>
          <a:prstGeom prst="rect">
            <a:avLst/>
          </a:prstGeom>
          <a:noFill/>
        </p:spPr>
        <p:txBody>
          <a:bodyPr spcFirstLastPara="1" wrap="square" lIns="91425" tIns="91425" rIns="91425" bIns="91425" anchor="t" anchorCtr="0">
            <a:noAutofit/>
          </a:bodyPr>
          <a:lstStyle>
            <a:lvl1pPr lvl="0" rtl="0">
              <a:spcBef>
                <a:spcPts val="0"/>
              </a:spcBef>
              <a:spcAft>
                <a:spcPts val="0"/>
              </a:spcAft>
              <a:buClr>
                <a:schemeClr val="dk1"/>
              </a:buClr>
              <a:buSzPts val="1400"/>
              <a:buFont typeface="Cabin"/>
              <a:buNone/>
              <a:defRPr/>
            </a:lvl1pPr>
            <a:lvl2pPr lvl="1" rtl="0">
              <a:spcBef>
                <a:spcPts val="0"/>
              </a:spcBef>
              <a:spcAft>
                <a:spcPts val="0"/>
              </a:spcAft>
              <a:buClr>
                <a:schemeClr val="dk1"/>
              </a:buClr>
              <a:buSzPts val="1400"/>
              <a:buFont typeface="Cabin"/>
              <a:buNone/>
              <a:defRPr>
                <a:solidFill>
                  <a:schemeClr val="dk1"/>
                </a:solidFill>
                <a:latin typeface="Cabin"/>
                <a:ea typeface="Cabin"/>
                <a:cs typeface="Cabin"/>
                <a:sym typeface="Cabin"/>
              </a:defRPr>
            </a:lvl2pPr>
            <a:lvl3pPr lvl="2" rtl="0">
              <a:spcBef>
                <a:spcPts val="0"/>
              </a:spcBef>
              <a:spcAft>
                <a:spcPts val="0"/>
              </a:spcAft>
              <a:buClr>
                <a:schemeClr val="dk1"/>
              </a:buClr>
              <a:buSzPts val="1400"/>
              <a:buFont typeface="Cabin"/>
              <a:buNone/>
              <a:defRPr>
                <a:solidFill>
                  <a:schemeClr val="dk1"/>
                </a:solidFill>
                <a:latin typeface="Cabin"/>
                <a:ea typeface="Cabin"/>
                <a:cs typeface="Cabin"/>
                <a:sym typeface="Cabin"/>
              </a:defRPr>
            </a:lvl3pPr>
            <a:lvl4pPr lvl="3" rtl="0">
              <a:spcBef>
                <a:spcPts val="0"/>
              </a:spcBef>
              <a:spcAft>
                <a:spcPts val="0"/>
              </a:spcAft>
              <a:buClr>
                <a:schemeClr val="dk1"/>
              </a:buClr>
              <a:buSzPts val="1400"/>
              <a:buFont typeface="Cabin"/>
              <a:buNone/>
              <a:defRPr>
                <a:solidFill>
                  <a:schemeClr val="dk1"/>
                </a:solidFill>
                <a:latin typeface="Cabin"/>
                <a:ea typeface="Cabin"/>
                <a:cs typeface="Cabin"/>
                <a:sym typeface="Cabin"/>
              </a:defRPr>
            </a:lvl4pPr>
            <a:lvl5pPr lvl="4" rtl="0">
              <a:spcBef>
                <a:spcPts val="0"/>
              </a:spcBef>
              <a:spcAft>
                <a:spcPts val="0"/>
              </a:spcAft>
              <a:buClr>
                <a:schemeClr val="dk1"/>
              </a:buClr>
              <a:buSzPts val="1400"/>
              <a:buFont typeface="Cabin"/>
              <a:buNone/>
              <a:defRPr>
                <a:solidFill>
                  <a:schemeClr val="dk1"/>
                </a:solidFill>
                <a:latin typeface="Cabin"/>
                <a:ea typeface="Cabin"/>
                <a:cs typeface="Cabin"/>
                <a:sym typeface="Cabin"/>
              </a:defRPr>
            </a:lvl5pPr>
            <a:lvl6pPr lvl="5" rtl="0">
              <a:spcBef>
                <a:spcPts val="0"/>
              </a:spcBef>
              <a:spcAft>
                <a:spcPts val="0"/>
              </a:spcAft>
              <a:buClr>
                <a:schemeClr val="dk1"/>
              </a:buClr>
              <a:buSzPts val="1400"/>
              <a:buFont typeface="Cabin"/>
              <a:buNone/>
              <a:defRPr>
                <a:solidFill>
                  <a:schemeClr val="dk1"/>
                </a:solidFill>
                <a:latin typeface="Cabin"/>
                <a:ea typeface="Cabin"/>
                <a:cs typeface="Cabin"/>
                <a:sym typeface="Cabin"/>
              </a:defRPr>
            </a:lvl6pPr>
            <a:lvl7pPr lvl="6" rtl="0">
              <a:spcBef>
                <a:spcPts val="0"/>
              </a:spcBef>
              <a:spcAft>
                <a:spcPts val="0"/>
              </a:spcAft>
              <a:buClr>
                <a:schemeClr val="dk1"/>
              </a:buClr>
              <a:buSzPts val="1400"/>
              <a:buFont typeface="Cabin"/>
              <a:buNone/>
              <a:defRPr>
                <a:solidFill>
                  <a:schemeClr val="dk1"/>
                </a:solidFill>
                <a:latin typeface="Cabin"/>
                <a:ea typeface="Cabin"/>
                <a:cs typeface="Cabin"/>
                <a:sym typeface="Cabin"/>
              </a:defRPr>
            </a:lvl7pPr>
            <a:lvl8pPr lvl="7" rtl="0">
              <a:spcBef>
                <a:spcPts val="0"/>
              </a:spcBef>
              <a:spcAft>
                <a:spcPts val="0"/>
              </a:spcAft>
              <a:buClr>
                <a:schemeClr val="dk1"/>
              </a:buClr>
              <a:buSzPts val="1400"/>
              <a:buFont typeface="Cabin"/>
              <a:buNone/>
              <a:defRPr>
                <a:solidFill>
                  <a:schemeClr val="dk1"/>
                </a:solidFill>
                <a:latin typeface="Cabin"/>
                <a:ea typeface="Cabin"/>
                <a:cs typeface="Cabin"/>
                <a:sym typeface="Cabin"/>
              </a:defRPr>
            </a:lvl8pPr>
            <a:lvl9pPr lvl="8" rtl="0">
              <a:spcBef>
                <a:spcPts val="0"/>
              </a:spcBef>
              <a:spcAft>
                <a:spcPts val="0"/>
              </a:spcAft>
              <a:buClr>
                <a:schemeClr val="dk1"/>
              </a:buClr>
              <a:buSzPts val="1400"/>
              <a:buFont typeface="Cabin"/>
              <a:buNone/>
              <a:defRPr>
                <a:solidFill>
                  <a:schemeClr val="dk1"/>
                </a:solidFill>
                <a:latin typeface="Cabin"/>
                <a:ea typeface="Cabin"/>
                <a:cs typeface="Cabin"/>
                <a:sym typeface="Cabin"/>
              </a:defRPr>
            </a:lvl9pPr>
          </a:lstStyle>
          <a:p>
            <a:endParaRPr/>
          </a:p>
        </p:txBody>
      </p:sp>
      <p:sp>
        <p:nvSpPr>
          <p:cNvPr id="520" name="Google Shape;520;p13"/>
          <p:cNvSpPr txBox="1">
            <a:spLocks noGrp="1"/>
          </p:cNvSpPr>
          <p:nvPr>
            <p:ph type="title" idx="4" hasCustomPrompt="1"/>
          </p:nvPr>
        </p:nvSpPr>
        <p:spPr>
          <a:xfrm>
            <a:off x="916313" y="2513082"/>
            <a:ext cx="898200" cy="811500"/>
          </a:xfrm>
          <a:prstGeom prst="rect">
            <a:avLst/>
          </a:prstGeom>
          <a:solidFill>
            <a:schemeClr val="accent1"/>
          </a:solidFill>
          <a:ln>
            <a:noFill/>
          </a:ln>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lvl1pPr lvl="0" algn="ctr" rtl="0">
              <a:spcBef>
                <a:spcPts val="0"/>
              </a:spcBef>
              <a:spcAft>
                <a:spcPts val="0"/>
              </a:spcAft>
              <a:buClr>
                <a:schemeClr val="accent6"/>
              </a:buClr>
              <a:buSzPts val="2000"/>
              <a:buFont typeface="Poppins"/>
              <a:buNone/>
              <a:defRPr/>
            </a:lvl1pPr>
            <a:lvl2pPr lvl="1"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2pPr>
            <a:lvl3pPr lvl="2"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3pPr>
            <a:lvl4pPr lvl="3"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4pPr>
            <a:lvl5pPr lvl="4"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5pPr>
            <a:lvl6pPr lvl="5"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6pPr>
            <a:lvl7pPr lvl="6"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7pPr>
            <a:lvl8pPr lvl="7"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8pPr>
            <a:lvl9pPr lvl="8"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9pPr>
          </a:lstStyle>
          <a:p>
            <a:r>
              <a:t>xx%</a:t>
            </a:r>
          </a:p>
        </p:txBody>
      </p:sp>
      <p:sp>
        <p:nvSpPr>
          <p:cNvPr id="521" name="Google Shape;521;p13"/>
          <p:cNvSpPr txBox="1">
            <a:spLocks noGrp="1"/>
          </p:cNvSpPr>
          <p:nvPr>
            <p:ph type="subTitle" idx="5"/>
          </p:nvPr>
        </p:nvSpPr>
        <p:spPr>
          <a:xfrm>
            <a:off x="1814600" y="2498438"/>
            <a:ext cx="2924400" cy="4326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dk1"/>
              </a:buClr>
              <a:buSzPts val="1400"/>
              <a:buFont typeface="Cabin"/>
              <a:buNone/>
              <a:defRPr sz="2200">
                <a:latin typeface="Jua"/>
                <a:ea typeface="Jua"/>
                <a:cs typeface="Jua"/>
                <a:sym typeface="Jua"/>
              </a:defRPr>
            </a:lvl1pPr>
            <a:lvl2pPr lvl="1" rtl="0">
              <a:spcBef>
                <a:spcPts val="0"/>
              </a:spcBef>
              <a:spcAft>
                <a:spcPts val="0"/>
              </a:spcAft>
              <a:buClr>
                <a:schemeClr val="dk1"/>
              </a:buClr>
              <a:buSzPts val="1400"/>
              <a:buFont typeface="Cabin"/>
              <a:buNone/>
              <a:defRPr>
                <a:solidFill>
                  <a:schemeClr val="dk1"/>
                </a:solidFill>
                <a:latin typeface="Cabin"/>
                <a:ea typeface="Cabin"/>
                <a:cs typeface="Cabin"/>
                <a:sym typeface="Cabin"/>
              </a:defRPr>
            </a:lvl2pPr>
            <a:lvl3pPr lvl="2" rtl="0">
              <a:spcBef>
                <a:spcPts val="0"/>
              </a:spcBef>
              <a:spcAft>
                <a:spcPts val="0"/>
              </a:spcAft>
              <a:buClr>
                <a:schemeClr val="dk1"/>
              </a:buClr>
              <a:buSzPts val="1400"/>
              <a:buFont typeface="Cabin"/>
              <a:buNone/>
              <a:defRPr>
                <a:solidFill>
                  <a:schemeClr val="dk1"/>
                </a:solidFill>
                <a:latin typeface="Cabin"/>
                <a:ea typeface="Cabin"/>
                <a:cs typeface="Cabin"/>
                <a:sym typeface="Cabin"/>
              </a:defRPr>
            </a:lvl3pPr>
            <a:lvl4pPr lvl="3" rtl="0">
              <a:spcBef>
                <a:spcPts val="0"/>
              </a:spcBef>
              <a:spcAft>
                <a:spcPts val="0"/>
              </a:spcAft>
              <a:buClr>
                <a:schemeClr val="dk1"/>
              </a:buClr>
              <a:buSzPts val="1400"/>
              <a:buFont typeface="Cabin"/>
              <a:buNone/>
              <a:defRPr>
                <a:solidFill>
                  <a:schemeClr val="dk1"/>
                </a:solidFill>
                <a:latin typeface="Cabin"/>
                <a:ea typeface="Cabin"/>
                <a:cs typeface="Cabin"/>
                <a:sym typeface="Cabin"/>
              </a:defRPr>
            </a:lvl4pPr>
            <a:lvl5pPr lvl="4" rtl="0">
              <a:spcBef>
                <a:spcPts val="0"/>
              </a:spcBef>
              <a:spcAft>
                <a:spcPts val="0"/>
              </a:spcAft>
              <a:buClr>
                <a:schemeClr val="dk1"/>
              </a:buClr>
              <a:buSzPts val="1400"/>
              <a:buFont typeface="Cabin"/>
              <a:buNone/>
              <a:defRPr>
                <a:solidFill>
                  <a:schemeClr val="dk1"/>
                </a:solidFill>
                <a:latin typeface="Cabin"/>
                <a:ea typeface="Cabin"/>
                <a:cs typeface="Cabin"/>
                <a:sym typeface="Cabin"/>
              </a:defRPr>
            </a:lvl5pPr>
            <a:lvl6pPr lvl="5" rtl="0">
              <a:spcBef>
                <a:spcPts val="0"/>
              </a:spcBef>
              <a:spcAft>
                <a:spcPts val="0"/>
              </a:spcAft>
              <a:buClr>
                <a:schemeClr val="dk1"/>
              </a:buClr>
              <a:buSzPts val="1400"/>
              <a:buFont typeface="Cabin"/>
              <a:buNone/>
              <a:defRPr>
                <a:solidFill>
                  <a:schemeClr val="dk1"/>
                </a:solidFill>
                <a:latin typeface="Cabin"/>
                <a:ea typeface="Cabin"/>
                <a:cs typeface="Cabin"/>
                <a:sym typeface="Cabin"/>
              </a:defRPr>
            </a:lvl6pPr>
            <a:lvl7pPr lvl="6" rtl="0">
              <a:spcBef>
                <a:spcPts val="0"/>
              </a:spcBef>
              <a:spcAft>
                <a:spcPts val="0"/>
              </a:spcAft>
              <a:buClr>
                <a:schemeClr val="dk1"/>
              </a:buClr>
              <a:buSzPts val="1400"/>
              <a:buFont typeface="Cabin"/>
              <a:buNone/>
              <a:defRPr>
                <a:solidFill>
                  <a:schemeClr val="dk1"/>
                </a:solidFill>
                <a:latin typeface="Cabin"/>
                <a:ea typeface="Cabin"/>
                <a:cs typeface="Cabin"/>
                <a:sym typeface="Cabin"/>
              </a:defRPr>
            </a:lvl7pPr>
            <a:lvl8pPr lvl="7" rtl="0">
              <a:spcBef>
                <a:spcPts val="0"/>
              </a:spcBef>
              <a:spcAft>
                <a:spcPts val="0"/>
              </a:spcAft>
              <a:buClr>
                <a:schemeClr val="dk1"/>
              </a:buClr>
              <a:buSzPts val="1400"/>
              <a:buFont typeface="Cabin"/>
              <a:buNone/>
              <a:defRPr>
                <a:solidFill>
                  <a:schemeClr val="dk1"/>
                </a:solidFill>
                <a:latin typeface="Cabin"/>
                <a:ea typeface="Cabin"/>
                <a:cs typeface="Cabin"/>
                <a:sym typeface="Cabin"/>
              </a:defRPr>
            </a:lvl8pPr>
            <a:lvl9pPr lvl="8" rtl="0">
              <a:spcBef>
                <a:spcPts val="0"/>
              </a:spcBef>
              <a:spcAft>
                <a:spcPts val="0"/>
              </a:spcAft>
              <a:buClr>
                <a:schemeClr val="dk1"/>
              </a:buClr>
              <a:buSzPts val="1400"/>
              <a:buFont typeface="Cabin"/>
              <a:buNone/>
              <a:defRPr>
                <a:solidFill>
                  <a:schemeClr val="dk1"/>
                </a:solidFill>
                <a:latin typeface="Cabin"/>
                <a:ea typeface="Cabin"/>
                <a:cs typeface="Cabin"/>
                <a:sym typeface="Cabin"/>
              </a:defRPr>
            </a:lvl9pPr>
          </a:lstStyle>
          <a:p>
            <a:endParaRPr/>
          </a:p>
        </p:txBody>
      </p:sp>
      <p:sp>
        <p:nvSpPr>
          <p:cNvPr id="522" name="Google Shape;522;p13"/>
          <p:cNvSpPr txBox="1">
            <a:spLocks noGrp="1"/>
          </p:cNvSpPr>
          <p:nvPr>
            <p:ph type="subTitle" idx="6"/>
          </p:nvPr>
        </p:nvSpPr>
        <p:spPr>
          <a:xfrm>
            <a:off x="1814600" y="3906538"/>
            <a:ext cx="2766900" cy="513900"/>
          </a:xfrm>
          <a:prstGeom prst="rect">
            <a:avLst/>
          </a:prstGeom>
          <a:noFill/>
        </p:spPr>
        <p:txBody>
          <a:bodyPr spcFirstLastPara="1" wrap="square" lIns="91425" tIns="91425" rIns="91425" bIns="91425" anchor="t" anchorCtr="0">
            <a:noAutofit/>
          </a:bodyPr>
          <a:lstStyle>
            <a:lvl1pPr lvl="0" rtl="0">
              <a:spcBef>
                <a:spcPts val="0"/>
              </a:spcBef>
              <a:spcAft>
                <a:spcPts val="0"/>
              </a:spcAft>
              <a:buClr>
                <a:schemeClr val="dk1"/>
              </a:buClr>
              <a:buSzPts val="1400"/>
              <a:buFont typeface="Cabin"/>
              <a:buNone/>
              <a:defRPr/>
            </a:lvl1pPr>
            <a:lvl2pPr lvl="1" rtl="0">
              <a:spcBef>
                <a:spcPts val="0"/>
              </a:spcBef>
              <a:spcAft>
                <a:spcPts val="0"/>
              </a:spcAft>
              <a:buClr>
                <a:schemeClr val="dk1"/>
              </a:buClr>
              <a:buSzPts val="1400"/>
              <a:buFont typeface="Cabin"/>
              <a:buNone/>
              <a:defRPr>
                <a:solidFill>
                  <a:schemeClr val="dk1"/>
                </a:solidFill>
                <a:latin typeface="Cabin"/>
                <a:ea typeface="Cabin"/>
                <a:cs typeface="Cabin"/>
                <a:sym typeface="Cabin"/>
              </a:defRPr>
            </a:lvl2pPr>
            <a:lvl3pPr lvl="2" rtl="0">
              <a:spcBef>
                <a:spcPts val="0"/>
              </a:spcBef>
              <a:spcAft>
                <a:spcPts val="0"/>
              </a:spcAft>
              <a:buClr>
                <a:schemeClr val="dk1"/>
              </a:buClr>
              <a:buSzPts val="1400"/>
              <a:buFont typeface="Cabin"/>
              <a:buNone/>
              <a:defRPr>
                <a:solidFill>
                  <a:schemeClr val="dk1"/>
                </a:solidFill>
                <a:latin typeface="Cabin"/>
                <a:ea typeface="Cabin"/>
                <a:cs typeface="Cabin"/>
                <a:sym typeface="Cabin"/>
              </a:defRPr>
            </a:lvl3pPr>
            <a:lvl4pPr lvl="3" rtl="0">
              <a:spcBef>
                <a:spcPts val="0"/>
              </a:spcBef>
              <a:spcAft>
                <a:spcPts val="0"/>
              </a:spcAft>
              <a:buClr>
                <a:schemeClr val="dk1"/>
              </a:buClr>
              <a:buSzPts val="1400"/>
              <a:buFont typeface="Cabin"/>
              <a:buNone/>
              <a:defRPr>
                <a:solidFill>
                  <a:schemeClr val="dk1"/>
                </a:solidFill>
                <a:latin typeface="Cabin"/>
                <a:ea typeface="Cabin"/>
                <a:cs typeface="Cabin"/>
                <a:sym typeface="Cabin"/>
              </a:defRPr>
            </a:lvl4pPr>
            <a:lvl5pPr lvl="4" rtl="0">
              <a:spcBef>
                <a:spcPts val="0"/>
              </a:spcBef>
              <a:spcAft>
                <a:spcPts val="0"/>
              </a:spcAft>
              <a:buClr>
                <a:schemeClr val="dk1"/>
              </a:buClr>
              <a:buSzPts val="1400"/>
              <a:buFont typeface="Cabin"/>
              <a:buNone/>
              <a:defRPr>
                <a:solidFill>
                  <a:schemeClr val="dk1"/>
                </a:solidFill>
                <a:latin typeface="Cabin"/>
                <a:ea typeface="Cabin"/>
                <a:cs typeface="Cabin"/>
                <a:sym typeface="Cabin"/>
              </a:defRPr>
            </a:lvl5pPr>
            <a:lvl6pPr lvl="5" rtl="0">
              <a:spcBef>
                <a:spcPts val="0"/>
              </a:spcBef>
              <a:spcAft>
                <a:spcPts val="0"/>
              </a:spcAft>
              <a:buClr>
                <a:schemeClr val="dk1"/>
              </a:buClr>
              <a:buSzPts val="1400"/>
              <a:buFont typeface="Cabin"/>
              <a:buNone/>
              <a:defRPr>
                <a:solidFill>
                  <a:schemeClr val="dk1"/>
                </a:solidFill>
                <a:latin typeface="Cabin"/>
                <a:ea typeface="Cabin"/>
                <a:cs typeface="Cabin"/>
                <a:sym typeface="Cabin"/>
              </a:defRPr>
            </a:lvl6pPr>
            <a:lvl7pPr lvl="6" rtl="0">
              <a:spcBef>
                <a:spcPts val="0"/>
              </a:spcBef>
              <a:spcAft>
                <a:spcPts val="0"/>
              </a:spcAft>
              <a:buClr>
                <a:schemeClr val="dk1"/>
              </a:buClr>
              <a:buSzPts val="1400"/>
              <a:buFont typeface="Cabin"/>
              <a:buNone/>
              <a:defRPr>
                <a:solidFill>
                  <a:schemeClr val="dk1"/>
                </a:solidFill>
                <a:latin typeface="Cabin"/>
                <a:ea typeface="Cabin"/>
                <a:cs typeface="Cabin"/>
                <a:sym typeface="Cabin"/>
              </a:defRPr>
            </a:lvl7pPr>
            <a:lvl8pPr lvl="7" rtl="0">
              <a:spcBef>
                <a:spcPts val="0"/>
              </a:spcBef>
              <a:spcAft>
                <a:spcPts val="0"/>
              </a:spcAft>
              <a:buClr>
                <a:schemeClr val="dk1"/>
              </a:buClr>
              <a:buSzPts val="1400"/>
              <a:buFont typeface="Cabin"/>
              <a:buNone/>
              <a:defRPr>
                <a:solidFill>
                  <a:schemeClr val="dk1"/>
                </a:solidFill>
                <a:latin typeface="Cabin"/>
                <a:ea typeface="Cabin"/>
                <a:cs typeface="Cabin"/>
                <a:sym typeface="Cabin"/>
              </a:defRPr>
            </a:lvl8pPr>
            <a:lvl9pPr lvl="8" rtl="0">
              <a:spcBef>
                <a:spcPts val="0"/>
              </a:spcBef>
              <a:spcAft>
                <a:spcPts val="0"/>
              </a:spcAft>
              <a:buClr>
                <a:schemeClr val="dk1"/>
              </a:buClr>
              <a:buSzPts val="1400"/>
              <a:buFont typeface="Cabin"/>
              <a:buNone/>
              <a:defRPr>
                <a:solidFill>
                  <a:schemeClr val="dk1"/>
                </a:solidFill>
                <a:latin typeface="Cabin"/>
                <a:ea typeface="Cabin"/>
                <a:cs typeface="Cabin"/>
                <a:sym typeface="Cabin"/>
              </a:defRPr>
            </a:lvl9pPr>
          </a:lstStyle>
          <a:p>
            <a:endParaRPr/>
          </a:p>
        </p:txBody>
      </p:sp>
      <p:sp>
        <p:nvSpPr>
          <p:cNvPr id="523" name="Google Shape;523;p13"/>
          <p:cNvSpPr txBox="1">
            <a:spLocks noGrp="1"/>
          </p:cNvSpPr>
          <p:nvPr>
            <p:ph type="title" idx="7" hasCustomPrompt="1"/>
          </p:nvPr>
        </p:nvSpPr>
        <p:spPr>
          <a:xfrm>
            <a:off x="902638" y="3579545"/>
            <a:ext cx="898200" cy="811500"/>
          </a:xfrm>
          <a:prstGeom prst="rect">
            <a:avLst/>
          </a:prstGeom>
          <a:solidFill>
            <a:schemeClr val="accent1"/>
          </a:solidFill>
          <a:ln>
            <a:noFill/>
          </a:ln>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lvl1pPr lvl="0" algn="ctr" rtl="0">
              <a:spcBef>
                <a:spcPts val="0"/>
              </a:spcBef>
              <a:spcAft>
                <a:spcPts val="0"/>
              </a:spcAft>
              <a:buClr>
                <a:schemeClr val="accent6"/>
              </a:buClr>
              <a:buSzPts val="2000"/>
              <a:buFont typeface="Poppins"/>
              <a:buNone/>
              <a:defRPr/>
            </a:lvl1pPr>
            <a:lvl2pPr lvl="1"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2pPr>
            <a:lvl3pPr lvl="2"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3pPr>
            <a:lvl4pPr lvl="3"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4pPr>
            <a:lvl5pPr lvl="4"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5pPr>
            <a:lvl6pPr lvl="5"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6pPr>
            <a:lvl7pPr lvl="6"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7pPr>
            <a:lvl8pPr lvl="7"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8pPr>
            <a:lvl9pPr lvl="8"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9pPr>
          </a:lstStyle>
          <a:p>
            <a:r>
              <a:t>xx%</a:t>
            </a:r>
          </a:p>
        </p:txBody>
      </p:sp>
      <p:sp>
        <p:nvSpPr>
          <p:cNvPr id="524" name="Google Shape;524;p13"/>
          <p:cNvSpPr txBox="1">
            <a:spLocks noGrp="1"/>
          </p:cNvSpPr>
          <p:nvPr>
            <p:ph type="subTitle" idx="8"/>
          </p:nvPr>
        </p:nvSpPr>
        <p:spPr>
          <a:xfrm>
            <a:off x="1814600" y="3550150"/>
            <a:ext cx="2924400" cy="4326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dk1"/>
              </a:buClr>
              <a:buSzPts val="1400"/>
              <a:buFont typeface="Cabin"/>
              <a:buNone/>
              <a:defRPr sz="2200">
                <a:latin typeface="Jua"/>
                <a:ea typeface="Jua"/>
                <a:cs typeface="Jua"/>
                <a:sym typeface="Jua"/>
              </a:defRPr>
            </a:lvl1pPr>
            <a:lvl2pPr lvl="1" rtl="0">
              <a:spcBef>
                <a:spcPts val="0"/>
              </a:spcBef>
              <a:spcAft>
                <a:spcPts val="0"/>
              </a:spcAft>
              <a:buClr>
                <a:schemeClr val="dk1"/>
              </a:buClr>
              <a:buSzPts val="1400"/>
              <a:buFont typeface="Cabin"/>
              <a:buNone/>
              <a:defRPr>
                <a:solidFill>
                  <a:schemeClr val="dk1"/>
                </a:solidFill>
                <a:latin typeface="Cabin"/>
                <a:ea typeface="Cabin"/>
                <a:cs typeface="Cabin"/>
                <a:sym typeface="Cabin"/>
              </a:defRPr>
            </a:lvl2pPr>
            <a:lvl3pPr lvl="2" rtl="0">
              <a:spcBef>
                <a:spcPts val="0"/>
              </a:spcBef>
              <a:spcAft>
                <a:spcPts val="0"/>
              </a:spcAft>
              <a:buClr>
                <a:schemeClr val="dk1"/>
              </a:buClr>
              <a:buSzPts val="1400"/>
              <a:buFont typeface="Cabin"/>
              <a:buNone/>
              <a:defRPr>
                <a:solidFill>
                  <a:schemeClr val="dk1"/>
                </a:solidFill>
                <a:latin typeface="Cabin"/>
                <a:ea typeface="Cabin"/>
                <a:cs typeface="Cabin"/>
                <a:sym typeface="Cabin"/>
              </a:defRPr>
            </a:lvl3pPr>
            <a:lvl4pPr lvl="3" rtl="0">
              <a:spcBef>
                <a:spcPts val="0"/>
              </a:spcBef>
              <a:spcAft>
                <a:spcPts val="0"/>
              </a:spcAft>
              <a:buClr>
                <a:schemeClr val="dk1"/>
              </a:buClr>
              <a:buSzPts val="1400"/>
              <a:buFont typeface="Cabin"/>
              <a:buNone/>
              <a:defRPr>
                <a:solidFill>
                  <a:schemeClr val="dk1"/>
                </a:solidFill>
                <a:latin typeface="Cabin"/>
                <a:ea typeface="Cabin"/>
                <a:cs typeface="Cabin"/>
                <a:sym typeface="Cabin"/>
              </a:defRPr>
            </a:lvl4pPr>
            <a:lvl5pPr lvl="4" rtl="0">
              <a:spcBef>
                <a:spcPts val="0"/>
              </a:spcBef>
              <a:spcAft>
                <a:spcPts val="0"/>
              </a:spcAft>
              <a:buClr>
                <a:schemeClr val="dk1"/>
              </a:buClr>
              <a:buSzPts val="1400"/>
              <a:buFont typeface="Cabin"/>
              <a:buNone/>
              <a:defRPr>
                <a:solidFill>
                  <a:schemeClr val="dk1"/>
                </a:solidFill>
                <a:latin typeface="Cabin"/>
                <a:ea typeface="Cabin"/>
                <a:cs typeface="Cabin"/>
                <a:sym typeface="Cabin"/>
              </a:defRPr>
            </a:lvl5pPr>
            <a:lvl6pPr lvl="5" rtl="0">
              <a:spcBef>
                <a:spcPts val="0"/>
              </a:spcBef>
              <a:spcAft>
                <a:spcPts val="0"/>
              </a:spcAft>
              <a:buClr>
                <a:schemeClr val="dk1"/>
              </a:buClr>
              <a:buSzPts val="1400"/>
              <a:buFont typeface="Cabin"/>
              <a:buNone/>
              <a:defRPr>
                <a:solidFill>
                  <a:schemeClr val="dk1"/>
                </a:solidFill>
                <a:latin typeface="Cabin"/>
                <a:ea typeface="Cabin"/>
                <a:cs typeface="Cabin"/>
                <a:sym typeface="Cabin"/>
              </a:defRPr>
            </a:lvl6pPr>
            <a:lvl7pPr lvl="6" rtl="0">
              <a:spcBef>
                <a:spcPts val="0"/>
              </a:spcBef>
              <a:spcAft>
                <a:spcPts val="0"/>
              </a:spcAft>
              <a:buClr>
                <a:schemeClr val="dk1"/>
              </a:buClr>
              <a:buSzPts val="1400"/>
              <a:buFont typeface="Cabin"/>
              <a:buNone/>
              <a:defRPr>
                <a:solidFill>
                  <a:schemeClr val="dk1"/>
                </a:solidFill>
                <a:latin typeface="Cabin"/>
                <a:ea typeface="Cabin"/>
                <a:cs typeface="Cabin"/>
                <a:sym typeface="Cabin"/>
              </a:defRPr>
            </a:lvl7pPr>
            <a:lvl8pPr lvl="7" rtl="0">
              <a:spcBef>
                <a:spcPts val="0"/>
              </a:spcBef>
              <a:spcAft>
                <a:spcPts val="0"/>
              </a:spcAft>
              <a:buClr>
                <a:schemeClr val="dk1"/>
              </a:buClr>
              <a:buSzPts val="1400"/>
              <a:buFont typeface="Cabin"/>
              <a:buNone/>
              <a:defRPr>
                <a:solidFill>
                  <a:schemeClr val="dk1"/>
                </a:solidFill>
                <a:latin typeface="Cabin"/>
                <a:ea typeface="Cabin"/>
                <a:cs typeface="Cabin"/>
                <a:sym typeface="Cabin"/>
              </a:defRPr>
            </a:lvl8pPr>
            <a:lvl9pPr lvl="8" rtl="0">
              <a:spcBef>
                <a:spcPts val="0"/>
              </a:spcBef>
              <a:spcAft>
                <a:spcPts val="0"/>
              </a:spcAft>
              <a:buClr>
                <a:schemeClr val="dk1"/>
              </a:buClr>
              <a:buSzPts val="1400"/>
              <a:buFont typeface="Cabin"/>
              <a:buNone/>
              <a:defRPr>
                <a:solidFill>
                  <a:schemeClr val="dk1"/>
                </a:solidFill>
                <a:latin typeface="Cabin"/>
                <a:ea typeface="Cabin"/>
                <a:cs typeface="Cabin"/>
                <a:sym typeface="Cabin"/>
              </a:defRPr>
            </a:lvl9pPr>
          </a:lstStyle>
          <a:p>
            <a:endParaRPr/>
          </a:p>
        </p:txBody>
      </p:sp>
      <p:sp>
        <p:nvSpPr>
          <p:cNvPr id="525" name="Google Shape;525;p13"/>
          <p:cNvSpPr txBox="1">
            <a:spLocks noGrp="1"/>
          </p:cNvSpPr>
          <p:nvPr>
            <p:ph type="subTitle" idx="9"/>
          </p:nvPr>
        </p:nvSpPr>
        <p:spPr>
          <a:xfrm>
            <a:off x="5481775" y="1803620"/>
            <a:ext cx="2766900" cy="5139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1400"/>
              <a:buFont typeface="Cabin"/>
              <a:buNone/>
              <a:defRPr/>
            </a:lvl1pPr>
            <a:lvl2pPr lvl="1" rtl="0">
              <a:spcBef>
                <a:spcPts val="0"/>
              </a:spcBef>
              <a:spcAft>
                <a:spcPts val="0"/>
              </a:spcAft>
              <a:buClr>
                <a:schemeClr val="dk1"/>
              </a:buClr>
              <a:buSzPts val="1400"/>
              <a:buFont typeface="Cabin"/>
              <a:buNone/>
              <a:defRPr>
                <a:solidFill>
                  <a:schemeClr val="dk1"/>
                </a:solidFill>
                <a:latin typeface="Cabin"/>
                <a:ea typeface="Cabin"/>
                <a:cs typeface="Cabin"/>
                <a:sym typeface="Cabin"/>
              </a:defRPr>
            </a:lvl2pPr>
            <a:lvl3pPr lvl="2" rtl="0">
              <a:spcBef>
                <a:spcPts val="0"/>
              </a:spcBef>
              <a:spcAft>
                <a:spcPts val="0"/>
              </a:spcAft>
              <a:buClr>
                <a:schemeClr val="dk1"/>
              </a:buClr>
              <a:buSzPts val="1400"/>
              <a:buFont typeface="Cabin"/>
              <a:buNone/>
              <a:defRPr>
                <a:solidFill>
                  <a:schemeClr val="dk1"/>
                </a:solidFill>
                <a:latin typeface="Cabin"/>
                <a:ea typeface="Cabin"/>
                <a:cs typeface="Cabin"/>
                <a:sym typeface="Cabin"/>
              </a:defRPr>
            </a:lvl3pPr>
            <a:lvl4pPr lvl="3" rtl="0">
              <a:spcBef>
                <a:spcPts val="0"/>
              </a:spcBef>
              <a:spcAft>
                <a:spcPts val="0"/>
              </a:spcAft>
              <a:buClr>
                <a:schemeClr val="dk1"/>
              </a:buClr>
              <a:buSzPts val="1400"/>
              <a:buFont typeface="Cabin"/>
              <a:buNone/>
              <a:defRPr>
                <a:solidFill>
                  <a:schemeClr val="dk1"/>
                </a:solidFill>
                <a:latin typeface="Cabin"/>
                <a:ea typeface="Cabin"/>
                <a:cs typeface="Cabin"/>
                <a:sym typeface="Cabin"/>
              </a:defRPr>
            </a:lvl4pPr>
            <a:lvl5pPr lvl="4" rtl="0">
              <a:spcBef>
                <a:spcPts val="0"/>
              </a:spcBef>
              <a:spcAft>
                <a:spcPts val="0"/>
              </a:spcAft>
              <a:buClr>
                <a:schemeClr val="dk1"/>
              </a:buClr>
              <a:buSzPts val="1400"/>
              <a:buFont typeface="Cabin"/>
              <a:buNone/>
              <a:defRPr>
                <a:solidFill>
                  <a:schemeClr val="dk1"/>
                </a:solidFill>
                <a:latin typeface="Cabin"/>
                <a:ea typeface="Cabin"/>
                <a:cs typeface="Cabin"/>
                <a:sym typeface="Cabin"/>
              </a:defRPr>
            </a:lvl5pPr>
            <a:lvl6pPr lvl="5" rtl="0">
              <a:spcBef>
                <a:spcPts val="0"/>
              </a:spcBef>
              <a:spcAft>
                <a:spcPts val="0"/>
              </a:spcAft>
              <a:buClr>
                <a:schemeClr val="dk1"/>
              </a:buClr>
              <a:buSzPts val="1400"/>
              <a:buFont typeface="Cabin"/>
              <a:buNone/>
              <a:defRPr>
                <a:solidFill>
                  <a:schemeClr val="dk1"/>
                </a:solidFill>
                <a:latin typeface="Cabin"/>
                <a:ea typeface="Cabin"/>
                <a:cs typeface="Cabin"/>
                <a:sym typeface="Cabin"/>
              </a:defRPr>
            </a:lvl6pPr>
            <a:lvl7pPr lvl="6" rtl="0">
              <a:spcBef>
                <a:spcPts val="0"/>
              </a:spcBef>
              <a:spcAft>
                <a:spcPts val="0"/>
              </a:spcAft>
              <a:buClr>
                <a:schemeClr val="dk1"/>
              </a:buClr>
              <a:buSzPts val="1400"/>
              <a:buFont typeface="Cabin"/>
              <a:buNone/>
              <a:defRPr>
                <a:solidFill>
                  <a:schemeClr val="dk1"/>
                </a:solidFill>
                <a:latin typeface="Cabin"/>
                <a:ea typeface="Cabin"/>
                <a:cs typeface="Cabin"/>
                <a:sym typeface="Cabin"/>
              </a:defRPr>
            </a:lvl7pPr>
            <a:lvl8pPr lvl="7" rtl="0">
              <a:spcBef>
                <a:spcPts val="0"/>
              </a:spcBef>
              <a:spcAft>
                <a:spcPts val="0"/>
              </a:spcAft>
              <a:buClr>
                <a:schemeClr val="dk1"/>
              </a:buClr>
              <a:buSzPts val="1400"/>
              <a:buFont typeface="Cabin"/>
              <a:buNone/>
              <a:defRPr>
                <a:solidFill>
                  <a:schemeClr val="dk1"/>
                </a:solidFill>
                <a:latin typeface="Cabin"/>
                <a:ea typeface="Cabin"/>
                <a:cs typeface="Cabin"/>
                <a:sym typeface="Cabin"/>
              </a:defRPr>
            </a:lvl8pPr>
            <a:lvl9pPr lvl="8" rtl="0">
              <a:spcBef>
                <a:spcPts val="0"/>
              </a:spcBef>
              <a:spcAft>
                <a:spcPts val="0"/>
              </a:spcAft>
              <a:buClr>
                <a:schemeClr val="dk1"/>
              </a:buClr>
              <a:buSzPts val="1400"/>
              <a:buFont typeface="Cabin"/>
              <a:buNone/>
              <a:defRPr>
                <a:solidFill>
                  <a:schemeClr val="dk1"/>
                </a:solidFill>
                <a:latin typeface="Cabin"/>
                <a:ea typeface="Cabin"/>
                <a:cs typeface="Cabin"/>
                <a:sym typeface="Cabin"/>
              </a:defRPr>
            </a:lvl9pPr>
          </a:lstStyle>
          <a:p>
            <a:endParaRPr/>
          </a:p>
        </p:txBody>
      </p:sp>
      <p:sp>
        <p:nvSpPr>
          <p:cNvPr id="526" name="Google Shape;526;p13"/>
          <p:cNvSpPr txBox="1">
            <a:spLocks noGrp="1"/>
          </p:cNvSpPr>
          <p:nvPr>
            <p:ph type="title" idx="13" hasCustomPrompt="1"/>
          </p:nvPr>
        </p:nvSpPr>
        <p:spPr>
          <a:xfrm>
            <a:off x="4583576" y="1446919"/>
            <a:ext cx="898200" cy="811500"/>
          </a:xfrm>
          <a:prstGeom prst="rect">
            <a:avLst/>
          </a:prstGeom>
          <a:solidFill>
            <a:schemeClr val="accent1"/>
          </a:solidFill>
          <a:ln>
            <a:noFill/>
          </a:ln>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lvl1pPr lvl="0" algn="ctr" rtl="0">
              <a:spcBef>
                <a:spcPts val="0"/>
              </a:spcBef>
              <a:spcAft>
                <a:spcPts val="0"/>
              </a:spcAft>
              <a:buClr>
                <a:schemeClr val="accent6"/>
              </a:buClr>
              <a:buSzPts val="2000"/>
              <a:buFont typeface="Poppins"/>
              <a:buNone/>
              <a:defRPr/>
            </a:lvl1pPr>
            <a:lvl2pPr lvl="1"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2pPr>
            <a:lvl3pPr lvl="2"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3pPr>
            <a:lvl4pPr lvl="3"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4pPr>
            <a:lvl5pPr lvl="4"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5pPr>
            <a:lvl6pPr lvl="5"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6pPr>
            <a:lvl7pPr lvl="6"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7pPr>
            <a:lvl8pPr lvl="7"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8pPr>
            <a:lvl9pPr lvl="8"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9pPr>
          </a:lstStyle>
          <a:p>
            <a:r>
              <a:t>xx%</a:t>
            </a:r>
          </a:p>
        </p:txBody>
      </p:sp>
      <p:sp>
        <p:nvSpPr>
          <p:cNvPr id="527" name="Google Shape;527;p13"/>
          <p:cNvSpPr txBox="1">
            <a:spLocks noGrp="1"/>
          </p:cNvSpPr>
          <p:nvPr>
            <p:ph type="subTitle" idx="14"/>
          </p:nvPr>
        </p:nvSpPr>
        <p:spPr>
          <a:xfrm>
            <a:off x="5481775" y="1447225"/>
            <a:ext cx="2924400" cy="432600"/>
          </a:xfrm>
          <a:prstGeom prst="rect">
            <a:avLst/>
          </a:prstGeom>
          <a:noFill/>
          <a:ln>
            <a:noFill/>
          </a:ln>
        </p:spPr>
        <p:txBody>
          <a:bodyPr spcFirstLastPara="1" wrap="square" lIns="91425" tIns="91425" rIns="91425" bIns="91425" anchor="b" anchorCtr="0">
            <a:noAutofit/>
          </a:bodyPr>
          <a:lstStyle>
            <a:lvl1pPr lvl="0" rtl="0">
              <a:spcBef>
                <a:spcPts val="0"/>
              </a:spcBef>
              <a:spcAft>
                <a:spcPts val="0"/>
              </a:spcAft>
              <a:buClr>
                <a:schemeClr val="dk1"/>
              </a:buClr>
              <a:buSzPts val="1400"/>
              <a:buFont typeface="Cabin"/>
              <a:buNone/>
              <a:defRPr sz="2200">
                <a:latin typeface="Jua"/>
                <a:ea typeface="Jua"/>
                <a:cs typeface="Jua"/>
                <a:sym typeface="Jua"/>
              </a:defRPr>
            </a:lvl1pPr>
            <a:lvl2pPr lvl="1" rtl="0">
              <a:spcBef>
                <a:spcPts val="0"/>
              </a:spcBef>
              <a:spcAft>
                <a:spcPts val="0"/>
              </a:spcAft>
              <a:buClr>
                <a:schemeClr val="dk1"/>
              </a:buClr>
              <a:buSzPts val="1400"/>
              <a:buFont typeface="Cabin"/>
              <a:buNone/>
              <a:defRPr>
                <a:solidFill>
                  <a:schemeClr val="dk1"/>
                </a:solidFill>
                <a:latin typeface="Cabin"/>
                <a:ea typeface="Cabin"/>
                <a:cs typeface="Cabin"/>
                <a:sym typeface="Cabin"/>
              </a:defRPr>
            </a:lvl2pPr>
            <a:lvl3pPr lvl="2" rtl="0">
              <a:spcBef>
                <a:spcPts val="0"/>
              </a:spcBef>
              <a:spcAft>
                <a:spcPts val="0"/>
              </a:spcAft>
              <a:buClr>
                <a:schemeClr val="dk1"/>
              </a:buClr>
              <a:buSzPts val="1400"/>
              <a:buFont typeface="Cabin"/>
              <a:buNone/>
              <a:defRPr>
                <a:solidFill>
                  <a:schemeClr val="dk1"/>
                </a:solidFill>
                <a:latin typeface="Cabin"/>
                <a:ea typeface="Cabin"/>
                <a:cs typeface="Cabin"/>
                <a:sym typeface="Cabin"/>
              </a:defRPr>
            </a:lvl3pPr>
            <a:lvl4pPr lvl="3" rtl="0">
              <a:spcBef>
                <a:spcPts val="0"/>
              </a:spcBef>
              <a:spcAft>
                <a:spcPts val="0"/>
              </a:spcAft>
              <a:buClr>
                <a:schemeClr val="dk1"/>
              </a:buClr>
              <a:buSzPts val="1400"/>
              <a:buFont typeface="Cabin"/>
              <a:buNone/>
              <a:defRPr>
                <a:solidFill>
                  <a:schemeClr val="dk1"/>
                </a:solidFill>
                <a:latin typeface="Cabin"/>
                <a:ea typeface="Cabin"/>
                <a:cs typeface="Cabin"/>
                <a:sym typeface="Cabin"/>
              </a:defRPr>
            </a:lvl4pPr>
            <a:lvl5pPr lvl="4" rtl="0">
              <a:spcBef>
                <a:spcPts val="0"/>
              </a:spcBef>
              <a:spcAft>
                <a:spcPts val="0"/>
              </a:spcAft>
              <a:buClr>
                <a:schemeClr val="dk1"/>
              </a:buClr>
              <a:buSzPts val="1400"/>
              <a:buFont typeface="Cabin"/>
              <a:buNone/>
              <a:defRPr>
                <a:solidFill>
                  <a:schemeClr val="dk1"/>
                </a:solidFill>
                <a:latin typeface="Cabin"/>
                <a:ea typeface="Cabin"/>
                <a:cs typeface="Cabin"/>
                <a:sym typeface="Cabin"/>
              </a:defRPr>
            </a:lvl5pPr>
            <a:lvl6pPr lvl="5" rtl="0">
              <a:spcBef>
                <a:spcPts val="0"/>
              </a:spcBef>
              <a:spcAft>
                <a:spcPts val="0"/>
              </a:spcAft>
              <a:buClr>
                <a:schemeClr val="dk1"/>
              </a:buClr>
              <a:buSzPts val="1400"/>
              <a:buFont typeface="Cabin"/>
              <a:buNone/>
              <a:defRPr>
                <a:solidFill>
                  <a:schemeClr val="dk1"/>
                </a:solidFill>
                <a:latin typeface="Cabin"/>
                <a:ea typeface="Cabin"/>
                <a:cs typeface="Cabin"/>
                <a:sym typeface="Cabin"/>
              </a:defRPr>
            </a:lvl6pPr>
            <a:lvl7pPr lvl="6" rtl="0">
              <a:spcBef>
                <a:spcPts val="0"/>
              </a:spcBef>
              <a:spcAft>
                <a:spcPts val="0"/>
              </a:spcAft>
              <a:buClr>
                <a:schemeClr val="dk1"/>
              </a:buClr>
              <a:buSzPts val="1400"/>
              <a:buFont typeface="Cabin"/>
              <a:buNone/>
              <a:defRPr>
                <a:solidFill>
                  <a:schemeClr val="dk1"/>
                </a:solidFill>
                <a:latin typeface="Cabin"/>
                <a:ea typeface="Cabin"/>
                <a:cs typeface="Cabin"/>
                <a:sym typeface="Cabin"/>
              </a:defRPr>
            </a:lvl7pPr>
            <a:lvl8pPr lvl="7" rtl="0">
              <a:spcBef>
                <a:spcPts val="0"/>
              </a:spcBef>
              <a:spcAft>
                <a:spcPts val="0"/>
              </a:spcAft>
              <a:buClr>
                <a:schemeClr val="dk1"/>
              </a:buClr>
              <a:buSzPts val="1400"/>
              <a:buFont typeface="Cabin"/>
              <a:buNone/>
              <a:defRPr>
                <a:solidFill>
                  <a:schemeClr val="dk1"/>
                </a:solidFill>
                <a:latin typeface="Cabin"/>
                <a:ea typeface="Cabin"/>
                <a:cs typeface="Cabin"/>
                <a:sym typeface="Cabin"/>
              </a:defRPr>
            </a:lvl8pPr>
            <a:lvl9pPr lvl="8" rtl="0">
              <a:spcBef>
                <a:spcPts val="0"/>
              </a:spcBef>
              <a:spcAft>
                <a:spcPts val="0"/>
              </a:spcAft>
              <a:buClr>
                <a:schemeClr val="dk1"/>
              </a:buClr>
              <a:buSzPts val="1400"/>
              <a:buFont typeface="Cabin"/>
              <a:buNone/>
              <a:defRPr>
                <a:solidFill>
                  <a:schemeClr val="dk1"/>
                </a:solidFill>
                <a:latin typeface="Cabin"/>
                <a:ea typeface="Cabin"/>
                <a:cs typeface="Cabin"/>
                <a:sym typeface="Cabin"/>
              </a:defRPr>
            </a:lvl9pPr>
          </a:lstStyle>
          <a:p>
            <a:endParaRPr/>
          </a:p>
        </p:txBody>
      </p:sp>
      <p:sp>
        <p:nvSpPr>
          <p:cNvPr id="528" name="Google Shape;528;p13"/>
          <p:cNvSpPr txBox="1">
            <a:spLocks noGrp="1"/>
          </p:cNvSpPr>
          <p:nvPr>
            <p:ph type="ctrTitle" idx="15"/>
          </p:nvPr>
        </p:nvSpPr>
        <p:spPr>
          <a:xfrm>
            <a:off x="713250" y="446075"/>
            <a:ext cx="7717500" cy="537000"/>
          </a:xfrm>
          <a:prstGeom prst="rect">
            <a:avLst/>
          </a:prstGeom>
          <a:solidFill>
            <a:schemeClr val="dk2"/>
          </a:solidFill>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lvl1pPr lvl="0" algn="ctr" rtl="0">
              <a:spcBef>
                <a:spcPts val="0"/>
              </a:spcBef>
              <a:spcAft>
                <a:spcPts val="0"/>
              </a:spcAft>
              <a:buSzPts val="3600"/>
              <a:buNone/>
              <a:defRPr sz="30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p:cSld name="CUSTOM_1">
    <p:spTree>
      <p:nvGrpSpPr>
        <p:cNvPr id="1" name="Shape 529"/>
        <p:cNvGrpSpPr/>
        <p:nvPr/>
      </p:nvGrpSpPr>
      <p:grpSpPr>
        <a:xfrm>
          <a:off x="0" y="0"/>
          <a:ext cx="0" cy="0"/>
          <a:chOff x="0" y="0"/>
          <a:chExt cx="0" cy="0"/>
        </a:xfrm>
      </p:grpSpPr>
      <p:grpSp>
        <p:nvGrpSpPr>
          <p:cNvPr id="530" name="Google Shape;530;p14"/>
          <p:cNvGrpSpPr/>
          <p:nvPr/>
        </p:nvGrpSpPr>
        <p:grpSpPr>
          <a:xfrm>
            <a:off x="7" y="-38100"/>
            <a:ext cx="9144000" cy="5219700"/>
            <a:chOff x="-43" y="-76200"/>
            <a:chExt cx="9144000" cy="5219700"/>
          </a:xfrm>
        </p:grpSpPr>
        <p:cxnSp>
          <p:nvCxnSpPr>
            <p:cNvPr id="531" name="Google Shape;531;p14"/>
            <p:cNvCxnSpPr/>
            <p:nvPr/>
          </p:nvCxnSpPr>
          <p:spPr>
            <a:xfrm>
              <a:off x="2158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532" name="Google Shape;532;p14"/>
            <p:cNvCxnSpPr/>
            <p:nvPr/>
          </p:nvCxnSpPr>
          <p:spPr>
            <a:xfrm>
              <a:off x="51614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533" name="Google Shape;533;p14"/>
            <p:cNvCxnSpPr/>
            <p:nvPr/>
          </p:nvCxnSpPr>
          <p:spPr>
            <a:xfrm>
              <a:off x="81645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534" name="Google Shape;534;p14"/>
            <p:cNvCxnSpPr/>
            <p:nvPr/>
          </p:nvCxnSpPr>
          <p:spPr>
            <a:xfrm>
              <a:off x="111675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535" name="Google Shape;535;p14"/>
            <p:cNvCxnSpPr/>
            <p:nvPr/>
          </p:nvCxnSpPr>
          <p:spPr>
            <a:xfrm>
              <a:off x="141705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536" name="Google Shape;536;p14"/>
            <p:cNvCxnSpPr/>
            <p:nvPr/>
          </p:nvCxnSpPr>
          <p:spPr>
            <a:xfrm>
              <a:off x="171736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537" name="Google Shape;537;p14"/>
            <p:cNvCxnSpPr/>
            <p:nvPr/>
          </p:nvCxnSpPr>
          <p:spPr>
            <a:xfrm>
              <a:off x="201766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538" name="Google Shape;538;p14"/>
            <p:cNvCxnSpPr/>
            <p:nvPr/>
          </p:nvCxnSpPr>
          <p:spPr>
            <a:xfrm>
              <a:off x="231796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539" name="Google Shape;539;p14"/>
            <p:cNvCxnSpPr/>
            <p:nvPr/>
          </p:nvCxnSpPr>
          <p:spPr>
            <a:xfrm>
              <a:off x="261827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540" name="Google Shape;540;p14"/>
            <p:cNvCxnSpPr/>
            <p:nvPr/>
          </p:nvCxnSpPr>
          <p:spPr>
            <a:xfrm>
              <a:off x="291857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541" name="Google Shape;541;p14"/>
            <p:cNvCxnSpPr/>
            <p:nvPr/>
          </p:nvCxnSpPr>
          <p:spPr>
            <a:xfrm>
              <a:off x="321887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542" name="Google Shape;542;p14"/>
            <p:cNvCxnSpPr/>
            <p:nvPr/>
          </p:nvCxnSpPr>
          <p:spPr>
            <a:xfrm>
              <a:off x="351918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543" name="Google Shape;543;p14"/>
            <p:cNvCxnSpPr/>
            <p:nvPr/>
          </p:nvCxnSpPr>
          <p:spPr>
            <a:xfrm>
              <a:off x="381948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544" name="Google Shape;544;p14"/>
            <p:cNvCxnSpPr/>
            <p:nvPr/>
          </p:nvCxnSpPr>
          <p:spPr>
            <a:xfrm>
              <a:off x="411978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545" name="Google Shape;545;p14"/>
            <p:cNvCxnSpPr/>
            <p:nvPr/>
          </p:nvCxnSpPr>
          <p:spPr>
            <a:xfrm>
              <a:off x="442009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546" name="Google Shape;546;p14"/>
            <p:cNvCxnSpPr/>
            <p:nvPr/>
          </p:nvCxnSpPr>
          <p:spPr>
            <a:xfrm>
              <a:off x="472039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547" name="Google Shape;547;p14"/>
            <p:cNvCxnSpPr/>
            <p:nvPr/>
          </p:nvCxnSpPr>
          <p:spPr>
            <a:xfrm>
              <a:off x="502069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548" name="Google Shape;548;p14"/>
            <p:cNvCxnSpPr/>
            <p:nvPr/>
          </p:nvCxnSpPr>
          <p:spPr>
            <a:xfrm>
              <a:off x="532100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549" name="Google Shape;549;p14"/>
            <p:cNvCxnSpPr/>
            <p:nvPr/>
          </p:nvCxnSpPr>
          <p:spPr>
            <a:xfrm>
              <a:off x="562130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550" name="Google Shape;550;p14"/>
            <p:cNvCxnSpPr/>
            <p:nvPr/>
          </p:nvCxnSpPr>
          <p:spPr>
            <a:xfrm>
              <a:off x="592160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551" name="Google Shape;551;p14"/>
            <p:cNvCxnSpPr/>
            <p:nvPr/>
          </p:nvCxnSpPr>
          <p:spPr>
            <a:xfrm>
              <a:off x="622191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552" name="Google Shape;552;p14"/>
            <p:cNvCxnSpPr/>
            <p:nvPr/>
          </p:nvCxnSpPr>
          <p:spPr>
            <a:xfrm>
              <a:off x="652221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553" name="Google Shape;553;p14"/>
            <p:cNvCxnSpPr/>
            <p:nvPr/>
          </p:nvCxnSpPr>
          <p:spPr>
            <a:xfrm>
              <a:off x="682252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554" name="Google Shape;554;p14"/>
            <p:cNvCxnSpPr/>
            <p:nvPr/>
          </p:nvCxnSpPr>
          <p:spPr>
            <a:xfrm>
              <a:off x="712282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555" name="Google Shape;555;p14"/>
            <p:cNvCxnSpPr/>
            <p:nvPr/>
          </p:nvCxnSpPr>
          <p:spPr>
            <a:xfrm>
              <a:off x="742312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556" name="Google Shape;556;p14"/>
            <p:cNvCxnSpPr/>
            <p:nvPr/>
          </p:nvCxnSpPr>
          <p:spPr>
            <a:xfrm>
              <a:off x="772343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557" name="Google Shape;557;p14"/>
            <p:cNvCxnSpPr/>
            <p:nvPr/>
          </p:nvCxnSpPr>
          <p:spPr>
            <a:xfrm>
              <a:off x="802373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558" name="Google Shape;558;p14"/>
            <p:cNvCxnSpPr/>
            <p:nvPr/>
          </p:nvCxnSpPr>
          <p:spPr>
            <a:xfrm>
              <a:off x="832403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559" name="Google Shape;559;p14"/>
            <p:cNvCxnSpPr/>
            <p:nvPr/>
          </p:nvCxnSpPr>
          <p:spPr>
            <a:xfrm>
              <a:off x="862434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560" name="Google Shape;560;p14"/>
            <p:cNvCxnSpPr/>
            <p:nvPr/>
          </p:nvCxnSpPr>
          <p:spPr>
            <a:xfrm>
              <a:off x="89246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561" name="Google Shape;561;p14"/>
            <p:cNvCxnSpPr/>
            <p:nvPr/>
          </p:nvCxnSpPr>
          <p:spPr>
            <a:xfrm>
              <a:off x="-43" y="3069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562" name="Google Shape;562;p14"/>
            <p:cNvCxnSpPr/>
            <p:nvPr/>
          </p:nvCxnSpPr>
          <p:spPr>
            <a:xfrm>
              <a:off x="-43" y="6105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563" name="Google Shape;563;p14"/>
            <p:cNvCxnSpPr/>
            <p:nvPr/>
          </p:nvCxnSpPr>
          <p:spPr>
            <a:xfrm>
              <a:off x="-43" y="9142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564" name="Google Shape;564;p14"/>
            <p:cNvCxnSpPr/>
            <p:nvPr/>
          </p:nvCxnSpPr>
          <p:spPr>
            <a:xfrm>
              <a:off x="-43" y="12178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565" name="Google Shape;565;p14"/>
            <p:cNvCxnSpPr/>
            <p:nvPr/>
          </p:nvCxnSpPr>
          <p:spPr>
            <a:xfrm>
              <a:off x="-43" y="15215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566" name="Google Shape;566;p14"/>
            <p:cNvCxnSpPr/>
            <p:nvPr/>
          </p:nvCxnSpPr>
          <p:spPr>
            <a:xfrm>
              <a:off x="-43" y="18251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567" name="Google Shape;567;p14"/>
            <p:cNvCxnSpPr/>
            <p:nvPr/>
          </p:nvCxnSpPr>
          <p:spPr>
            <a:xfrm>
              <a:off x="-43" y="21288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568" name="Google Shape;568;p14"/>
            <p:cNvCxnSpPr/>
            <p:nvPr/>
          </p:nvCxnSpPr>
          <p:spPr>
            <a:xfrm>
              <a:off x="-43" y="24324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569" name="Google Shape;569;p14"/>
            <p:cNvCxnSpPr/>
            <p:nvPr/>
          </p:nvCxnSpPr>
          <p:spPr>
            <a:xfrm>
              <a:off x="-43" y="27361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570" name="Google Shape;570;p14"/>
            <p:cNvCxnSpPr/>
            <p:nvPr/>
          </p:nvCxnSpPr>
          <p:spPr>
            <a:xfrm>
              <a:off x="-43" y="30397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571" name="Google Shape;571;p14"/>
            <p:cNvCxnSpPr/>
            <p:nvPr/>
          </p:nvCxnSpPr>
          <p:spPr>
            <a:xfrm>
              <a:off x="-43" y="33434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572" name="Google Shape;572;p14"/>
            <p:cNvCxnSpPr/>
            <p:nvPr/>
          </p:nvCxnSpPr>
          <p:spPr>
            <a:xfrm>
              <a:off x="-43" y="36470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573" name="Google Shape;573;p14"/>
            <p:cNvCxnSpPr/>
            <p:nvPr/>
          </p:nvCxnSpPr>
          <p:spPr>
            <a:xfrm>
              <a:off x="-43" y="39507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574" name="Google Shape;574;p14"/>
            <p:cNvCxnSpPr/>
            <p:nvPr/>
          </p:nvCxnSpPr>
          <p:spPr>
            <a:xfrm>
              <a:off x="-43" y="42543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575" name="Google Shape;575;p14"/>
            <p:cNvCxnSpPr/>
            <p:nvPr/>
          </p:nvCxnSpPr>
          <p:spPr>
            <a:xfrm>
              <a:off x="-43" y="45580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576" name="Google Shape;576;p14"/>
            <p:cNvCxnSpPr/>
            <p:nvPr/>
          </p:nvCxnSpPr>
          <p:spPr>
            <a:xfrm>
              <a:off x="-43" y="4861650"/>
              <a:ext cx="9144000" cy="0"/>
            </a:xfrm>
            <a:prstGeom prst="straightConnector1">
              <a:avLst/>
            </a:prstGeom>
            <a:noFill/>
            <a:ln w="9525" cap="flat" cmpd="sng">
              <a:solidFill>
                <a:schemeClr val="dk2"/>
              </a:solidFill>
              <a:prstDash val="solid"/>
              <a:round/>
              <a:headEnd type="none" w="med" len="med"/>
              <a:tailEnd type="none" w="med" len="med"/>
            </a:ln>
          </p:spPr>
        </p:cxnSp>
      </p:grpSp>
      <p:sp>
        <p:nvSpPr>
          <p:cNvPr id="577" name="Google Shape;577;p14"/>
          <p:cNvSpPr txBox="1">
            <a:spLocks noGrp="1"/>
          </p:cNvSpPr>
          <p:nvPr>
            <p:ph type="subTitle" idx="1"/>
          </p:nvPr>
        </p:nvSpPr>
        <p:spPr>
          <a:xfrm>
            <a:off x="711325" y="1422975"/>
            <a:ext cx="5134200" cy="1533900"/>
          </a:xfrm>
          <a:prstGeom prst="rect">
            <a:avLst/>
          </a:prstGeom>
          <a:solidFill>
            <a:schemeClr val="lt2"/>
          </a:solidFill>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lvl1pPr lvl="0" algn="ctr" rtl="0">
              <a:spcBef>
                <a:spcPts val="0"/>
              </a:spcBef>
              <a:spcAft>
                <a:spcPts val="0"/>
              </a:spcAft>
              <a:buClr>
                <a:schemeClr val="dk1"/>
              </a:buClr>
              <a:buSzPts val="1600"/>
              <a:buFont typeface="Poppins Medium"/>
              <a:buNone/>
              <a:defRPr sz="2200">
                <a:solidFill>
                  <a:schemeClr val="dk1"/>
                </a:solidFill>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a:endParaRPr/>
          </a:p>
        </p:txBody>
      </p:sp>
      <p:sp>
        <p:nvSpPr>
          <p:cNvPr id="578" name="Google Shape;578;p14"/>
          <p:cNvSpPr txBox="1">
            <a:spLocks noGrp="1"/>
          </p:cNvSpPr>
          <p:nvPr>
            <p:ph type="title"/>
          </p:nvPr>
        </p:nvSpPr>
        <p:spPr>
          <a:xfrm>
            <a:off x="711075" y="3219525"/>
            <a:ext cx="5134200" cy="501000"/>
          </a:xfrm>
          <a:prstGeom prst="rect">
            <a:avLst/>
          </a:prstGeom>
          <a:solidFill>
            <a:schemeClr val="accent1"/>
          </a:solidFill>
          <a:ln>
            <a:noFill/>
          </a:ln>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lvl1pPr lvl="0" algn="r" rtl="0">
              <a:lnSpc>
                <a:spcPct val="115000"/>
              </a:lnSpc>
              <a:spcBef>
                <a:spcPts val="0"/>
              </a:spcBef>
              <a:spcAft>
                <a:spcPts val="0"/>
              </a:spcAft>
              <a:buSzPts val="3500"/>
              <a:buFont typeface="Poppins Black"/>
              <a:buNone/>
              <a:defRPr sz="1400">
                <a:solidFill>
                  <a:schemeClr val="dk1"/>
                </a:solidFill>
              </a:defRPr>
            </a:lvl1pPr>
            <a:lvl2pPr lvl="1" rtl="0">
              <a:spcBef>
                <a:spcPts val="0"/>
              </a:spcBef>
              <a:spcAft>
                <a:spcPts val="0"/>
              </a:spcAft>
              <a:buSzPts val="3000"/>
              <a:buNone/>
              <a:defRPr>
                <a:latin typeface="Arial"/>
                <a:ea typeface="Arial"/>
                <a:cs typeface="Arial"/>
                <a:sym typeface="Arial"/>
              </a:defRPr>
            </a:lvl2pPr>
            <a:lvl3pPr lvl="2" rtl="0">
              <a:spcBef>
                <a:spcPts val="0"/>
              </a:spcBef>
              <a:spcAft>
                <a:spcPts val="0"/>
              </a:spcAft>
              <a:buSzPts val="3000"/>
              <a:buNone/>
              <a:defRPr>
                <a:latin typeface="Arial"/>
                <a:ea typeface="Arial"/>
                <a:cs typeface="Arial"/>
                <a:sym typeface="Arial"/>
              </a:defRPr>
            </a:lvl3pPr>
            <a:lvl4pPr lvl="3" rtl="0">
              <a:spcBef>
                <a:spcPts val="0"/>
              </a:spcBef>
              <a:spcAft>
                <a:spcPts val="0"/>
              </a:spcAft>
              <a:buSzPts val="3000"/>
              <a:buNone/>
              <a:defRPr>
                <a:latin typeface="Arial"/>
                <a:ea typeface="Arial"/>
                <a:cs typeface="Arial"/>
                <a:sym typeface="Arial"/>
              </a:defRPr>
            </a:lvl4pPr>
            <a:lvl5pPr lvl="4" rtl="0">
              <a:spcBef>
                <a:spcPts val="0"/>
              </a:spcBef>
              <a:spcAft>
                <a:spcPts val="0"/>
              </a:spcAft>
              <a:buSzPts val="3000"/>
              <a:buNone/>
              <a:defRPr>
                <a:latin typeface="Arial"/>
                <a:ea typeface="Arial"/>
                <a:cs typeface="Arial"/>
                <a:sym typeface="Arial"/>
              </a:defRPr>
            </a:lvl5pPr>
            <a:lvl6pPr lvl="5" rtl="0">
              <a:spcBef>
                <a:spcPts val="0"/>
              </a:spcBef>
              <a:spcAft>
                <a:spcPts val="0"/>
              </a:spcAft>
              <a:buSzPts val="3000"/>
              <a:buNone/>
              <a:defRPr>
                <a:latin typeface="Arial"/>
                <a:ea typeface="Arial"/>
                <a:cs typeface="Arial"/>
                <a:sym typeface="Arial"/>
              </a:defRPr>
            </a:lvl6pPr>
            <a:lvl7pPr lvl="6" rtl="0">
              <a:spcBef>
                <a:spcPts val="0"/>
              </a:spcBef>
              <a:spcAft>
                <a:spcPts val="0"/>
              </a:spcAft>
              <a:buSzPts val="3000"/>
              <a:buNone/>
              <a:defRPr>
                <a:latin typeface="Arial"/>
                <a:ea typeface="Arial"/>
                <a:cs typeface="Arial"/>
                <a:sym typeface="Arial"/>
              </a:defRPr>
            </a:lvl7pPr>
            <a:lvl8pPr lvl="7" rtl="0">
              <a:spcBef>
                <a:spcPts val="0"/>
              </a:spcBef>
              <a:spcAft>
                <a:spcPts val="0"/>
              </a:spcAft>
              <a:buSzPts val="3000"/>
              <a:buNone/>
              <a:defRPr>
                <a:latin typeface="Arial"/>
                <a:ea typeface="Arial"/>
                <a:cs typeface="Arial"/>
                <a:sym typeface="Arial"/>
              </a:defRPr>
            </a:lvl8pPr>
            <a:lvl9pPr lvl="8" rtl="0">
              <a:spcBef>
                <a:spcPts val="0"/>
              </a:spcBef>
              <a:spcAft>
                <a:spcPts val="0"/>
              </a:spcAft>
              <a:buSzPts val="3000"/>
              <a:buNone/>
              <a:defRPr>
                <a:latin typeface="Arial"/>
                <a:ea typeface="Arial"/>
                <a:cs typeface="Arial"/>
                <a:sym typeface="Arial"/>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p:cSld name="CUSTOM_5">
    <p:spTree>
      <p:nvGrpSpPr>
        <p:cNvPr id="1" name="Shape 579"/>
        <p:cNvGrpSpPr/>
        <p:nvPr/>
      </p:nvGrpSpPr>
      <p:grpSpPr>
        <a:xfrm>
          <a:off x="0" y="0"/>
          <a:ext cx="0" cy="0"/>
          <a:chOff x="0" y="0"/>
          <a:chExt cx="0" cy="0"/>
        </a:xfrm>
      </p:grpSpPr>
      <p:grpSp>
        <p:nvGrpSpPr>
          <p:cNvPr id="580" name="Google Shape;580;p15"/>
          <p:cNvGrpSpPr/>
          <p:nvPr/>
        </p:nvGrpSpPr>
        <p:grpSpPr>
          <a:xfrm>
            <a:off x="7" y="-38100"/>
            <a:ext cx="9144000" cy="5219700"/>
            <a:chOff x="-43" y="-76200"/>
            <a:chExt cx="9144000" cy="5219700"/>
          </a:xfrm>
        </p:grpSpPr>
        <p:cxnSp>
          <p:nvCxnSpPr>
            <p:cNvPr id="581" name="Google Shape;581;p15"/>
            <p:cNvCxnSpPr/>
            <p:nvPr/>
          </p:nvCxnSpPr>
          <p:spPr>
            <a:xfrm>
              <a:off x="2158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582" name="Google Shape;582;p15"/>
            <p:cNvCxnSpPr/>
            <p:nvPr/>
          </p:nvCxnSpPr>
          <p:spPr>
            <a:xfrm>
              <a:off x="51614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583" name="Google Shape;583;p15"/>
            <p:cNvCxnSpPr/>
            <p:nvPr/>
          </p:nvCxnSpPr>
          <p:spPr>
            <a:xfrm>
              <a:off x="81645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584" name="Google Shape;584;p15"/>
            <p:cNvCxnSpPr/>
            <p:nvPr/>
          </p:nvCxnSpPr>
          <p:spPr>
            <a:xfrm>
              <a:off x="111675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585" name="Google Shape;585;p15"/>
            <p:cNvCxnSpPr/>
            <p:nvPr/>
          </p:nvCxnSpPr>
          <p:spPr>
            <a:xfrm>
              <a:off x="141705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586" name="Google Shape;586;p15"/>
            <p:cNvCxnSpPr/>
            <p:nvPr/>
          </p:nvCxnSpPr>
          <p:spPr>
            <a:xfrm>
              <a:off x="171736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587" name="Google Shape;587;p15"/>
            <p:cNvCxnSpPr/>
            <p:nvPr/>
          </p:nvCxnSpPr>
          <p:spPr>
            <a:xfrm>
              <a:off x="201766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588" name="Google Shape;588;p15"/>
            <p:cNvCxnSpPr/>
            <p:nvPr/>
          </p:nvCxnSpPr>
          <p:spPr>
            <a:xfrm>
              <a:off x="231796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589" name="Google Shape;589;p15"/>
            <p:cNvCxnSpPr/>
            <p:nvPr/>
          </p:nvCxnSpPr>
          <p:spPr>
            <a:xfrm>
              <a:off x="261827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590" name="Google Shape;590;p15"/>
            <p:cNvCxnSpPr/>
            <p:nvPr/>
          </p:nvCxnSpPr>
          <p:spPr>
            <a:xfrm>
              <a:off x="291857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591" name="Google Shape;591;p15"/>
            <p:cNvCxnSpPr/>
            <p:nvPr/>
          </p:nvCxnSpPr>
          <p:spPr>
            <a:xfrm>
              <a:off x="321887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592" name="Google Shape;592;p15"/>
            <p:cNvCxnSpPr/>
            <p:nvPr/>
          </p:nvCxnSpPr>
          <p:spPr>
            <a:xfrm>
              <a:off x="351918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593" name="Google Shape;593;p15"/>
            <p:cNvCxnSpPr/>
            <p:nvPr/>
          </p:nvCxnSpPr>
          <p:spPr>
            <a:xfrm>
              <a:off x="381948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594" name="Google Shape;594;p15"/>
            <p:cNvCxnSpPr/>
            <p:nvPr/>
          </p:nvCxnSpPr>
          <p:spPr>
            <a:xfrm>
              <a:off x="411978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595" name="Google Shape;595;p15"/>
            <p:cNvCxnSpPr/>
            <p:nvPr/>
          </p:nvCxnSpPr>
          <p:spPr>
            <a:xfrm>
              <a:off x="442009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596" name="Google Shape;596;p15"/>
            <p:cNvCxnSpPr/>
            <p:nvPr/>
          </p:nvCxnSpPr>
          <p:spPr>
            <a:xfrm>
              <a:off x="472039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597" name="Google Shape;597;p15"/>
            <p:cNvCxnSpPr/>
            <p:nvPr/>
          </p:nvCxnSpPr>
          <p:spPr>
            <a:xfrm>
              <a:off x="502069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598" name="Google Shape;598;p15"/>
            <p:cNvCxnSpPr/>
            <p:nvPr/>
          </p:nvCxnSpPr>
          <p:spPr>
            <a:xfrm>
              <a:off x="532100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599" name="Google Shape;599;p15"/>
            <p:cNvCxnSpPr/>
            <p:nvPr/>
          </p:nvCxnSpPr>
          <p:spPr>
            <a:xfrm>
              <a:off x="562130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00" name="Google Shape;600;p15"/>
            <p:cNvCxnSpPr/>
            <p:nvPr/>
          </p:nvCxnSpPr>
          <p:spPr>
            <a:xfrm>
              <a:off x="592160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01" name="Google Shape;601;p15"/>
            <p:cNvCxnSpPr/>
            <p:nvPr/>
          </p:nvCxnSpPr>
          <p:spPr>
            <a:xfrm>
              <a:off x="622191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02" name="Google Shape;602;p15"/>
            <p:cNvCxnSpPr/>
            <p:nvPr/>
          </p:nvCxnSpPr>
          <p:spPr>
            <a:xfrm>
              <a:off x="652221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03" name="Google Shape;603;p15"/>
            <p:cNvCxnSpPr/>
            <p:nvPr/>
          </p:nvCxnSpPr>
          <p:spPr>
            <a:xfrm>
              <a:off x="682252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04" name="Google Shape;604;p15"/>
            <p:cNvCxnSpPr/>
            <p:nvPr/>
          </p:nvCxnSpPr>
          <p:spPr>
            <a:xfrm>
              <a:off x="712282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05" name="Google Shape;605;p15"/>
            <p:cNvCxnSpPr/>
            <p:nvPr/>
          </p:nvCxnSpPr>
          <p:spPr>
            <a:xfrm>
              <a:off x="742312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06" name="Google Shape;606;p15"/>
            <p:cNvCxnSpPr/>
            <p:nvPr/>
          </p:nvCxnSpPr>
          <p:spPr>
            <a:xfrm>
              <a:off x="772343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07" name="Google Shape;607;p15"/>
            <p:cNvCxnSpPr/>
            <p:nvPr/>
          </p:nvCxnSpPr>
          <p:spPr>
            <a:xfrm>
              <a:off x="802373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08" name="Google Shape;608;p15"/>
            <p:cNvCxnSpPr/>
            <p:nvPr/>
          </p:nvCxnSpPr>
          <p:spPr>
            <a:xfrm>
              <a:off x="832403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09" name="Google Shape;609;p15"/>
            <p:cNvCxnSpPr/>
            <p:nvPr/>
          </p:nvCxnSpPr>
          <p:spPr>
            <a:xfrm>
              <a:off x="862434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10" name="Google Shape;610;p15"/>
            <p:cNvCxnSpPr/>
            <p:nvPr/>
          </p:nvCxnSpPr>
          <p:spPr>
            <a:xfrm>
              <a:off x="89246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11" name="Google Shape;611;p15"/>
            <p:cNvCxnSpPr/>
            <p:nvPr/>
          </p:nvCxnSpPr>
          <p:spPr>
            <a:xfrm>
              <a:off x="-43" y="3069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612" name="Google Shape;612;p15"/>
            <p:cNvCxnSpPr/>
            <p:nvPr/>
          </p:nvCxnSpPr>
          <p:spPr>
            <a:xfrm>
              <a:off x="-43" y="6105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613" name="Google Shape;613;p15"/>
            <p:cNvCxnSpPr/>
            <p:nvPr/>
          </p:nvCxnSpPr>
          <p:spPr>
            <a:xfrm>
              <a:off x="-43" y="9142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614" name="Google Shape;614;p15"/>
            <p:cNvCxnSpPr/>
            <p:nvPr/>
          </p:nvCxnSpPr>
          <p:spPr>
            <a:xfrm>
              <a:off x="-43" y="12178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615" name="Google Shape;615;p15"/>
            <p:cNvCxnSpPr/>
            <p:nvPr/>
          </p:nvCxnSpPr>
          <p:spPr>
            <a:xfrm>
              <a:off x="-43" y="15215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616" name="Google Shape;616;p15"/>
            <p:cNvCxnSpPr/>
            <p:nvPr/>
          </p:nvCxnSpPr>
          <p:spPr>
            <a:xfrm>
              <a:off x="-43" y="18251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617" name="Google Shape;617;p15"/>
            <p:cNvCxnSpPr/>
            <p:nvPr/>
          </p:nvCxnSpPr>
          <p:spPr>
            <a:xfrm>
              <a:off x="-43" y="21288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618" name="Google Shape;618;p15"/>
            <p:cNvCxnSpPr/>
            <p:nvPr/>
          </p:nvCxnSpPr>
          <p:spPr>
            <a:xfrm>
              <a:off x="-43" y="24324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619" name="Google Shape;619;p15"/>
            <p:cNvCxnSpPr/>
            <p:nvPr/>
          </p:nvCxnSpPr>
          <p:spPr>
            <a:xfrm>
              <a:off x="-43" y="27361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620" name="Google Shape;620;p15"/>
            <p:cNvCxnSpPr/>
            <p:nvPr/>
          </p:nvCxnSpPr>
          <p:spPr>
            <a:xfrm>
              <a:off x="-43" y="30397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621" name="Google Shape;621;p15"/>
            <p:cNvCxnSpPr/>
            <p:nvPr/>
          </p:nvCxnSpPr>
          <p:spPr>
            <a:xfrm>
              <a:off x="-43" y="33434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622" name="Google Shape;622;p15"/>
            <p:cNvCxnSpPr/>
            <p:nvPr/>
          </p:nvCxnSpPr>
          <p:spPr>
            <a:xfrm>
              <a:off x="-43" y="36470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623" name="Google Shape;623;p15"/>
            <p:cNvCxnSpPr/>
            <p:nvPr/>
          </p:nvCxnSpPr>
          <p:spPr>
            <a:xfrm>
              <a:off x="-43" y="39507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624" name="Google Shape;624;p15"/>
            <p:cNvCxnSpPr/>
            <p:nvPr/>
          </p:nvCxnSpPr>
          <p:spPr>
            <a:xfrm>
              <a:off x="-43" y="42543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625" name="Google Shape;625;p15"/>
            <p:cNvCxnSpPr/>
            <p:nvPr/>
          </p:nvCxnSpPr>
          <p:spPr>
            <a:xfrm>
              <a:off x="-43" y="45580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626" name="Google Shape;626;p15"/>
            <p:cNvCxnSpPr/>
            <p:nvPr/>
          </p:nvCxnSpPr>
          <p:spPr>
            <a:xfrm>
              <a:off x="-43" y="4861650"/>
              <a:ext cx="9144000" cy="0"/>
            </a:xfrm>
            <a:prstGeom prst="straightConnector1">
              <a:avLst/>
            </a:prstGeom>
            <a:noFill/>
            <a:ln w="9525" cap="flat" cmpd="sng">
              <a:solidFill>
                <a:schemeClr val="dk2"/>
              </a:solidFill>
              <a:prstDash val="solid"/>
              <a:round/>
              <a:headEnd type="none" w="med" len="med"/>
              <a:tailEnd type="none" w="med" len="med"/>
            </a:ln>
          </p:spPr>
        </p:cxnSp>
      </p:grpSp>
      <p:sp>
        <p:nvSpPr>
          <p:cNvPr id="627" name="Google Shape;627;p15"/>
          <p:cNvSpPr/>
          <p:nvPr/>
        </p:nvSpPr>
        <p:spPr>
          <a:xfrm>
            <a:off x="713250" y="1198475"/>
            <a:ext cx="7717500" cy="3593100"/>
          </a:xfrm>
          <a:prstGeom prst="rect">
            <a:avLst/>
          </a:pr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15"/>
          <p:cNvSpPr txBox="1">
            <a:spLocks noGrp="1"/>
          </p:cNvSpPr>
          <p:nvPr>
            <p:ph type="subTitle" idx="1"/>
          </p:nvPr>
        </p:nvSpPr>
        <p:spPr>
          <a:xfrm>
            <a:off x="5640600" y="2219975"/>
            <a:ext cx="2478600" cy="14295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9" name="Google Shape;629;p15"/>
          <p:cNvSpPr>
            <a:spLocks noGrp="1"/>
          </p:cNvSpPr>
          <p:nvPr>
            <p:ph type="pic" idx="2"/>
          </p:nvPr>
        </p:nvSpPr>
        <p:spPr>
          <a:xfrm>
            <a:off x="1837538" y="1754750"/>
            <a:ext cx="3264300" cy="2480700"/>
          </a:xfrm>
          <a:prstGeom prst="rect">
            <a:avLst/>
          </a:prstGeom>
          <a:noFill/>
          <a:ln w="28575" cap="flat" cmpd="sng">
            <a:solidFill>
              <a:schemeClr val="dk1"/>
            </a:solidFill>
            <a:prstDash val="solid"/>
            <a:round/>
            <a:headEnd type="none" w="sm" len="sm"/>
            <a:tailEnd type="none" w="sm" len="sm"/>
          </a:ln>
        </p:spPr>
      </p:sp>
      <p:sp>
        <p:nvSpPr>
          <p:cNvPr id="630" name="Google Shape;630;p15"/>
          <p:cNvSpPr txBox="1">
            <a:spLocks noGrp="1"/>
          </p:cNvSpPr>
          <p:nvPr>
            <p:ph type="ctrTitle"/>
          </p:nvPr>
        </p:nvSpPr>
        <p:spPr>
          <a:xfrm>
            <a:off x="713250" y="446075"/>
            <a:ext cx="7717500" cy="537000"/>
          </a:xfrm>
          <a:prstGeom prst="rect">
            <a:avLst/>
          </a:prstGeom>
          <a:solidFill>
            <a:schemeClr val="dk2"/>
          </a:solidFill>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lvl1pPr lvl="0" algn="ctr" rtl="0">
              <a:spcBef>
                <a:spcPts val="0"/>
              </a:spcBef>
              <a:spcAft>
                <a:spcPts val="0"/>
              </a:spcAft>
              <a:buSzPts val="3600"/>
              <a:buNone/>
              <a:defRPr sz="30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1">
  <p:cSld name="CUSTOM_5_2">
    <p:spTree>
      <p:nvGrpSpPr>
        <p:cNvPr id="1" name="Shape 631"/>
        <p:cNvGrpSpPr/>
        <p:nvPr/>
      </p:nvGrpSpPr>
      <p:grpSpPr>
        <a:xfrm>
          <a:off x="0" y="0"/>
          <a:ext cx="0" cy="0"/>
          <a:chOff x="0" y="0"/>
          <a:chExt cx="0" cy="0"/>
        </a:xfrm>
      </p:grpSpPr>
      <p:grpSp>
        <p:nvGrpSpPr>
          <p:cNvPr id="632" name="Google Shape;632;p16"/>
          <p:cNvGrpSpPr/>
          <p:nvPr/>
        </p:nvGrpSpPr>
        <p:grpSpPr>
          <a:xfrm>
            <a:off x="7" y="-38100"/>
            <a:ext cx="9144000" cy="5219700"/>
            <a:chOff x="-43" y="-76200"/>
            <a:chExt cx="9144000" cy="5219700"/>
          </a:xfrm>
        </p:grpSpPr>
        <p:cxnSp>
          <p:nvCxnSpPr>
            <p:cNvPr id="633" name="Google Shape;633;p16"/>
            <p:cNvCxnSpPr/>
            <p:nvPr/>
          </p:nvCxnSpPr>
          <p:spPr>
            <a:xfrm>
              <a:off x="2158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34" name="Google Shape;634;p16"/>
            <p:cNvCxnSpPr/>
            <p:nvPr/>
          </p:nvCxnSpPr>
          <p:spPr>
            <a:xfrm>
              <a:off x="51614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35" name="Google Shape;635;p16"/>
            <p:cNvCxnSpPr/>
            <p:nvPr/>
          </p:nvCxnSpPr>
          <p:spPr>
            <a:xfrm>
              <a:off x="81645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36" name="Google Shape;636;p16"/>
            <p:cNvCxnSpPr/>
            <p:nvPr/>
          </p:nvCxnSpPr>
          <p:spPr>
            <a:xfrm>
              <a:off x="111675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37" name="Google Shape;637;p16"/>
            <p:cNvCxnSpPr/>
            <p:nvPr/>
          </p:nvCxnSpPr>
          <p:spPr>
            <a:xfrm>
              <a:off x="141705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38" name="Google Shape;638;p16"/>
            <p:cNvCxnSpPr/>
            <p:nvPr/>
          </p:nvCxnSpPr>
          <p:spPr>
            <a:xfrm>
              <a:off x="171736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39" name="Google Shape;639;p16"/>
            <p:cNvCxnSpPr/>
            <p:nvPr/>
          </p:nvCxnSpPr>
          <p:spPr>
            <a:xfrm>
              <a:off x="201766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40" name="Google Shape;640;p16"/>
            <p:cNvCxnSpPr/>
            <p:nvPr/>
          </p:nvCxnSpPr>
          <p:spPr>
            <a:xfrm>
              <a:off x="231796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41" name="Google Shape;641;p16"/>
            <p:cNvCxnSpPr/>
            <p:nvPr/>
          </p:nvCxnSpPr>
          <p:spPr>
            <a:xfrm>
              <a:off x="261827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42" name="Google Shape;642;p16"/>
            <p:cNvCxnSpPr/>
            <p:nvPr/>
          </p:nvCxnSpPr>
          <p:spPr>
            <a:xfrm>
              <a:off x="291857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43" name="Google Shape;643;p16"/>
            <p:cNvCxnSpPr/>
            <p:nvPr/>
          </p:nvCxnSpPr>
          <p:spPr>
            <a:xfrm>
              <a:off x="321887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44" name="Google Shape;644;p16"/>
            <p:cNvCxnSpPr/>
            <p:nvPr/>
          </p:nvCxnSpPr>
          <p:spPr>
            <a:xfrm>
              <a:off x="351918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45" name="Google Shape;645;p16"/>
            <p:cNvCxnSpPr/>
            <p:nvPr/>
          </p:nvCxnSpPr>
          <p:spPr>
            <a:xfrm>
              <a:off x="381948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46" name="Google Shape;646;p16"/>
            <p:cNvCxnSpPr/>
            <p:nvPr/>
          </p:nvCxnSpPr>
          <p:spPr>
            <a:xfrm>
              <a:off x="411978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47" name="Google Shape;647;p16"/>
            <p:cNvCxnSpPr/>
            <p:nvPr/>
          </p:nvCxnSpPr>
          <p:spPr>
            <a:xfrm>
              <a:off x="442009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48" name="Google Shape;648;p16"/>
            <p:cNvCxnSpPr/>
            <p:nvPr/>
          </p:nvCxnSpPr>
          <p:spPr>
            <a:xfrm>
              <a:off x="472039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49" name="Google Shape;649;p16"/>
            <p:cNvCxnSpPr/>
            <p:nvPr/>
          </p:nvCxnSpPr>
          <p:spPr>
            <a:xfrm>
              <a:off x="502069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50" name="Google Shape;650;p16"/>
            <p:cNvCxnSpPr/>
            <p:nvPr/>
          </p:nvCxnSpPr>
          <p:spPr>
            <a:xfrm>
              <a:off x="532100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51" name="Google Shape;651;p16"/>
            <p:cNvCxnSpPr/>
            <p:nvPr/>
          </p:nvCxnSpPr>
          <p:spPr>
            <a:xfrm>
              <a:off x="562130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52" name="Google Shape;652;p16"/>
            <p:cNvCxnSpPr/>
            <p:nvPr/>
          </p:nvCxnSpPr>
          <p:spPr>
            <a:xfrm>
              <a:off x="592160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53" name="Google Shape;653;p16"/>
            <p:cNvCxnSpPr/>
            <p:nvPr/>
          </p:nvCxnSpPr>
          <p:spPr>
            <a:xfrm>
              <a:off x="622191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54" name="Google Shape;654;p16"/>
            <p:cNvCxnSpPr/>
            <p:nvPr/>
          </p:nvCxnSpPr>
          <p:spPr>
            <a:xfrm>
              <a:off x="652221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55" name="Google Shape;655;p16"/>
            <p:cNvCxnSpPr/>
            <p:nvPr/>
          </p:nvCxnSpPr>
          <p:spPr>
            <a:xfrm>
              <a:off x="682252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56" name="Google Shape;656;p16"/>
            <p:cNvCxnSpPr/>
            <p:nvPr/>
          </p:nvCxnSpPr>
          <p:spPr>
            <a:xfrm>
              <a:off x="712282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57" name="Google Shape;657;p16"/>
            <p:cNvCxnSpPr/>
            <p:nvPr/>
          </p:nvCxnSpPr>
          <p:spPr>
            <a:xfrm>
              <a:off x="742312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58" name="Google Shape;658;p16"/>
            <p:cNvCxnSpPr/>
            <p:nvPr/>
          </p:nvCxnSpPr>
          <p:spPr>
            <a:xfrm>
              <a:off x="772343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59" name="Google Shape;659;p16"/>
            <p:cNvCxnSpPr/>
            <p:nvPr/>
          </p:nvCxnSpPr>
          <p:spPr>
            <a:xfrm>
              <a:off x="802373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60" name="Google Shape;660;p16"/>
            <p:cNvCxnSpPr/>
            <p:nvPr/>
          </p:nvCxnSpPr>
          <p:spPr>
            <a:xfrm>
              <a:off x="832403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61" name="Google Shape;661;p16"/>
            <p:cNvCxnSpPr/>
            <p:nvPr/>
          </p:nvCxnSpPr>
          <p:spPr>
            <a:xfrm>
              <a:off x="862434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62" name="Google Shape;662;p16"/>
            <p:cNvCxnSpPr/>
            <p:nvPr/>
          </p:nvCxnSpPr>
          <p:spPr>
            <a:xfrm>
              <a:off x="89246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63" name="Google Shape;663;p16"/>
            <p:cNvCxnSpPr/>
            <p:nvPr/>
          </p:nvCxnSpPr>
          <p:spPr>
            <a:xfrm>
              <a:off x="-43" y="3069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664" name="Google Shape;664;p16"/>
            <p:cNvCxnSpPr/>
            <p:nvPr/>
          </p:nvCxnSpPr>
          <p:spPr>
            <a:xfrm>
              <a:off x="-43" y="6105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665" name="Google Shape;665;p16"/>
            <p:cNvCxnSpPr/>
            <p:nvPr/>
          </p:nvCxnSpPr>
          <p:spPr>
            <a:xfrm>
              <a:off x="-43" y="9142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666" name="Google Shape;666;p16"/>
            <p:cNvCxnSpPr/>
            <p:nvPr/>
          </p:nvCxnSpPr>
          <p:spPr>
            <a:xfrm>
              <a:off x="-43" y="12178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667" name="Google Shape;667;p16"/>
            <p:cNvCxnSpPr/>
            <p:nvPr/>
          </p:nvCxnSpPr>
          <p:spPr>
            <a:xfrm>
              <a:off x="-43" y="15215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668" name="Google Shape;668;p16"/>
            <p:cNvCxnSpPr/>
            <p:nvPr/>
          </p:nvCxnSpPr>
          <p:spPr>
            <a:xfrm>
              <a:off x="-43" y="18251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669" name="Google Shape;669;p16"/>
            <p:cNvCxnSpPr/>
            <p:nvPr/>
          </p:nvCxnSpPr>
          <p:spPr>
            <a:xfrm>
              <a:off x="-43" y="21288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670" name="Google Shape;670;p16"/>
            <p:cNvCxnSpPr/>
            <p:nvPr/>
          </p:nvCxnSpPr>
          <p:spPr>
            <a:xfrm>
              <a:off x="-43" y="24324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671" name="Google Shape;671;p16"/>
            <p:cNvCxnSpPr/>
            <p:nvPr/>
          </p:nvCxnSpPr>
          <p:spPr>
            <a:xfrm>
              <a:off x="-43" y="27361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672" name="Google Shape;672;p16"/>
            <p:cNvCxnSpPr/>
            <p:nvPr/>
          </p:nvCxnSpPr>
          <p:spPr>
            <a:xfrm>
              <a:off x="-43" y="30397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673" name="Google Shape;673;p16"/>
            <p:cNvCxnSpPr/>
            <p:nvPr/>
          </p:nvCxnSpPr>
          <p:spPr>
            <a:xfrm>
              <a:off x="-43" y="33434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674" name="Google Shape;674;p16"/>
            <p:cNvCxnSpPr/>
            <p:nvPr/>
          </p:nvCxnSpPr>
          <p:spPr>
            <a:xfrm>
              <a:off x="-43" y="36470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675" name="Google Shape;675;p16"/>
            <p:cNvCxnSpPr/>
            <p:nvPr/>
          </p:nvCxnSpPr>
          <p:spPr>
            <a:xfrm>
              <a:off x="-43" y="39507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676" name="Google Shape;676;p16"/>
            <p:cNvCxnSpPr/>
            <p:nvPr/>
          </p:nvCxnSpPr>
          <p:spPr>
            <a:xfrm>
              <a:off x="-43" y="42543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677" name="Google Shape;677;p16"/>
            <p:cNvCxnSpPr/>
            <p:nvPr/>
          </p:nvCxnSpPr>
          <p:spPr>
            <a:xfrm>
              <a:off x="-43" y="45580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678" name="Google Shape;678;p16"/>
            <p:cNvCxnSpPr/>
            <p:nvPr/>
          </p:nvCxnSpPr>
          <p:spPr>
            <a:xfrm>
              <a:off x="-43" y="4861650"/>
              <a:ext cx="9144000" cy="0"/>
            </a:xfrm>
            <a:prstGeom prst="straightConnector1">
              <a:avLst/>
            </a:prstGeom>
            <a:noFill/>
            <a:ln w="9525" cap="flat" cmpd="sng">
              <a:solidFill>
                <a:schemeClr val="dk2"/>
              </a:solidFill>
              <a:prstDash val="solid"/>
              <a:round/>
              <a:headEnd type="none" w="med" len="med"/>
              <a:tailEnd type="none" w="med" len="med"/>
            </a:ln>
          </p:spPr>
        </p:cxnSp>
      </p:grpSp>
      <p:sp>
        <p:nvSpPr>
          <p:cNvPr id="679" name="Google Shape;679;p16"/>
          <p:cNvSpPr/>
          <p:nvPr/>
        </p:nvSpPr>
        <p:spPr>
          <a:xfrm>
            <a:off x="713250" y="1198475"/>
            <a:ext cx="7717500" cy="3593100"/>
          </a:xfrm>
          <a:prstGeom prst="rect">
            <a:avLst/>
          </a:pr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16"/>
          <p:cNvSpPr txBox="1">
            <a:spLocks noGrp="1"/>
          </p:cNvSpPr>
          <p:nvPr>
            <p:ph type="subTitle" idx="1"/>
          </p:nvPr>
        </p:nvSpPr>
        <p:spPr>
          <a:xfrm>
            <a:off x="1180550" y="1799451"/>
            <a:ext cx="2481000" cy="11568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81" name="Google Shape;681;p16"/>
          <p:cNvSpPr txBox="1">
            <a:spLocks noGrp="1"/>
          </p:cNvSpPr>
          <p:nvPr>
            <p:ph type="ctrTitle"/>
          </p:nvPr>
        </p:nvSpPr>
        <p:spPr>
          <a:xfrm>
            <a:off x="713250" y="446075"/>
            <a:ext cx="7717500" cy="537000"/>
          </a:xfrm>
          <a:prstGeom prst="rect">
            <a:avLst/>
          </a:prstGeom>
          <a:solidFill>
            <a:schemeClr val="dk2"/>
          </a:solidFill>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lvl1pPr lvl="0" algn="ctr" rtl="0">
              <a:spcBef>
                <a:spcPts val="0"/>
              </a:spcBef>
              <a:spcAft>
                <a:spcPts val="0"/>
              </a:spcAft>
              <a:buSzPts val="3600"/>
              <a:buNone/>
              <a:defRPr sz="30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2">
  <p:cSld name="CUSTOM_5_2_1">
    <p:spTree>
      <p:nvGrpSpPr>
        <p:cNvPr id="1" name="Shape 682"/>
        <p:cNvGrpSpPr/>
        <p:nvPr/>
      </p:nvGrpSpPr>
      <p:grpSpPr>
        <a:xfrm>
          <a:off x="0" y="0"/>
          <a:ext cx="0" cy="0"/>
          <a:chOff x="0" y="0"/>
          <a:chExt cx="0" cy="0"/>
        </a:xfrm>
      </p:grpSpPr>
      <p:grpSp>
        <p:nvGrpSpPr>
          <p:cNvPr id="683" name="Google Shape;683;p17"/>
          <p:cNvGrpSpPr/>
          <p:nvPr/>
        </p:nvGrpSpPr>
        <p:grpSpPr>
          <a:xfrm>
            <a:off x="7" y="-38100"/>
            <a:ext cx="9144000" cy="5219700"/>
            <a:chOff x="-43" y="-76200"/>
            <a:chExt cx="9144000" cy="5219700"/>
          </a:xfrm>
        </p:grpSpPr>
        <p:cxnSp>
          <p:nvCxnSpPr>
            <p:cNvPr id="684" name="Google Shape;684;p17"/>
            <p:cNvCxnSpPr/>
            <p:nvPr/>
          </p:nvCxnSpPr>
          <p:spPr>
            <a:xfrm>
              <a:off x="2158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85" name="Google Shape;685;p17"/>
            <p:cNvCxnSpPr/>
            <p:nvPr/>
          </p:nvCxnSpPr>
          <p:spPr>
            <a:xfrm>
              <a:off x="51614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86" name="Google Shape;686;p17"/>
            <p:cNvCxnSpPr/>
            <p:nvPr/>
          </p:nvCxnSpPr>
          <p:spPr>
            <a:xfrm>
              <a:off x="81645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87" name="Google Shape;687;p17"/>
            <p:cNvCxnSpPr/>
            <p:nvPr/>
          </p:nvCxnSpPr>
          <p:spPr>
            <a:xfrm>
              <a:off x="111675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88" name="Google Shape;688;p17"/>
            <p:cNvCxnSpPr/>
            <p:nvPr/>
          </p:nvCxnSpPr>
          <p:spPr>
            <a:xfrm>
              <a:off x="141705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89" name="Google Shape;689;p17"/>
            <p:cNvCxnSpPr/>
            <p:nvPr/>
          </p:nvCxnSpPr>
          <p:spPr>
            <a:xfrm>
              <a:off x="171736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90" name="Google Shape;690;p17"/>
            <p:cNvCxnSpPr/>
            <p:nvPr/>
          </p:nvCxnSpPr>
          <p:spPr>
            <a:xfrm>
              <a:off x="201766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91" name="Google Shape;691;p17"/>
            <p:cNvCxnSpPr/>
            <p:nvPr/>
          </p:nvCxnSpPr>
          <p:spPr>
            <a:xfrm>
              <a:off x="231796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92" name="Google Shape;692;p17"/>
            <p:cNvCxnSpPr/>
            <p:nvPr/>
          </p:nvCxnSpPr>
          <p:spPr>
            <a:xfrm>
              <a:off x="261827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93" name="Google Shape;693;p17"/>
            <p:cNvCxnSpPr/>
            <p:nvPr/>
          </p:nvCxnSpPr>
          <p:spPr>
            <a:xfrm>
              <a:off x="291857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94" name="Google Shape;694;p17"/>
            <p:cNvCxnSpPr/>
            <p:nvPr/>
          </p:nvCxnSpPr>
          <p:spPr>
            <a:xfrm>
              <a:off x="321887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95" name="Google Shape;695;p17"/>
            <p:cNvCxnSpPr/>
            <p:nvPr/>
          </p:nvCxnSpPr>
          <p:spPr>
            <a:xfrm>
              <a:off x="351918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96" name="Google Shape;696;p17"/>
            <p:cNvCxnSpPr/>
            <p:nvPr/>
          </p:nvCxnSpPr>
          <p:spPr>
            <a:xfrm>
              <a:off x="381948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97" name="Google Shape;697;p17"/>
            <p:cNvCxnSpPr/>
            <p:nvPr/>
          </p:nvCxnSpPr>
          <p:spPr>
            <a:xfrm>
              <a:off x="411978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98" name="Google Shape;698;p17"/>
            <p:cNvCxnSpPr/>
            <p:nvPr/>
          </p:nvCxnSpPr>
          <p:spPr>
            <a:xfrm>
              <a:off x="442009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699" name="Google Shape;699;p17"/>
            <p:cNvCxnSpPr/>
            <p:nvPr/>
          </p:nvCxnSpPr>
          <p:spPr>
            <a:xfrm>
              <a:off x="472039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00" name="Google Shape;700;p17"/>
            <p:cNvCxnSpPr/>
            <p:nvPr/>
          </p:nvCxnSpPr>
          <p:spPr>
            <a:xfrm>
              <a:off x="502069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01" name="Google Shape;701;p17"/>
            <p:cNvCxnSpPr/>
            <p:nvPr/>
          </p:nvCxnSpPr>
          <p:spPr>
            <a:xfrm>
              <a:off x="532100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02" name="Google Shape;702;p17"/>
            <p:cNvCxnSpPr/>
            <p:nvPr/>
          </p:nvCxnSpPr>
          <p:spPr>
            <a:xfrm>
              <a:off x="562130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03" name="Google Shape;703;p17"/>
            <p:cNvCxnSpPr/>
            <p:nvPr/>
          </p:nvCxnSpPr>
          <p:spPr>
            <a:xfrm>
              <a:off x="592160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04" name="Google Shape;704;p17"/>
            <p:cNvCxnSpPr/>
            <p:nvPr/>
          </p:nvCxnSpPr>
          <p:spPr>
            <a:xfrm>
              <a:off x="622191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05" name="Google Shape;705;p17"/>
            <p:cNvCxnSpPr/>
            <p:nvPr/>
          </p:nvCxnSpPr>
          <p:spPr>
            <a:xfrm>
              <a:off x="652221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06" name="Google Shape;706;p17"/>
            <p:cNvCxnSpPr/>
            <p:nvPr/>
          </p:nvCxnSpPr>
          <p:spPr>
            <a:xfrm>
              <a:off x="682252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07" name="Google Shape;707;p17"/>
            <p:cNvCxnSpPr/>
            <p:nvPr/>
          </p:nvCxnSpPr>
          <p:spPr>
            <a:xfrm>
              <a:off x="712282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08" name="Google Shape;708;p17"/>
            <p:cNvCxnSpPr/>
            <p:nvPr/>
          </p:nvCxnSpPr>
          <p:spPr>
            <a:xfrm>
              <a:off x="742312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09" name="Google Shape;709;p17"/>
            <p:cNvCxnSpPr/>
            <p:nvPr/>
          </p:nvCxnSpPr>
          <p:spPr>
            <a:xfrm>
              <a:off x="772343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10" name="Google Shape;710;p17"/>
            <p:cNvCxnSpPr/>
            <p:nvPr/>
          </p:nvCxnSpPr>
          <p:spPr>
            <a:xfrm>
              <a:off x="802373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11" name="Google Shape;711;p17"/>
            <p:cNvCxnSpPr/>
            <p:nvPr/>
          </p:nvCxnSpPr>
          <p:spPr>
            <a:xfrm>
              <a:off x="832403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12" name="Google Shape;712;p17"/>
            <p:cNvCxnSpPr/>
            <p:nvPr/>
          </p:nvCxnSpPr>
          <p:spPr>
            <a:xfrm>
              <a:off x="862434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13" name="Google Shape;713;p17"/>
            <p:cNvCxnSpPr/>
            <p:nvPr/>
          </p:nvCxnSpPr>
          <p:spPr>
            <a:xfrm>
              <a:off x="89246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14" name="Google Shape;714;p17"/>
            <p:cNvCxnSpPr/>
            <p:nvPr/>
          </p:nvCxnSpPr>
          <p:spPr>
            <a:xfrm>
              <a:off x="-43" y="3069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715" name="Google Shape;715;p17"/>
            <p:cNvCxnSpPr/>
            <p:nvPr/>
          </p:nvCxnSpPr>
          <p:spPr>
            <a:xfrm>
              <a:off x="-43" y="6105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716" name="Google Shape;716;p17"/>
            <p:cNvCxnSpPr/>
            <p:nvPr/>
          </p:nvCxnSpPr>
          <p:spPr>
            <a:xfrm>
              <a:off x="-43" y="9142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717" name="Google Shape;717;p17"/>
            <p:cNvCxnSpPr/>
            <p:nvPr/>
          </p:nvCxnSpPr>
          <p:spPr>
            <a:xfrm>
              <a:off x="-43" y="12178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718" name="Google Shape;718;p17"/>
            <p:cNvCxnSpPr/>
            <p:nvPr/>
          </p:nvCxnSpPr>
          <p:spPr>
            <a:xfrm>
              <a:off x="-43" y="15215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719" name="Google Shape;719;p17"/>
            <p:cNvCxnSpPr/>
            <p:nvPr/>
          </p:nvCxnSpPr>
          <p:spPr>
            <a:xfrm>
              <a:off x="-43" y="18251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720" name="Google Shape;720;p17"/>
            <p:cNvCxnSpPr/>
            <p:nvPr/>
          </p:nvCxnSpPr>
          <p:spPr>
            <a:xfrm>
              <a:off x="-43" y="21288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721" name="Google Shape;721;p17"/>
            <p:cNvCxnSpPr/>
            <p:nvPr/>
          </p:nvCxnSpPr>
          <p:spPr>
            <a:xfrm>
              <a:off x="-43" y="24324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722" name="Google Shape;722;p17"/>
            <p:cNvCxnSpPr/>
            <p:nvPr/>
          </p:nvCxnSpPr>
          <p:spPr>
            <a:xfrm>
              <a:off x="-43" y="27361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723" name="Google Shape;723;p17"/>
            <p:cNvCxnSpPr/>
            <p:nvPr/>
          </p:nvCxnSpPr>
          <p:spPr>
            <a:xfrm>
              <a:off x="-43" y="30397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724" name="Google Shape;724;p17"/>
            <p:cNvCxnSpPr/>
            <p:nvPr/>
          </p:nvCxnSpPr>
          <p:spPr>
            <a:xfrm>
              <a:off x="-43" y="33434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725" name="Google Shape;725;p17"/>
            <p:cNvCxnSpPr/>
            <p:nvPr/>
          </p:nvCxnSpPr>
          <p:spPr>
            <a:xfrm>
              <a:off x="-43" y="36470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726" name="Google Shape;726;p17"/>
            <p:cNvCxnSpPr/>
            <p:nvPr/>
          </p:nvCxnSpPr>
          <p:spPr>
            <a:xfrm>
              <a:off x="-43" y="39507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727" name="Google Shape;727;p17"/>
            <p:cNvCxnSpPr/>
            <p:nvPr/>
          </p:nvCxnSpPr>
          <p:spPr>
            <a:xfrm>
              <a:off x="-43" y="42543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728" name="Google Shape;728;p17"/>
            <p:cNvCxnSpPr/>
            <p:nvPr/>
          </p:nvCxnSpPr>
          <p:spPr>
            <a:xfrm>
              <a:off x="-43" y="45580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729" name="Google Shape;729;p17"/>
            <p:cNvCxnSpPr/>
            <p:nvPr/>
          </p:nvCxnSpPr>
          <p:spPr>
            <a:xfrm>
              <a:off x="-43" y="4861650"/>
              <a:ext cx="9144000" cy="0"/>
            </a:xfrm>
            <a:prstGeom prst="straightConnector1">
              <a:avLst/>
            </a:prstGeom>
            <a:noFill/>
            <a:ln w="9525" cap="flat" cmpd="sng">
              <a:solidFill>
                <a:schemeClr val="dk2"/>
              </a:solidFill>
              <a:prstDash val="solid"/>
              <a:round/>
              <a:headEnd type="none" w="med" len="med"/>
              <a:tailEnd type="none" w="med" len="med"/>
            </a:ln>
          </p:spPr>
        </p:cxnSp>
      </p:grpSp>
      <p:sp>
        <p:nvSpPr>
          <p:cNvPr id="730" name="Google Shape;730;p17"/>
          <p:cNvSpPr/>
          <p:nvPr/>
        </p:nvSpPr>
        <p:spPr>
          <a:xfrm>
            <a:off x="713250" y="1198475"/>
            <a:ext cx="7717500" cy="3593100"/>
          </a:xfrm>
          <a:prstGeom prst="rect">
            <a:avLst/>
          </a:pr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17"/>
          <p:cNvSpPr txBox="1">
            <a:spLocks noGrp="1"/>
          </p:cNvSpPr>
          <p:nvPr>
            <p:ph type="ctrTitle"/>
          </p:nvPr>
        </p:nvSpPr>
        <p:spPr>
          <a:xfrm>
            <a:off x="713250" y="446075"/>
            <a:ext cx="7717500" cy="537000"/>
          </a:xfrm>
          <a:prstGeom prst="rect">
            <a:avLst/>
          </a:prstGeom>
          <a:solidFill>
            <a:schemeClr val="dk2"/>
          </a:solidFill>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lvl1pPr lvl="0" algn="ctr" rtl="0">
              <a:spcBef>
                <a:spcPts val="0"/>
              </a:spcBef>
              <a:spcAft>
                <a:spcPts val="0"/>
              </a:spcAft>
              <a:buSzPts val="3600"/>
              <a:buNone/>
              <a:defRPr sz="30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732" name="Google Shape;732;p17"/>
          <p:cNvSpPr txBox="1">
            <a:spLocks noGrp="1"/>
          </p:cNvSpPr>
          <p:nvPr>
            <p:ph type="body" idx="1"/>
          </p:nvPr>
        </p:nvSpPr>
        <p:spPr>
          <a:xfrm>
            <a:off x="1236825" y="1989700"/>
            <a:ext cx="6957000" cy="2502600"/>
          </a:xfrm>
          <a:prstGeom prst="rect">
            <a:avLst/>
          </a:prstGeom>
          <a:noFill/>
        </p:spPr>
        <p:txBody>
          <a:bodyPr spcFirstLastPara="1" wrap="square" lIns="91425" tIns="91425" rIns="91425" bIns="91425" anchor="t" anchorCtr="0">
            <a:noAutofit/>
          </a:bodyPr>
          <a:lstStyle>
            <a:lvl1pPr marL="457200" lvl="0" indent="-317500" rtl="0">
              <a:spcBef>
                <a:spcPts val="0"/>
              </a:spcBef>
              <a:spcAft>
                <a:spcPts val="0"/>
              </a:spcAft>
              <a:buSzPts val="1400"/>
              <a:buAutoNum type="arabicPeriod"/>
              <a:defRPr/>
            </a:lvl1pPr>
            <a:lvl2pPr marL="914400" lvl="1" indent="-317500" rtl="0">
              <a:spcBef>
                <a:spcPts val="0"/>
              </a:spcBef>
              <a:spcAft>
                <a:spcPts val="0"/>
              </a:spcAft>
              <a:buSzPts val="1400"/>
              <a:buAutoNum type="alphaLcPeriod"/>
              <a:defRPr/>
            </a:lvl2pPr>
            <a:lvl3pPr marL="1371600" lvl="2" indent="-317500" rtl="0">
              <a:spcBef>
                <a:spcPts val="0"/>
              </a:spcBef>
              <a:spcAft>
                <a:spcPts val="0"/>
              </a:spcAft>
              <a:buSzPts val="1400"/>
              <a:buAutoNum type="romanLcPeriod"/>
              <a:defRPr/>
            </a:lvl3pPr>
            <a:lvl4pPr marL="1828800" lvl="3" indent="-317500" rtl="0">
              <a:spcBef>
                <a:spcPts val="0"/>
              </a:spcBef>
              <a:spcAft>
                <a:spcPts val="0"/>
              </a:spcAft>
              <a:buSzPts val="1400"/>
              <a:buAutoNum type="arabicPeriod"/>
              <a:defRPr/>
            </a:lvl4pPr>
            <a:lvl5pPr marL="2286000" lvl="4" indent="-317500" rtl="0">
              <a:spcBef>
                <a:spcPts val="0"/>
              </a:spcBef>
              <a:spcAft>
                <a:spcPts val="0"/>
              </a:spcAft>
              <a:buSzPts val="1400"/>
              <a:buAutoNum type="alphaLcPeriod"/>
              <a:defRPr/>
            </a:lvl5pPr>
            <a:lvl6pPr marL="2743200" lvl="5" indent="-317500" rtl="0">
              <a:spcBef>
                <a:spcPts val="0"/>
              </a:spcBef>
              <a:spcAft>
                <a:spcPts val="0"/>
              </a:spcAft>
              <a:buSzPts val="1400"/>
              <a:buAutoNum type="romanLcPeriod"/>
              <a:defRPr/>
            </a:lvl6pPr>
            <a:lvl7pPr marL="3200400" lvl="6" indent="-317500" rtl="0">
              <a:spcBef>
                <a:spcPts val="0"/>
              </a:spcBef>
              <a:spcAft>
                <a:spcPts val="0"/>
              </a:spcAft>
              <a:buSzPts val="1400"/>
              <a:buAutoNum type="arabicPeriod"/>
              <a:defRPr/>
            </a:lvl7pPr>
            <a:lvl8pPr marL="3657600" lvl="7" indent="-317500" rtl="0">
              <a:spcBef>
                <a:spcPts val="0"/>
              </a:spcBef>
              <a:spcAft>
                <a:spcPts val="0"/>
              </a:spcAft>
              <a:buSzPts val="1400"/>
              <a:buAutoNum type="alphaLcPeriod"/>
              <a:defRPr/>
            </a:lvl8pPr>
            <a:lvl9pPr marL="4114800" lvl="8" indent="-317500" rtl="0">
              <a:spcBef>
                <a:spcPts val="0"/>
              </a:spcBef>
              <a:spcAft>
                <a:spcPts val="0"/>
              </a:spcAft>
              <a:buSzPts val="1400"/>
              <a:buAutoNum type="romanLcPeriod"/>
              <a:defRPr/>
            </a:lvl9pPr>
          </a:lstStyle>
          <a:p>
            <a:endParaRPr/>
          </a:p>
        </p:txBody>
      </p:sp>
      <p:sp>
        <p:nvSpPr>
          <p:cNvPr id="733" name="Google Shape;733;p17"/>
          <p:cNvSpPr txBox="1">
            <a:spLocks noGrp="1"/>
          </p:cNvSpPr>
          <p:nvPr>
            <p:ph type="subTitle" idx="2"/>
          </p:nvPr>
        </p:nvSpPr>
        <p:spPr>
          <a:xfrm flipH="1">
            <a:off x="1236825" y="1489525"/>
            <a:ext cx="6957000" cy="402000"/>
          </a:xfrm>
          <a:prstGeom prst="rect">
            <a:avLst/>
          </a:prstGeom>
          <a:solidFill>
            <a:schemeClr val="dk2"/>
          </a:solidFill>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lvl1pPr lvl="0" rtl="0">
              <a:spcBef>
                <a:spcPts val="0"/>
              </a:spcBef>
              <a:spcAft>
                <a:spcPts val="0"/>
              </a:spcAft>
              <a:buSzPts val="1000"/>
              <a:buNone/>
              <a:defRPr sz="2200">
                <a:solidFill>
                  <a:schemeClr val="dk1"/>
                </a:solidFill>
                <a:latin typeface="Jua"/>
                <a:ea typeface="Jua"/>
                <a:cs typeface="Jua"/>
                <a:sym typeface="Jua"/>
              </a:defRPr>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734"/>
        <p:cNvGrpSpPr/>
        <p:nvPr/>
      </p:nvGrpSpPr>
      <p:grpSpPr>
        <a:xfrm>
          <a:off x="0" y="0"/>
          <a:ext cx="0" cy="0"/>
          <a:chOff x="0" y="0"/>
          <a:chExt cx="0" cy="0"/>
        </a:xfrm>
      </p:grpSpPr>
      <p:grpSp>
        <p:nvGrpSpPr>
          <p:cNvPr id="735" name="Google Shape;735;p18"/>
          <p:cNvGrpSpPr/>
          <p:nvPr/>
        </p:nvGrpSpPr>
        <p:grpSpPr>
          <a:xfrm>
            <a:off x="7" y="-38100"/>
            <a:ext cx="9144000" cy="5219700"/>
            <a:chOff x="-43" y="-76200"/>
            <a:chExt cx="9144000" cy="5219700"/>
          </a:xfrm>
        </p:grpSpPr>
        <p:cxnSp>
          <p:nvCxnSpPr>
            <p:cNvPr id="736" name="Google Shape;736;p18"/>
            <p:cNvCxnSpPr/>
            <p:nvPr/>
          </p:nvCxnSpPr>
          <p:spPr>
            <a:xfrm>
              <a:off x="2158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37" name="Google Shape;737;p18"/>
            <p:cNvCxnSpPr/>
            <p:nvPr/>
          </p:nvCxnSpPr>
          <p:spPr>
            <a:xfrm>
              <a:off x="51614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38" name="Google Shape;738;p18"/>
            <p:cNvCxnSpPr/>
            <p:nvPr/>
          </p:nvCxnSpPr>
          <p:spPr>
            <a:xfrm>
              <a:off x="81645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39" name="Google Shape;739;p18"/>
            <p:cNvCxnSpPr/>
            <p:nvPr/>
          </p:nvCxnSpPr>
          <p:spPr>
            <a:xfrm>
              <a:off x="111675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40" name="Google Shape;740;p18"/>
            <p:cNvCxnSpPr/>
            <p:nvPr/>
          </p:nvCxnSpPr>
          <p:spPr>
            <a:xfrm>
              <a:off x="141705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41" name="Google Shape;741;p18"/>
            <p:cNvCxnSpPr/>
            <p:nvPr/>
          </p:nvCxnSpPr>
          <p:spPr>
            <a:xfrm>
              <a:off x="171736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42" name="Google Shape;742;p18"/>
            <p:cNvCxnSpPr/>
            <p:nvPr/>
          </p:nvCxnSpPr>
          <p:spPr>
            <a:xfrm>
              <a:off x="201766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43" name="Google Shape;743;p18"/>
            <p:cNvCxnSpPr/>
            <p:nvPr/>
          </p:nvCxnSpPr>
          <p:spPr>
            <a:xfrm>
              <a:off x="231796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44" name="Google Shape;744;p18"/>
            <p:cNvCxnSpPr/>
            <p:nvPr/>
          </p:nvCxnSpPr>
          <p:spPr>
            <a:xfrm>
              <a:off x="261827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45" name="Google Shape;745;p18"/>
            <p:cNvCxnSpPr/>
            <p:nvPr/>
          </p:nvCxnSpPr>
          <p:spPr>
            <a:xfrm>
              <a:off x="291857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46" name="Google Shape;746;p18"/>
            <p:cNvCxnSpPr/>
            <p:nvPr/>
          </p:nvCxnSpPr>
          <p:spPr>
            <a:xfrm>
              <a:off x="321887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47" name="Google Shape;747;p18"/>
            <p:cNvCxnSpPr/>
            <p:nvPr/>
          </p:nvCxnSpPr>
          <p:spPr>
            <a:xfrm>
              <a:off x="351918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48" name="Google Shape;748;p18"/>
            <p:cNvCxnSpPr/>
            <p:nvPr/>
          </p:nvCxnSpPr>
          <p:spPr>
            <a:xfrm>
              <a:off x="381948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49" name="Google Shape;749;p18"/>
            <p:cNvCxnSpPr/>
            <p:nvPr/>
          </p:nvCxnSpPr>
          <p:spPr>
            <a:xfrm>
              <a:off x="411978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50" name="Google Shape;750;p18"/>
            <p:cNvCxnSpPr/>
            <p:nvPr/>
          </p:nvCxnSpPr>
          <p:spPr>
            <a:xfrm>
              <a:off x="442009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51" name="Google Shape;751;p18"/>
            <p:cNvCxnSpPr/>
            <p:nvPr/>
          </p:nvCxnSpPr>
          <p:spPr>
            <a:xfrm>
              <a:off x="472039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52" name="Google Shape;752;p18"/>
            <p:cNvCxnSpPr/>
            <p:nvPr/>
          </p:nvCxnSpPr>
          <p:spPr>
            <a:xfrm>
              <a:off x="502069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53" name="Google Shape;753;p18"/>
            <p:cNvCxnSpPr/>
            <p:nvPr/>
          </p:nvCxnSpPr>
          <p:spPr>
            <a:xfrm>
              <a:off x="532100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54" name="Google Shape;754;p18"/>
            <p:cNvCxnSpPr/>
            <p:nvPr/>
          </p:nvCxnSpPr>
          <p:spPr>
            <a:xfrm>
              <a:off x="562130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55" name="Google Shape;755;p18"/>
            <p:cNvCxnSpPr/>
            <p:nvPr/>
          </p:nvCxnSpPr>
          <p:spPr>
            <a:xfrm>
              <a:off x="592160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56" name="Google Shape;756;p18"/>
            <p:cNvCxnSpPr/>
            <p:nvPr/>
          </p:nvCxnSpPr>
          <p:spPr>
            <a:xfrm>
              <a:off x="622191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57" name="Google Shape;757;p18"/>
            <p:cNvCxnSpPr/>
            <p:nvPr/>
          </p:nvCxnSpPr>
          <p:spPr>
            <a:xfrm>
              <a:off x="652221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58" name="Google Shape;758;p18"/>
            <p:cNvCxnSpPr/>
            <p:nvPr/>
          </p:nvCxnSpPr>
          <p:spPr>
            <a:xfrm>
              <a:off x="682252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59" name="Google Shape;759;p18"/>
            <p:cNvCxnSpPr/>
            <p:nvPr/>
          </p:nvCxnSpPr>
          <p:spPr>
            <a:xfrm>
              <a:off x="712282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60" name="Google Shape;760;p18"/>
            <p:cNvCxnSpPr/>
            <p:nvPr/>
          </p:nvCxnSpPr>
          <p:spPr>
            <a:xfrm>
              <a:off x="742312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61" name="Google Shape;761;p18"/>
            <p:cNvCxnSpPr/>
            <p:nvPr/>
          </p:nvCxnSpPr>
          <p:spPr>
            <a:xfrm>
              <a:off x="772343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62" name="Google Shape;762;p18"/>
            <p:cNvCxnSpPr/>
            <p:nvPr/>
          </p:nvCxnSpPr>
          <p:spPr>
            <a:xfrm>
              <a:off x="802373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63" name="Google Shape;763;p18"/>
            <p:cNvCxnSpPr/>
            <p:nvPr/>
          </p:nvCxnSpPr>
          <p:spPr>
            <a:xfrm>
              <a:off x="832403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64" name="Google Shape;764;p18"/>
            <p:cNvCxnSpPr/>
            <p:nvPr/>
          </p:nvCxnSpPr>
          <p:spPr>
            <a:xfrm>
              <a:off x="862434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65" name="Google Shape;765;p18"/>
            <p:cNvCxnSpPr/>
            <p:nvPr/>
          </p:nvCxnSpPr>
          <p:spPr>
            <a:xfrm>
              <a:off x="89246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766" name="Google Shape;766;p18"/>
            <p:cNvCxnSpPr/>
            <p:nvPr/>
          </p:nvCxnSpPr>
          <p:spPr>
            <a:xfrm>
              <a:off x="-43" y="3069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767" name="Google Shape;767;p18"/>
            <p:cNvCxnSpPr/>
            <p:nvPr/>
          </p:nvCxnSpPr>
          <p:spPr>
            <a:xfrm>
              <a:off x="-43" y="6105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768" name="Google Shape;768;p18"/>
            <p:cNvCxnSpPr/>
            <p:nvPr/>
          </p:nvCxnSpPr>
          <p:spPr>
            <a:xfrm>
              <a:off x="-43" y="9142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769" name="Google Shape;769;p18"/>
            <p:cNvCxnSpPr/>
            <p:nvPr/>
          </p:nvCxnSpPr>
          <p:spPr>
            <a:xfrm>
              <a:off x="-43" y="12178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770" name="Google Shape;770;p18"/>
            <p:cNvCxnSpPr/>
            <p:nvPr/>
          </p:nvCxnSpPr>
          <p:spPr>
            <a:xfrm>
              <a:off x="-43" y="15215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771" name="Google Shape;771;p18"/>
            <p:cNvCxnSpPr/>
            <p:nvPr/>
          </p:nvCxnSpPr>
          <p:spPr>
            <a:xfrm>
              <a:off x="-43" y="18251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772" name="Google Shape;772;p18"/>
            <p:cNvCxnSpPr/>
            <p:nvPr/>
          </p:nvCxnSpPr>
          <p:spPr>
            <a:xfrm>
              <a:off x="-43" y="21288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773" name="Google Shape;773;p18"/>
            <p:cNvCxnSpPr/>
            <p:nvPr/>
          </p:nvCxnSpPr>
          <p:spPr>
            <a:xfrm>
              <a:off x="-43" y="24324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774" name="Google Shape;774;p18"/>
            <p:cNvCxnSpPr/>
            <p:nvPr/>
          </p:nvCxnSpPr>
          <p:spPr>
            <a:xfrm>
              <a:off x="-43" y="27361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775" name="Google Shape;775;p18"/>
            <p:cNvCxnSpPr/>
            <p:nvPr/>
          </p:nvCxnSpPr>
          <p:spPr>
            <a:xfrm>
              <a:off x="-43" y="30397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776" name="Google Shape;776;p18"/>
            <p:cNvCxnSpPr/>
            <p:nvPr/>
          </p:nvCxnSpPr>
          <p:spPr>
            <a:xfrm>
              <a:off x="-43" y="33434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777" name="Google Shape;777;p18"/>
            <p:cNvCxnSpPr/>
            <p:nvPr/>
          </p:nvCxnSpPr>
          <p:spPr>
            <a:xfrm>
              <a:off x="-43" y="36470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778" name="Google Shape;778;p18"/>
            <p:cNvCxnSpPr/>
            <p:nvPr/>
          </p:nvCxnSpPr>
          <p:spPr>
            <a:xfrm>
              <a:off x="-43" y="39507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779" name="Google Shape;779;p18"/>
            <p:cNvCxnSpPr/>
            <p:nvPr/>
          </p:nvCxnSpPr>
          <p:spPr>
            <a:xfrm>
              <a:off x="-43" y="42543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780" name="Google Shape;780;p18"/>
            <p:cNvCxnSpPr/>
            <p:nvPr/>
          </p:nvCxnSpPr>
          <p:spPr>
            <a:xfrm>
              <a:off x="-43" y="45580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781" name="Google Shape;781;p18"/>
            <p:cNvCxnSpPr/>
            <p:nvPr/>
          </p:nvCxnSpPr>
          <p:spPr>
            <a:xfrm>
              <a:off x="-43" y="4861650"/>
              <a:ext cx="9144000" cy="0"/>
            </a:xfrm>
            <a:prstGeom prst="straightConnector1">
              <a:avLst/>
            </a:prstGeom>
            <a:noFill/>
            <a:ln w="9525" cap="flat" cmpd="sng">
              <a:solidFill>
                <a:schemeClr val="dk2"/>
              </a:solidFill>
              <a:prstDash val="solid"/>
              <a:round/>
              <a:headEnd type="none" w="med" len="med"/>
              <a:tailEnd type="none" w="med" len="med"/>
            </a:ln>
          </p:spPr>
        </p:cxnSp>
      </p:grpSp>
      <p:sp>
        <p:nvSpPr>
          <p:cNvPr id="782" name="Google Shape;782;p18"/>
          <p:cNvSpPr/>
          <p:nvPr/>
        </p:nvSpPr>
        <p:spPr>
          <a:xfrm>
            <a:off x="713250" y="1198475"/>
            <a:ext cx="7717500" cy="3593100"/>
          </a:xfrm>
          <a:prstGeom prst="rect">
            <a:avLst/>
          </a:pr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18"/>
          <p:cNvSpPr txBox="1">
            <a:spLocks noGrp="1"/>
          </p:cNvSpPr>
          <p:nvPr>
            <p:ph type="subTitle" idx="1"/>
          </p:nvPr>
        </p:nvSpPr>
        <p:spPr>
          <a:xfrm>
            <a:off x="2197875" y="1915775"/>
            <a:ext cx="3916500" cy="842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784" name="Google Shape;784;p18"/>
          <p:cNvSpPr txBox="1">
            <a:spLocks noGrp="1"/>
          </p:cNvSpPr>
          <p:nvPr>
            <p:ph type="subTitle" idx="2"/>
          </p:nvPr>
        </p:nvSpPr>
        <p:spPr>
          <a:xfrm>
            <a:off x="2197900" y="3386725"/>
            <a:ext cx="3916500" cy="842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785" name="Google Shape;785;p18"/>
          <p:cNvSpPr txBox="1">
            <a:spLocks noGrp="1"/>
          </p:cNvSpPr>
          <p:nvPr>
            <p:ph type="subTitle" idx="3"/>
          </p:nvPr>
        </p:nvSpPr>
        <p:spPr>
          <a:xfrm>
            <a:off x="2197895" y="1626325"/>
            <a:ext cx="3916500" cy="3582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1800"/>
              <a:buFont typeface="Poppins"/>
              <a:buNone/>
              <a:defRPr sz="2200">
                <a:latin typeface="Jua"/>
                <a:ea typeface="Jua"/>
                <a:cs typeface="Jua"/>
                <a:sym typeface="Jua"/>
              </a:defRPr>
            </a:lvl1pPr>
            <a:lvl2pPr lvl="1" algn="ctr" rtl="0">
              <a:spcBef>
                <a:spcPts val="0"/>
              </a:spcBef>
              <a:spcAft>
                <a:spcPts val="0"/>
              </a:spcAft>
              <a:buSzPts val="1800"/>
              <a:buFont typeface="Poppins"/>
              <a:buNone/>
              <a:defRPr sz="1800" b="1">
                <a:latin typeface="Poppins"/>
                <a:ea typeface="Poppins"/>
                <a:cs typeface="Poppins"/>
                <a:sym typeface="Poppins"/>
              </a:defRPr>
            </a:lvl2pPr>
            <a:lvl3pPr lvl="2" algn="ctr" rtl="0">
              <a:spcBef>
                <a:spcPts val="0"/>
              </a:spcBef>
              <a:spcAft>
                <a:spcPts val="0"/>
              </a:spcAft>
              <a:buSzPts val="1800"/>
              <a:buFont typeface="Poppins"/>
              <a:buNone/>
              <a:defRPr sz="1800" b="1">
                <a:latin typeface="Poppins"/>
                <a:ea typeface="Poppins"/>
                <a:cs typeface="Poppins"/>
                <a:sym typeface="Poppins"/>
              </a:defRPr>
            </a:lvl3pPr>
            <a:lvl4pPr lvl="3" algn="ctr" rtl="0">
              <a:spcBef>
                <a:spcPts val="0"/>
              </a:spcBef>
              <a:spcAft>
                <a:spcPts val="0"/>
              </a:spcAft>
              <a:buSzPts val="1800"/>
              <a:buFont typeface="Poppins"/>
              <a:buNone/>
              <a:defRPr sz="1800" b="1">
                <a:latin typeface="Poppins"/>
                <a:ea typeface="Poppins"/>
                <a:cs typeface="Poppins"/>
                <a:sym typeface="Poppins"/>
              </a:defRPr>
            </a:lvl4pPr>
            <a:lvl5pPr lvl="4" algn="ctr" rtl="0">
              <a:spcBef>
                <a:spcPts val="0"/>
              </a:spcBef>
              <a:spcAft>
                <a:spcPts val="0"/>
              </a:spcAft>
              <a:buSzPts val="1800"/>
              <a:buFont typeface="Poppins"/>
              <a:buNone/>
              <a:defRPr sz="1800" b="1">
                <a:latin typeface="Poppins"/>
                <a:ea typeface="Poppins"/>
                <a:cs typeface="Poppins"/>
                <a:sym typeface="Poppins"/>
              </a:defRPr>
            </a:lvl5pPr>
            <a:lvl6pPr lvl="5" algn="ctr" rtl="0">
              <a:spcBef>
                <a:spcPts val="0"/>
              </a:spcBef>
              <a:spcAft>
                <a:spcPts val="0"/>
              </a:spcAft>
              <a:buSzPts val="1800"/>
              <a:buFont typeface="Poppins"/>
              <a:buNone/>
              <a:defRPr sz="1800" b="1">
                <a:latin typeface="Poppins"/>
                <a:ea typeface="Poppins"/>
                <a:cs typeface="Poppins"/>
                <a:sym typeface="Poppins"/>
              </a:defRPr>
            </a:lvl6pPr>
            <a:lvl7pPr lvl="6" algn="ctr" rtl="0">
              <a:spcBef>
                <a:spcPts val="0"/>
              </a:spcBef>
              <a:spcAft>
                <a:spcPts val="0"/>
              </a:spcAft>
              <a:buSzPts val="1800"/>
              <a:buFont typeface="Poppins"/>
              <a:buNone/>
              <a:defRPr sz="1800" b="1">
                <a:latin typeface="Poppins"/>
                <a:ea typeface="Poppins"/>
                <a:cs typeface="Poppins"/>
                <a:sym typeface="Poppins"/>
              </a:defRPr>
            </a:lvl7pPr>
            <a:lvl8pPr lvl="7" algn="ctr" rtl="0">
              <a:spcBef>
                <a:spcPts val="0"/>
              </a:spcBef>
              <a:spcAft>
                <a:spcPts val="0"/>
              </a:spcAft>
              <a:buSzPts val="1800"/>
              <a:buFont typeface="Poppins"/>
              <a:buNone/>
              <a:defRPr sz="1800" b="1">
                <a:latin typeface="Poppins"/>
                <a:ea typeface="Poppins"/>
                <a:cs typeface="Poppins"/>
                <a:sym typeface="Poppins"/>
              </a:defRPr>
            </a:lvl8pPr>
            <a:lvl9pPr lvl="8" algn="ctr" rtl="0">
              <a:spcBef>
                <a:spcPts val="0"/>
              </a:spcBef>
              <a:spcAft>
                <a:spcPts val="0"/>
              </a:spcAft>
              <a:buSzPts val="1800"/>
              <a:buFont typeface="Poppins"/>
              <a:buNone/>
              <a:defRPr sz="1800" b="1">
                <a:latin typeface="Poppins"/>
                <a:ea typeface="Poppins"/>
                <a:cs typeface="Poppins"/>
                <a:sym typeface="Poppins"/>
              </a:defRPr>
            </a:lvl9pPr>
          </a:lstStyle>
          <a:p>
            <a:endParaRPr/>
          </a:p>
        </p:txBody>
      </p:sp>
      <p:sp>
        <p:nvSpPr>
          <p:cNvPr id="786" name="Google Shape;786;p18"/>
          <p:cNvSpPr txBox="1">
            <a:spLocks noGrp="1"/>
          </p:cNvSpPr>
          <p:nvPr>
            <p:ph type="subTitle" idx="4"/>
          </p:nvPr>
        </p:nvSpPr>
        <p:spPr>
          <a:xfrm>
            <a:off x="2197877" y="3097278"/>
            <a:ext cx="3916500" cy="3582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1800"/>
              <a:buFont typeface="Poppins"/>
              <a:buNone/>
              <a:defRPr sz="2200">
                <a:latin typeface="Jua"/>
                <a:ea typeface="Jua"/>
                <a:cs typeface="Jua"/>
                <a:sym typeface="Jua"/>
              </a:defRPr>
            </a:lvl1pPr>
            <a:lvl2pPr lvl="1" algn="ctr" rtl="0">
              <a:spcBef>
                <a:spcPts val="0"/>
              </a:spcBef>
              <a:spcAft>
                <a:spcPts val="0"/>
              </a:spcAft>
              <a:buSzPts val="1800"/>
              <a:buFont typeface="Poppins"/>
              <a:buNone/>
              <a:defRPr sz="1800" b="1">
                <a:latin typeface="Poppins"/>
                <a:ea typeface="Poppins"/>
                <a:cs typeface="Poppins"/>
                <a:sym typeface="Poppins"/>
              </a:defRPr>
            </a:lvl2pPr>
            <a:lvl3pPr lvl="2" algn="ctr" rtl="0">
              <a:spcBef>
                <a:spcPts val="0"/>
              </a:spcBef>
              <a:spcAft>
                <a:spcPts val="0"/>
              </a:spcAft>
              <a:buSzPts val="1800"/>
              <a:buFont typeface="Poppins"/>
              <a:buNone/>
              <a:defRPr sz="1800" b="1">
                <a:latin typeface="Poppins"/>
                <a:ea typeface="Poppins"/>
                <a:cs typeface="Poppins"/>
                <a:sym typeface="Poppins"/>
              </a:defRPr>
            </a:lvl3pPr>
            <a:lvl4pPr lvl="3" algn="ctr" rtl="0">
              <a:spcBef>
                <a:spcPts val="0"/>
              </a:spcBef>
              <a:spcAft>
                <a:spcPts val="0"/>
              </a:spcAft>
              <a:buSzPts val="1800"/>
              <a:buFont typeface="Poppins"/>
              <a:buNone/>
              <a:defRPr sz="1800" b="1">
                <a:latin typeface="Poppins"/>
                <a:ea typeface="Poppins"/>
                <a:cs typeface="Poppins"/>
                <a:sym typeface="Poppins"/>
              </a:defRPr>
            </a:lvl4pPr>
            <a:lvl5pPr lvl="4" algn="ctr" rtl="0">
              <a:spcBef>
                <a:spcPts val="0"/>
              </a:spcBef>
              <a:spcAft>
                <a:spcPts val="0"/>
              </a:spcAft>
              <a:buSzPts val="1800"/>
              <a:buFont typeface="Poppins"/>
              <a:buNone/>
              <a:defRPr sz="1800" b="1">
                <a:latin typeface="Poppins"/>
                <a:ea typeface="Poppins"/>
                <a:cs typeface="Poppins"/>
                <a:sym typeface="Poppins"/>
              </a:defRPr>
            </a:lvl5pPr>
            <a:lvl6pPr lvl="5" algn="ctr" rtl="0">
              <a:spcBef>
                <a:spcPts val="0"/>
              </a:spcBef>
              <a:spcAft>
                <a:spcPts val="0"/>
              </a:spcAft>
              <a:buSzPts val="1800"/>
              <a:buFont typeface="Poppins"/>
              <a:buNone/>
              <a:defRPr sz="1800" b="1">
                <a:latin typeface="Poppins"/>
                <a:ea typeface="Poppins"/>
                <a:cs typeface="Poppins"/>
                <a:sym typeface="Poppins"/>
              </a:defRPr>
            </a:lvl6pPr>
            <a:lvl7pPr lvl="6" algn="ctr" rtl="0">
              <a:spcBef>
                <a:spcPts val="0"/>
              </a:spcBef>
              <a:spcAft>
                <a:spcPts val="0"/>
              </a:spcAft>
              <a:buSzPts val="1800"/>
              <a:buFont typeface="Poppins"/>
              <a:buNone/>
              <a:defRPr sz="1800" b="1">
                <a:latin typeface="Poppins"/>
                <a:ea typeface="Poppins"/>
                <a:cs typeface="Poppins"/>
                <a:sym typeface="Poppins"/>
              </a:defRPr>
            </a:lvl7pPr>
            <a:lvl8pPr lvl="7" algn="ctr" rtl="0">
              <a:spcBef>
                <a:spcPts val="0"/>
              </a:spcBef>
              <a:spcAft>
                <a:spcPts val="0"/>
              </a:spcAft>
              <a:buSzPts val="1800"/>
              <a:buFont typeface="Poppins"/>
              <a:buNone/>
              <a:defRPr sz="1800" b="1">
                <a:latin typeface="Poppins"/>
                <a:ea typeface="Poppins"/>
                <a:cs typeface="Poppins"/>
                <a:sym typeface="Poppins"/>
              </a:defRPr>
            </a:lvl8pPr>
            <a:lvl9pPr lvl="8" algn="ctr" rtl="0">
              <a:spcBef>
                <a:spcPts val="0"/>
              </a:spcBef>
              <a:spcAft>
                <a:spcPts val="0"/>
              </a:spcAft>
              <a:buSzPts val="1800"/>
              <a:buFont typeface="Poppins"/>
              <a:buNone/>
              <a:defRPr sz="1800" b="1">
                <a:latin typeface="Poppins"/>
                <a:ea typeface="Poppins"/>
                <a:cs typeface="Poppins"/>
                <a:sym typeface="Poppins"/>
              </a:defRPr>
            </a:lvl9pPr>
          </a:lstStyle>
          <a:p>
            <a:endParaRPr/>
          </a:p>
        </p:txBody>
      </p:sp>
      <p:sp>
        <p:nvSpPr>
          <p:cNvPr id="787" name="Google Shape;787;p18"/>
          <p:cNvSpPr txBox="1">
            <a:spLocks noGrp="1"/>
          </p:cNvSpPr>
          <p:nvPr>
            <p:ph type="ctrTitle"/>
          </p:nvPr>
        </p:nvSpPr>
        <p:spPr>
          <a:xfrm>
            <a:off x="713250" y="446075"/>
            <a:ext cx="7717500" cy="537000"/>
          </a:xfrm>
          <a:prstGeom prst="rect">
            <a:avLst/>
          </a:prstGeom>
          <a:solidFill>
            <a:schemeClr val="dk2"/>
          </a:solidFill>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lvl1pPr lvl="0" algn="ctr" rtl="0">
              <a:spcBef>
                <a:spcPts val="0"/>
              </a:spcBef>
              <a:spcAft>
                <a:spcPts val="0"/>
              </a:spcAft>
              <a:buSzPts val="3600"/>
              <a:buNone/>
              <a:defRPr sz="30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wo columns 3">
  <p:cSld name="TITLE_AND_TWO_COLUMNS_2">
    <p:spTree>
      <p:nvGrpSpPr>
        <p:cNvPr id="1" name="Shape 840"/>
        <p:cNvGrpSpPr/>
        <p:nvPr/>
      </p:nvGrpSpPr>
      <p:grpSpPr>
        <a:xfrm>
          <a:off x="0" y="0"/>
          <a:ext cx="0" cy="0"/>
          <a:chOff x="0" y="0"/>
          <a:chExt cx="0" cy="0"/>
        </a:xfrm>
      </p:grpSpPr>
      <p:grpSp>
        <p:nvGrpSpPr>
          <p:cNvPr id="841" name="Google Shape;841;p20"/>
          <p:cNvGrpSpPr/>
          <p:nvPr/>
        </p:nvGrpSpPr>
        <p:grpSpPr>
          <a:xfrm>
            <a:off x="7" y="-38100"/>
            <a:ext cx="9144000" cy="5219700"/>
            <a:chOff x="-43" y="-76200"/>
            <a:chExt cx="9144000" cy="5219700"/>
          </a:xfrm>
        </p:grpSpPr>
        <p:cxnSp>
          <p:nvCxnSpPr>
            <p:cNvPr id="842" name="Google Shape;842;p20"/>
            <p:cNvCxnSpPr/>
            <p:nvPr/>
          </p:nvCxnSpPr>
          <p:spPr>
            <a:xfrm>
              <a:off x="2158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843" name="Google Shape;843;p20"/>
            <p:cNvCxnSpPr/>
            <p:nvPr/>
          </p:nvCxnSpPr>
          <p:spPr>
            <a:xfrm>
              <a:off x="51614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844" name="Google Shape;844;p20"/>
            <p:cNvCxnSpPr/>
            <p:nvPr/>
          </p:nvCxnSpPr>
          <p:spPr>
            <a:xfrm>
              <a:off x="81645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845" name="Google Shape;845;p20"/>
            <p:cNvCxnSpPr/>
            <p:nvPr/>
          </p:nvCxnSpPr>
          <p:spPr>
            <a:xfrm>
              <a:off x="111675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846" name="Google Shape;846;p20"/>
            <p:cNvCxnSpPr/>
            <p:nvPr/>
          </p:nvCxnSpPr>
          <p:spPr>
            <a:xfrm>
              <a:off x="141705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847" name="Google Shape;847;p20"/>
            <p:cNvCxnSpPr/>
            <p:nvPr/>
          </p:nvCxnSpPr>
          <p:spPr>
            <a:xfrm>
              <a:off x="171736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848" name="Google Shape;848;p20"/>
            <p:cNvCxnSpPr/>
            <p:nvPr/>
          </p:nvCxnSpPr>
          <p:spPr>
            <a:xfrm>
              <a:off x="201766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849" name="Google Shape;849;p20"/>
            <p:cNvCxnSpPr/>
            <p:nvPr/>
          </p:nvCxnSpPr>
          <p:spPr>
            <a:xfrm>
              <a:off x="231796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850" name="Google Shape;850;p20"/>
            <p:cNvCxnSpPr/>
            <p:nvPr/>
          </p:nvCxnSpPr>
          <p:spPr>
            <a:xfrm>
              <a:off x="261827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851" name="Google Shape;851;p20"/>
            <p:cNvCxnSpPr/>
            <p:nvPr/>
          </p:nvCxnSpPr>
          <p:spPr>
            <a:xfrm>
              <a:off x="291857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852" name="Google Shape;852;p20"/>
            <p:cNvCxnSpPr/>
            <p:nvPr/>
          </p:nvCxnSpPr>
          <p:spPr>
            <a:xfrm>
              <a:off x="321887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853" name="Google Shape;853;p20"/>
            <p:cNvCxnSpPr/>
            <p:nvPr/>
          </p:nvCxnSpPr>
          <p:spPr>
            <a:xfrm>
              <a:off x="351918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854" name="Google Shape;854;p20"/>
            <p:cNvCxnSpPr/>
            <p:nvPr/>
          </p:nvCxnSpPr>
          <p:spPr>
            <a:xfrm>
              <a:off x="381948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855" name="Google Shape;855;p20"/>
            <p:cNvCxnSpPr/>
            <p:nvPr/>
          </p:nvCxnSpPr>
          <p:spPr>
            <a:xfrm>
              <a:off x="411978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856" name="Google Shape;856;p20"/>
            <p:cNvCxnSpPr/>
            <p:nvPr/>
          </p:nvCxnSpPr>
          <p:spPr>
            <a:xfrm>
              <a:off x="442009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857" name="Google Shape;857;p20"/>
            <p:cNvCxnSpPr/>
            <p:nvPr/>
          </p:nvCxnSpPr>
          <p:spPr>
            <a:xfrm>
              <a:off x="472039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858" name="Google Shape;858;p20"/>
            <p:cNvCxnSpPr/>
            <p:nvPr/>
          </p:nvCxnSpPr>
          <p:spPr>
            <a:xfrm>
              <a:off x="502069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859" name="Google Shape;859;p20"/>
            <p:cNvCxnSpPr/>
            <p:nvPr/>
          </p:nvCxnSpPr>
          <p:spPr>
            <a:xfrm>
              <a:off x="532100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860" name="Google Shape;860;p20"/>
            <p:cNvCxnSpPr/>
            <p:nvPr/>
          </p:nvCxnSpPr>
          <p:spPr>
            <a:xfrm>
              <a:off x="562130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861" name="Google Shape;861;p20"/>
            <p:cNvCxnSpPr/>
            <p:nvPr/>
          </p:nvCxnSpPr>
          <p:spPr>
            <a:xfrm>
              <a:off x="592160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862" name="Google Shape;862;p20"/>
            <p:cNvCxnSpPr/>
            <p:nvPr/>
          </p:nvCxnSpPr>
          <p:spPr>
            <a:xfrm>
              <a:off x="622191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863" name="Google Shape;863;p20"/>
            <p:cNvCxnSpPr/>
            <p:nvPr/>
          </p:nvCxnSpPr>
          <p:spPr>
            <a:xfrm>
              <a:off x="652221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864" name="Google Shape;864;p20"/>
            <p:cNvCxnSpPr/>
            <p:nvPr/>
          </p:nvCxnSpPr>
          <p:spPr>
            <a:xfrm>
              <a:off x="682252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865" name="Google Shape;865;p20"/>
            <p:cNvCxnSpPr/>
            <p:nvPr/>
          </p:nvCxnSpPr>
          <p:spPr>
            <a:xfrm>
              <a:off x="712282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866" name="Google Shape;866;p20"/>
            <p:cNvCxnSpPr/>
            <p:nvPr/>
          </p:nvCxnSpPr>
          <p:spPr>
            <a:xfrm>
              <a:off x="742312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867" name="Google Shape;867;p20"/>
            <p:cNvCxnSpPr/>
            <p:nvPr/>
          </p:nvCxnSpPr>
          <p:spPr>
            <a:xfrm>
              <a:off x="772343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868" name="Google Shape;868;p20"/>
            <p:cNvCxnSpPr/>
            <p:nvPr/>
          </p:nvCxnSpPr>
          <p:spPr>
            <a:xfrm>
              <a:off x="802373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869" name="Google Shape;869;p20"/>
            <p:cNvCxnSpPr/>
            <p:nvPr/>
          </p:nvCxnSpPr>
          <p:spPr>
            <a:xfrm>
              <a:off x="832403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870" name="Google Shape;870;p20"/>
            <p:cNvCxnSpPr/>
            <p:nvPr/>
          </p:nvCxnSpPr>
          <p:spPr>
            <a:xfrm>
              <a:off x="862434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871" name="Google Shape;871;p20"/>
            <p:cNvCxnSpPr/>
            <p:nvPr/>
          </p:nvCxnSpPr>
          <p:spPr>
            <a:xfrm>
              <a:off x="89246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872" name="Google Shape;872;p20"/>
            <p:cNvCxnSpPr/>
            <p:nvPr/>
          </p:nvCxnSpPr>
          <p:spPr>
            <a:xfrm>
              <a:off x="-43" y="3069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873" name="Google Shape;873;p20"/>
            <p:cNvCxnSpPr/>
            <p:nvPr/>
          </p:nvCxnSpPr>
          <p:spPr>
            <a:xfrm>
              <a:off x="-43" y="6105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874" name="Google Shape;874;p20"/>
            <p:cNvCxnSpPr/>
            <p:nvPr/>
          </p:nvCxnSpPr>
          <p:spPr>
            <a:xfrm>
              <a:off x="-43" y="9142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875" name="Google Shape;875;p20"/>
            <p:cNvCxnSpPr/>
            <p:nvPr/>
          </p:nvCxnSpPr>
          <p:spPr>
            <a:xfrm>
              <a:off x="-43" y="12178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876" name="Google Shape;876;p20"/>
            <p:cNvCxnSpPr/>
            <p:nvPr/>
          </p:nvCxnSpPr>
          <p:spPr>
            <a:xfrm>
              <a:off x="-43" y="15215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877" name="Google Shape;877;p20"/>
            <p:cNvCxnSpPr/>
            <p:nvPr/>
          </p:nvCxnSpPr>
          <p:spPr>
            <a:xfrm>
              <a:off x="-43" y="18251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878" name="Google Shape;878;p20"/>
            <p:cNvCxnSpPr/>
            <p:nvPr/>
          </p:nvCxnSpPr>
          <p:spPr>
            <a:xfrm>
              <a:off x="-43" y="21288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879" name="Google Shape;879;p20"/>
            <p:cNvCxnSpPr/>
            <p:nvPr/>
          </p:nvCxnSpPr>
          <p:spPr>
            <a:xfrm>
              <a:off x="-43" y="24324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880" name="Google Shape;880;p20"/>
            <p:cNvCxnSpPr/>
            <p:nvPr/>
          </p:nvCxnSpPr>
          <p:spPr>
            <a:xfrm>
              <a:off x="-43" y="27361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881" name="Google Shape;881;p20"/>
            <p:cNvCxnSpPr/>
            <p:nvPr/>
          </p:nvCxnSpPr>
          <p:spPr>
            <a:xfrm>
              <a:off x="-43" y="30397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882" name="Google Shape;882;p20"/>
            <p:cNvCxnSpPr/>
            <p:nvPr/>
          </p:nvCxnSpPr>
          <p:spPr>
            <a:xfrm>
              <a:off x="-43" y="33434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883" name="Google Shape;883;p20"/>
            <p:cNvCxnSpPr/>
            <p:nvPr/>
          </p:nvCxnSpPr>
          <p:spPr>
            <a:xfrm>
              <a:off x="-43" y="36470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884" name="Google Shape;884;p20"/>
            <p:cNvCxnSpPr/>
            <p:nvPr/>
          </p:nvCxnSpPr>
          <p:spPr>
            <a:xfrm>
              <a:off x="-43" y="39507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885" name="Google Shape;885;p20"/>
            <p:cNvCxnSpPr/>
            <p:nvPr/>
          </p:nvCxnSpPr>
          <p:spPr>
            <a:xfrm>
              <a:off x="-43" y="42543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886" name="Google Shape;886;p20"/>
            <p:cNvCxnSpPr/>
            <p:nvPr/>
          </p:nvCxnSpPr>
          <p:spPr>
            <a:xfrm>
              <a:off x="-43" y="45580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887" name="Google Shape;887;p20"/>
            <p:cNvCxnSpPr/>
            <p:nvPr/>
          </p:nvCxnSpPr>
          <p:spPr>
            <a:xfrm>
              <a:off x="-43" y="4861650"/>
              <a:ext cx="9144000" cy="0"/>
            </a:xfrm>
            <a:prstGeom prst="straightConnector1">
              <a:avLst/>
            </a:prstGeom>
            <a:noFill/>
            <a:ln w="9525" cap="flat" cmpd="sng">
              <a:solidFill>
                <a:schemeClr val="dk2"/>
              </a:solidFill>
              <a:prstDash val="solid"/>
              <a:round/>
              <a:headEnd type="none" w="med" len="med"/>
              <a:tailEnd type="none" w="med" len="med"/>
            </a:ln>
          </p:spPr>
        </p:cxnSp>
      </p:grpSp>
      <p:sp>
        <p:nvSpPr>
          <p:cNvPr id="888" name="Google Shape;888;p20"/>
          <p:cNvSpPr/>
          <p:nvPr/>
        </p:nvSpPr>
        <p:spPr>
          <a:xfrm>
            <a:off x="713250" y="1198475"/>
            <a:ext cx="7717500" cy="3593100"/>
          </a:xfrm>
          <a:prstGeom prst="rect">
            <a:avLst/>
          </a:pr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20"/>
          <p:cNvSpPr txBox="1">
            <a:spLocks noGrp="1"/>
          </p:cNvSpPr>
          <p:nvPr>
            <p:ph type="subTitle" idx="1"/>
          </p:nvPr>
        </p:nvSpPr>
        <p:spPr>
          <a:xfrm>
            <a:off x="1095325" y="1505514"/>
            <a:ext cx="4528200" cy="1332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90" name="Google Shape;890;p20"/>
          <p:cNvSpPr txBox="1">
            <a:spLocks noGrp="1"/>
          </p:cNvSpPr>
          <p:nvPr>
            <p:ph type="subTitle" idx="2"/>
          </p:nvPr>
        </p:nvSpPr>
        <p:spPr>
          <a:xfrm>
            <a:off x="1095341" y="3029637"/>
            <a:ext cx="4528200" cy="1332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91" name="Google Shape;891;p20"/>
          <p:cNvSpPr txBox="1">
            <a:spLocks noGrp="1"/>
          </p:cNvSpPr>
          <p:nvPr>
            <p:ph type="ctrTitle"/>
          </p:nvPr>
        </p:nvSpPr>
        <p:spPr>
          <a:xfrm>
            <a:off x="713250" y="446075"/>
            <a:ext cx="7717500" cy="537000"/>
          </a:xfrm>
          <a:prstGeom prst="rect">
            <a:avLst/>
          </a:prstGeom>
          <a:solidFill>
            <a:schemeClr val="dk2"/>
          </a:solidFill>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lvl1pPr lvl="0" algn="ctr" rtl="0">
              <a:spcBef>
                <a:spcPts val="0"/>
              </a:spcBef>
              <a:spcAft>
                <a:spcPts val="0"/>
              </a:spcAft>
              <a:buSzPts val="3600"/>
              <a:buNone/>
              <a:defRPr sz="30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hree columns">
  <p:cSld name="CUSTOM_2_2">
    <p:spTree>
      <p:nvGrpSpPr>
        <p:cNvPr id="1" name="Shape 892"/>
        <p:cNvGrpSpPr/>
        <p:nvPr/>
      </p:nvGrpSpPr>
      <p:grpSpPr>
        <a:xfrm>
          <a:off x="0" y="0"/>
          <a:ext cx="0" cy="0"/>
          <a:chOff x="0" y="0"/>
          <a:chExt cx="0" cy="0"/>
        </a:xfrm>
      </p:grpSpPr>
      <p:grpSp>
        <p:nvGrpSpPr>
          <p:cNvPr id="893" name="Google Shape;893;p21"/>
          <p:cNvGrpSpPr/>
          <p:nvPr/>
        </p:nvGrpSpPr>
        <p:grpSpPr>
          <a:xfrm>
            <a:off x="7" y="-38100"/>
            <a:ext cx="9144000" cy="5219700"/>
            <a:chOff x="-43" y="-76200"/>
            <a:chExt cx="9144000" cy="5219700"/>
          </a:xfrm>
        </p:grpSpPr>
        <p:cxnSp>
          <p:nvCxnSpPr>
            <p:cNvPr id="894" name="Google Shape;894;p21"/>
            <p:cNvCxnSpPr/>
            <p:nvPr/>
          </p:nvCxnSpPr>
          <p:spPr>
            <a:xfrm>
              <a:off x="2158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895" name="Google Shape;895;p21"/>
            <p:cNvCxnSpPr/>
            <p:nvPr/>
          </p:nvCxnSpPr>
          <p:spPr>
            <a:xfrm>
              <a:off x="51614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896" name="Google Shape;896;p21"/>
            <p:cNvCxnSpPr/>
            <p:nvPr/>
          </p:nvCxnSpPr>
          <p:spPr>
            <a:xfrm>
              <a:off x="81645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897" name="Google Shape;897;p21"/>
            <p:cNvCxnSpPr/>
            <p:nvPr/>
          </p:nvCxnSpPr>
          <p:spPr>
            <a:xfrm>
              <a:off x="111675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898" name="Google Shape;898;p21"/>
            <p:cNvCxnSpPr/>
            <p:nvPr/>
          </p:nvCxnSpPr>
          <p:spPr>
            <a:xfrm>
              <a:off x="141705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899" name="Google Shape;899;p21"/>
            <p:cNvCxnSpPr/>
            <p:nvPr/>
          </p:nvCxnSpPr>
          <p:spPr>
            <a:xfrm>
              <a:off x="171736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00" name="Google Shape;900;p21"/>
            <p:cNvCxnSpPr/>
            <p:nvPr/>
          </p:nvCxnSpPr>
          <p:spPr>
            <a:xfrm>
              <a:off x="201766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01" name="Google Shape;901;p21"/>
            <p:cNvCxnSpPr/>
            <p:nvPr/>
          </p:nvCxnSpPr>
          <p:spPr>
            <a:xfrm>
              <a:off x="231796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02" name="Google Shape;902;p21"/>
            <p:cNvCxnSpPr/>
            <p:nvPr/>
          </p:nvCxnSpPr>
          <p:spPr>
            <a:xfrm>
              <a:off x="261827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03" name="Google Shape;903;p21"/>
            <p:cNvCxnSpPr/>
            <p:nvPr/>
          </p:nvCxnSpPr>
          <p:spPr>
            <a:xfrm>
              <a:off x="291857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04" name="Google Shape;904;p21"/>
            <p:cNvCxnSpPr/>
            <p:nvPr/>
          </p:nvCxnSpPr>
          <p:spPr>
            <a:xfrm>
              <a:off x="321887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05" name="Google Shape;905;p21"/>
            <p:cNvCxnSpPr/>
            <p:nvPr/>
          </p:nvCxnSpPr>
          <p:spPr>
            <a:xfrm>
              <a:off x="351918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06" name="Google Shape;906;p21"/>
            <p:cNvCxnSpPr/>
            <p:nvPr/>
          </p:nvCxnSpPr>
          <p:spPr>
            <a:xfrm>
              <a:off x="381948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07" name="Google Shape;907;p21"/>
            <p:cNvCxnSpPr/>
            <p:nvPr/>
          </p:nvCxnSpPr>
          <p:spPr>
            <a:xfrm>
              <a:off x="411978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08" name="Google Shape;908;p21"/>
            <p:cNvCxnSpPr/>
            <p:nvPr/>
          </p:nvCxnSpPr>
          <p:spPr>
            <a:xfrm>
              <a:off x="442009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09" name="Google Shape;909;p21"/>
            <p:cNvCxnSpPr/>
            <p:nvPr/>
          </p:nvCxnSpPr>
          <p:spPr>
            <a:xfrm>
              <a:off x="472039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10" name="Google Shape;910;p21"/>
            <p:cNvCxnSpPr/>
            <p:nvPr/>
          </p:nvCxnSpPr>
          <p:spPr>
            <a:xfrm>
              <a:off x="502069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11" name="Google Shape;911;p21"/>
            <p:cNvCxnSpPr/>
            <p:nvPr/>
          </p:nvCxnSpPr>
          <p:spPr>
            <a:xfrm>
              <a:off x="532100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12" name="Google Shape;912;p21"/>
            <p:cNvCxnSpPr/>
            <p:nvPr/>
          </p:nvCxnSpPr>
          <p:spPr>
            <a:xfrm>
              <a:off x="562130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13" name="Google Shape;913;p21"/>
            <p:cNvCxnSpPr/>
            <p:nvPr/>
          </p:nvCxnSpPr>
          <p:spPr>
            <a:xfrm>
              <a:off x="592160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14" name="Google Shape;914;p21"/>
            <p:cNvCxnSpPr/>
            <p:nvPr/>
          </p:nvCxnSpPr>
          <p:spPr>
            <a:xfrm>
              <a:off x="622191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15" name="Google Shape;915;p21"/>
            <p:cNvCxnSpPr/>
            <p:nvPr/>
          </p:nvCxnSpPr>
          <p:spPr>
            <a:xfrm>
              <a:off x="652221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16" name="Google Shape;916;p21"/>
            <p:cNvCxnSpPr/>
            <p:nvPr/>
          </p:nvCxnSpPr>
          <p:spPr>
            <a:xfrm>
              <a:off x="682252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17" name="Google Shape;917;p21"/>
            <p:cNvCxnSpPr/>
            <p:nvPr/>
          </p:nvCxnSpPr>
          <p:spPr>
            <a:xfrm>
              <a:off x="712282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18" name="Google Shape;918;p21"/>
            <p:cNvCxnSpPr/>
            <p:nvPr/>
          </p:nvCxnSpPr>
          <p:spPr>
            <a:xfrm>
              <a:off x="742312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19" name="Google Shape;919;p21"/>
            <p:cNvCxnSpPr/>
            <p:nvPr/>
          </p:nvCxnSpPr>
          <p:spPr>
            <a:xfrm>
              <a:off x="772343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20" name="Google Shape;920;p21"/>
            <p:cNvCxnSpPr/>
            <p:nvPr/>
          </p:nvCxnSpPr>
          <p:spPr>
            <a:xfrm>
              <a:off x="802373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21" name="Google Shape;921;p21"/>
            <p:cNvCxnSpPr/>
            <p:nvPr/>
          </p:nvCxnSpPr>
          <p:spPr>
            <a:xfrm>
              <a:off x="832403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22" name="Google Shape;922;p21"/>
            <p:cNvCxnSpPr/>
            <p:nvPr/>
          </p:nvCxnSpPr>
          <p:spPr>
            <a:xfrm>
              <a:off x="862434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23" name="Google Shape;923;p21"/>
            <p:cNvCxnSpPr/>
            <p:nvPr/>
          </p:nvCxnSpPr>
          <p:spPr>
            <a:xfrm>
              <a:off x="89246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24" name="Google Shape;924;p21"/>
            <p:cNvCxnSpPr/>
            <p:nvPr/>
          </p:nvCxnSpPr>
          <p:spPr>
            <a:xfrm>
              <a:off x="-43" y="3069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925" name="Google Shape;925;p21"/>
            <p:cNvCxnSpPr/>
            <p:nvPr/>
          </p:nvCxnSpPr>
          <p:spPr>
            <a:xfrm>
              <a:off x="-43" y="6105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926" name="Google Shape;926;p21"/>
            <p:cNvCxnSpPr/>
            <p:nvPr/>
          </p:nvCxnSpPr>
          <p:spPr>
            <a:xfrm>
              <a:off x="-43" y="9142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927" name="Google Shape;927;p21"/>
            <p:cNvCxnSpPr/>
            <p:nvPr/>
          </p:nvCxnSpPr>
          <p:spPr>
            <a:xfrm>
              <a:off x="-43" y="12178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928" name="Google Shape;928;p21"/>
            <p:cNvCxnSpPr/>
            <p:nvPr/>
          </p:nvCxnSpPr>
          <p:spPr>
            <a:xfrm>
              <a:off x="-43" y="15215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929" name="Google Shape;929;p21"/>
            <p:cNvCxnSpPr/>
            <p:nvPr/>
          </p:nvCxnSpPr>
          <p:spPr>
            <a:xfrm>
              <a:off x="-43" y="18251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930" name="Google Shape;930;p21"/>
            <p:cNvCxnSpPr/>
            <p:nvPr/>
          </p:nvCxnSpPr>
          <p:spPr>
            <a:xfrm>
              <a:off x="-43" y="21288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931" name="Google Shape;931;p21"/>
            <p:cNvCxnSpPr/>
            <p:nvPr/>
          </p:nvCxnSpPr>
          <p:spPr>
            <a:xfrm>
              <a:off x="-43" y="24324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932" name="Google Shape;932;p21"/>
            <p:cNvCxnSpPr/>
            <p:nvPr/>
          </p:nvCxnSpPr>
          <p:spPr>
            <a:xfrm>
              <a:off x="-43" y="27361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933" name="Google Shape;933;p21"/>
            <p:cNvCxnSpPr/>
            <p:nvPr/>
          </p:nvCxnSpPr>
          <p:spPr>
            <a:xfrm>
              <a:off x="-43" y="30397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934" name="Google Shape;934;p21"/>
            <p:cNvCxnSpPr/>
            <p:nvPr/>
          </p:nvCxnSpPr>
          <p:spPr>
            <a:xfrm>
              <a:off x="-43" y="33434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935" name="Google Shape;935;p21"/>
            <p:cNvCxnSpPr/>
            <p:nvPr/>
          </p:nvCxnSpPr>
          <p:spPr>
            <a:xfrm>
              <a:off x="-43" y="36470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936" name="Google Shape;936;p21"/>
            <p:cNvCxnSpPr/>
            <p:nvPr/>
          </p:nvCxnSpPr>
          <p:spPr>
            <a:xfrm>
              <a:off x="-43" y="39507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937" name="Google Shape;937;p21"/>
            <p:cNvCxnSpPr/>
            <p:nvPr/>
          </p:nvCxnSpPr>
          <p:spPr>
            <a:xfrm>
              <a:off x="-43" y="42543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938" name="Google Shape;938;p21"/>
            <p:cNvCxnSpPr/>
            <p:nvPr/>
          </p:nvCxnSpPr>
          <p:spPr>
            <a:xfrm>
              <a:off x="-43" y="45580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939" name="Google Shape;939;p21"/>
            <p:cNvCxnSpPr/>
            <p:nvPr/>
          </p:nvCxnSpPr>
          <p:spPr>
            <a:xfrm>
              <a:off x="-43" y="4861650"/>
              <a:ext cx="9144000" cy="0"/>
            </a:xfrm>
            <a:prstGeom prst="straightConnector1">
              <a:avLst/>
            </a:prstGeom>
            <a:noFill/>
            <a:ln w="9525" cap="flat" cmpd="sng">
              <a:solidFill>
                <a:schemeClr val="dk2"/>
              </a:solidFill>
              <a:prstDash val="solid"/>
              <a:round/>
              <a:headEnd type="none" w="med" len="med"/>
              <a:tailEnd type="none" w="med" len="med"/>
            </a:ln>
          </p:spPr>
        </p:cxnSp>
      </p:grpSp>
      <p:sp>
        <p:nvSpPr>
          <p:cNvPr id="940" name="Google Shape;940;p21"/>
          <p:cNvSpPr/>
          <p:nvPr/>
        </p:nvSpPr>
        <p:spPr>
          <a:xfrm>
            <a:off x="713250" y="1198475"/>
            <a:ext cx="7717500" cy="3593100"/>
          </a:xfrm>
          <a:prstGeom prst="rect">
            <a:avLst/>
          </a:pr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21"/>
          <p:cNvSpPr txBox="1">
            <a:spLocks noGrp="1"/>
          </p:cNvSpPr>
          <p:nvPr>
            <p:ph type="subTitle" idx="1"/>
          </p:nvPr>
        </p:nvSpPr>
        <p:spPr>
          <a:xfrm>
            <a:off x="2255994" y="2023433"/>
            <a:ext cx="5797200" cy="341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1000"/>
              <a:buNone/>
              <a:defRPr/>
            </a:lvl1pPr>
            <a:lvl2pPr lvl="1" algn="ctr" rtl="0">
              <a:lnSpc>
                <a:spcPct val="100000"/>
              </a:lnSpc>
              <a:spcBef>
                <a:spcPts val="0"/>
              </a:spcBef>
              <a:spcAft>
                <a:spcPts val="0"/>
              </a:spcAft>
              <a:buClr>
                <a:schemeClr val="dk1"/>
              </a:buClr>
              <a:buSzPts val="1000"/>
              <a:buNone/>
              <a:defRPr sz="1000">
                <a:solidFill>
                  <a:schemeClr val="dk1"/>
                </a:solidFill>
              </a:defRPr>
            </a:lvl2pPr>
            <a:lvl3pPr lvl="2" algn="ctr" rtl="0">
              <a:lnSpc>
                <a:spcPct val="100000"/>
              </a:lnSpc>
              <a:spcBef>
                <a:spcPts val="0"/>
              </a:spcBef>
              <a:spcAft>
                <a:spcPts val="0"/>
              </a:spcAft>
              <a:buClr>
                <a:schemeClr val="dk1"/>
              </a:buClr>
              <a:buSzPts val="1000"/>
              <a:buNone/>
              <a:defRPr sz="1000">
                <a:solidFill>
                  <a:schemeClr val="dk1"/>
                </a:solidFill>
              </a:defRPr>
            </a:lvl3pPr>
            <a:lvl4pPr lvl="3" algn="ctr" rtl="0">
              <a:lnSpc>
                <a:spcPct val="100000"/>
              </a:lnSpc>
              <a:spcBef>
                <a:spcPts val="0"/>
              </a:spcBef>
              <a:spcAft>
                <a:spcPts val="0"/>
              </a:spcAft>
              <a:buClr>
                <a:schemeClr val="dk1"/>
              </a:buClr>
              <a:buSzPts val="1000"/>
              <a:buNone/>
              <a:defRPr sz="1000">
                <a:solidFill>
                  <a:schemeClr val="dk1"/>
                </a:solidFill>
              </a:defRPr>
            </a:lvl4pPr>
            <a:lvl5pPr lvl="4" algn="ctr" rtl="0">
              <a:lnSpc>
                <a:spcPct val="100000"/>
              </a:lnSpc>
              <a:spcBef>
                <a:spcPts val="0"/>
              </a:spcBef>
              <a:spcAft>
                <a:spcPts val="0"/>
              </a:spcAft>
              <a:buClr>
                <a:schemeClr val="dk1"/>
              </a:buClr>
              <a:buSzPts val="1000"/>
              <a:buNone/>
              <a:defRPr sz="1000">
                <a:solidFill>
                  <a:schemeClr val="dk1"/>
                </a:solidFill>
              </a:defRPr>
            </a:lvl5pPr>
            <a:lvl6pPr lvl="5" algn="ctr" rtl="0">
              <a:lnSpc>
                <a:spcPct val="100000"/>
              </a:lnSpc>
              <a:spcBef>
                <a:spcPts val="0"/>
              </a:spcBef>
              <a:spcAft>
                <a:spcPts val="0"/>
              </a:spcAft>
              <a:buClr>
                <a:schemeClr val="dk1"/>
              </a:buClr>
              <a:buSzPts val="1000"/>
              <a:buNone/>
              <a:defRPr sz="1000">
                <a:solidFill>
                  <a:schemeClr val="dk1"/>
                </a:solidFill>
              </a:defRPr>
            </a:lvl6pPr>
            <a:lvl7pPr lvl="6" algn="ctr" rtl="0">
              <a:lnSpc>
                <a:spcPct val="100000"/>
              </a:lnSpc>
              <a:spcBef>
                <a:spcPts val="0"/>
              </a:spcBef>
              <a:spcAft>
                <a:spcPts val="0"/>
              </a:spcAft>
              <a:buClr>
                <a:schemeClr val="dk1"/>
              </a:buClr>
              <a:buSzPts val="1000"/>
              <a:buNone/>
              <a:defRPr sz="1000">
                <a:solidFill>
                  <a:schemeClr val="dk1"/>
                </a:solidFill>
              </a:defRPr>
            </a:lvl7pPr>
            <a:lvl8pPr lvl="7" algn="ctr" rtl="0">
              <a:lnSpc>
                <a:spcPct val="100000"/>
              </a:lnSpc>
              <a:spcBef>
                <a:spcPts val="0"/>
              </a:spcBef>
              <a:spcAft>
                <a:spcPts val="0"/>
              </a:spcAft>
              <a:buClr>
                <a:schemeClr val="dk1"/>
              </a:buClr>
              <a:buSzPts val="1000"/>
              <a:buNone/>
              <a:defRPr sz="1000">
                <a:solidFill>
                  <a:schemeClr val="dk1"/>
                </a:solidFill>
              </a:defRPr>
            </a:lvl8pPr>
            <a:lvl9pPr lvl="8" algn="ctr" rtl="0">
              <a:lnSpc>
                <a:spcPct val="100000"/>
              </a:lnSpc>
              <a:spcBef>
                <a:spcPts val="0"/>
              </a:spcBef>
              <a:spcAft>
                <a:spcPts val="0"/>
              </a:spcAft>
              <a:buClr>
                <a:schemeClr val="dk1"/>
              </a:buClr>
              <a:buSzPts val="1000"/>
              <a:buNone/>
              <a:defRPr sz="1000">
                <a:solidFill>
                  <a:schemeClr val="dk1"/>
                </a:solidFill>
              </a:defRPr>
            </a:lvl9pPr>
          </a:lstStyle>
          <a:p>
            <a:endParaRPr/>
          </a:p>
        </p:txBody>
      </p:sp>
      <p:sp>
        <p:nvSpPr>
          <p:cNvPr id="942" name="Google Shape;942;p21"/>
          <p:cNvSpPr txBox="1">
            <a:spLocks noGrp="1"/>
          </p:cNvSpPr>
          <p:nvPr>
            <p:ph type="subTitle" idx="2"/>
          </p:nvPr>
        </p:nvSpPr>
        <p:spPr>
          <a:xfrm>
            <a:off x="2255994" y="1685789"/>
            <a:ext cx="5797200" cy="3873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dk1"/>
              </a:buClr>
              <a:buSzPts val="1000"/>
              <a:buNone/>
              <a:defRPr sz="2200">
                <a:solidFill>
                  <a:schemeClr val="dk1"/>
                </a:solidFill>
                <a:latin typeface="Jua"/>
                <a:ea typeface="Jua"/>
                <a:cs typeface="Jua"/>
                <a:sym typeface="Jua"/>
              </a:defRPr>
            </a:lvl1pPr>
            <a:lvl2pPr lvl="1" algn="ctr" rtl="0">
              <a:lnSpc>
                <a:spcPct val="100000"/>
              </a:lnSpc>
              <a:spcBef>
                <a:spcPts val="0"/>
              </a:spcBef>
              <a:spcAft>
                <a:spcPts val="0"/>
              </a:spcAft>
              <a:buClr>
                <a:schemeClr val="dk1"/>
              </a:buClr>
              <a:buSzPts val="1000"/>
              <a:buNone/>
              <a:defRPr sz="1000">
                <a:solidFill>
                  <a:schemeClr val="dk1"/>
                </a:solidFill>
              </a:defRPr>
            </a:lvl2pPr>
            <a:lvl3pPr lvl="2" algn="ctr" rtl="0">
              <a:lnSpc>
                <a:spcPct val="100000"/>
              </a:lnSpc>
              <a:spcBef>
                <a:spcPts val="0"/>
              </a:spcBef>
              <a:spcAft>
                <a:spcPts val="0"/>
              </a:spcAft>
              <a:buClr>
                <a:schemeClr val="dk1"/>
              </a:buClr>
              <a:buSzPts val="1000"/>
              <a:buNone/>
              <a:defRPr sz="1000">
                <a:solidFill>
                  <a:schemeClr val="dk1"/>
                </a:solidFill>
              </a:defRPr>
            </a:lvl3pPr>
            <a:lvl4pPr lvl="3" algn="ctr" rtl="0">
              <a:lnSpc>
                <a:spcPct val="100000"/>
              </a:lnSpc>
              <a:spcBef>
                <a:spcPts val="0"/>
              </a:spcBef>
              <a:spcAft>
                <a:spcPts val="0"/>
              </a:spcAft>
              <a:buClr>
                <a:schemeClr val="dk1"/>
              </a:buClr>
              <a:buSzPts val="1000"/>
              <a:buNone/>
              <a:defRPr sz="1000">
                <a:solidFill>
                  <a:schemeClr val="dk1"/>
                </a:solidFill>
              </a:defRPr>
            </a:lvl4pPr>
            <a:lvl5pPr lvl="4" algn="ctr" rtl="0">
              <a:lnSpc>
                <a:spcPct val="100000"/>
              </a:lnSpc>
              <a:spcBef>
                <a:spcPts val="0"/>
              </a:spcBef>
              <a:spcAft>
                <a:spcPts val="0"/>
              </a:spcAft>
              <a:buClr>
                <a:schemeClr val="dk1"/>
              </a:buClr>
              <a:buSzPts val="1000"/>
              <a:buNone/>
              <a:defRPr sz="1000">
                <a:solidFill>
                  <a:schemeClr val="dk1"/>
                </a:solidFill>
              </a:defRPr>
            </a:lvl5pPr>
            <a:lvl6pPr lvl="5" algn="ctr" rtl="0">
              <a:lnSpc>
                <a:spcPct val="100000"/>
              </a:lnSpc>
              <a:spcBef>
                <a:spcPts val="0"/>
              </a:spcBef>
              <a:spcAft>
                <a:spcPts val="0"/>
              </a:spcAft>
              <a:buClr>
                <a:schemeClr val="dk1"/>
              </a:buClr>
              <a:buSzPts val="1000"/>
              <a:buNone/>
              <a:defRPr sz="1000">
                <a:solidFill>
                  <a:schemeClr val="dk1"/>
                </a:solidFill>
              </a:defRPr>
            </a:lvl6pPr>
            <a:lvl7pPr lvl="6" algn="ctr" rtl="0">
              <a:lnSpc>
                <a:spcPct val="100000"/>
              </a:lnSpc>
              <a:spcBef>
                <a:spcPts val="0"/>
              </a:spcBef>
              <a:spcAft>
                <a:spcPts val="0"/>
              </a:spcAft>
              <a:buClr>
                <a:schemeClr val="dk1"/>
              </a:buClr>
              <a:buSzPts val="1000"/>
              <a:buNone/>
              <a:defRPr sz="1000">
                <a:solidFill>
                  <a:schemeClr val="dk1"/>
                </a:solidFill>
              </a:defRPr>
            </a:lvl7pPr>
            <a:lvl8pPr lvl="7" algn="ctr" rtl="0">
              <a:lnSpc>
                <a:spcPct val="100000"/>
              </a:lnSpc>
              <a:spcBef>
                <a:spcPts val="0"/>
              </a:spcBef>
              <a:spcAft>
                <a:spcPts val="0"/>
              </a:spcAft>
              <a:buClr>
                <a:schemeClr val="dk1"/>
              </a:buClr>
              <a:buSzPts val="1000"/>
              <a:buNone/>
              <a:defRPr sz="1000">
                <a:solidFill>
                  <a:schemeClr val="dk1"/>
                </a:solidFill>
              </a:defRPr>
            </a:lvl8pPr>
            <a:lvl9pPr lvl="8" algn="ctr" rtl="0">
              <a:lnSpc>
                <a:spcPct val="100000"/>
              </a:lnSpc>
              <a:spcBef>
                <a:spcPts val="0"/>
              </a:spcBef>
              <a:spcAft>
                <a:spcPts val="0"/>
              </a:spcAft>
              <a:buClr>
                <a:schemeClr val="dk1"/>
              </a:buClr>
              <a:buSzPts val="1000"/>
              <a:buNone/>
              <a:defRPr sz="1000">
                <a:solidFill>
                  <a:schemeClr val="dk1"/>
                </a:solidFill>
              </a:defRPr>
            </a:lvl9pPr>
          </a:lstStyle>
          <a:p>
            <a:endParaRPr/>
          </a:p>
        </p:txBody>
      </p:sp>
      <p:sp>
        <p:nvSpPr>
          <p:cNvPr id="943" name="Google Shape;943;p21"/>
          <p:cNvSpPr txBox="1">
            <a:spLocks noGrp="1"/>
          </p:cNvSpPr>
          <p:nvPr>
            <p:ph type="subTitle" idx="3"/>
          </p:nvPr>
        </p:nvSpPr>
        <p:spPr>
          <a:xfrm>
            <a:off x="2255994" y="3019583"/>
            <a:ext cx="5797200" cy="341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1000"/>
              <a:buNone/>
              <a:defRPr/>
            </a:lvl1pPr>
            <a:lvl2pPr lvl="1" algn="ctr" rtl="0">
              <a:lnSpc>
                <a:spcPct val="100000"/>
              </a:lnSpc>
              <a:spcBef>
                <a:spcPts val="0"/>
              </a:spcBef>
              <a:spcAft>
                <a:spcPts val="0"/>
              </a:spcAft>
              <a:buClr>
                <a:schemeClr val="dk1"/>
              </a:buClr>
              <a:buSzPts val="1000"/>
              <a:buNone/>
              <a:defRPr sz="1000">
                <a:solidFill>
                  <a:schemeClr val="dk1"/>
                </a:solidFill>
              </a:defRPr>
            </a:lvl2pPr>
            <a:lvl3pPr lvl="2" algn="ctr" rtl="0">
              <a:lnSpc>
                <a:spcPct val="100000"/>
              </a:lnSpc>
              <a:spcBef>
                <a:spcPts val="0"/>
              </a:spcBef>
              <a:spcAft>
                <a:spcPts val="0"/>
              </a:spcAft>
              <a:buClr>
                <a:schemeClr val="dk1"/>
              </a:buClr>
              <a:buSzPts val="1000"/>
              <a:buNone/>
              <a:defRPr sz="1000">
                <a:solidFill>
                  <a:schemeClr val="dk1"/>
                </a:solidFill>
              </a:defRPr>
            </a:lvl3pPr>
            <a:lvl4pPr lvl="3" algn="ctr" rtl="0">
              <a:lnSpc>
                <a:spcPct val="100000"/>
              </a:lnSpc>
              <a:spcBef>
                <a:spcPts val="0"/>
              </a:spcBef>
              <a:spcAft>
                <a:spcPts val="0"/>
              </a:spcAft>
              <a:buClr>
                <a:schemeClr val="dk1"/>
              </a:buClr>
              <a:buSzPts val="1000"/>
              <a:buNone/>
              <a:defRPr sz="1000">
                <a:solidFill>
                  <a:schemeClr val="dk1"/>
                </a:solidFill>
              </a:defRPr>
            </a:lvl4pPr>
            <a:lvl5pPr lvl="4" algn="ctr" rtl="0">
              <a:lnSpc>
                <a:spcPct val="100000"/>
              </a:lnSpc>
              <a:spcBef>
                <a:spcPts val="0"/>
              </a:spcBef>
              <a:spcAft>
                <a:spcPts val="0"/>
              </a:spcAft>
              <a:buClr>
                <a:schemeClr val="dk1"/>
              </a:buClr>
              <a:buSzPts val="1000"/>
              <a:buNone/>
              <a:defRPr sz="1000">
                <a:solidFill>
                  <a:schemeClr val="dk1"/>
                </a:solidFill>
              </a:defRPr>
            </a:lvl5pPr>
            <a:lvl6pPr lvl="5" algn="ctr" rtl="0">
              <a:lnSpc>
                <a:spcPct val="100000"/>
              </a:lnSpc>
              <a:spcBef>
                <a:spcPts val="0"/>
              </a:spcBef>
              <a:spcAft>
                <a:spcPts val="0"/>
              </a:spcAft>
              <a:buClr>
                <a:schemeClr val="dk1"/>
              </a:buClr>
              <a:buSzPts val="1000"/>
              <a:buNone/>
              <a:defRPr sz="1000">
                <a:solidFill>
                  <a:schemeClr val="dk1"/>
                </a:solidFill>
              </a:defRPr>
            </a:lvl6pPr>
            <a:lvl7pPr lvl="6" algn="ctr" rtl="0">
              <a:lnSpc>
                <a:spcPct val="100000"/>
              </a:lnSpc>
              <a:spcBef>
                <a:spcPts val="0"/>
              </a:spcBef>
              <a:spcAft>
                <a:spcPts val="0"/>
              </a:spcAft>
              <a:buClr>
                <a:schemeClr val="dk1"/>
              </a:buClr>
              <a:buSzPts val="1000"/>
              <a:buNone/>
              <a:defRPr sz="1000">
                <a:solidFill>
                  <a:schemeClr val="dk1"/>
                </a:solidFill>
              </a:defRPr>
            </a:lvl7pPr>
            <a:lvl8pPr lvl="7" algn="ctr" rtl="0">
              <a:lnSpc>
                <a:spcPct val="100000"/>
              </a:lnSpc>
              <a:spcBef>
                <a:spcPts val="0"/>
              </a:spcBef>
              <a:spcAft>
                <a:spcPts val="0"/>
              </a:spcAft>
              <a:buClr>
                <a:schemeClr val="dk1"/>
              </a:buClr>
              <a:buSzPts val="1000"/>
              <a:buNone/>
              <a:defRPr sz="1000">
                <a:solidFill>
                  <a:schemeClr val="dk1"/>
                </a:solidFill>
              </a:defRPr>
            </a:lvl8pPr>
            <a:lvl9pPr lvl="8" algn="ctr" rtl="0">
              <a:lnSpc>
                <a:spcPct val="100000"/>
              </a:lnSpc>
              <a:spcBef>
                <a:spcPts val="0"/>
              </a:spcBef>
              <a:spcAft>
                <a:spcPts val="0"/>
              </a:spcAft>
              <a:buClr>
                <a:schemeClr val="dk1"/>
              </a:buClr>
              <a:buSzPts val="1000"/>
              <a:buNone/>
              <a:defRPr sz="1000">
                <a:solidFill>
                  <a:schemeClr val="dk1"/>
                </a:solidFill>
              </a:defRPr>
            </a:lvl9pPr>
          </a:lstStyle>
          <a:p>
            <a:endParaRPr/>
          </a:p>
        </p:txBody>
      </p:sp>
      <p:sp>
        <p:nvSpPr>
          <p:cNvPr id="944" name="Google Shape;944;p21"/>
          <p:cNvSpPr txBox="1">
            <a:spLocks noGrp="1"/>
          </p:cNvSpPr>
          <p:nvPr>
            <p:ph type="subTitle" idx="4"/>
          </p:nvPr>
        </p:nvSpPr>
        <p:spPr>
          <a:xfrm>
            <a:off x="2255994" y="2681935"/>
            <a:ext cx="5797200" cy="3873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dk1"/>
              </a:buClr>
              <a:buSzPts val="1000"/>
              <a:buNone/>
              <a:defRPr sz="2200">
                <a:solidFill>
                  <a:schemeClr val="dk1"/>
                </a:solidFill>
                <a:latin typeface="Jua"/>
                <a:ea typeface="Jua"/>
                <a:cs typeface="Jua"/>
                <a:sym typeface="Jua"/>
              </a:defRPr>
            </a:lvl1pPr>
            <a:lvl2pPr lvl="1" algn="ctr" rtl="0">
              <a:lnSpc>
                <a:spcPct val="100000"/>
              </a:lnSpc>
              <a:spcBef>
                <a:spcPts val="0"/>
              </a:spcBef>
              <a:spcAft>
                <a:spcPts val="0"/>
              </a:spcAft>
              <a:buClr>
                <a:schemeClr val="dk1"/>
              </a:buClr>
              <a:buSzPts val="1000"/>
              <a:buNone/>
              <a:defRPr sz="1000">
                <a:solidFill>
                  <a:schemeClr val="dk1"/>
                </a:solidFill>
              </a:defRPr>
            </a:lvl2pPr>
            <a:lvl3pPr lvl="2" algn="ctr" rtl="0">
              <a:lnSpc>
                <a:spcPct val="100000"/>
              </a:lnSpc>
              <a:spcBef>
                <a:spcPts val="0"/>
              </a:spcBef>
              <a:spcAft>
                <a:spcPts val="0"/>
              </a:spcAft>
              <a:buClr>
                <a:schemeClr val="dk1"/>
              </a:buClr>
              <a:buSzPts val="1000"/>
              <a:buNone/>
              <a:defRPr sz="1000">
                <a:solidFill>
                  <a:schemeClr val="dk1"/>
                </a:solidFill>
              </a:defRPr>
            </a:lvl3pPr>
            <a:lvl4pPr lvl="3" algn="ctr" rtl="0">
              <a:lnSpc>
                <a:spcPct val="100000"/>
              </a:lnSpc>
              <a:spcBef>
                <a:spcPts val="0"/>
              </a:spcBef>
              <a:spcAft>
                <a:spcPts val="0"/>
              </a:spcAft>
              <a:buClr>
                <a:schemeClr val="dk1"/>
              </a:buClr>
              <a:buSzPts val="1000"/>
              <a:buNone/>
              <a:defRPr sz="1000">
                <a:solidFill>
                  <a:schemeClr val="dk1"/>
                </a:solidFill>
              </a:defRPr>
            </a:lvl4pPr>
            <a:lvl5pPr lvl="4" algn="ctr" rtl="0">
              <a:lnSpc>
                <a:spcPct val="100000"/>
              </a:lnSpc>
              <a:spcBef>
                <a:spcPts val="0"/>
              </a:spcBef>
              <a:spcAft>
                <a:spcPts val="0"/>
              </a:spcAft>
              <a:buClr>
                <a:schemeClr val="dk1"/>
              </a:buClr>
              <a:buSzPts val="1000"/>
              <a:buNone/>
              <a:defRPr sz="1000">
                <a:solidFill>
                  <a:schemeClr val="dk1"/>
                </a:solidFill>
              </a:defRPr>
            </a:lvl5pPr>
            <a:lvl6pPr lvl="5" algn="ctr" rtl="0">
              <a:lnSpc>
                <a:spcPct val="100000"/>
              </a:lnSpc>
              <a:spcBef>
                <a:spcPts val="0"/>
              </a:spcBef>
              <a:spcAft>
                <a:spcPts val="0"/>
              </a:spcAft>
              <a:buClr>
                <a:schemeClr val="dk1"/>
              </a:buClr>
              <a:buSzPts val="1000"/>
              <a:buNone/>
              <a:defRPr sz="1000">
                <a:solidFill>
                  <a:schemeClr val="dk1"/>
                </a:solidFill>
              </a:defRPr>
            </a:lvl6pPr>
            <a:lvl7pPr lvl="6" algn="ctr" rtl="0">
              <a:lnSpc>
                <a:spcPct val="100000"/>
              </a:lnSpc>
              <a:spcBef>
                <a:spcPts val="0"/>
              </a:spcBef>
              <a:spcAft>
                <a:spcPts val="0"/>
              </a:spcAft>
              <a:buClr>
                <a:schemeClr val="dk1"/>
              </a:buClr>
              <a:buSzPts val="1000"/>
              <a:buNone/>
              <a:defRPr sz="1000">
                <a:solidFill>
                  <a:schemeClr val="dk1"/>
                </a:solidFill>
              </a:defRPr>
            </a:lvl7pPr>
            <a:lvl8pPr lvl="7" algn="ctr" rtl="0">
              <a:lnSpc>
                <a:spcPct val="100000"/>
              </a:lnSpc>
              <a:spcBef>
                <a:spcPts val="0"/>
              </a:spcBef>
              <a:spcAft>
                <a:spcPts val="0"/>
              </a:spcAft>
              <a:buClr>
                <a:schemeClr val="dk1"/>
              </a:buClr>
              <a:buSzPts val="1000"/>
              <a:buNone/>
              <a:defRPr sz="1000">
                <a:solidFill>
                  <a:schemeClr val="dk1"/>
                </a:solidFill>
              </a:defRPr>
            </a:lvl8pPr>
            <a:lvl9pPr lvl="8" algn="ctr" rtl="0">
              <a:lnSpc>
                <a:spcPct val="100000"/>
              </a:lnSpc>
              <a:spcBef>
                <a:spcPts val="0"/>
              </a:spcBef>
              <a:spcAft>
                <a:spcPts val="0"/>
              </a:spcAft>
              <a:buClr>
                <a:schemeClr val="dk1"/>
              </a:buClr>
              <a:buSzPts val="1000"/>
              <a:buNone/>
              <a:defRPr sz="1000">
                <a:solidFill>
                  <a:schemeClr val="dk1"/>
                </a:solidFill>
              </a:defRPr>
            </a:lvl9pPr>
          </a:lstStyle>
          <a:p>
            <a:endParaRPr/>
          </a:p>
        </p:txBody>
      </p:sp>
      <p:sp>
        <p:nvSpPr>
          <p:cNvPr id="945" name="Google Shape;945;p21"/>
          <p:cNvSpPr txBox="1">
            <a:spLocks noGrp="1"/>
          </p:cNvSpPr>
          <p:nvPr>
            <p:ph type="subTitle" idx="5"/>
          </p:nvPr>
        </p:nvSpPr>
        <p:spPr>
          <a:xfrm>
            <a:off x="2255994" y="4015733"/>
            <a:ext cx="5797200" cy="341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1000"/>
              <a:buNone/>
              <a:defRPr/>
            </a:lvl1pPr>
            <a:lvl2pPr lvl="1" algn="ctr" rtl="0">
              <a:lnSpc>
                <a:spcPct val="100000"/>
              </a:lnSpc>
              <a:spcBef>
                <a:spcPts val="0"/>
              </a:spcBef>
              <a:spcAft>
                <a:spcPts val="0"/>
              </a:spcAft>
              <a:buClr>
                <a:schemeClr val="dk1"/>
              </a:buClr>
              <a:buSzPts val="1000"/>
              <a:buNone/>
              <a:defRPr sz="1000">
                <a:solidFill>
                  <a:schemeClr val="dk1"/>
                </a:solidFill>
              </a:defRPr>
            </a:lvl2pPr>
            <a:lvl3pPr lvl="2" algn="ctr" rtl="0">
              <a:lnSpc>
                <a:spcPct val="100000"/>
              </a:lnSpc>
              <a:spcBef>
                <a:spcPts val="0"/>
              </a:spcBef>
              <a:spcAft>
                <a:spcPts val="0"/>
              </a:spcAft>
              <a:buClr>
                <a:schemeClr val="dk1"/>
              </a:buClr>
              <a:buSzPts val="1000"/>
              <a:buNone/>
              <a:defRPr sz="1000">
                <a:solidFill>
                  <a:schemeClr val="dk1"/>
                </a:solidFill>
              </a:defRPr>
            </a:lvl3pPr>
            <a:lvl4pPr lvl="3" algn="ctr" rtl="0">
              <a:lnSpc>
                <a:spcPct val="100000"/>
              </a:lnSpc>
              <a:spcBef>
                <a:spcPts val="0"/>
              </a:spcBef>
              <a:spcAft>
                <a:spcPts val="0"/>
              </a:spcAft>
              <a:buClr>
                <a:schemeClr val="dk1"/>
              </a:buClr>
              <a:buSzPts val="1000"/>
              <a:buNone/>
              <a:defRPr sz="1000">
                <a:solidFill>
                  <a:schemeClr val="dk1"/>
                </a:solidFill>
              </a:defRPr>
            </a:lvl4pPr>
            <a:lvl5pPr lvl="4" algn="ctr" rtl="0">
              <a:lnSpc>
                <a:spcPct val="100000"/>
              </a:lnSpc>
              <a:spcBef>
                <a:spcPts val="0"/>
              </a:spcBef>
              <a:spcAft>
                <a:spcPts val="0"/>
              </a:spcAft>
              <a:buClr>
                <a:schemeClr val="dk1"/>
              </a:buClr>
              <a:buSzPts val="1000"/>
              <a:buNone/>
              <a:defRPr sz="1000">
                <a:solidFill>
                  <a:schemeClr val="dk1"/>
                </a:solidFill>
              </a:defRPr>
            </a:lvl5pPr>
            <a:lvl6pPr lvl="5" algn="ctr" rtl="0">
              <a:lnSpc>
                <a:spcPct val="100000"/>
              </a:lnSpc>
              <a:spcBef>
                <a:spcPts val="0"/>
              </a:spcBef>
              <a:spcAft>
                <a:spcPts val="0"/>
              </a:spcAft>
              <a:buClr>
                <a:schemeClr val="dk1"/>
              </a:buClr>
              <a:buSzPts val="1000"/>
              <a:buNone/>
              <a:defRPr sz="1000">
                <a:solidFill>
                  <a:schemeClr val="dk1"/>
                </a:solidFill>
              </a:defRPr>
            </a:lvl6pPr>
            <a:lvl7pPr lvl="6" algn="ctr" rtl="0">
              <a:lnSpc>
                <a:spcPct val="100000"/>
              </a:lnSpc>
              <a:spcBef>
                <a:spcPts val="0"/>
              </a:spcBef>
              <a:spcAft>
                <a:spcPts val="0"/>
              </a:spcAft>
              <a:buClr>
                <a:schemeClr val="dk1"/>
              </a:buClr>
              <a:buSzPts val="1000"/>
              <a:buNone/>
              <a:defRPr sz="1000">
                <a:solidFill>
                  <a:schemeClr val="dk1"/>
                </a:solidFill>
              </a:defRPr>
            </a:lvl7pPr>
            <a:lvl8pPr lvl="7" algn="ctr" rtl="0">
              <a:lnSpc>
                <a:spcPct val="100000"/>
              </a:lnSpc>
              <a:spcBef>
                <a:spcPts val="0"/>
              </a:spcBef>
              <a:spcAft>
                <a:spcPts val="0"/>
              </a:spcAft>
              <a:buClr>
                <a:schemeClr val="dk1"/>
              </a:buClr>
              <a:buSzPts val="1000"/>
              <a:buNone/>
              <a:defRPr sz="1000">
                <a:solidFill>
                  <a:schemeClr val="dk1"/>
                </a:solidFill>
              </a:defRPr>
            </a:lvl8pPr>
            <a:lvl9pPr lvl="8" algn="ctr" rtl="0">
              <a:lnSpc>
                <a:spcPct val="100000"/>
              </a:lnSpc>
              <a:spcBef>
                <a:spcPts val="0"/>
              </a:spcBef>
              <a:spcAft>
                <a:spcPts val="0"/>
              </a:spcAft>
              <a:buClr>
                <a:schemeClr val="dk1"/>
              </a:buClr>
              <a:buSzPts val="1000"/>
              <a:buNone/>
              <a:defRPr sz="1000">
                <a:solidFill>
                  <a:schemeClr val="dk1"/>
                </a:solidFill>
              </a:defRPr>
            </a:lvl9pPr>
          </a:lstStyle>
          <a:p>
            <a:endParaRPr/>
          </a:p>
        </p:txBody>
      </p:sp>
      <p:sp>
        <p:nvSpPr>
          <p:cNvPr id="946" name="Google Shape;946;p21"/>
          <p:cNvSpPr txBox="1">
            <a:spLocks noGrp="1"/>
          </p:cNvSpPr>
          <p:nvPr>
            <p:ph type="subTitle" idx="6"/>
          </p:nvPr>
        </p:nvSpPr>
        <p:spPr>
          <a:xfrm>
            <a:off x="2255994" y="3678081"/>
            <a:ext cx="5797200" cy="3873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dk1"/>
              </a:buClr>
              <a:buSzPts val="1000"/>
              <a:buNone/>
              <a:defRPr sz="2200">
                <a:solidFill>
                  <a:schemeClr val="dk1"/>
                </a:solidFill>
                <a:latin typeface="Jua"/>
                <a:ea typeface="Jua"/>
                <a:cs typeface="Jua"/>
                <a:sym typeface="Jua"/>
              </a:defRPr>
            </a:lvl1pPr>
            <a:lvl2pPr lvl="1" algn="ctr" rtl="0">
              <a:lnSpc>
                <a:spcPct val="100000"/>
              </a:lnSpc>
              <a:spcBef>
                <a:spcPts val="0"/>
              </a:spcBef>
              <a:spcAft>
                <a:spcPts val="0"/>
              </a:spcAft>
              <a:buClr>
                <a:schemeClr val="dk1"/>
              </a:buClr>
              <a:buSzPts val="1000"/>
              <a:buNone/>
              <a:defRPr sz="1000">
                <a:solidFill>
                  <a:schemeClr val="dk1"/>
                </a:solidFill>
              </a:defRPr>
            </a:lvl2pPr>
            <a:lvl3pPr lvl="2" algn="ctr" rtl="0">
              <a:lnSpc>
                <a:spcPct val="100000"/>
              </a:lnSpc>
              <a:spcBef>
                <a:spcPts val="0"/>
              </a:spcBef>
              <a:spcAft>
                <a:spcPts val="0"/>
              </a:spcAft>
              <a:buClr>
                <a:schemeClr val="dk1"/>
              </a:buClr>
              <a:buSzPts val="1000"/>
              <a:buNone/>
              <a:defRPr sz="1000">
                <a:solidFill>
                  <a:schemeClr val="dk1"/>
                </a:solidFill>
              </a:defRPr>
            </a:lvl3pPr>
            <a:lvl4pPr lvl="3" algn="ctr" rtl="0">
              <a:lnSpc>
                <a:spcPct val="100000"/>
              </a:lnSpc>
              <a:spcBef>
                <a:spcPts val="0"/>
              </a:spcBef>
              <a:spcAft>
                <a:spcPts val="0"/>
              </a:spcAft>
              <a:buClr>
                <a:schemeClr val="dk1"/>
              </a:buClr>
              <a:buSzPts val="1000"/>
              <a:buNone/>
              <a:defRPr sz="1000">
                <a:solidFill>
                  <a:schemeClr val="dk1"/>
                </a:solidFill>
              </a:defRPr>
            </a:lvl4pPr>
            <a:lvl5pPr lvl="4" algn="ctr" rtl="0">
              <a:lnSpc>
                <a:spcPct val="100000"/>
              </a:lnSpc>
              <a:spcBef>
                <a:spcPts val="0"/>
              </a:spcBef>
              <a:spcAft>
                <a:spcPts val="0"/>
              </a:spcAft>
              <a:buClr>
                <a:schemeClr val="dk1"/>
              </a:buClr>
              <a:buSzPts val="1000"/>
              <a:buNone/>
              <a:defRPr sz="1000">
                <a:solidFill>
                  <a:schemeClr val="dk1"/>
                </a:solidFill>
              </a:defRPr>
            </a:lvl5pPr>
            <a:lvl6pPr lvl="5" algn="ctr" rtl="0">
              <a:lnSpc>
                <a:spcPct val="100000"/>
              </a:lnSpc>
              <a:spcBef>
                <a:spcPts val="0"/>
              </a:spcBef>
              <a:spcAft>
                <a:spcPts val="0"/>
              </a:spcAft>
              <a:buClr>
                <a:schemeClr val="dk1"/>
              </a:buClr>
              <a:buSzPts val="1000"/>
              <a:buNone/>
              <a:defRPr sz="1000">
                <a:solidFill>
                  <a:schemeClr val="dk1"/>
                </a:solidFill>
              </a:defRPr>
            </a:lvl6pPr>
            <a:lvl7pPr lvl="6" algn="ctr" rtl="0">
              <a:lnSpc>
                <a:spcPct val="100000"/>
              </a:lnSpc>
              <a:spcBef>
                <a:spcPts val="0"/>
              </a:spcBef>
              <a:spcAft>
                <a:spcPts val="0"/>
              </a:spcAft>
              <a:buClr>
                <a:schemeClr val="dk1"/>
              </a:buClr>
              <a:buSzPts val="1000"/>
              <a:buNone/>
              <a:defRPr sz="1000">
                <a:solidFill>
                  <a:schemeClr val="dk1"/>
                </a:solidFill>
              </a:defRPr>
            </a:lvl7pPr>
            <a:lvl8pPr lvl="7" algn="ctr" rtl="0">
              <a:lnSpc>
                <a:spcPct val="100000"/>
              </a:lnSpc>
              <a:spcBef>
                <a:spcPts val="0"/>
              </a:spcBef>
              <a:spcAft>
                <a:spcPts val="0"/>
              </a:spcAft>
              <a:buClr>
                <a:schemeClr val="dk1"/>
              </a:buClr>
              <a:buSzPts val="1000"/>
              <a:buNone/>
              <a:defRPr sz="1000">
                <a:solidFill>
                  <a:schemeClr val="dk1"/>
                </a:solidFill>
              </a:defRPr>
            </a:lvl8pPr>
            <a:lvl9pPr lvl="8" algn="ctr" rtl="0">
              <a:lnSpc>
                <a:spcPct val="100000"/>
              </a:lnSpc>
              <a:spcBef>
                <a:spcPts val="0"/>
              </a:spcBef>
              <a:spcAft>
                <a:spcPts val="0"/>
              </a:spcAft>
              <a:buClr>
                <a:schemeClr val="dk1"/>
              </a:buClr>
              <a:buSzPts val="1000"/>
              <a:buNone/>
              <a:defRPr sz="1000">
                <a:solidFill>
                  <a:schemeClr val="dk1"/>
                </a:solidFill>
              </a:defRPr>
            </a:lvl9pPr>
          </a:lstStyle>
          <a:p>
            <a:endParaRPr/>
          </a:p>
        </p:txBody>
      </p:sp>
      <p:sp>
        <p:nvSpPr>
          <p:cNvPr id="947" name="Google Shape;947;p21"/>
          <p:cNvSpPr txBox="1">
            <a:spLocks noGrp="1"/>
          </p:cNvSpPr>
          <p:nvPr>
            <p:ph type="ctrTitle"/>
          </p:nvPr>
        </p:nvSpPr>
        <p:spPr>
          <a:xfrm>
            <a:off x="713250" y="446075"/>
            <a:ext cx="7717500" cy="537000"/>
          </a:xfrm>
          <a:prstGeom prst="rect">
            <a:avLst/>
          </a:prstGeom>
          <a:solidFill>
            <a:schemeClr val="dk2"/>
          </a:solidFill>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lvl1pPr lvl="0" algn="ctr" rtl="0">
              <a:spcBef>
                <a:spcPts val="0"/>
              </a:spcBef>
              <a:spcAft>
                <a:spcPts val="0"/>
              </a:spcAft>
              <a:buSzPts val="3600"/>
              <a:buNone/>
              <a:defRPr sz="30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hree columns 1">
  <p:cSld name="CUSTOM_2_2_2">
    <p:spTree>
      <p:nvGrpSpPr>
        <p:cNvPr id="1" name="Shape 948"/>
        <p:cNvGrpSpPr/>
        <p:nvPr/>
      </p:nvGrpSpPr>
      <p:grpSpPr>
        <a:xfrm>
          <a:off x="0" y="0"/>
          <a:ext cx="0" cy="0"/>
          <a:chOff x="0" y="0"/>
          <a:chExt cx="0" cy="0"/>
        </a:xfrm>
      </p:grpSpPr>
      <p:grpSp>
        <p:nvGrpSpPr>
          <p:cNvPr id="949" name="Google Shape;949;p22"/>
          <p:cNvGrpSpPr/>
          <p:nvPr/>
        </p:nvGrpSpPr>
        <p:grpSpPr>
          <a:xfrm>
            <a:off x="7" y="-38100"/>
            <a:ext cx="9144000" cy="5219700"/>
            <a:chOff x="-43" y="-76200"/>
            <a:chExt cx="9144000" cy="5219700"/>
          </a:xfrm>
        </p:grpSpPr>
        <p:cxnSp>
          <p:nvCxnSpPr>
            <p:cNvPr id="950" name="Google Shape;950;p22"/>
            <p:cNvCxnSpPr/>
            <p:nvPr/>
          </p:nvCxnSpPr>
          <p:spPr>
            <a:xfrm>
              <a:off x="2158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51" name="Google Shape;951;p22"/>
            <p:cNvCxnSpPr/>
            <p:nvPr/>
          </p:nvCxnSpPr>
          <p:spPr>
            <a:xfrm>
              <a:off x="51614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52" name="Google Shape;952;p22"/>
            <p:cNvCxnSpPr/>
            <p:nvPr/>
          </p:nvCxnSpPr>
          <p:spPr>
            <a:xfrm>
              <a:off x="81645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53" name="Google Shape;953;p22"/>
            <p:cNvCxnSpPr/>
            <p:nvPr/>
          </p:nvCxnSpPr>
          <p:spPr>
            <a:xfrm>
              <a:off x="111675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54" name="Google Shape;954;p22"/>
            <p:cNvCxnSpPr/>
            <p:nvPr/>
          </p:nvCxnSpPr>
          <p:spPr>
            <a:xfrm>
              <a:off x="141705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55" name="Google Shape;955;p22"/>
            <p:cNvCxnSpPr/>
            <p:nvPr/>
          </p:nvCxnSpPr>
          <p:spPr>
            <a:xfrm>
              <a:off x="171736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56" name="Google Shape;956;p22"/>
            <p:cNvCxnSpPr/>
            <p:nvPr/>
          </p:nvCxnSpPr>
          <p:spPr>
            <a:xfrm>
              <a:off x="201766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57" name="Google Shape;957;p22"/>
            <p:cNvCxnSpPr/>
            <p:nvPr/>
          </p:nvCxnSpPr>
          <p:spPr>
            <a:xfrm>
              <a:off x="231796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58" name="Google Shape;958;p22"/>
            <p:cNvCxnSpPr/>
            <p:nvPr/>
          </p:nvCxnSpPr>
          <p:spPr>
            <a:xfrm>
              <a:off x="261827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59" name="Google Shape;959;p22"/>
            <p:cNvCxnSpPr/>
            <p:nvPr/>
          </p:nvCxnSpPr>
          <p:spPr>
            <a:xfrm>
              <a:off x="291857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60" name="Google Shape;960;p22"/>
            <p:cNvCxnSpPr/>
            <p:nvPr/>
          </p:nvCxnSpPr>
          <p:spPr>
            <a:xfrm>
              <a:off x="321887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61" name="Google Shape;961;p22"/>
            <p:cNvCxnSpPr/>
            <p:nvPr/>
          </p:nvCxnSpPr>
          <p:spPr>
            <a:xfrm>
              <a:off x="351918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62" name="Google Shape;962;p22"/>
            <p:cNvCxnSpPr/>
            <p:nvPr/>
          </p:nvCxnSpPr>
          <p:spPr>
            <a:xfrm>
              <a:off x="381948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63" name="Google Shape;963;p22"/>
            <p:cNvCxnSpPr/>
            <p:nvPr/>
          </p:nvCxnSpPr>
          <p:spPr>
            <a:xfrm>
              <a:off x="411978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64" name="Google Shape;964;p22"/>
            <p:cNvCxnSpPr/>
            <p:nvPr/>
          </p:nvCxnSpPr>
          <p:spPr>
            <a:xfrm>
              <a:off x="442009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65" name="Google Shape;965;p22"/>
            <p:cNvCxnSpPr/>
            <p:nvPr/>
          </p:nvCxnSpPr>
          <p:spPr>
            <a:xfrm>
              <a:off x="472039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66" name="Google Shape;966;p22"/>
            <p:cNvCxnSpPr/>
            <p:nvPr/>
          </p:nvCxnSpPr>
          <p:spPr>
            <a:xfrm>
              <a:off x="502069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67" name="Google Shape;967;p22"/>
            <p:cNvCxnSpPr/>
            <p:nvPr/>
          </p:nvCxnSpPr>
          <p:spPr>
            <a:xfrm>
              <a:off x="532100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68" name="Google Shape;968;p22"/>
            <p:cNvCxnSpPr/>
            <p:nvPr/>
          </p:nvCxnSpPr>
          <p:spPr>
            <a:xfrm>
              <a:off x="562130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69" name="Google Shape;969;p22"/>
            <p:cNvCxnSpPr/>
            <p:nvPr/>
          </p:nvCxnSpPr>
          <p:spPr>
            <a:xfrm>
              <a:off x="592160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70" name="Google Shape;970;p22"/>
            <p:cNvCxnSpPr/>
            <p:nvPr/>
          </p:nvCxnSpPr>
          <p:spPr>
            <a:xfrm>
              <a:off x="622191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71" name="Google Shape;971;p22"/>
            <p:cNvCxnSpPr/>
            <p:nvPr/>
          </p:nvCxnSpPr>
          <p:spPr>
            <a:xfrm>
              <a:off x="652221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72" name="Google Shape;972;p22"/>
            <p:cNvCxnSpPr/>
            <p:nvPr/>
          </p:nvCxnSpPr>
          <p:spPr>
            <a:xfrm>
              <a:off x="682252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73" name="Google Shape;973;p22"/>
            <p:cNvCxnSpPr/>
            <p:nvPr/>
          </p:nvCxnSpPr>
          <p:spPr>
            <a:xfrm>
              <a:off x="712282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74" name="Google Shape;974;p22"/>
            <p:cNvCxnSpPr/>
            <p:nvPr/>
          </p:nvCxnSpPr>
          <p:spPr>
            <a:xfrm>
              <a:off x="742312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75" name="Google Shape;975;p22"/>
            <p:cNvCxnSpPr/>
            <p:nvPr/>
          </p:nvCxnSpPr>
          <p:spPr>
            <a:xfrm>
              <a:off x="772343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76" name="Google Shape;976;p22"/>
            <p:cNvCxnSpPr/>
            <p:nvPr/>
          </p:nvCxnSpPr>
          <p:spPr>
            <a:xfrm>
              <a:off x="802373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77" name="Google Shape;977;p22"/>
            <p:cNvCxnSpPr/>
            <p:nvPr/>
          </p:nvCxnSpPr>
          <p:spPr>
            <a:xfrm>
              <a:off x="832403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78" name="Google Shape;978;p22"/>
            <p:cNvCxnSpPr/>
            <p:nvPr/>
          </p:nvCxnSpPr>
          <p:spPr>
            <a:xfrm>
              <a:off x="862434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79" name="Google Shape;979;p22"/>
            <p:cNvCxnSpPr/>
            <p:nvPr/>
          </p:nvCxnSpPr>
          <p:spPr>
            <a:xfrm>
              <a:off x="89246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980" name="Google Shape;980;p22"/>
            <p:cNvCxnSpPr/>
            <p:nvPr/>
          </p:nvCxnSpPr>
          <p:spPr>
            <a:xfrm>
              <a:off x="-43" y="3069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981" name="Google Shape;981;p22"/>
            <p:cNvCxnSpPr/>
            <p:nvPr/>
          </p:nvCxnSpPr>
          <p:spPr>
            <a:xfrm>
              <a:off x="-43" y="6105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982" name="Google Shape;982;p22"/>
            <p:cNvCxnSpPr/>
            <p:nvPr/>
          </p:nvCxnSpPr>
          <p:spPr>
            <a:xfrm>
              <a:off x="-43" y="9142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983" name="Google Shape;983;p22"/>
            <p:cNvCxnSpPr/>
            <p:nvPr/>
          </p:nvCxnSpPr>
          <p:spPr>
            <a:xfrm>
              <a:off x="-43" y="12178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984" name="Google Shape;984;p22"/>
            <p:cNvCxnSpPr/>
            <p:nvPr/>
          </p:nvCxnSpPr>
          <p:spPr>
            <a:xfrm>
              <a:off x="-43" y="15215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985" name="Google Shape;985;p22"/>
            <p:cNvCxnSpPr/>
            <p:nvPr/>
          </p:nvCxnSpPr>
          <p:spPr>
            <a:xfrm>
              <a:off x="-43" y="18251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986" name="Google Shape;986;p22"/>
            <p:cNvCxnSpPr/>
            <p:nvPr/>
          </p:nvCxnSpPr>
          <p:spPr>
            <a:xfrm>
              <a:off x="-43" y="21288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987" name="Google Shape;987;p22"/>
            <p:cNvCxnSpPr/>
            <p:nvPr/>
          </p:nvCxnSpPr>
          <p:spPr>
            <a:xfrm>
              <a:off x="-43" y="24324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988" name="Google Shape;988;p22"/>
            <p:cNvCxnSpPr/>
            <p:nvPr/>
          </p:nvCxnSpPr>
          <p:spPr>
            <a:xfrm>
              <a:off x="-43" y="27361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989" name="Google Shape;989;p22"/>
            <p:cNvCxnSpPr/>
            <p:nvPr/>
          </p:nvCxnSpPr>
          <p:spPr>
            <a:xfrm>
              <a:off x="-43" y="30397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990" name="Google Shape;990;p22"/>
            <p:cNvCxnSpPr/>
            <p:nvPr/>
          </p:nvCxnSpPr>
          <p:spPr>
            <a:xfrm>
              <a:off x="-43" y="33434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991" name="Google Shape;991;p22"/>
            <p:cNvCxnSpPr/>
            <p:nvPr/>
          </p:nvCxnSpPr>
          <p:spPr>
            <a:xfrm>
              <a:off x="-43" y="36470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992" name="Google Shape;992;p22"/>
            <p:cNvCxnSpPr/>
            <p:nvPr/>
          </p:nvCxnSpPr>
          <p:spPr>
            <a:xfrm>
              <a:off x="-43" y="39507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993" name="Google Shape;993;p22"/>
            <p:cNvCxnSpPr/>
            <p:nvPr/>
          </p:nvCxnSpPr>
          <p:spPr>
            <a:xfrm>
              <a:off x="-43" y="42543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994" name="Google Shape;994;p22"/>
            <p:cNvCxnSpPr/>
            <p:nvPr/>
          </p:nvCxnSpPr>
          <p:spPr>
            <a:xfrm>
              <a:off x="-43" y="45580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995" name="Google Shape;995;p22"/>
            <p:cNvCxnSpPr/>
            <p:nvPr/>
          </p:nvCxnSpPr>
          <p:spPr>
            <a:xfrm>
              <a:off x="-43" y="4861650"/>
              <a:ext cx="9144000" cy="0"/>
            </a:xfrm>
            <a:prstGeom prst="straightConnector1">
              <a:avLst/>
            </a:prstGeom>
            <a:noFill/>
            <a:ln w="9525" cap="flat" cmpd="sng">
              <a:solidFill>
                <a:schemeClr val="dk2"/>
              </a:solidFill>
              <a:prstDash val="solid"/>
              <a:round/>
              <a:headEnd type="none" w="med" len="med"/>
              <a:tailEnd type="none" w="med" len="med"/>
            </a:ln>
          </p:spPr>
        </p:cxnSp>
      </p:grpSp>
      <p:sp>
        <p:nvSpPr>
          <p:cNvPr id="996" name="Google Shape;996;p22"/>
          <p:cNvSpPr/>
          <p:nvPr/>
        </p:nvSpPr>
        <p:spPr>
          <a:xfrm>
            <a:off x="713250" y="1198475"/>
            <a:ext cx="7717500" cy="3593100"/>
          </a:xfrm>
          <a:prstGeom prst="rect">
            <a:avLst/>
          </a:pr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22"/>
          <p:cNvSpPr txBox="1">
            <a:spLocks noGrp="1"/>
          </p:cNvSpPr>
          <p:nvPr>
            <p:ph type="subTitle" idx="1"/>
          </p:nvPr>
        </p:nvSpPr>
        <p:spPr>
          <a:xfrm>
            <a:off x="1000525" y="1907720"/>
            <a:ext cx="3432900" cy="1120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1000"/>
              <a:buNone/>
              <a:defRPr/>
            </a:lvl1pPr>
            <a:lvl2pPr lvl="1" algn="ctr" rtl="0">
              <a:lnSpc>
                <a:spcPct val="100000"/>
              </a:lnSpc>
              <a:spcBef>
                <a:spcPts val="0"/>
              </a:spcBef>
              <a:spcAft>
                <a:spcPts val="0"/>
              </a:spcAft>
              <a:buClr>
                <a:schemeClr val="dk1"/>
              </a:buClr>
              <a:buSzPts val="1000"/>
              <a:buNone/>
              <a:defRPr sz="1000">
                <a:solidFill>
                  <a:schemeClr val="dk1"/>
                </a:solidFill>
              </a:defRPr>
            </a:lvl2pPr>
            <a:lvl3pPr lvl="2" algn="ctr" rtl="0">
              <a:lnSpc>
                <a:spcPct val="100000"/>
              </a:lnSpc>
              <a:spcBef>
                <a:spcPts val="0"/>
              </a:spcBef>
              <a:spcAft>
                <a:spcPts val="0"/>
              </a:spcAft>
              <a:buClr>
                <a:schemeClr val="dk1"/>
              </a:buClr>
              <a:buSzPts val="1000"/>
              <a:buNone/>
              <a:defRPr sz="1000">
                <a:solidFill>
                  <a:schemeClr val="dk1"/>
                </a:solidFill>
              </a:defRPr>
            </a:lvl3pPr>
            <a:lvl4pPr lvl="3" algn="ctr" rtl="0">
              <a:lnSpc>
                <a:spcPct val="100000"/>
              </a:lnSpc>
              <a:spcBef>
                <a:spcPts val="0"/>
              </a:spcBef>
              <a:spcAft>
                <a:spcPts val="0"/>
              </a:spcAft>
              <a:buClr>
                <a:schemeClr val="dk1"/>
              </a:buClr>
              <a:buSzPts val="1000"/>
              <a:buNone/>
              <a:defRPr sz="1000">
                <a:solidFill>
                  <a:schemeClr val="dk1"/>
                </a:solidFill>
              </a:defRPr>
            </a:lvl4pPr>
            <a:lvl5pPr lvl="4" algn="ctr" rtl="0">
              <a:lnSpc>
                <a:spcPct val="100000"/>
              </a:lnSpc>
              <a:spcBef>
                <a:spcPts val="0"/>
              </a:spcBef>
              <a:spcAft>
                <a:spcPts val="0"/>
              </a:spcAft>
              <a:buClr>
                <a:schemeClr val="dk1"/>
              </a:buClr>
              <a:buSzPts val="1000"/>
              <a:buNone/>
              <a:defRPr sz="1000">
                <a:solidFill>
                  <a:schemeClr val="dk1"/>
                </a:solidFill>
              </a:defRPr>
            </a:lvl5pPr>
            <a:lvl6pPr lvl="5" algn="ctr" rtl="0">
              <a:lnSpc>
                <a:spcPct val="100000"/>
              </a:lnSpc>
              <a:spcBef>
                <a:spcPts val="0"/>
              </a:spcBef>
              <a:spcAft>
                <a:spcPts val="0"/>
              </a:spcAft>
              <a:buClr>
                <a:schemeClr val="dk1"/>
              </a:buClr>
              <a:buSzPts val="1000"/>
              <a:buNone/>
              <a:defRPr sz="1000">
                <a:solidFill>
                  <a:schemeClr val="dk1"/>
                </a:solidFill>
              </a:defRPr>
            </a:lvl6pPr>
            <a:lvl7pPr lvl="6" algn="ctr" rtl="0">
              <a:lnSpc>
                <a:spcPct val="100000"/>
              </a:lnSpc>
              <a:spcBef>
                <a:spcPts val="0"/>
              </a:spcBef>
              <a:spcAft>
                <a:spcPts val="0"/>
              </a:spcAft>
              <a:buClr>
                <a:schemeClr val="dk1"/>
              </a:buClr>
              <a:buSzPts val="1000"/>
              <a:buNone/>
              <a:defRPr sz="1000">
                <a:solidFill>
                  <a:schemeClr val="dk1"/>
                </a:solidFill>
              </a:defRPr>
            </a:lvl7pPr>
            <a:lvl8pPr lvl="7" algn="ctr" rtl="0">
              <a:lnSpc>
                <a:spcPct val="100000"/>
              </a:lnSpc>
              <a:spcBef>
                <a:spcPts val="0"/>
              </a:spcBef>
              <a:spcAft>
                <a:spcPts val="0"/>
              </a:spcAft>
              <a:buClr>
                <a:schemeClr val="dk1"/>
              </a:buClr>
              <a:buSzPts val="1000"/>
              <a:buNone/>
              <a:defRPr sz="1000">
                <a:solidFill>
                  <a:schemeClr val="dk1"/>
                </a:solidFill>
              </a:defRPr>
            </a:lvl8pPr>
            <a:lvl9pPr lvl="8" algn="ctr" rtl="0">
              <a:lnSpc>
                <a:spcPct val="100000"/>
              </a:lnSpc>
              <a:spcBef>
                <a:spcPts val="0"/>
              </a:spcBef>
              <a:spcAft>
                <a:spcPts val="0"/>
              </a:spcAft>
              <a:buClr>
                <a:schemeClr val="dk1"/>
              </a:buClr>
              <a:buSzPts val="1000"/>
              <a:buNone/>
              <a:defRPr sz="1000">
                <a:solidFill>
                  <a:schemeClr val="dk1"/>
                </a:solidFill>
              </a:defRPr>
            </a:lvl9pPr>
          </a:lstStyle>
          <a:p>
            <a:endParaRPr/>
          </a:p>
        </p:txBody>
      </p:sp>
      <p:sp>
        <p:nvSpPr>
          <p:cNvPr id="998" name="Google Shape;998;p22"/>
          <p:cNvSpPr txBox="1">
            <a:spLocks noGrp="1"/>
          </p:cNvSpPr>
          <p:nvPr>
            <p:ph type="subTitle" idx="2"/>
          </p:nvPr>
        </p:nvSpPr>
        <p:spPr>
          <a:xfrm>
            <a:off x="1000526" y="1489532"/>
            <a:ext cx="3432900" cy="418200"/>
          </a:xfrm>
          <a:prstGeom prst="rect">
            <a:avLst/>
          </a:prstGeom>
          <a:solidFill>
            <a:schemeClr val="dk2"/>
          </a:solidFill>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lvl1pPr lvl="0" rtl="0">
              <a:spcBef>
                <a:spcPts val="0"/>
              </a:spcBef>
              <a:spcAft>
                <a:spcPts val="0"/>
              </a:spcAft>
              <a:buClr>
                <a:schemeClr val="dk1"/>
              </a:buClr>
              <a:buSzPts val="1000"/>
              <a:buNone/>
              <a:defRPr sz="2200">
                <a:solidFill>
                  <a:schemeClr val="dk1"/>
                </a:solidFill>
                <a:latin typeface="Jua"/>
                <a:ea typeface="Jua"/>
                <a:cs typeface="Jua"/>
                <a:sym typeface="Jua"/>
              </a:defRPr>
            </a:lvl1pPr>
            <a:lvl2pPr lvl="1" algn="ctr" rtl="0">
              <a:lnSpc>
                <a:spcPct val="100000"/>
              </a:lnSpc>
              <a:spcBef>
                <a:spcPts val="0"/>
              </a:spcBef>
              <a:spcAft>
                <a:spcPts val="0"/>
              </a:spcAft>
              <a:buClr>
                <a:schemeClr val="dk1"/>
              </a:buClr>
              <a:buSzPts val="1000"/>
              <a:buNone/>
              <a:defRPr sz="1000">
                <a:solidFill>
                  <a:schemeClr val="dk1"/>
                </a:solidFill>
              </a:defRPr>
            </a:lvl2pPr>
            <a:lvl3pPr lvl="2" algn="ctr" rtl="0">
              <a:lnSpc>
                <a:spcPct val="100000"/>
              </a:lnSpc>
              <a:spcBef>
                <a:spcPts val="0"/>
              </a:spcBef>
              <a:spcAft>
                <a:spcPts val="0"/>
              </a:spcAft>
              <a:buClr>
                <a:schemeClr val="dk1"/>
              </a:buClr>
              <a:buSzPts val="1000"/>
              <a:buNone/>
              <a:defRPr sz="1000">
                <a:solidFill>
                  <a:schemeClr val="dk1"/>
                </a:solidFill>
              </a:defRPr>
            </a:lvl3pPr>
            <a:lvl4pPr lvl="3" algn="ctr" rtl="0">
              <a:lnSpc>
                <a:spcPct val="100000"/>
              </a:lnSpc>
              <a:spcBef>
                <a:spcPts val="0"/>
              </a:spcBef>
              <a:spcAft>
                <a:spcPts val="0"/>
              </a:spcAft>
              <a:buClr>
                <a:schemeClr val="dk1"/>
              </a:buClr>
              <a:buSzPts val="1000"/>
              <a:buNone/>
              <a:defRPr sz="1000">
                <a:solidFill>
                  <a:schemeClr val="dk1"/>
                </a:solidFill>
              </a:defRPr>
            </a:lvl4pPr>
            <a:lvl5pPr lvl="4" algn="ctr" rtl="0">
              <a:lnSpc>
                <a:spcPct val="100000"/>
              </a:lnSpc>
              <a:spcBef>
                <a:spcPts val="0"/>
              </a:spcBef>
              <a:spcAft>
                <a:spcPts val="0"/>
              </a:spcAft>
              <a:buClr>
                <a:schemeClr val="dk1"/>
              </a:buClr>
              <a:buSzPts val="1000"/>
              <a:buNone/>
              <a:defRPr sz="1000">
                <a:solidFill>
                  <a:schemeClr val="dk1"/>
                </a:solidFill>
              </a:defRPr>
            </a:lvl5pPr>
            <a:lvl6pPr lvl="5" algn="ctr" rtl="0">
              <a:lnSpc>
                <a:spcPct val="100000"/>
              </a:lnSpc>
              <a:spcBef>
                <a:spcPts val="0"/>
              </a:spcBef>
              <a:spcAft>
                <a:spcPts val="0"/>
              </a:spcAft>
              <a:buClr>
                <a:schemeClr val="dk1"/>
              </a:buClr>
              <a:buSzPts val="1000"/>
              <a:buNone/>
              <a:defRPr sz="1000">
                <a:solidFill>
                  <a:schemeClr val="dk1"/>
                </a:solidFill>
              </a:defRPr>
            </a:lvl6pPr>
            <a:lvl7pPr lvl="6" algn="ctr" rtl="0">
              <a:lnSpc>
                <a:spcPct val="100000"/>
              </a:lnSpc>
              <a:spcBef>
                <a:spcPts val="0"/>
              </a:spcBef>
              <a:spcAft>
                <a:spcPts val="0"/>
              </a:spcAft>
              <a:buClr>
                <a:schemeClr val="dk1"/>
              </a:buClr>
              <a:buSzPts val="1000"/>
              <a:buNone/>
              <a:defRPr sz="1000">
                <a:solidFill>
                  <a:schemeClr val="dk1"/>
                </a:solidFill>
              </a:defRPr>
            </a:lvl7pPr>
            <a:lvl8pPr lvl="7" algn="ctr" rtl="0">
              <a:lnSpc>
                <a:spcPct val="100000"/>
              </a:lnSpc>
              <a:spcBef>
                <a:spcPts val="0"/>
              </a:spcBef>
              <a:spcAft>
                <a:spcPts val="0"/>
              </a:spcAft>
              <a:buClr>
                <a:schemeClr val="dk1"/>
              </a:buClr>
              <a:buSzPts val="1000"/>
              <a:buNone/>
              <a:defRPr sz="1000">
                <a:solidFill>
                  <a:schemeClr val="dk1"/>
                </a:solidFill>
              </a:defRPr>
            </a:lvl8pPr>
            <a:lvl9pPr lvl="8" algn="ctr" rtl="0">
              <a:lnSpc>
                <a:spcPct val="100000"/>
              </a:lnSpc>
              <a:spcBef>
                <a:spcPts val="0"/>
              </a:spcBef>
              <a:spcAft>
                <a:spcPts val="0"/>
              </a:spcAft>
              <a:buClr>
                <a:schemeClr val="dk1"/>
              </a:buClr>
              <a:buSzPts val="1000"/>
              <a:buNone/>
              <a:defRPr sz="1000">
                <a:solidFill>
                  <a:schemeClr val="dk1"/>
                </a:solidFill>
              </a:defRPr>
            </a:lvl9pPr>
          </a:lstStyle>
          <a:p>
            <a:endParaRPr/>
          </a:p>
        </p:txBody>
      </p:sp>
      <p:sp>
        <p:nvSpPr>
          <p:cNvPr id="999" name="Google Shape;999;p22"/>
          <p:cNvSpPr txBox="1">
            <a:spLocks noGrp="1"/>
          </p:cNvSpPr>
          <p:nvPr>
            <p:ph type="subTitle" idx="3"/>
          </p:nvPr>
        </p:nvSpPr>
        <p:spPr>
          <a:xfrm>
            <a:off x="1000525" y="3486750"/>
            <a:ext cx="3432900" cy="1120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1000"/>
              <a:buNone/>
              <a:defRPr/>
            </a:lvl1pPr>
            <a:lvl2pPr lvl="1" algn="ctr" rtl="0">
              <a:lnSpc>
                <a:spcPct val="100000"/>
              </a:lnSpc>
              <a:spcBef>
                <a:spcPts val="0"/>
              </a:spcBef>
              <a:spcAft>
                <a:spcPts val="0"/>
              </a:spcAft>
              <a:buClr>
                <a:schemeClr val="dk1"/>
              </a:buClr>
              <a:buSzPts val="1000"/>
              <a:buNone/>
              <a:defRPr sz="1000">
                <a:solidFill>
                  <a:schemeClr val="dk1"/>
                </a:solidFill>
              </a:defRPr>
            </a:lvl2pPr>
            <a:lvl3pPr lvl="2" algn="ctr" rtl="0">
              <a:lnSpc>
                <a:spcPct val="100000"/>
              </a:lnSpc>
              <a:spcBef>
                <a:spcPts val="0"/>
              </a:spcBef>
              <a:spcAft>
                <a:spcPts val="0"/>
              </a:spcAft>
              <a:buClr>
                <a:schemeClr val="dk1"/>
              </a:buClr>
              <a:buSzPts val="1000"/>
              <a:buNone/>
              <a:defRPr sz="1000">
                <a:solidFill>
                  <a:schemeClr val="dk1"/>
                </a:solidFill>
              </a:defRPr>
            </a:lvl3pPr>
            <a:lvl4pPr lvl="3" algn="ctr" rtl="0">
              <a:lnSpc>
                <a:spcPct val="100000"/>
              </a:lnSpc>
              <a:spcBef>
                <a:spcPts val="0"/>
              </a:spcBef>
              <a:spcAft>
                <a:spcPts val="0"/>
              </a:spcAft>
              <a:buClr>
                <a:schemeClr val="dk1"/>
              </a:buClr>
              <a:buSzPts val="1000"/>
              <a:buNone/>
              <a:defRPr sz="1000">
                <a:solidFill>
                  <a:schemeClr val="dk1"/>
                </a:solidFill>
              </a:defRPr>
            </a:lvl4pPr>
            <a:lvl5pPr lvl="4" algn="ctr" rtl="0">
              <a:lnSpc>
                <a:spcPct val="100000"/>
              </a:lnSpc>
              <a:spcBef>
                <a:spcPts val="0"/>
              </a:spcBef>
              <a:spcAft>
                <a:spcPts val="0"/>
              </a:spcAft>
              <a:buClr>
                <a:schemeClr val="dk1"/>
              </a:buClr>
              <a:buSzPts val="1000"/>
              <a:buNone/>
              <a:defRPr sz="1000">
                <a:solidFill>
                  <a:schemeClr val="dk1"/>
                </a:solidFill>
              </a:defRPr>
            </a:lvl5pPr>
            <a:lvl6pPr lvl="5" algn="ctr" rtl="0">
              <a:lnSpc>
                <a:spcPct val="100000"/>
              </a:lnSpc>
              <a:spcBef>
                <a:spcPts val="0"/>
              </a:spcBef>
              <a:spcAft>
                <a:spcPts val="0"/>
              </a:spcAft>
              <a:buClr>
                <a:schemeClr val="dk1"/>
              </a:buClr>
              <a:buSzPts val="1000"/>
              <a:buNone/>
              <a:defRPr sz="1000">
                <a:solidFill>
                  <a:schemeClr val="dk1"/>
                </a:solidFill>
              </a:defRPr>
            </a:lvl6pPr>
            <a:lvl7pPr lvl="6" algn="ctr" rtl="0">
              <a:lnSpc>
                <a:spcPct val="100000"/>
              </a:lnSpc>
              <a:spcBef>
                <a:spcPts val="0"/>
              </a:spcBef>
              <a:spcAft>
                <a:spcPts val="0"/>
              </a:spcAft>
              <a:buClr>
                <a:schemeClr val="dk1"/>
              </a:buClr>
              <a:buSzPts val="1000"/>
              <a:buNone/>
              <a:defRPr sz="1000">
                <a:solidFill>
                  <a:schemeClr val="dk1"/>
                </a:solidFill>
              </a:defRPr>
            </a:lvl7pPr>
            <a:lvl8pPr lvl="7" algn="ctr" rtl="0">
              <a:lnSpc>
                <a:spcPct val="100000"/>
              </a:lnSpc>
              <a:spcBef>
                <a:spcPts val="0"/>
              </a:spcBef>
              <a:spcAft>
                <a:spcPts val="0"/>
              </a:spcAft>
              <a:buClr>
                <a:schemeClr val="dk1"/>
              </a:buClr>
              <a:buSzPts val="1000"/>
              <a:buNone/>
              <a:defRPr sz="1000">
                <a:solidFill>
                  <a:schemeClr val="dk1"/>
                </a:solidFill>
              </a:defRPr>
            </a:lvl8pPr>
            <a:lvl9pPr lvl="8" algn="ctr" rtl="0">
              <a:lnSpc>
                <a:spcPct val="100000"/>
              </a:lnSpc>
              <a:spcBef>
                <a:spcPts val="0"/>
              </a:spcBef>
              <a:spcAft>
                <a:spcPts val="0"/>
              </a:spcAft>
              <a:buClr>
                <a:schemeClr val="dk1"/>
              </a:buClr>
              <a:buSzPts val="1000"/>
              <a:buNone/>
              <a:defRPr sz="1000">
                <a:solidFill>
                  <a:schemeClr val="dk1"/>
                </a:solidFill>
              </a:defRPr>
            </a:lvl9pPr>
          </a:lstStyle>
          <a:p>
            <a:endParaRPr/>
          </a:p>
        </p:txBody>
      </p:sp>
      <p:sp>
        <p:nvSpPr>
          <p:cNvPr id="1000" name="Google Shape;1000;p22"/>
          <p:cNvSpPr txBox="1">
            <a:spLocks noGrp="1"/>
          </p:cNvSpPr>
          <p:nvPr>
            <p:ph type="subTitle" idx="4"/>
          </p:nvPr>
        </p:nvSpPr>
        <p:spPr>
          <a:xfrm>
            <a:off x="1000526" y="3068527"/>
            <a:ext cx="3432900" cy="418200"/>
          </a:xfrm>
          <a:prstGeom prst="rect">
            <a:avLst/>
          </a:prstGeom>
          <a:solidFill>
            <a:schemeClr val="dk2"/>
          </a:solidFill>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lvl1pPr lvl="0" rtl="0">
              <a:spcBef>
                <a:spcPts val="0"/>
              </a:spcBef>
              <a:spcAft>
                <a:spcPts val="0"/>
              </a:spcAft>
              <a:buClr>
                <a:schemeClr val="dk1"/>
              </a:buClr>
              <a:buSzPts val="1000"/>
              <a:buNone/>
              <a:defRPr sz="2200">
                <a:solidFill>
                  <a:schemeClr val="dk1"/>
                </a:solidFill>
                <a:latin typeface="Jua"/>
                <a:ea typeface="Jua"/>
                <a:cs typeface="Jua"/>
                <a:sym typeface="Jua"/>
              </a:defRPr>
            </a:lvl1pPr>
            <a:lvl2pPr lvl="1" algn="ctr" rtl="0">
              <a:lnSpc>
                <a:spcPct val="100000"/>
              </a:lnSpc>
              <a:spcBef>
                <a:spcPts val="0"/>
              </a:spcBef>
              <a:spcAft>
                <a:spcPts val="0"/>
              </a:spcAft>
              <a:buClr>
                <a:schemeClr val="dk1"/>
              </a:buClr>
              <a:buSzPts val="1000"/>
              <a:buNone/>
              <a:defRPr sz="1000">
                <a:solidFill>
                  <a:schemeClr val="dk1"/>
                </a:solidFill>
              </a:defRPr>
            </a:lvl2pPr>
            <a:lvl3pPr lvl="2" algn="ctr" rtl="0">
              <a:lnSpc>
                <a:spcPct val="100000"/>
              </a:lnSpc>
              <a:spcBef>
                <a:spcPts val="0"/>
              </a:spcBef>
              <a:spcAft>
                <a:spcPts val="0"/>
              </a:spcAft>
              <a:buClr>
                <a:schemeClr val="dk1"/>
              </a:buClr>
              <a:buSzPts val="1000"/>
              <a:buNone/>
              <a:defRPr sz="1000">
                <a:solidFill>
                  <a:schemeClr val="dk1"/>
                </a:solidFill>
              </a:defRPr>
            </a:lvl3pPr>
            <a:lvl4pPr lvl="3" algn="ctr" rtl="0">
              <a:lnSpc>
                <a:spcPct val="100000"/>
              </a:lnSpc>
              <a:spcBef>
                <a:spcPts val="0"/>
              </a:spcBef>
              <a:spcAft>
                <a:spcPts val="0"/>
              </a:spcAft>
              <a:buClr>
                <a:schemeClr val="dk1"/>
              </a:buClr>
              <a:buSzPts val="1000"/>
              <a:buNone/>
              <a:defRPr sz="1000">
                <a:solidFill>
                  <a:schemeClr val="dk1"/>
                </a:solidFill>
              </a:defRPr>
            </a:lvl4pPr>
            <a:lvl5pPr lvl="4" algn="ctr" rtl="0">
              <a:lnSpc>
                <a:spcPct val="100000"/>
              </a:lnSpc>
              <a:spcBef>
                <a:spcPts val="0"/>
              </a:spcBef>
              <a:spcAft>
                <a:spcPts val="0"/>
              </a:spcAft>
              <a:buClr>
                <a:schemeClr val="dk1"/>
              </a:buClr>
              <a:buSzPts val="1000"/>
              <a:buNone/>
              <a:defRPr sz="1000">
                <a:solidFill>
                  <a:schemeClr val="dk1"/>
                </a:solidFill>
              </a:defRPr>
            </a:lvl5pPr>
            <a:lvl6pPr lvl="5" algn="ctr" rtl="0">
              <a:lnSpc>
                <a:spcPct val="100000"/>
              </a:lnSpc>
              <a:spcBef>
                <a:spcPts val="0"/>
              </a:spcBef>
              <a:spcAft>
                <a:spcPts val="0"/>
              </a:spcAft>
              <a:buClr>
                <a:schemeClr val="dk1"/>
              </a:buClr>
              <a:buSzPts val="1000"/>
              <a:buNone/>
              <a:defRPr sz="1000">
                <a:solidFill>
                  <a:schemeClr val="dk1"/>
                </a:solidFill>
              </a:defRPr>
            </a:lvl6pPr>
            <a:lvl7pPr lvl="6" algn="ctr" rtl="0">
              <a:lnSpc>
                <a:spcPct val="100000"/>
              </a:lnSpc>
              <a:spcBef>
                <a:spcPts val="0"/>
              </a:spcBef>
              <a:spcAft>
                <a:spcPts val="0"/>
              </a:spcAft>
              <a:buClr>
                <a:schemeClr val="dk1"/>
              </a:buClr>
              <a:buSzPts val="1000"/>
              <a:buNone/>
              <a:defRPr sz="1000">
                <a:solidFill>
                  <a:schemeClr val="dk1"/>
                </a:solidFill>
              </a:defRPr>
            </a:lvl7pPr>
            <a:lvl8pPr lvl="7" algn="ctr" rtl="0">
              <a:lnSpc>
                <a:spcPct val="100000"/>
              </a:lnSpc>
              <a:spcBef>
                <a:spcPts val="0"/>
              </a:spcBef>
              <a:spcAft>
                <a:spcPts val="0"/>
              </a:spcAft>
              <a:buClr>
                <a:schemeClr val="dk1"/>
              </a:buClr>
              <a:buSzPts val="1000"/>
              <a:buNone/>
              <a:defRPr sz="1000">
                <a:solidFill>
                  <a:schemeClr val="dk1"/>
                </a:solidFill>
              </a:defRPr>
            </a:lvl8pPr>
            <a:lvl9pPr lvl="8" algn="ctr" rtl="0">
              <a:lnSpc>
                <a:spcPct val="100000"/>
              </a:lnSpc>
              <a:spcBef>
                <a:spcPts val="0"/>
              </a:spcBef>
              <a:spcAft>
                <a:spcPts val="0"/>
              </a:spcAft>
              <a:buClr>
                <a:schemeClr val="dk1"/>
              </a:buClr>
              <a:buSzPts val="1000"/>
              <a:buNone/>
              <a:defRPr sz="1000">
                <a:solidFill>
                  <a:schemeClr val="dk1"/>
                </a:solidFill>
              </a:defRPr>
            </a:lvl9pPr>
          </a:lstStyle>
          <a:p>
            <a:endParaRPr/>
          </a:p>
        </p:txBody>
      </p:sp>
      <p:sp>
        <p:nvSpPr>
          <p:cNvPr id="1001" name="Google Shape;1001;p22"/>
          <p:cNvSpPr txBox="1">
            <a:spLocks noGrp="1"/>
          </p:cNvSpPr>
          <p:nvPr>
            <p:ph type="subTitle" idx="5"/>
          </p:nvPr>
        </p:nvSpPr>
        <p:spPr>
          <a:xfrm>
            <a:off x="4584232" y="1907787"/>
            <a:ext cx="3432900" cy="1120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1000"/>
              <a:buNone/>
              <a:defRPr/>
            </a:lvl1pPr>
            <a:lvl2pPr lvl="1" algn="ctr" rtl="0">
              <a:lnSpc>
                <a:spcPct val="100000"/>
              </a:lnSpc>
              <a:spcBef>
                <a:spcPts val="0"/>
              </a:spcBef>
              <a:spcAft>
                <a:spcPts val="0"/>
              </a:spcAft>
              <a:buClr>
                <a:schemeClr val="dk1"/>
              </a:buClr>
              <a:buSzPts val="1000"/>
              <a:buNone/>
              <a:defRPr sz="1000">
                <a:solidFill>
                  <a:schemeClr val="dk1"/>
                </a:solidFill>
              </a:defRPr>
            </a:lvl2pPr>
            <a:lvl3pPr lvl="2" algn="ctr" rtl="0">
              <a:lnSpc>
                <a:spcPct val="100000"/>
              </a:lnSpc>
              <a:spcBef>
                <a:spcPts val="0"/>
              </a:spcBef>
              <a:spcAft>
                <a:spcPts val="0"/>
              </a:spcAft>
              <a:buClr>
                <a:schemeClr val="dk1"/>
              </a:buClr>
              <a:buSzPts val="1000"/>
              <a:buNone/>
              <a:defRPr sz="1000">
                <a:solidFill>
                  <a:schemeClr val="dk1"/>
                </a:solidFill>
              </a:defRPr>
            </a:lvl3pPr>
            <a:lvl4pPr lvl="3" algn="ctr" rtl="0">
              <a:lnSpc>
                <a:spcPct val="100000"/>
              </a:lnSpc>
              <a:spcBef>
                <a:spcPts val="0"/>
              </a:spcBef>
              <a:spcAft>
                <a:spcPts val="0"/>
              </a:spcAft>
              <a:buClr>
                <a:schemeClr val="dk1"/>
              </a:buClr>
              <a:buSzPts val="1000"/>
              <a:buNone/>
              <a:defRPr sz="1000">
                <a:solidFill>
                  <a:schemeClr val="dk1"/>
                </a:solidFill>
              </a:defRPr>
            </a:lvl4pPr>
            <a:lvl5pPr lvl="4" algn="ctr" rtl="0">
              <a:lnSpc>
                <a:spcPct val="100000"/>
              </a:lnSpc>
              <a:spcBef>
                <a:spcPts val="0"/>
              </a:spcBef>
              <a:spcAft>
                <a:spcPts val="0"/>
              </a:spcAft>
              <a:buClr>
                <a:schemeClr val="dk1"/>
              </a:buClr>
              <a:buSzPts val="1000"/>
              <a:buNone/>
              <a:defRPr sz="1000">
                <a:solidFill>
                  <a:schemeClr val="dk1"/>
                </a:solidFill>
              </a:defRPr>
            </a:lvl5pPr>
            <a:lvl6pPr lvl="5" algn="ctr" rtl="0">
              <a:lnSpc>
                <a:spcPct val="100000"/>
              </a:lnSpc>
              <a:spcBef>
                <a:spcPts val="0"/>
              </a:spcBef>
              <a:spcAft>
                <a:spcPts val="0"/>
              </a:spcAft>
              <a:buClr>
                <a:schemeClr val="dk1"/>
              </a:buClr>
              <a:buSzPts val="1000"/>
              <a:buNone/>
              <a:defRPr sz="1000">
                <a:solidFill>
                  <a:schemeClr val="dk1"/>
                </a:solidFill>
              </a:defRPr>
            </a:lvl6pPr>
            <a:lvl7pPr lvl="6" algn="ctr" rtl="0">
              <a:lnSpc>
                <a:spcPct val="100000"/>
              </a:lnSpc>
              <a:spcBef>
                <a:spcPts val="0"/>
              </a:spcBef>
              <a:spcAft>
                <a:spcPts val="0"/>
              </a:spcAft>
              <a:buClr>
                <a:schemeClr val="dk1"/>
              </a:buClr>
              <a:buSzPts val="1000"/>
              <a:buNone/>
              <a:defRPr sz="1000">
                <a:solidFill>
                  <a:schemeClr val="dk1"/>
                </a:solidFill>
              </a:defRPr>
            </a:lvl7pPr>
            <a:lvl8pPr lvl="7" algn="ctr" rtl="0">
              <a:lnSpc>
                <a:spcPct val="100000"/>
              </a:lnSpc>
              <a:spcBef>
                <a:spcPts val="0"/>
              </a:spcBef>
              <a:spcAft>
                <a:spcPts val="0"/>
              </a:spcAft>
              <a:buClr>
                <a:schemeClr val="dk1"/>
              </a:buClr>
              <a:buSzPts val="1000"/>
              <a:buNone/>
              <a:defRPr sz="1000">
                <a:solidFill>
                  <a:schemeClr val="dk1"/>
                </a:solidFill>
              </a:defRPr>
            </a:lvl8pPr>
            <a:lvl9pPr lvl="8" algn="ctr" rtl="0">
              <a:lnSpc>
                <a:spcPct val="100000"/>
              </a:lnSpc>
              <a:spcBef>
                <a:spcPts val="0"/>
              </a:spcBef>
              <a:spcAft>
                <a:spcPts val="0"/>
              </a:spcAft>
              <a:buClr>
                <a:schemeClr val="dk1"/>
              </a:buClr>
              <a:buSzPts val="1000"/>
              <a:buNone/>
              <a:defRPr sz="1000">
                <a:solidFill>
                  <a:schemeClr val="dk1"/>
                </a:solidFill>
              </a:defRPr>
            </a:lvl9pPr>
          </a:lstStyle>
          <a:p>
            <a:endParaRPr/>
          </a:p>
        </p:txBody>
      </p:sp>
      <p:sp>
        <p:nvSpPr>
          <p:cNvPr id="1002" name="Google Shape;1002;p22"/>
          <p:cNvSpPr txBox="1">
            <a:spLocks noGrp="1"/>
          </p:cNvSpPr>
          <p:nvPr>
            <p:ph type="subTitle" idx="6"/>
          </p:nvPr>
        </p:nvSpPr>
        <p:spPr>
          <a:xfrm>
            <a:off x="4584232" y="1489525"/>
            <a:ext cx="3432900" cy="418200"/>
          </a:xfrm>
          <a:prstGeom prst="rect">
            <a:avLst/>
          </a:prstGeom>
          <a:solidFill>
            <a:schemeClr val="dk2"/>
          </a:solidFill>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lvl1pPr lvl="0" rtl="0">
              <a:spcBef>
                <a:spcPts val="0"/>
              </a:spcBef>
              <a:spcAft>
                <a:spcPts val="0"/>
              </a:spcAft>
              <a:buClr>
                <a:schemeClr val="dk1"/>
              </a:buClr>
              <a:buSzPts val="1000"/>
              <a:buNone/>
              <a:defRPr sz="2200">
                <a:solidFill>
                  <a:schemeClr val="dk1"/>
                </a:solidFill>
                <a:latin typeface="Jua"/>
                <a:ea typeface="Jua"/>
                <a:cs typeface="Jua"/>
                <a:sym typeface="Jua"/>
              </a:defRPr>
            </a:lvl1pPr>
            <a:lvl2pPr lvl="1" algn="ctr" rtl="0">
              <a:lnSpc>
                <a:spcPct val="100000"/>
              </a:lnSpc>
              <a:spcBef>
                <a:spcPts val="0"/>
              </a:spcBef>
              <a:spcAft>
                <a:spcPts val="0"/>
              </a:spcAft>
              <a:buClr>
                <a:schemeClr val="dk1"/>
              </a:buClr>
              <a:buSzPts val="1000"/>
              <a:buNone/>
              <a:defRPr sz="1000">
                <a:solidFill>
                  <a:schemeClr val="dk1"/>
                </a:solidFill>
              </a:defRPr>
            </a:lvl2pPr>
            <a:lvl3pPr lvl="2" algn="ctr" rtl="0">
              <a:lnSpc>
                <a:spcPct val="100000"/>
              </a:lnSpc>
              <a:spcBef>
                <a:spcPts val="0"/>
              </a:spcBef>
              <a:spcAft>
                <a:spcPts val="0"/>
              </a:spcAft>
              <a:buClr>
                <a:schemeClr val="dk1"/>
              </a:buClr>
              <a:buSzPts val="1000"/>
              <a:buNone/>
              <a:defRPr sz="1000">
                <a:solidFill>
                  <a:schemeClr val="dk1"/>
                </a:solidFill>
              </a:defRPr>
            </a:lvl3pPr>
            <a:lvl4pPr lvl="3" algn="ctr" rtl="0">
              <a:lnSpc>
                <a:spcPct val="100000"/>
              </a:lnSpc>
              <a:spcBef>
                <a:spcPts val="0"/>
              </a:spcBef>
              <a:spcAft>
                <a:spcPts val="0"/>
              </a:spcAft>
              <a:buClr>
                <a:schemeClr val="dk1"/>
              </a:buClr>
              <a:buSzPts val="1000"/>
              <a:buNone/>
              <a:defRPr sz="1000">
                <a:solidFill>
                  <a:schemeClr val="dk1"/>
                </a:solidFill>
              </a:defRPr>
            </a:lvl4pPr>
            <a:lvl5pPr lvl="4" algn="ctr" rtl="0">
              <a:lnSpc>
                <a:spcPct val="100000"/>
              </a:lnSpc>
              <a:spcBef>
                <a:spcPts val="0"/>
              </a:spcBef>
              <a:spcAft>
                <a:spcPts val="0"/>
              </a:spcAft>
              <a:buClr>
                <a:schemeClr val="dk1"/>
              </a:buClr>
              <a:buSzPts val="1000"/>
              <a:buNone/>
              <a:defRPr sz="1000">
                <a:solidFill>
                  <a:schemeClr val="dk1"/>
                </a:solidFill>
              </a:defRPr>
            </a:lvl5pPr>
            <a:lvl6pPr lvl="5" algn="ctr" rtl="0">
              <a:lnSpc>
                <a:spcPct val="100000"/>
              </a:lnSpc>
              <a:spcBef>
                <a:spcPts val="0"/>
              </a:spcBef>
              <a:spcAft>
                <a:spcPts val="0"/>
              </a:spcAft>
              <a:buClr>
                <a:schemeClr val="dk1"/>
              </a:buClr>
              <a:buSzPts val="1000"/>
              <a:buNone/>
              <a:defRPr sz="1000">
                <a:solidFill>
                  <a:schemeClr val="dk1"/>
                </a:solidFill>
              </a:defRPr>
            </a:lvl6pPr>
            <a:lvl7pPr lvl="6" algn="ctr" rtl="0">
              <a:lnSpc>
                <a:spcPct val="100000"/>
              </a:lnSpc>
              <a:spcBef>
                <a:spcPts val="0"/>
              </a:spcBef>
              <a:spcAft>
                <a:spcPts val="0"/>
              </a:spcAft>
              <a:buClr>
                <a:schemeClr val="dk1"/>
              </a:buClr>
              <a:buSzPts val="1000"/>
              <a:buNone/>
              <a:defRPr sz="1000">
                <a:solidFill>
                  <a:schemeClr val="dk1"/>
                </a:solidFill>
              </a:defRPr>
            </a:lvl7pPr>
            <a:lvl8pPr lvl="7" algn="ctr" rtl="0">
              <a:lnSpc>
                <a:spcPct val="100000"/>
              </a:lnSpc>
              <a:spcBef>
                <a:spcPts val="0"/>
              </a:spcBef>
              <a:spcAft>
                <a:spcPts val="0"/>
              </a:spcAft>
              <a:buClr>
                <a:schemeClr val="dk1"/>
              </a:buClr>
              <a:buSzPts val="1000"/>
              <a:buNone/>
              <a:defRPr sz="1000">
                <a:solidFill>
                  <a:schemeClr val="dk1"/>
                </a:solidFill>
              </a:defRPr>
            </a:lvl8pPr>
            <a:lvl9pPr lvl="8" algn="ctr" rtl="0">
              <a:lnSpc>
                <a:spcPct val="100000"/>
              </a:lnSpc>
              <a:spcBef>
                <a:spcPts val="0"/>
              </a:spcBef>
              <a:spcAft>
                <a:spcPts val="0"/>
              </a:spcAft>
              <a:buClr>
                <a:schemeClr val="dk1"/>
              </a:buClr>
              <a:buSzPts val="1000"/>
              <a:buNone/>
              <a:defRPr sz="1000">
                <a:solidFill>
                  <a:schemeClr val="dk1"/>
                </a:solidFill>
              </a:defRPr>
            </a:lvl9pPr>
          </a:lstStyle>
          <a:p>
            <a:endParaRPr/>
          </a:p>
        </p:txBody>
      </p:sp>
      <p:sp>
        <p:nvSpPr>
          <p:cNvPr id="1003" name="Google Shape;1003;p22"/>
          <p:cNvSpPr txBox="1">
            <a:spLocks noGrp="1"/>
          </p:cNvSpPr>
          <p:nvPr>
            <p:ph type="ctrTitle"/>
          </p:nvPr>
        </p:nvSpPr>
        <p:spPr>
          <a:xfrm>
            <a:off x="713250" y="446075"/>
            <a:ext cx="7717500" cy="537000"/>
          </a:xfrm>
          <a:prstGeom prst="rect">
            <a:avLst/>
          </a:prstGeom>
          <a:solidFill>
            <a:schemeClr val="dk2"/>
          </a:solidFill>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lvl1pPr lvl="0" algn="ctr" rtl="0">
              <a:spcBef>
                <a:spcPts val="0"/>
              </a:spcBef>
              <a:spcAft>
                <a:spcPts val="0"/>
              </a:spcAft>
              <a:buSzPts val="3600"/>
              <a:buNone/>
              <a:defRPr sz="30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hree columns 2">
  <p:cSld name="CUSTOM_2_2_2_1">
    <p:spTree>
      <p:nvGrpSpPr>
        <p:cNvPr id="1" name="Shape 1004"/>
        <p:cNvGrpSpPr/>
        <p:nvPr/>
      </p:nvGrpSpPr>
      <p:grpSpPr>
        <a:xfrm>
          <a:off x="0" y="0"/>
          <a:ext cx="0" cy="0"/>
          <a:chOff x="0" y="0"/>
          <a:chExt cx="0" cy="0"/>
        </a:xfrm>
      </p:grpSpPr>
      <p:grpSp>
        <p:nvGrpSpPr>
          <p:cNvPr id="1005" name="Google Shape;1005;p23"/>
          <p:cNvGrpSpPr/>
          <p:nvPr/>
        </p:nvGrpSpPr>
        <p:grpSpPr>
          <a:xfrm>
            <a:off x="7" y="-38100"/>
            <a:ext cx="9144000" cy="5219700"/>
            <a:chOff x="-43" y="-76200"/>
            <a:chExt cx="9144000" cy="5219700"/>
          </a:xfrm>
        </p:grpSpPr>
        <p:cxnSp>
          <p:nvCxnSpPr>
            <p:cNvPr id="1006" name="Google Shape;1006;p23"/>
            <p:cNvCxnSpPr/>
            <p:nvPr/>
          </p:nvCxnSpPr>
          <p:spPr>
            <a:xfrm>
              <a:off x="2158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07" name="Google Shape;1007;p23"/>
            <p:cNvCxnSpPr/>
            <p:nvPr/>
          </p:nvCxnSpPr>
          <p:spPr>
            <a:xfrm>
              <a:off x="51614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08" name="Google Shape;1008;p23"/>
            <p:cNvCxnSpPr/>
            <p:nvPr/>
          </p:nvCxnSpPr>
          <p:spPr>
            <a:xfrm>
              <a:off x="81645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09" name="Google Shape;1009;p23"/>
            <p:cNvCxnSpPr/>
            <p:nvPr/>
          </p:nvCxnSpPr>
          <p:spPr>
            <a:xfrm>
              <a:off x="111675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10" name="Google Shape;1010;p23"/>
            <p:cNvCxnSpPr/>
            <p:nvPr/>
          </p:nvCxnSpPr>
          <p:spPr>
            <a:xfrm>
              <a:off x="141705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11" name="Google Shape;1011;p23"/>
            <p:cNvCxnSpPr/>
            <p:nvPr/>
          </p:nvCxnSpPr>
          <p:spPr>
            <a:xfrm>
              <a:off x="171736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12" name="Google Shape;1012;p23"/>
            <p:cNvCxnSpPr/>
            <p:nvPr/>
          </p:nvCxnSpPr>
          <p:spPr>
            <a:xfrm>
              <a:off x="201766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13" name="Google Shape;1013;p23"/>
            <p:cNvCxnSpPr/>
            <p:nvPr/>
          </p:nvCxnSpPr>
          <p:spPr>
            <a:xfrm>
              <a:off x="231796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14" name="Google Shape;1014;p23"/>
            <p:cNvCxnSpPr/>
            <p:nvPr/>
          </p:nvCxnSpPr>
          <p:spPr>
            <a:xfrm>
              <a:off x="261827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15" name="Google Shape;1015;p23"/>
            <p:cNvCxnSpPr/>
            <p:nvPr/>
          </p:nvCxnSpPr>
          <p:spPr>
            <a:xfrm>
              <a:off x="291857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16" name="Google Shape;1016;p23"/>
            <p:cNvCxnSpPr/>
            <p:nvPr/>
          </p:nvCxnSpPr>
          <p:spPr>
            <a:xfrm>
              <a:off x="321887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17" name="Google Shape;1017;p23"/>
            <p:cNvCxnSpPr/>
            <p:nvPr/>
          </p:nvCxnSpPr>
          <p:spPr>
            <a:xfrm>
              <a:off x="351918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18" name="Google Shape;1018;p23"/>
            <p:cNvCxnSpPr/>
            <p:nvPr/>
          </p:nvCxnSpPr>
          <p:spPr>
            <a:xfrm>
              <a:off x="381948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19" name="Google Shape;1019;p23"/>
            <p:cNvCxnSpPr/>
            <p:nvPr/>
          </p:nvCxnSpPr>
          <p:spPr>
            <a:xfrm>
              <a:off x="411978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20" name="Google Shape;1020;p23"/>
            <p:cNvCxnSpPr/>
            <p:nvPr/>
          </p:nvCxnSpPr>
          <p:spPr>
            <a:xfrm>
              <a:off x="442009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21" name="Google Shape;1021;p23"/>
            <p:cNvCxnSpPr/>
            <p:nvPr/>
          </p:nvCxnSpPr>
          <p:spPr>
            <a:xfrm>
              <a:off x="472039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22" name="Google Shape;1022;p23"/>
            <p:cNvCxnSpPr/>
            <p:nvPr/>
          </p:nvCxnSpPr>
          <p:spPr>
            <a:xfrm>
              <a:off x="502069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23" name="Google Shape;1023;p23"/>
            <p:cNvCxnSpPr/>
            <p:nvPr/>
          </p:nvCxnSpPr>
          <p:spPr>
            <a:xfrm>
              <a:off x="532100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24" name="Google Shape;1024;p23"/>
            <p:cNvCxnSpPr/>
            <p:nvPr/>
          </p:nvCxnSpPr>
          <p:spPr>
            <a:xfrm>
              <a:off x="562130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25" name="Google Shape;1025;p23"/>
            <p:cNvCxnSpPr/>
            <p:nvPr/>
          </p:nvCxnSpPr>
          <p:spPr>
            <a:xfrm>
              <a:off x="592160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26" name="Google Shape;1026;p23"/>
            <p:cNvCxnSpPr/>
            <p:nvPr/>
          </p:nvCxnSpPr>
          <p:spPr>
            <a:xfrm>
              <a:off x="622191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27" name="Google Shape;1027;p23"/>
            <p:cNvCxnSpPr/>
            <p:nvPr/>
          </p:nvCxnSpPr>
          <p:spPr>
            <a:xfrm>
              <a:off x="652221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28" name="Google Shape;1028;p23"/>
            <p:cNvCxnSpPr/>
            <p:nvPr/>
          </p:nvCxnSpPr>
          <p:spPr>
            <a:xfrm>
              <a:off x="682252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29" name="Google Shape;1029;p23"/>
            <p:cNvCxnSpPr/>
            <p:nvPr/>
          </p:nvCxnSpPr>
          <p:spPr>
            <a:xfrm>
              <a:off x="712282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30" name="Google Shape;1030;p23"/>
            <p:cNvCxnSpPr/>
            <p:nvPr/>
          </p:nvCxnSpPr>
          <p:spPr>
            <a:xfrm>
              <a:off x="742312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31" name="Google Shape;1031;p23"/>
            <p:cNvCxnSpPr/>
            <p:nvPr/>
          </p:nvCxnSpPr>
          <p:spPr>
            <a:xfrm>
              <a:off x="772343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32" name="Google Shape;1032;p23"/>
            <p:cNvCxnSpPr/>
            <p:nvPr/>
          </p:nvCxnSpPr>
          <p:spPr>
            <a:xfrm>
              <a:off x="802373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33" name="Google Shape;1033;p23"/>
            <p:cNvCxnSpPr/>
            <p:nvPr/>
          </p:nvCxnSpPr>
          <p:spPr>
            <a:xfrm>
              <a:off x="832403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34" name="Google Shape;1034;p23"/>
            <p:cNvCxnSpPr/>
            <p:nvPr/>
          </p:nvCxnSpPr>
          <p:spPr>
            <a:xfrm>
              <a:off x="862434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35" name="Google Shape;1035;p23"/>
            <p:cNvCxnSpPr/>
            <p:nvPr/>
          </p:nvCxnSpPr>
          <p:spPr>
            <a:xfrm>
              <a:off x="89246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36" name="Google Shape;1036;p23"/>
            <p:cNvCxnSpPr/>
            <p:nvPr/>
          </p:nvCxnSpPr>
          <p:spPr>
            <a:xfrm>
              <a:off x="-43" y="3069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037" name="Google Shape;1037;p23"/>
            <p:cNvCxnSpPr/>
            <p:nvPr/>
          </p:nvCxnSpPr>
          <p:spPr>
            <a:xfrm>
              <a:off x="-43" y="6105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038" name="Google Shape;1038;p23"/>
            <p:cNvCxnSpPr/>
            <p:nvPr/>
          </p:nvCxnSpPr>
          <p:spPr>
            <a:xfrm>
              <a:off x="-43" y="9142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039" name="Google Shape;1039;p23"/>
            <p:cNvCxnSpPr/>
            <p:nvPr/>
          </p:nvCxnSpPr>
          <p:spPr>
            <a:xfrm>
              <a:off x="-43" y="12178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040" name="Google Shape;1040;p23"/>
            <p:cNvCxnSpPr/>
            <p:nvPr/>
          </p:nvCxnSpPr>
          <p:spPr>
            <a:xfrm>
              <a:off x="-43" y="15215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041" name="Google Shape;1041;p23"/>
            <p:cNvCxnSpPr/>
            <p:nvPr/>
          </p:nvCxnSpPr>
          <p:spPr>
            <a:xfrm>
              <a:off x="-43" y="18251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042" name="Google Shape;1042;p23"/>
            <p:cNvCxnSpPr/>
            <p:nvPr/>
          </p:nvCxnSpPr>
          <p:spPr>
            <a:xfrm>
              <a:off x="-43" y="21288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043" name="Google Shape;1043;p23"/>
            <p:cNvCxnSpPr/>
            <p:nvPr/>
          </p:nvCxnSpPr>
          <p:spPr>
            <a:xfrm>
              <a:off x="-43" y="24324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044" name="Google Shape;1044;p23"/>
            <p:cNvCxnSpPr/>
            <p:nvPr/>
          </p:nvCxnSpPr>
          <p:spPr>
            <a:xfrm>
              <a:off x="-43" y="27361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045" name="Google Shape;1045;p23"/>
            <p:cNvCxnSpPr/>
            <p:nvPr/>
          </p:nvCxnSpPr>
          <p:spPr>
            <a:xfrm>
              <a:off x="-43" y="30397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046" name="Google Shape;1046;p23"/>
            <p:cNvCxnSpPr/>
            <p:nvPr/>
          </p:nvCxnSpPr>
          <p:spPr>
            <a:xfrm>
              <a:off x="-43" y="33434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047" name="Google Shape;1047;p23"/>
            <p:cNvCxnSpPr/>
            <p:nvPr/>
          </p:nvCxnSpPr>
          <p:spPr>
            <a:xfrm>
              <a:off x="-43" y="36470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048" name="Google Shape;1048;p23"/>
            <p:cNvCxnSpPr/>
            <p:nvPr/>
          </p:nvCxnSpPr>
          <p:spPr>
            <a:xfrm>
              <a:off x="-43" y="39507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049" name="Google Shape;1049;p23"/>
            <p:cNvCxnSpPr/>
            <p:nvPr/>
          </p:nvCxnSpPr>
          <p:spPr>
            <a:xfrm>
              <a:off x="-43" y="42543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050" name="Google Shape;1050;p23"/>
            <p:cNvCxnSpPr/>
            <p:nvPr/>
          </p:nvCxnSpPr>
          <p:spPr>
            <a:xfrm>
              <a:off x="-43" y="45580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051" name="Google Shape;1051;p23"/>
            <p:cNvCxnSpPr/>
            <p:nvPr/>
          </p:nvCxnSpPr>
          <p:spPr>
            <a:xfrm>
              <a:off x="-43" y="4861650"/>
              <a:ext cx="9144000" cy="0"/>
            </a:xfrm>
            <a:prstGeom prst="straightConnector1">
              <a:avLst/>
            </a:prstGeom>
            <a:noFill/>
            <a:ln w="9525" cap="flat" cmpd="sng">
              <a:solidFill>
                <a:schemeClr val="dk2"/>
              </a:solidFill>
              <a:prstDash val="solid"/>
              <a:round/>
              <a:headEnd type="none" w="med" len="med"/>
              <a:tailEnd type="none" w="med" len="med"/>
            </a:ln>
          </p:spPr>
        </p:cxnSp>
      </p:grpSp>
      <p:sp>
        <p:nvSpPr>
          <p:cNvPr id="1052" name="Google Shape;1052;p23"/>
          <p:cNvSpPr/>
          <p:nvPr/>
        </p:nvSpPr>
        <p:spPr>
          <a:xfrm>
            <a:off x="713250" y="1198475"/>
            <a:ext cx="7717500" cy="3593100"/>
          </a:xfrm>
          <a:prstGeom prst="rect">
            <a:avLst/>
          </a:pr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23"/>
          <p:cNvSpPr txBox="1">
            <a:spLocks noGrp="1"/>
          </p:cNvSpPr>
          <p:nvPr>
            <p:ph type="subTitle" idx="1"/>
          </p:nvPr>
        </p:nvSpPr>
        <p:spPr>
          <a:xfrm>
            <a:off x="1236849" y="2447922"/>
            <a:ext cx="2213700" cy="2037300"/>
          </a:xfrm>
          <a:prstGeom prst="rect">
            <a:avLst/>
          </a:prstGeom>
          <a:solidFill>
            <a:schemeClr val="dk2"/>
          </a:solidFill>
          <a:effectLst>
            <a:outerShdw blurRad="57150" dist="38100" dir="5400000" algn="bl" rotWithShape="0">
              <a:srgbClr val="000000">
                <a:alpha val="50000"/>
              </a:srgbClr>
            </a:outerShdw>
          </a:effectLst>
        </p:spPr>
        <p:txBody>
          <a:bodyPr spcFirstLastPara="1" wrap="square" lIns="91425" tIns="91425" rIns="91425" bIns="91425" anchor="t" anchorCtr="0">
            <a:noAutofit/>
          </a:bodyPr>
          <a:lstStyle>
            <a:lvl1pPr lvl="0" rtl="0">
              <a:spcBef>
                <a:spcPts val="0"/>
              </a:spcBef>
              <a:spcAft>
                <a:spcPts val="0"/>
              </a:spcAft>
              <a:buClr>
                <a:schemeClr val="dk1"/>
              </a:buClr>
              <a:buSzPts val="1000"/>
              <a:buNone/>
              <a:defRPr/>
            </a:lvl1pPr>
            <a:lvl2pPr lvl="1" algn="ctr" rtl="0">
              <a:lnSpc>
                <a:spcPct val="100000"/>
              </a:lnSpc>
              <a:spcBef>
                <a:spcPts val="0"/>
              </a:spcBef>
              <a:spcAft>
                <a:spcPts val="0"/>
              </a:spcAft>
              <a:buClr>
                <a:schemeClr val="dk1"/>
              </a:buClr>
              <a:buSzPts val="1000"/>
              <a:buNone/>
              <a:defRPr sz="1000">
                <a:solidFill>
                  <a:schemeClr val="dk1"/>
                </a:solidFill>
              </a:defRPr>
            </a:lvl2pPr>
            <a:lvl3pPr lvl="2" algn="ctr" rtl="0">
              <a:lnSpc>
                <a:spcPct val="100000"/>
              </a:lnSpc>
              <a:spcBef>
                <a:spcPts val="0"/>
              </a:spcBef>
              <a:spcAft>
                <a:spcPts val="0"/>
              </a:spcAft>
              <a:buClr>
                <a:schemeClr val="dk1"/>
              </a:buClr>
              <a:buSzPts val="1000"/>
              <a:buNone/>
              <a:defRPr sz="1000">
                <a:solidFill>
                  <a:schemeClr val="dk1"/>
                </a:solidFill>
              </a:defRPr>
            </a:lvl3pPr>
            <a:lvl4pPr lvl="3" algn="ctr" rtl="0">
              <a:lnSpc>
                <a:spcPct val="100000"/>
              </a:lnSpc>
              <a:spcBef>
                <a:spcPts val="0"/>
              </a:spcBef>
              <a:spcAft>
                <a:spcPts val="0"/>
              </a:spcAft>
              <a:buClr>
                <a:schemeClr val="dk1"/>
              </a:buClr>
              <a:buSzPts val="1000"/>
              <a:buNone/>
              <a:defRPr sz="1000">
                <a:solidFill>
                  <a:schemeClr val="dk1"/>
                </a:solidFill>
              </a:defRPr>
            </a:lvl4pPr>
            <a:lvl5pPr lvl="4" algn="ctr" rtl="0">
              <a:lnSpc>
                <a:spcPct val="100000"/>
              </a:lnSpc>
              <a:spcBef>
                <a:spcPts val="0"/>
              </a:spcBef>
              <a:spcAft>
                <a:spcPts val="0"/>
              </a:spcAft>
              <a:buClr>
                <a:schemeClr val="dk1"/>
              </a:buClr>
              <a:buSzPts val="1000"/>
              <a:buNone/>
              <a:defRPr sz="1000">
                <a:solidFill>
                  <a:schemeClr val="dk1"/>
                </a:solidFill>
              </a:defRPr>
            </a:lvl5pPr>
            <a:lvl6pPr lvl="5" algn="ctr" rtl="0">
              <a:lnSpc>
                <a:spcPct val="100000"/>
              </a:lnSpc>
              <a:spcBef>
                <a:spcPts val="0"/>
              </a:spcBef>
              <a:spcAft>
                <a:spcPts val="0"/>
              </a:spcAft>
              <a:buClr>
                <a:schemeClr val="dk1"/>
              </a:buClr>
              <a:buSzPts val="1000"/>
              <a:buNone/>
              <a:defRPr sz="1000">
                <a:solidFill>
                  <a:schemeClr val="dk1"/>
                </a:solidFill>
              </a:defRPr>
            </a:lvl6pPr>
            <a:lvl7pPr lvl="6" algn="ctr" rtl="0">
              <a:lnSpc>
                <a:spcPct val="100000"/>
              </a:lnSpc>
              <a:spcBef>
                <a:spcPts val="0"/>
              </a:spcBef>
              <a:spcAft>
                <a:spcPts val="0"/>
              </a:spcAft>
              <a:buClr>
                <a:schemeClr val="dk1"/>
              </a:buClr>
              <a:buSzPts val="1000"/>
              <a:buNone/>
              <a:defRPr sz="1000">
                <a:solidFill>
                  <a:schemeClr val="dk1"/>
                </a:solidFill>
              </a:defRPr>
            </a:lvl7pPr>
            <a:lvl8pPr lvl="7" algn="ctr" rtl="0">
              <a:lnSpc>
                <a:spcPct val="100000"/>
              </a:lnSpc>
              <a:spcBef>
                <a:spcPts val="0"/>
              </a:spcBef>
              <a:spcAft>
                <a:spcPts val="0"/>
              </a:spcAft>
              <a:buClr>
                <a:schemeClr val="dk1"/>
              </a:buClr>
              <a:buSzPts val="1000"/>
              <a:buNone/>
              <a:defRPr sz="1000">
                <a:solidFill>
                  <a:schemeClr val="dk1"/>
                </a:solidFill>
              </a:defRPr>
            </a:lvl8pPr>
            <a:lvl9pPr lvl="8" algn="ctr" rtl="0">
              <a:lnSpc>
                <a:spcPct val="100000"/>
              </a:lnSpc>
              <a:spcBef>
                <a:spcPts val="0"/>
              </a:spcBef>
              <a:spcAft>
                <a:spcPts val="0"/>
              </a:spcAft>
              <a:buClr>
                <a:schemeClr val="dk1"/>
              </a:buClr>
              <a:buSzPts val="1000"/>
              <a:buNone/>
              <a:defRPr sz="1000">
                <a:solidFill>
                  <a:schemeClr val="dk1"/>
                </a:solidFill>
              </a:defRPr>
            </a:lvl9pPr>
          </a:lstStyle>
          <a:p>
            <a:endParaRPr/>
          </a:p>
        </p:txBody>
      </p:sp>
      <p:sp>
        <p:nvSpPr>
          <p:cNvPr id="1054" name="Google Shape;1054;p23"/>
          <p:cNvSpPr txBox="1">
            <a:spLocks noGrp="1"/>
          </p:cNvSpPr>
          <p:nvPr>
            <p:ph type="subTitle" idx="2"/>
          </p:nvPr>
        </p:nvSpPr>
        <p:spPr>
          <a:xfrm>
            <a:off x="1236825" y="1489539"/>
            <a:ext cx="2213700" cy="849000"/>
          </a:xfrm>
          <a:prstGeom prst="rect">
            <a:avLst/>
          </a:prstGeom>
          <a:solidFill>
            <a:schemeClr val="accent1"/>
          </a:solidFill>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000"/>
              <a:buNone/>
              <a:defRPr sz="2200">
                <a:solidFill>
                  <a:schemeClr val="dk1"/>
                </a:solidFill>
                <a:latin typeface="Jua"/>
                <a:ea typeface="Jua"/>
                <a:cs typeface="Jua"/>
                <a:sym typeface="Jua"/>
              </a:defRPr>
            </a:lvl1pPr>
            <a:lvl2pPr lvl="1" algn="ctr" rtl="0">
              <a:lnSpc>
                <a:spcPct val="100000"/>
              </a:lnSpc>
              <a:spcBef>
                <a:spcPts val="0"/>
              </a:spcBef>
              <a:spcAft>
                <a:spcPts val="0"/>
              </a:spcAft>
              <a:buClr>
                <a:schemeClr val="dk1"/>
              </a:buClr>
              <a:buSzPts val="1000"/>
              <a:buNone/>
              <a:defRPr sz="1000">
                <a:solidFill>
                  <a:schemeClr val="dk1"/>
                </a:solidFill>
              </a:defRPr>
            </a:lvl2pPr>
            <a:lvl3pPr lvl="2" algn="ctr" rtl="0">
              <a:lnSpc>
                <a:spcPct val="100000"/>
              </a:lnSpc>
              <a:spcBef>
                <a:spcPts val="0"/>
              </a:spcBef>
              <a:spcAft>
                <a:spcPts val="0"/>
              </a:spcAft>
              <a:buClr>
                <a:schemeClr val="dk1"/>
              </a:buClr>
              <a:buSzPts val="1000"/>
              <a:buNone/>
              <a:defRPr sz="1000">
                <a:solidFill>
                  <a:schemeClr val="dk1"/>
                </a:solidFill>
              </a:defRPr>
            </a:lvl3pPr>
            <a:lvl4pPr lvl="3" algn="ctr" rtl="0">
              <a:lnSpc>
                <a:spcPct val="100000"/>
              </a:lnSpc>
              <a:spcBef>
                <a:spcPts val="0"/>
              </a:spcBef>
              <a:spcAft>
                <a:spcPts val="0"/>
              </a:spcAft>
              <a:buClr>
                <a:schemeClr val="dk1"/>
              </a:buClr>
              <a:buSzPts val="1000"/>
              <a:buNone/>
              <a:defRPr sz="1000">
                <a:solidFill>
                  <a:schemeClr val="dk1"/>
                </a:solidFill>
              </a:defRPr>
            </a:lvl4pPr>
            <a:lvl5pPr lvl="4" algn="ctr" rtl="0">
              <a:lnSpc>
                <a:spcPct val="100000"/>
              </a:lnSpc>
              <a:spcBef>
                <a:spcPts val="0"/>
              </a:spcBef>
              <a:spcAft>
                <a:spcPts val="0"/>
              </a:spcAft>
              <a:buClr>
                <a:schemeClr val="dk1"/>
              </a:buClr>
              <a:buSzPts val="1000"/>
              <a:buNone/>
              <a:defRPr sz="1000">
                <a:solidFill>
                  <a:schemeClr val="dk1"/>
                </a:solidFill>
              </a:defRPr>
            </a:lvl5pPr>
            <a:lvl6pPr lvl="5" algn="ctr" rtl="0">
              <a:lnSpc>
                <a:spcPct val="100000"/>
              </a:lnSpc>
              <a:spcBef>
                <a:spcPts val="0"/>
              </a:spcBef>
              <a:spcAft>
                <a:spcPts val="0"/>
              </a:spcAft>
              <a:buClr>
                <a:schemeClr val="dk1"/>
              </a:buClr>
              <a:buSzPts val="1000"/>
              <a:buNone/>
              <a:defRPr sz="1000">
                <a:solidFill>
                  <a:schemeClr val="dk1"/>
                </a:solidFill>
              </a:defRPr>
            </a:lvl6pPr>
            <a:lvl7pPr lvl="6" algn="ctr" rtl="0">
              <a:lnSpc>
                <a:spcPct val="100000"/>
              </a:lnSpc>
              <a:spcBef>
                <a:spcPts val="0"/>
              </a:spcBef>
              <a:spcAft>
                <a:spcPts val="0"/>
              </a:spcAft>
              <a:buClr>
                <a:schemeClr val="dk1"/>
              </a:buClr>
              <a:buSzPts val="1000"/>
              <a:buNone/>
              <a:defRPr sz="1000">
                <a:solidFill>
                  <a:schemeClr val="dk1"/>
                </a:solidFill>
              </a:defRPr>
            </a:lvl7pPr>
            <a:lvl8pPr lvl="7" algn="ctr" rtl="0">
              <a:lnSpc>
                <a:spcPct val="100000"/>
              </a:lnSpc>
              <a:spcBef>
                <a:spcPts val="0"/>
              </a:spcBef>
              <a:spcAft>
                <a:spcPts val="0"/>
              </a:spcAft>
              <a:buClr>
                <a:schemeClr val="dk1"/>
              </a:buClr>
              <a:buSzPts val="1000"/>
              <a:buNone/>
              <a:defRPr sz="1000">
                <a:solidFill>
                  <a:schemeClr val="dk1"/>
                </a:solidFill>
              </a:defRPr>
            </a:lvl8pPr>
            <a:lvl9pPr lvl="8" algn="ctr" rtl="0">
              <a:lnSpc>
                <a:spcPct val="100000"/>
              </a:lnSpc>
              <a:spcBef>
                <a:spcPts val="0"/>
              </a:spcBef>
              <a:spcAft>
                <a:spcPts val="0"/>
              </a:spcAft>
              <a:buClr>
                <a:schemeClr val="dk1"/>
              </a:buClr>
              <a:buSzPts val="1000"/>
              <a:buNone/>
              <a:defRPr sz="1000">
                <a:solidFill>
                  <a:schemeClr val="dk1"/>
                </a:solidFill>
              </a:defRPr>
            </a:lvl9pPr>
          </a:lstStyle>
          <a:p>
            <a:endParaRPr/>
          </a:p>
        </p:txBody>
      </p:sp>
      <p:sp>
        <p:nvSpPr>
          <p:cNvPr id="1055" name="Google Shape;1055;p23"/>
          <p:cNvSpPr txBox="1">
            <a:spLocks noGrp="1"/>
          </p:cNvSpPr>
          <p:nvPr>
            <p:ph type="subTitle" idx="3"/>
          </p:nvPr>
        </p:nvSpPr>
        <p:spPr>
          <a:xfrm>
            <a:off x="5929852" y="2447960"/>
            <a:ext cx="2213700" cy="2037300"/>
          </a:xfrm>
          <a:prstGeom prst="rect">
            <a:avLst/>
          </a:prstGeom>
          <a:solidFill>
            <a:schemeClr val="dk2"/>
          </a:solidFill>
          <a:effectLst>
            <a:outerShdw blurRad="57150" dist="38100" dir="5400000" algn="bl" rotWithShape="0">
              <a:srgbClr val="000000">
                <a:alpha val="50000"/>
              </a:srgbClr>
            </a:outerShdw>
          </a:effectLst>
        </p:spPr>
        <p:txBody>
          <a:bodyPr spcFirstLastPara="1" wrap="square" lIns="91425" tIns="91425" rIns="91425" bIns="91425" anchor="t" anchorCtr="0">
            <a:noAutofit/>
          </a:bodyPr>
          <a:lstStyle>
            <a:lvl1pPr lvl="0" rtl="0">
              <a:spcBef>
                <a:spcPts val="0"/>
              </a:spcBef>
              <a:spcAft>
                <a:spcPts val="0"/>
              </a:spcAft>
              <a:buClr>
                <a:schemeClr val="dk1"/>
              </a:buClr>
              <a:buSzPts val="1000"/>
              <a:buNone/>
              <a:defRPr/>
            </a:lvl1pPr>
            <a:lvl2pPr lvl="1" algn="ctr" rtl="0">
              <a:lnSpc>
                <a:spcPct val="100000"/>
              </a:lnSpc>
              <a:spcBef>
                <a:spcPts val="0"/>
              </a:spcBef>
              <a:spcAft>
                <a:spcPts val="0"/>
              </a:spcAft>
              <a:buClr>
                <a:schemeClr val="dk1"/>
              </a:buClr>
              <a:buSzPts val="1000"/>
              <a:buNone/>
              <a:defRPr sz="1000">
                <a:solidFill>
                  <a:schemeClr val="dk1"/>
                </a:solidFill>
              </a:defRPr>
            </a:lvl2pPr>
            <a:lvl3pPr lvl="2" algn="ctr" rtl="0">
              <a:lnSpc>
                <a:spcPct val="100000"/>
              </a:lnSpc>
              <a:spcBef>
                <a:spcPts val="0"/>
              </a:spcBef>
              <a:spcAft>
                <a:spcPts val="0"/>
              </a:spcAft>
              <a:buClr>
                <a:schemeClr val="dk1"/>
              </a:buClr>
              <a:buSzPts val="1000"/>
              <a:buNone/>
              <a:defRPr sz="1000">
                <a:solidFill>
                  <a:schemeClr val="dk1"/>
                </a:solidFill>
              </a:defRPr>
            </a:lvl3pPr>
            <a:lvl4pPr lvl="3" algn="ctr" rtl="0">
              <a:lnSpc>
                <a:spcPct val="100000"/>
              </a:lnSpc>
              <a:spcBef>
                <a:spcPts val="0"/>
              </a:spcBef>
              <a:spcAft>
                <a:spcPts val="0"/>
              </a:spcAft>
              <a:buClr>
                <a:schemeClr val="dk1"/>
              </a:buClr>
              <a:buSzPts val="1000"/>
              <a:buNone/>
              <a:defRPr sz="1000">
                <a:solidFill>
                  <a:schemeClr val="dk1"/>
                </a:solidFill>
              </a:defRPr>
            </a:lvl4pPr>
            <a:lvl5pPr lvl="4" algn="ctr" rtl="0">
              <a:lnSpc>
                <a:spcPct val="100000"/>
              </a:lnSpc>
              <a:spcBef>
                <a:spcPts val="0"/>
              </a:spcBef>
              <a:spcAft>
                <a:spcPts val="0"/>
              </a:spcAft>
              <a:buClr>
                <a:schemeClr val="dk1"/>
              </a:buClr>
              <a:buSzPts val="1000"/>
              <a:buNone/>
              <a:defRPr sz="1000">
                <a:solidFill>
                  <a:schemeClr val="dk1"/>
                </a:solidFill>
              </a:defRPr>
            </a:lvl5pPr>
            <a:lvl6pPr lvl="5" algn="ctr" rtl="0">
              <a:lnSpc>
                <a:spcPct val="100000"/>
              </a:lnSpc>
              <a:spcBef>
                <a:spcPts val="0"/>
              </a:spcBef>
              <a:spcAft>
                <a:spcPts val="0"/>
              </a:spcAft>
              <a:buClr>
                <a:schemeClr val="dk1"/>
              </a:buClr>
              <a:buSzPts val="1000"/>
              <a:buNone/>
              <a:defRPr sz="1000">
                <a:solidFill>
                  <a:schemeClr val="dk1"/>
                </a:solidFill>
              </a:defRPr>
            </a:lvl6pPr>
            <a:lvl7pPr lvl="6" algn="ctr" rtl="0">
              <a:lnSpc>
                <a:spcPct val="100000"/>
              </a:lnSpc>
              <a:spcBef>
                <a:spcPts val="0"/>
              </a:spcBef>
              <a:spcAft>
                <a:spcPts val="0"/>
              </a:spcAft>
              <a:buClr>
                <a:schemeClr val="dk1"/>
              </a:buClr>
              <a:buSzPts val="1000"/>
              <a:buNone/>
              <a:defRPr sz="1000">
                <a:solidFill>
                  <a:schemeClr val="dk1"/>
                </a:solidFill>
              </a:defRPr>
            </a:lvl7pPr>
            <a:lvl8pPr lvl="7" algn="ctr" rtl="0">
              <a:lnSpc>
                <a:spcPct val="100000"/>
              </a:lnSpc>
              <a:spcBef>
                <a:spcPts val="0"/>
              </a:spcBef>
              <a:spcAft>
                <a:spcPts val="0"/>
              </a:spcAft>
              <a:buClr>
                <a:schemeClr val="dk1"/>
              </a:buClr>
              <a:buSzPts val="1000"/>
              <a:buNone/>
              <a:defRPr sz="1000">
                <a:solidFill>
                  <a:schemeClr val="dk1"/>
                </a:solidFill>
              </a:defRPr>
            </a:lvl8pPr>
            <a:lvl9pPr lvl="8" algn="ctr" rtl="0">
              <a:lnSpc>
                <a:spcPct val="100000"/>
              </a:lnSpc>
              <a:spcBef>
                <a:spcPts val="0"/>
              </a:spcBef>
              <a:spcAft>
                <a:spcPts val="0"/>
              </a:spcAft>
              <a:buClr>
                <a:schemeClr val="dk1"/>
              </a:buClr>
              <a:buSzPts val="1000"/>
              <a:buNone/>
              <a:defRPr sz="1000">
                <a:solidFill>
                  <a:schemeClr val="dk1"/>
                </a:solidFill>
              </a:defRPr>
            </a:lvl9pPr>
          </a:lstStyle>
          <a:p>
            <a:endParaRPr/>
          </a:p>
        </p:txBody>
      </p:sp>
      <p:sp>
        <p:nvSpPr>
          <p:cNvPr id="1056" name="Google Shape;1056;p23"/>
          <p:cNvSpPr txBox="1">
            <a:spLocks noGrp="1"/>
          </p:cNvSpPr>
          <p:nvPr>
            <p:ph type="subTitle" idx="4"/>
          </p:nvPr>
        </p:nvSpPr>
        <p:spPr>
          <a:xfrm>
            <a:off x="5929849" y="1489530"/>
            <a:ext cx="2213700" cy="849000"/>
          </a:xfrm>
          <a:prstGeom prst="rect">
            <a:avLst/>
          </a:prstGeom>
          <a:solidFill>
            <a:schemeClr val="accent1"/>
          </a:solidFill>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000"/>
              <a:buNone/>
              <a:defRPr sz="2200">
                <a:solidFill>
                  <a:schemeClr val="dk1"/>
                </a:solidFill>
                <a:latin typeface="Jua"/>
                <a:ea typeface="Jua"/>
                <a:cs typeface="Jua"/>
                <a:sym typeface="Jua"/>
              </a:defRPr>
            </a:lvl1pPr>
            <a:lvl2pPr lvl="1" algn="ctr" rtl="0">
              <a:lnSpc>
                <a:spcPct val="100000"/>
              </a:lnSpc>
              <a:spcBef>
                <a:spcPts val="0"/>
              </a:spcBef>
              <a:spcAft>
                <a:spcPts val="0"/>
              </a:spcAft>
              <a:buClr>
                <a:schemeClr val="dk1"/>
              </a:buClr>
              <a:buSzPts val="1000"/>
              <a:buNone/>
              <a:defRPr sz="1000">
                <a:solidFill>
                  <a:schemeClr val="dk1"/>
                </a:solidFill>
              </a:defRPr>
            </a:lvl2pPr>
            <a:lvl3pPr lvl="2" algn="ctr" rtl="0">
              <a:lnSpc>
                <a:spcPct val="100000"/>
              </a:lnSpc>
              <a:spcBef>
                <a:spcPts val="0"/>
              </a:spcBef>
              <a:spcAft>
                <a:spcPts val="0"/>
              </a:spcAft>
              <a:buClr>
                <a:schemeClr val="dk1"/>
              </a:buClr>
              <a:buSzPts val="1000"/>
              <a:buNone/>
              <a:defRPr sz="1000">
                <a:solidFill>
                  <a:schemeClr val="dk1"/>
                </a:solidFill>
              </a:defRPr>
            </a:lvl3pPr>
            <a:lvl4pPr lvl="3" algn="ctr" rtl="0">
              <a:lnSpc>
                <a:spcPct val="100000"/>
              </a:lnSpc>
              <a:spcBef>
                <a:spcPts val="0"/>
              </a:spcBef>
              <a:spcAft>
                <a:spcPts val="0"/>
              </a:spcAft>
              <a:buClr>
                <a:schemeClr val="dk1"/>
              </a:buClr>
              <a:buSzPts val="1000"/>
              <a:buNone/>
              <a:defRPr sz="1000">
                <a:solidFill>
                  <a:schemeClr val="dk1"/>
                </a:solidFill>
              </a:defRPr>
            </a:lvl4pPr>
            <a:lvl5pPr lvl="4" algn="ctr" rtl="0">
              <a:lnSpc>
                <a:spcPct val="100000"/>
              </a:lnSpc>
              <a:spcBef>
                <a:spcPts val="0"/>
              </a:spcBef>
              <a:spcAft>
                <a:spcPts val="0"/>
              </a:spcAft>
              <a:buClr>
                <a:schemeClr val="dk1"/>
              </a:buClr>
              <a:buSzPts val="1000"/>
              <a:buNone/>
              <a:defRPr sz="1000">
                <a:solidFill>
                  <a:schemeClr val="dk1"/>
                </a:solidFill>
              </a:defRPr>
            </a:lvl5pPr>
            <a:lvl6pPr lvl="5" algn="ctr" rtl="0">
              <a:lnSpc>
                <a:spcPct val="100000"/>
              </a:lnSpc>
              <a:spcBef>
                <a:spcPts val="0"/>
              </a:spcBef>
              <a:spcAft>
                <a:spcPts val="0"/>
              </a:spcAft>
              <a:buClr>
                <a:schemeClr val="dk1"/>
              </a:buClr>
              <a:buSzPts val="1000"/>
              <a:buNone/>
              <a:defRPr sz="1000">
                <a:solidFill>
                  <a:schemeClr val="dk1"/>
                </a:solidFill>
              </a:defRPr>
            </a:lvl6pPr>
            <a:lvl7pPr lvl="6" algn="ctr" rtl="0">
              <a:lnSpc>
                <a:spcPct val="100000"/>
              </a:lnSpc>
              <a:spcBef>
                <a:spcPts val="0"/>
              </a:spcBef>
              <a:spcAft>
                <a:spcPts val="0"/>
              </a:spcAft>
              <a:buClr>
                <a:schemeClr val="dk1"/>
              </a:buClr>
              <a:buSzPts val="1000"/>
              <a:buNone/>
              <a:defRPr sz="1000">
                <a:solidFill>
                  <a:schemeClr val="dk1"/>
                </a:solidFill>
              </a:defRPr>
            </a:lvl7pPr>
            <a:lvl8pPr lvl="7" algn="ctr" rtl="0">
              <a:lnSpc>
                <a:spcPct val="100000"/>
              </a:lnSpc>
              <a:spcBef>
                <a:spcPts val="0"/>
              </a:spcBef>
              <a:spcAft>
                <a:spcPts val="0"/>
              </a:spcAft>
              <a:buClr>
                <a:schemeClr val="dk1"/>
              </a:buClr>
              <a:buSzPts val="1000"/>
              <a:buNone/>
              <a:defRPr sz="1000">
                <a:solidFill>
                  <a:schemeClr val="dk1"/>
                </a:solidFill>
              </a:defRPr>
            </a:lvl8pPr>
            <a:lvl9pPr lvl="8" algn="ctr" rtl="0">
              <a:lnSpc>
                <a:spcPct val="100000"/>
              </a:lnSpc>
              <a:spcBef>
                <a:spcPts val="0"/>
              </a:spcBef>
              <a:spcAft>
                <a:spcPts val="0"/>
              </a:spcAft>
              <a:buClr>
                <a:schemeClr val="dk1"/>
              </a:buClr>
              <a:buSzPts val="1000"/>
              <a:buNone/>
              <a:defRPr sz="1000">
                <a:solidFill>
                  <a:schemeClr val="dk1"/>
                </a:solidFill>
              </a:defRPr>
            </a:lvl9pPr>
          </a:lstStyle>
          <a:p>
            <a:endParaRPr/>
          </a:p>
        </p:txBody>
      </p:sp>
      <p:sp>
        <p:nvSpPr>
          <p:cNvPr id="1057" name="Google Shape;1057;p23"/>
          <p:cNvSpPr txBox="1">
            <a:spLocks noGrp="1"/>
          </p:cNvSpPr>
          <p:nvPr>
            <p:ph type="subTitle" idx="5"/>
          </p:nvPr>
        </p:nvSpPr>
        <p:spPr>
          <a:xfrm>
            <a:off x="3583351" y="2448027"/>
            <a:ext cx="2213700" cy="2037300"/>
          </a:xfrm>
          <a:prstGeom prst="rect">
            <a:avLst/>
          </a:prstGeom>
          <a:solidFill>
            <a:schemeClr val="dk2"/>
          </a:solidFill>
          <a:effectLst>
            <a:outerShdw blurRad="57150" dist="38100" dir="5400000" algn="bl" rotWithShape="0">
              <a:srgbClr val="000000">
                <a:alpha val="50000"/>
              </a:srgbClr>
            </a:outerShdw>
          </a:effectLst>
        </p:spPr>
        <p:txBody>
          <a:bodyPr spcFirstLastPara="1" wrap="square" lIns="91425" tIns="91425" rIns="91425" bIns="91425" anchor="t" anchorCtr="0">
            <a:noAutofit/>
          </a:bodyPr>
          <a:lstStyle>
            <a:lvl1pPr lvl="0" rtl="0">
              <a:spcBef>
                <a:spcPts val="0"/>
              </a:spcBef>
              <a:spcAft>
                <a:spcPts val="0"/>
              </a:spcAft>
              <a:buClr>
                <a:schemeClr val="dk1"/>
              </a:buClr>
              <a:buSzPts val="1000"/>
              <a:buNone/>
              <a:defRPr/>
            </a:lvl1pPr>
            <a:lvl2pPr lvl="1" algn="ctr" rtl="0">
              <a:lnSpc>
                <a:spcPct val="100000"/>
              </a:lnSpc>
              <a:spcBef>
                <a:spcPts val="0"/>
              </a:spcBef>
              <a:spcAft>
                <a:spcPts val="0"/>
              </a:spcAft>
              <a:buClr>
                <a:schemeClr val="dk1"/>
              </a:buClr>
              <a:buSzPts val="1000"/>
              <a:buNone/>
              <a:defRPr sz="1000">
                <a:solidFill>
                  <a:schemeClr val="dk1"/>
                </a:solidFill>
              </a:defRPr>
            </a:lvl2pPr>
            <a:lvl3pPr lvl="2" algn="ctr" rtl="0">
              <a:lnSpc>
                <a:spcPct val="100000"/>
              </a:lnSpc>
              <a:spcBef>
                <a:spcPts val="0"/>
              </a:spcBef>
              <a:spcAft>
                <a:spcPts val="0"/>
              </a:spcAft>
              <a:buClr>
                <a:schemeClr val="dk1"/>
              </a:buClr>
              <a:buSzPts val="1000"/>
              <a:buNone/>
              <a:defRPr sz="1000">
                <a:solidFill>
                  <a:schemeClr val="dk1"/>
                </a:solidFill>
              </a:defRPr>
            </a:lvl3pPr>
            <a:lvl4pPr lvl="3" algn="ctr" rtl="0">
              <a:lnSpc>
                <a:spcPct val="100000"/>
              </a:lnSpc>
              <a:spcBef>
                <a:spcPts val="0"/>
              </a:spcBef>
              <a:spcAft>
                <a:spcPts val="0"/>
              </a:spcAft>
              <a:buClr>
                <a:schemeClr val="dk1"/>
              </a:buClr>
              <a:buSzPts val="1000"/>
              <a:buNone/>
              <a:defRPr sz="1000">
                <a:solidFill>
                  <a:schemeClr val="dk1"/>
                </a:solidFill>
              </a:defRPr>
            </a:lvl4pPr>
            <a:lvl5pPr lvl="4" algn="ctr" rtl="0">
              <a:lnSpc>
                <a:spcPct val="100000"/>
              </a:lnSpc>
              <a:spcBef>
                <a:spcPts val="0"/>
              </a:spcBef>
              <a:spcAft>
                <a:spcPts val="0"/>
              </a:spcAft>
              <a:buClr>
                <a:schemeClr val="dk1"/>
              </a:buClr>
              <a:buSzPts val="1000"/>
              <a:buNone/>
              <a:defRPr sz="1000">
                <a:solidFill>
                  <a:schemeClr val="dk1"/>
                </a:solidFill>
              </a:defRPr>
            </a:lvl5pPr>
            <a:lvl6pPr lvl="5" algn="ctr" rtl="0">
              <a:lnSpc>
                <a:spcPct val="100000"/>
              </a:lnSpc>
              <a:spcBef>
                <a:spcPts val="0"/>
              </a:spcBef>
              <a:spcAft>
                <a:spcPts val="0"/>
              </a:spcAft>
              <a:buClr>
                <a:schemeClr val="dk1"/>
              </a:buClr>
              <a:buSzPts val="1000"/>
              <a:buNone/>
              <a:defRPr sz="1000">
                <a:solidFill>
                  <a:schemeClr val="dk1"/>
                </a:solidFill>
              </a:defRPr>
            </a:lvl6pPr>
            <a:lvl7pPr lvl="6" algn="ctr" rtl="0">
              <a:lnSpc>
                <a:spcPct val="100000"/>
              </a:lnSpc>
              <a:spcBef>
                <a:spcPts val="0"/>
              </a:spcBef>
              <a:spcAft>
                <a:spcPts val="0"/>
              </a:spcAft>
              <a:buClr>
                <a:schemeClr val="dk1"/>
              </a:buClr>
              <a:buSzPts val="1000"/>
              <a:buNone/>
              <a:defRPr sz="1000">
                <a:solidFill>
                  <a:schemeClr val="dk1"/>
                </a:solidFill>
              </a:defRPr>
            </a:lvl7pPr>
            <a:lvl8pPr lvl="7" algn="ctr" rtl="0">
              <a:lnSpc>
                <a:spcPct val="100000"/>
              </a:lnSpc>
              <a:spcBef>
                <a:spcPts val="0"/>
              </a:spcBef>
              <a:spcAft>
                <a:spcPts val="0"/>
              </a:spcAft>
              <a:buClr>
                <a:schemeClr val="dk1"/>
              </a:buClr>
              <a:buSzPts val="1000"/>
              <a:buNone/>
              <a:defRPr sz="1000">
                <a:solidFill>
                  <a:schemeClr val="dk1"/>
                </a:solidFill>
              </a:defRPr>
            </a:lvl8pPr>
            <a:lvl9pPr lvl="8" algn="ctr" rtl="0">
              <a:lnSpc>
                <a:spcPct val="100000"/>
              </a:lnSpc>
              <a:spcBef>
                <a:spcPts val="0"/>
              </a:spcBef>
              <a:spcAft>
                <a:spcPts val="0"/>
              </a:spcAft>
              <a:buClr>
                <a:schemeClr val="dk1"/>
              </a:buClr>
              <a:buSzPts val="1000"/>
              <a:buNone/>
              <a:defRPr sz="1000">
                <a:solidFill>
                  <a:schemeClr val="dk1"/>
                </a:solidFill>
              </a:defRPr>
            </a:lvl9pPr>
          </a:lstStyle>
          <a:p>
            <a:endParaRPr/>
          </a:p>
        </p:txBody>
      </p:sp>
      <p:sp>
        <p:nvSpPr>
          <p:cNvPr id="1058" name="Google Shape;1058;p23"/>
          <p:cNvSpPr txBox="1">
            <a:spLocks noGrp="1"/>
          </p:cNvSpPr>
          <p:nvPr>
            <p:ph type="subTitle" idx="6"/>
          </p:nvPr>
        </p:nvSpPr>
        <p:spPr>
          <a:xfrm>
            <a:off x="3583337" y="1489525"/>
            <a:ext cx="2213700" cy="849000"/>
          </a:xfrm>
          <a:prstGeom prst="rect">
            <a:avLst/>
          </a:prstGeom>
          <a:solidFill>
            <a:schemeClr val="accent1"/>
          </a:solidFill>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000"/>
              <a:buNone/>
              <a:defRPr sz="2200">
                <a:solidFill>
                  <a:schemeClr val="dk1"/>
                </a:solidFill>
                <a:latin typeface="Jua"/>
                <a:ea typeface="Jua"/>
                <a:cs typeface="Jua"/>
                <a:sym typeface="Jua"/>
              </a:defRPr>
            </a:lvl1pPr>
            <a:lvl2pPr lvl="1" algn="ctr" rtl="0">
              <a:lnSpc>
                <a:spcPct val="100000"/>
              </a:lnSpc>
              <a:spcBef>
                <a:spcPts val="0"/>
              </a:spcBef>
              <a:spcAft>
                <a:spcPts val="0"/>
              </a:spcAft>
              <a:buClr>
                <a:schemeClr val="dk1"/>
              </a:buClr>
              <a:buSzPts val="1000"/>
              <a:buNone/>
              <a:defRPr sz="1000">
                <a:solidFill>
                  <a:schemeClr val="dk1"/>
                </a:solidFill>
              </a:defRPr>
            </a:lvl2pPr>
            <a:lvl3pPr lvl="2" algn="ctr" rtl="0">
              <a:lnSpc>
                <a:spcPct val="100000"/>
              </a:lnSpc>
              <a:spcBef>
                <a:spcPts val="0"/>
              </a:spcBef>
              <a:spcAft>
                <a:spcPts val="0"/>
              </a:spcAft>
              <a:buClr>
                <a:schemeClr val="dk1"/>
              </a:buClr>
              <a:buSzPts val="1000"/>
              <a:buNone/>
              <a:defRPr sz="1000">
                <a:solidFill>
                  <a:schemeClr val="dk1"/>
                </a:solidFill>
              </a:defRPr>
            </a:lvl3pPr>
            <a:lvl4pPr lvl="3" algn="ctr" rtl="0">
              <a:lnSpc>
                <a:spcPct val="100000"/>
              </a:lnSpc>
              <a:spcBef>
                <a:spcPts val="0"/>
              </a:spcBef>
              <a:spcAft>
                <a:spcPts val="0"/>
              </a:spcAft>
              <a:buClr>
                <a:schemeClr val="dk1"/>
              </a:buClr>
              <a:buSzPts val="1000"/>
              <a:buNone/>
              <a:defRPr sz="1000">
                <a:solidFill>
                  <a:schemeClr val="dk1"/>
                </a:solidFill>
              </a:defRPr>
            </a:lvl4pPr>
            <a:lvl5pPr lvl="4" algn="ctr" rtl="0">
              <a:lnSpc>
                <a:spcPct val="100000"/>
              </a:lnSpc>
              <a:spcBef>
                <a:spcPts val="0"/>
              </a:spcBef>
              <a:spcAft>
                <a:spcPts val="0"/>
              </a:spcAft>
              <a:buClr>
                <a:schemeClr val="dk1"/>
              </a:buClr>
              <a:buSzPts val="1000"/>
              <a:buNone/>
              <a:defRPr sz="1000">
                <a:solidFill>
                  <a:schemeClr val="dk1"/>
                </a:solidFill>
              </a:defRPr>
            </a:lvl5pPr>
            <a:lvl6pPr lvl="5" algn="ctr" rtl="0">
              <a:lnSpc>
                <a:spcPct val="100000"/>
              </a:lnSpc>
              <a:spcBef>
                <a:spcPts val="0"/>
              </a:spcBef>
              <a:spcAft>
                <a:spcPts val="0"/>
              </a:spcAft>
              <a:buClr>
                <a:schemeClr val="dk1"/>
              </a:buClr>
              <a:buSzPts val="1000"/>
              <a:buNone/>
              <a:defRPr sz="1000">
                <a:solidFill>
                  <a:schemeClr val="dk1"/>
                </a:solidFill>
              </a:defRPr>
            </a:lvl6pPr>
            <a:lvl7pPr lvl="6" algn="ctr" rtl="0">
              <a:lnSpc>
                <a:spcPct val="100000"/>
              </a:lnSpc>
              <a:spcBef>
                <a:spcPts val="0"/>
              </a:spcBef>
              <a:spcAft>
                <a:spcPts val="0"/>
              </a:spcAft>
              <a:buClr>
                <a:schemeClr val="dk1"/>
              </a:buClr>
              <a:buSzPts val="1000"/>
              <a:buNone/>
              <a:defRPr sz="1000">
                <a:solidFill>
                  <a:schemeClr val="dk1"/>
                </a:solidFill>
              </a:defRPr>
            </a:lvl7pPr>
            <a:lvl8pPr lvl="7" algn="ctr" rtl="0">
              <a:lnSpc>
                <a:spcPct val="100000"/>
              </a:lnSpc>
              <a:spcBef>
                <a:spcPts val="0"/>
              </a:spcBef>
              <a:spcAft>
                <a:spcPts val="0"/>
              </a:spcAft>
              <a:buClr>
                <a:schemeClr val="dk1"/>
              </a:buClr>
              <a:buSzPts val="1000"/>
              <a:buNone/>
              <a:defRPr sz="1000">
                <a:solidFill>
                  <a:schemeClr val="dk1"/>
                </a:solidFill>
              </a:defRPr>
            </a:lvl8pPr>
            <a:lvl9pPr lvl="8" algn="ctr" rtl="0">
              <a:lnSpc>
                <a:spcPct val="100000"/>
              </a:lnSpc>
              <a:spcBef>
                <a:spcPts val="0"/>
              </a:spcBef>
              <a:spcAft>
                <a:spcPts val="0"/>
              </a:spcAft>
              <a:buClr>
                <a:schemeClr val="dk1"/>
              </a:buClr>
              <a:buSzPts val="1000"/>
              <a:buNone/>
              <a:defRPr sz="1000">
                <a:solidFill>
                  <a:schemeClr val="dk1"/>
                </a:solidFill>
              </a:defRPr>
            </a:lvl9pPr>
          </a:lstStyle>
          <a:p>
            <a:endParaRPr/>
          </a:p>
        </p:txBody>
      </p:sp>
      <p:sp>
        <p:nvSpPr>
          <p:cNvPr id="1059" name="Google Shape;1059;p23"/>
          <p:cNvSpPr txBox="1">
            <a:spLocks noGrp="1"/>
          </p:cNvSpPr>
          <p:nvPr>
            <p:ph type="ctrTitle"/>
          </p:nvPr>
        </p:nvSpPr>
        <p:spPr>
          <a:xfrm>
            <a:off x="713250" y="446075"/>
            <a:ext cx="7717500" cy="537000"/>
          </a:xfrm>
          <a:prstGeom prst="rect">
            <a:avLst/>
          </a:prstGeom>
          <a:solidFill>
            <a:schemeClr val="dk2"/>
          </a:solidFill>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lvl1pPr lvl="0" algn="ctr" rtl="0">
              <a:spcBef>
                <a:spcPts val="0"/>
              </a:spcBef>
              <a:spcAft>
                <a:spcPts val="0"/>
              </a:spcAft>
              <a:buSzPts val="3600"/>
              <a:buNone/>
              <a:defRPr sz="30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four columns">
  <p:cSld name="CUSTOM_2_2_1">
    <p:spTree>
      <p:nvGrpSpPr>
        <p:cNvPr id="1" name="Shape 1060"/>
        <p:cNvGrpSpPr/>
        <p:nvPr/>
      </p:nvGrpSpPr>
      <p:grpSpPr>
        <a:xfrm>
          <a:off x="0" y="0"/>
          <a:ext cx="0" cy="0"/>
          <a:chOff x="0" y="0"/>
          <a:chExt cx="0" cy="0"/>
        </a:xfrm>
      </p:grpSpPr>
      <p:grpSp>
        <p:nvGrpSpPr>
          <p:cNvPr id="1061" name="Google Shape;1061;p24"/>
          <p:cNvGrpSpPr/>
          <p:nvPr/>
        </p:nvGrpSpPr>
        <p:grpSpPr>
          <a:xfrm>
            <a:off x="7" y="-38100"/>
            <a:ext cx="9144000" cy="5219700"/>
            <a:chOff x="-43" y="-76200"/>
            <a:chExt cx="9144000" cy="5219700"/>
          </a:xfrm>
        </p:grpSpPr>
        <p:cxnSp>
          <p:nvCxnSpPr>
            <p:cNvPr id="1062" name="Google Shape;1062;p24"/>
            <p:cNvCxnSpPr/>
            <p:nvPr/>
          </p:nvCxnSpPr>
          <p:spPr>
            <a:xfrm>
              <a:off x="2158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63" name="Google Shape;1063;p24"/>
            <p:cNvCxnSpPr/>
            <p:nvPr/>
          </p:nvCxnSpPr>
          <p:spPr>
            <a:xfrm>
              <a:off x="51614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64" name="Google Shape;1064;p24"/>
            <p:cNvCxnSpPr/>
            <p:nvPr/>
          </p:nvCxnSpPr>
          <p:spPr>
            <a:xfrm>
              <a:off x="81645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65" name="Google Shape;1065;p24"/>
            <p:cNvCxnSpPr/>
            <p:nvPr/>
          </p:nvCxnSpPr>
          <p:spPr>
            <a:xfrm>
              <a:off x="111675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66" name="Google Shape;1066;p24"/>
            <p:cNvCxnSpPr/>
            <p:nvPr/>
          </p:nvCxnSpPr>
          <p:spPr>
            <a:xfrm>
              <a:off x="141705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67" name="Google Shape;1067;p24"/>
            <p:cNvCxnSpPr/>
            <p:nvPr/>
          </p:nvCxnSpPr>
          <p:spPr>
            <a:xfrm>
              <a:off x="171736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68" name="Google Shape;1068;p24"/>
            <p:cNvCxnSpPr/>
            <p:nvPr/>
          </p:nvCxnSpPr>
          <p:spPr>
            <a:xfrm>
              <a:off x="201766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69" name="Google Shape;1069;p24"/>
            <p:cNvCxnSpPr/>
            <p:nvPr/>
          </p:nvCxnSpPr>
          <p:spPr>
            <a:xfrm>
              <a:off x="231796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70" name="Google Shape;1070;p24"/>
            <p:cNvCxnSpPr/>
            <p:nvPr/>
          </p:nvCxnSpPr>
          <p:spPr>
            <a:xfrm>
              <a:off x="261827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71" name="Google Shape;1071;p24"/>
            <p:cNvCxnSpPr/>
            <p:nvPr/>
          </p:nvCxnSpPr>
          <p:spPr>
            <a:xfrm>
              <a:off x="291857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72" name="Google Shape;1072;p24"/>
            <p:cNvCxnSpPr/>
            <p:nvPr/>
          </p:nvCxnSpPr>
          <p:spPr>
            <a:xfrm>
              <a:off x="321887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73" name="Google Shape;1073;p24"/>
            <p:cNvCxnSpPr/>
            <p:nvPr/>
          </p:nvCxnSpPr>
          <p:spPr>
            <a:xfrm>
              <a:off x="351918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74" name="Google Shape;1074;p24"/>
            <p:cNvCxnSpPr/>
            <p:nvPr/>
          </p:nvCxnSpPr>
          <p:spPr>
            <a:xfrm>
              <a:off x="381948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75" name="Google Shape;1075;p24"/>
            <p:cNvCxnSpPr/>
            <p:nvPr/>
          </p:nvCxnSpPr>
          <p:spPr>
            <a:xfrm>
              <a:off x="411978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76" name="Google Shape;1076;p24"/>
            <p:cNvCxnSpPr/>
            <p:nvPr/>
          </p:nvCxnSpPr>
          <p:spPr>
            <a:xfrm>
              <a:off x="442009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77" name="Google Shape;1077;p24"/>
            <p:cNvCxnSpPr/>
            <p:nvPr/>
          </p:nvCxnSpPr>
          <p:spPr>
            <a:xfrm>
              <a:off x="472039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78" name="Google Shape;1078;p24"/>
            <p:cNvCxnSpPr/>
            <p:nvPr/>
          </p:nvCxnSpPr>
          <p:spPr>
            <a:xfrm>
              <a:off x="502069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79" name="Google Shape;1079;p24"/>
            <p:cNvCxnSpPr/>
            <p:nvPr/>
          </p:nvCxnSpPr>
          <p:spPr>
            <a:xfrm>
              <a:off x="532100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80" name="Google Shape;1080;p24"/>
            <p:cNvCxnSpPr/>
            <p:nvPr/>
          </p:nvCxnSpPr>
          <p:spPr>
            <a:xfrm>
              <a:off x="562130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81" name="Google Shape;1081;p24"/>
            <p:cNvCxnSpPr/>
            <p:nvPr/>
          </p:nvCxnSpPr>
          <p:spPr>
            <a:xfrm>
              <a:off x="592160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82" name="Google Shape;1082;p24"/>
            <p:cNvCxnSpPr/>
            <p:nvPr/>
          </p:nvCxnSpPr>
          <p:spPr>
            <a:xfrm>
              <a:off x="622191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83" name="Google Shape;1083;p24"/>
            <p:cNvCxnSpPr/>
            <p:nvPr/>
          </p:nvCxnSpPr>
          <p:spPr>
            <a:xfrm>
              <a:off x="652221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84" name="Google Shape;1084;p24"/>
            <p:cNvCxnSpPr/>
            <p:nvPr/>
          </p:nvCxnSpPr>
          <p:spPr>
            <a:xfrm>
              <a:off x="682252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85" name="Google Shape;1085;p24"/>
            <p:cNvCxnSpPr/>
            <p:nvPr/>
          </p:nvCxnSpPr>
          <p:spPr>
            <a:xfrm>
              <a:off x="712282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86" name="Google Shape;1086;p24"/>
            <p:cNvCxnSpPr/>
            <p:nvPr/>
          </p:nvCxnSpPr>
          <p:spPr>
            <a:xfrm>
              <a:off x="742312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87" name="Google Shape;1087;p24"/>
            <p:cNvCxnSpPr/>
            <p:nvPr/>
          </p:nvCxnSpPr>
          <p:spPr>
            <a:xfrm>
              <a:off x="772343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88" name="Google Shape;1088;p24"/>
            <p:cNvCxnSpPr/>
            <p:nvPr/>
          </p:nvCxnSpPr>
          <p:spPr>
            <a:xfrm>
              <a:off x="802373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89" name="Google Shape;1089;p24"/>
            <p:cNvCxnSpPr/>
            <p:nvPr/>
          </p:nvCxnSpPr>
          <p:spPr>
            <a:xfrm>
              <a:off x="832403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90" name="Google Shape;1090;p24"/>
            <p:cNvCxnSpPr/>
            <p:nvPr/>
          </p:nvCxnSpPr>
          <p:spPr>
            <a:xfrm>
              <a:off x="862434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91" name="Google Shape;1091;p24"/>
            <p:cNvCxnSpPr/>
            <p:nvPr/>
          </p:nvCxnSpPr>
          <p:spPr>
            <a:xfrm>
              <a:off x="89246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092" name="Google Shape;1092;p24"/>
            <p:cNvCxnSpPr/>
            <p:nvPr/>
          </p:nvCxnSpPr>
          <p:spPr>
            <a:xfrm>
              <a:off x="-43" y="3069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093" name="Google Shape;1093;p24"/>
            <p:cNvCxnSpPr/>
            <p:nvPr/>
          </p:nvCxnSpPr>
          <p:spPr>
            <a:xfrm>
              <a:off x="-43" y="6105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094" name="Google Shape;1094;p24"/>
            <p:cNvCxnSpPr/>
            <p:nvPr/>
          </p:nvCxnSpPr>
          <p:spPr>
            <a:xfrm>
              <a:off x="-43" y="9142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095" name="Google Shape;1095;p24"/>
            <p:cNvCxnSpPr/>
            <p:nvPr/>
          </p:nvCxnSpPr>
          <p:spPr>
            <a:xfrm>
              <a:off x="-43" y="12178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096" name="Google Shape;1096;p24"/>
            <p:cNvCxnSpPr/>
            <p:nvPr/>
          </p:nvCxnSpPr>
          <p:spPr>
            <a:xfrm>
              <a:off x="-43" y="15215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097" name="Google Shape;1097;p24"/>
            <p:cNvCxnSpPr/>
            <p:nvPr/>
          </p:nvCxnSpPr>
          <p:spPr>
            <a:xfrm>
              <a:off x="-43" y="18251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098" name="Google Shape;1098;p24"/>
            <p:cNvCxnSpPr/>
            <p:nvPr/>
          </p:nvCxnSpPr>
          <p:spPr>
            <a:xfrm>
              <a:off x="-43" y="21288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099" name="Google Shape;1099;p24"/>
            <p:cNvCxnSpPr/>
            <p:nvPr/>
          </p:nvCxnSpPr>
          <p:spPr>
            <a:xfrm>
              <a:off x="-43" y="24324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100" name="Google Shape;1100;p24"/>
            <p:cNvCxnSpPr/>
            <p:nvPr/>
          </p:nvCxnSpPr>
          <p:spPr>
            <a:xfrm>
              <a:off x="-43" y="27361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101" name="Google Shape;1101;p24"/>
            <p:cNvCxnSpPr/>
            <p:nvPr/>
          </p:nvCxnSpPr>
          <p:spPr>
            <a:xfrm>
              <a:off x="-43" y="30397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102" name="Google Shape;1102;p24"/>
            <p:cNvCxnSpPr/>
            <p:nvPr/>
          </p:nvCxnSpPr>
          <p:spPr>
            <a:xfrm>
              <a:off x="-43" y="33434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103" name="Google Shape;1103;p24"/>
            <p:cNvCxnSpPr/>
            <p:nvPr/>
          </p:nvCxnSpPr>
          <p:spPr>
            <a:xfrm>
              <a:off x="-43" y="36470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104" name="Google Shape;1104;p24"/>
            <p:cNvCxnSpPr/>
            <p:nvPr/>
          </p:nvCxnSpPr>
          <p:spPr>
            <a:xfrm>
              <a:off x="-43" y="39507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105" name="Google Shape;1105;p24"/>
            <p:cNvCxnSpPr/>
            <p:nvPr/>
          </p:nvCxnSpPr>
          <p:spPr>
            <a:xfrm>
              <a:off x="-43" y="42543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106" name="Google Shape;1106;p24"/>
            <p:cNvCxnSpPr/>
            <p:nvPr/>
          </p:nvCxnSpPr>
          <p:spPr>
            <a:xfrm>
              <a:off x="-43" y="45580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107" name="Google Shape;1107;p24"/>
            <p:cNvCxnSpPr/>
            <p:nvPr/>
          </p:nvCxnSpPr>
          <p:spPr>
            <a:xfrm>
              <a:off x="-43" y="4861650"/>
              <a:ext cx="9144000" cy="0"/>
            </a:xfrm>
            <a:prstGeom prst="straightConnector1">
              <a:avLst/>
            </a:prstGeom>
            <a:noFill/>
            <a:ln w="9525" cap="flat" cmpd="sng">
              <a:solidFill>
                <a:schemeClr val="dk2"/>
              </a:solidFill>
              <a:prstDash val="solid"/>
              <a:round/>
              <a:headEnd type="none" w="med" len="med"/>
              <a:tailEnd type="none" w="med" len="med"/>
            </a:ln>
          </p:spPr>
        </p:cxnSp>
      </p:grpSp>
      <p:sp>
        <p:nvSpPr>
          <p:cNvPr id="1108" name="Google Shape;1108;p24"/>
          <p:cNvSpPr/>
          <p:nvPr/>
        </p:nvSpPr>
        <p:spPr>
          <a:xfrm>
            <a:off x="713250" y="1198475"/>
            <a:ext cx="7717500" cy="3593100"/>
          </a:xfrm>
          <a:prstGeom prst="rect">
            <a:avLst/>
          </a:pr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24"/>
          <p:cNvSpPr txBox="1">
            <a:spLocks noGrp="1"/>
          </p:cNvSpPr>
          <p:nvPr>
            <p:ph type="subTitle" idx="1"/>
          </p:nvPr>
        </p:nvSpPr>
        <p:spPr>
          <a:xfrm flipH="1">
            <a:off x="1887363" y="2058833"/>
            <a:ext cx="1887300" cy="525000"/>
          </a:xfrm>
          <a:prstGeom prst="rect">
            <a:avLst/>
          </a:prstGeom>
        </p:spPr>
        <p:txBody>
          <a:bodyPr spcFirstLastPara="1" wrap="square" lIns="91425" tIns="91425" rIns="91425" bIns="91425" anchor="t" anchorCtr="0">
            <a:noAutofit/>
          </a:bodyPr>
          <a:lstStyle>
            <a:lvl1pPr lvl="0" rtl="0">
              <a:spcBef>
                <a:spcPts val="0"/>
              </a:spcBef>
              <a:spcAft>
                <a:spcPts val="0"/>
              </a:spcAft>
              <a:buSzPts val="1000"/>
              <a:buNone/>
              <a:defRPr/>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1110" name="Google Shape;1110;p24"/>
          <p:cNvSpPr txBox="1">
            <a:spLocks noGrp="1"/>
          </p:cNvSpPr>
          <p:nvPr>
            <p:ph type="subTitle" idx="2"/>
          </p:nvPr>
        </p:nvSpPr>
        <p:spPr>
          <a:xfrm flipH="1">
            <a:off x="1887366" y="1751975"/>
            <a:ext cx="1887300" cy="4182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1000"/>
              <a:buNone/>
              <a:defRPr sz="2200">
                <a:solidFill>
                  <a:schemeClr val="dk1"/>
                </a:solidFill>
                <a:latin typeface="Jua"/>
                <a:ea typeface="Jua"/>
                <a:cs typeface="Jua"/>
                <a:sym typeface="Jua"/>
              </a:defRPr>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1111" name="Google Shape;1111;p24"/>
          <p:cNvSpPr txBox="1">
            <a:spLocks noGrp="1"/>
          </p:cNvSpPr>
          <p:nvPr>
            <p:ph type="subTitle" idx="3"/>
          </p:nvPr>
        </p:nvSpPr>
        <p:spPr>
          <a:xfrm flipH="1">
            <a:off x="1887363" y="3560700"/>
            <a:ext cx="1887300" cy="525000"/>
          </a:xfrm>
          <a:prstGeom prst="rect">
            <a:avLst/>
          </a:prstGeom>
        </p:spPr>
        <p:txBody>
          <a:bodyPr spcFirstLastPara="1" wrap="square" lIns="91425" tIns="91425" rIns="91425" bIns="91425" anchor="t" anchorCtr="0">
            <a:noAutofit/>
          </a:bodyPr>
          <a:lstStyle>
            <a:lvl1pPr lvl="0" rtl="0">
              <a:spcBef>
                <a:spcPts val="0"/>
              </a:spcBef>
              <a:spcAft>
                <a:spcPts val="0"/>
              </a:spcAft>
              <a:buSzPts val="1000"/>
              <a:buNone/>
              <a:defRPr/>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1112" name="Google Shape;1112;p24"/>
          <p:cNvSpPr txBox="1">
            <a:spLocks noGrp="1"/>
          </p:cNvSpPr>
          <p:nvPr>
            <p:ph type="subTitle" idx="4"/>
          </p:nvPr>
        </p:nvSpPr>
        <p:spPr>
          <a:xfrm flipH="1">
            <a:off x="1887366" y="3253841"/>
            <a:ext cx="1887300" cy="4182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1000"/>
              <a:buNone/>
              <a:defRPr sz="2200">
                <a:solidFill>
                  <a:schemeClr val="dk1"/>
                </a:solidFill>
                <a:latin typeface="Jua"/>
                <a:ea typeface="Jua"/>
                <a:cs typeface="Jua"/>
                <a:sym typeface="Jua"/>
              </a:defRPr>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1113" name="Google Shape;1113;p24"/>
          <p:cNvSpPr txBox="1">
            <a:spLocks noGrp="1"/>
          </p:cNvSpPr>
          <p:nvPr>
            <p:ph type="subTitle" idx="5"/>
          </p:nvPr>
        </p:nvSpPr>
        <p:spPr>
          <a:xfrm>
            <a:off x="4677694" y="2058833"/>
            <a:ext cx="1887300" cy="525000"/>
          </a:xfrm>
          <a:prstGeom prst="rect">
            <a:avLst/>
          </a:prstGeom>
        </p:spPr>
        <p:txBody>
          <a:bodyPr spcFirstLastPara="1" wrap="square" lIns="91425" tIns="91425" rIns="91425" bIns="91425" anchor="t" anchorCtr="0">
            <a:noAutofit/>
          </a:bodyPr>
          <a:lstStyle>
            <a:lvl1pPr lvl="0" rtl="0">
              <a:spcBef>
                <a:spcPts val="0"/>
              </a:spcBef>
              <a:spcAft>
                <a:spcPts val="0"/>
              </a:spcAft>
              <a:buSzPts val="1000"/>
              <a:buNone/>
              <a:defRPr/>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1114" name="Google Shape;1114;p24"/>
          <p:cNvSpPr txBox="1">
            <a:spLocks noGrp="1"/>
          </p:cNvSpPr>
          <p:nvPr>
            <p:ph type="subTitle" idx="6"/>
          </p:nvPr>
        </p:nvSpPr>
        <p:spPr>
          <a:xfrm>
            <a:off x="4677691" y="1751975"/>
            <a:ext cx="1887300" cy="4182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1000"/>
              <a:buNone/>
              <a:defRPr sz="2200">
                <a:solidFill>
                  <a:schemeClr val="dk1"/>
                </a:solidFill>
                <a:latin typeface="Jua"/>
                <a:ea typeface="Jua"/>
                <a:cs typeface="Jua"/>
                <a:sym typeface="Jua"/>
              </a:defRPr>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1115" name="Google Shape;1115;p24"/>
          <p:cNvSpPr txBox="1">
            <a:spLocks noGrp="1"/>
          </p:cNvSpPr>
          <p:nvPr>
            <p:ph type="subTitle" idx="7"/>
          </p:nvPr>
        </p:nvSpPr>
        <p:spPr>
          <a:xfrm>
            <a:off x="4677694" y="3560700"/>
            <a:ext cx="1887300" cy="525000"/>
          </a:xfrm>
          <a:prstGeom prst="rect">
            <a:avLst/>
          </a:prstGeom>
        </p:spPr>
        <p:txBody>
          <a:bodyPr spcFirstLastPara="1" wrap="square" lIns="91425" tIns="91425" rIns="91425" bIns="91425" anchor="t" anchorCtr="0">
            <a:noAutofit/>
          </a:bodyPr>
          <a:lstStyle>
            <a:lvl1pPr lvl="0" rtl="0">
              <a:spcBef>
                <a:spcPts val="0"/>
              </a:spcBef>
              <a:spcAft>
                <a:spcPts val="0"/>
              </a:spcAft>
              <a:buSzPts val="1000"/>
              <a:buNone/>
              <a:defRPr/>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1116" name="Google Shape;1116;p24"/>
          <p:cNvSpPr txBox="1">
            <a:spLocks noGrp="1"/>
          </p:cNvSpPr>
          <p:nvPr>
            <p:ph type="subTitle" idx="8"/>
          </p:nvPr>
        </p:nvSpPr>
        <p:spPr>
          <a:xfrm>
            <a:off x="4677691" y="3253841"/>
            <a:ext cx="1887300" cy="4182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1000"/>
              <a:buNone/>
              <a:defRPr sz="2200">
                <a:solidFill>
                  <a:schemeClr val="dk1"/>
                </a:solidFill>
                <a:latin typeface="Jua"/>
                <a:ea typeface="Jua"/>
                <a:cs typeface="Jua"/>
                <a:sym typeface="Jua"/>
              </a:defRPr>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1117" name="Google Shape;1117;p24"/>
          <p:cNvSpPr txBox="1">
            <a:spLocks noGrp="1"/>
          </p:cNvSpPr>
          <p:nvPr>
            <p:ph type="ctrTitle"/>
          </p:nvPr>
        </p:nvSpPr>
        <p:spPr>
          <a:xfrm>
            <a:off x="713250" y="446075"/>
            <a:ext cx="7717500" cy="537000"/>
          </a:xfrm>
          <a:prstGeom prst="rect">
            <a:avLst/>
          </a:prstGeom>
          <a:solidFill>
            <a:schemeClr val="dk2"/>
          </a:solidFill>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lvl1pPr lvl="0" algn="ctr" rtl="0">
              <a:spcBef>
                <a:spcPts val="0"/>
              </a:spcBef>
              <a:spcAft>
                <a:spcPts val="0"/>
              </a:spcAft>
              <a:buSzPts val="3600"/>
              <a:buNone/>
              <a:defRPr sz="30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four columns 1">
  <p:cSld name="CUSTOM_8">
    <p:spTree>
      <p:nvGrpSpPr>
        <p:cNvPr id="1" name="Shape 1118"/>
        <p:cNvGrpSpPr/>
        <p:nvPr/>
      </p:nvGrpSpPr>
      <p:grpSpPr>
        <a:xfrm>
          <a:off x="0" y="0"/>
          <a:ext cx="0" cy="0"/>
          <a:chOff x="0" y="0"/>
          <a:chExt cx="0" cy="0"/>
        </a:xfrm>
      </p:grpSpPr>
      <p:grpSp>
        <p:nvGrpSpPr>
          <p:cNvPr id="1119" name="Google Shape;1119;p25"/>
          <p:cNvGrpSpPr/>
          <p:nvPr/>
        </p:nvGrpSpPr>
        <p:grpSpPr>
          <a:xfrm>
            <a:off x="7" y="-38100"/>
            <a:ext cx="9144000" cy="5219700"/>
            <a:chOff x="-43" y="-76200"/>
            <a:chExt cx="9144000" cy="5219700"/>
          </a:xfrm>
        </p:grpSpPr>
        <p:cxnSp>
          <p:nvCxnSpPr>
            <p:cNvPr id="1120" name="Google Shape;1120;p25"/>
            <p:cNvCxnSpPr/>
            <p:nvPr/>
          </p:nvCxnSpPr>
          <p:spPr>
            <a:xfrm>
              <a:off x="2158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21" name="Google Shape;1121;p25"/>
            <p:cNvCxnSpPr/>
            <p:nvPr/>
          </p:nvCxnSpPr>
          <p:spPr>
            <a:xfrm>
              <a:off x="51614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22" name="Google Shape;1122;p25"/>
            <p:cNvCxnSpPr/>
            <p:nvPr/>
          </p:nvCxnSpPr>
          <p:spPr>
            <a:xfrm>
              <a:off x="81645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23" name="Google Shape;1123;p25"/>
            <p:cNvCxnSpPr/>
            <p:nvPr/>
          </p:nvCxnSpPr>
          <p:spPr>
            <a:xfrm>
              <a:off x="111675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24" name="Google Shape;1124;p25"/>
            <p:cNvCxnSpPr/>
            <p:nvPr/>
          </p:nvCxnSpPr>
          <p:spPr>
            <a:xfrm>
              <a:off x="141705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25" name="Google Shape;1125;p25"/>
            <p:cNvCxnSpPr/>
            <p:nvPr/>
          </p:nvCxnSpPr>
          <p:spPr>
            <a:xfrm>
              <a:off x="171736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26" name="Google Shape;1126;p25"/>
            <p:cNvCxnSpPr/>
            <p:nvPr/>
          </p:nvCxnSpPr>
          <p:spPr>
            <a:xfrm>
              <a:off x="201766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27" name="Google Shape;1127;p25"/>
            <p:cNvCxnSpPr/>
            <p:nvPr/>
          </p:nvCxnSpPr>
          <p:spPr>
            <a:xfrm>
              <a:off x="231796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28" name="Google Shape;1128;p25"/>
            <p:cNvCxnSpPr/>
            <p:nvPr/>
          </p:nvCxnSpPr>
          <p:spPr>
            <a:xfrm>
              <a:off x="261827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29" name="Google Shape;1129;p25"/>
            <p:cNvCxnSpPr/>
            <p:nvPr/>
          </p:nvCxnSpPr>
          <p:spPr>
            <a:xfrm>
              <a:off x="291857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30" name="Google Shape;1130;p25"/>
            <p:cNvCxnSpPr/>
            <p:nvPr/>
          </p:nvCxnSpPr>
          <p:spPr>
            <a:xfrm>
              <a:off x="321887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31" name="Google Shape;1131;p25"/>
            <p:cNvCxnSpPr/>
            <p:nvPr/>
          </p:nvCxnSpPr>
          <p:spPr>
            <a:xfrm>
              <a:off x="351918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32" name="Google Shape;1132;p25"/>
            <p:cNvCxnSpPr/>
            <p:nvPr/>
          </p:nvCxnSpPr>
          <p:spPr>
            <a:xfrm>
              <a:off x="381948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33" name="Google Shape;1133;p25"/>
            <p:cNvCxnSpPr/>
            <p:nvPr/>
          </p:nvCxnSpPr>
          <p:spPr>
            <a:xfrm>
              <a:off x="411978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34" name="Google Shape;1134;p25"/>
            <p:cNvCxnSpPr/>
            <p:nvPr/>
          </p:nvCxnSpPr>
          <p:spPr>
            <a:xfrm>
              <a:off x="442009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35" name="Google Shape;1135;p25"/>
            <p:cNvCxnSpPr/>
            <p:nvPr/>
          </p:nvCxnSpPr>
          <p:spPr>
            <a:xfrm>
              <a:off x="472039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36" name="Google Shape;1136;p25"/>
            <p:cNvCxnSpPr/>
            <p:nvPr/>
          </p:nvCxnSpPr>
          <p:spPr>
            <a:xfrm>
              <a:off x="502069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37" name="Google Shape;1137;p25"/>
            <p:cNvCxnSpPr/>
            <p:nvPr/>
          </p:nvCxnSpPr>
          <p:spPr>
            <a:xfrm>
              <a:off x="532100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38" name="Google Shape;1138;p25"/>
            <p:cNvCxnSpPr/>
            <p:nvPr/>
          </p:nvCxnSpPr>
          <p:spPr>
            <a:xfrm>
              <a:off x="562130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39" name="Google Shape;1139;p25"/>
            <p:cNvCxnSpPr/>
            <p:nvPr/>
          </p:nvCxnSpPr>
          <p:spPr>
            <a:xfrm>
              <a:off x="592160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40" name="Google Shape;1140;p25"/>
            <p:cNvCxnSpPr/>
            <p:nvPr/>
          </p:nvCxnSpPr>
          <p:spPr>
            <a:xfrm>
              <a:off x="622191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41" name="Google Shape;1141;p25"/>
            <p:cNvCxnSpPr/>
            <p:nvPr/>
          </p:nvCxnSpPr>
          <p:spPr>
            <a:xfrm>
              <a:off x="652221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42" name="Google Shape;1142;p25"/>
            <p:cNvCxnSpPr/>
            <p:nvPr/>
          </p:nvCxnSpPr>
          <p:spPr>
            <a:xfrm>
              <a:off x="682252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43" name="Google Shape;1143;p25"/>
            <p:cNvCxnSpPr/>
            <p:nvPr/>
          </p:nvCxnSpPr>
          <p:spPr>
            <a:xfrm>
              <a:off x="712282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44" name="Google Shape;1144;p25"/>
            <p:cNvCxnSpPr/>
            <p:nvPr/>
          </p:nvCxnSpPr>
          <p:spPr>
            <a:xfrm>
              <a:off x="742312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45" name="Google Shape;1145;p25"/>
            <p:cNvCxnSpPr/>
            <p:nvPr/>
          </p:nvCxnSpPr>
          <p:spPr>
            <a:xfrm>
              <a:off x="772343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46" name="Google Shape;1146;p25"/>
            <p:cNvCxnSpPr/>
            <p:nvPr/>
          </p:nvCxnSpPr>
          <p:spPr>
            <a:xfrm>
              <a:off x="802373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47" name="Google Shape;1147;p25"/>
            <p:cNvCxnSpPr/>
            <p:nvPr/>
          </p:nvCxnSpPr>
          <p:spPr>
            <a:xfrm>
              <a:off x="832403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48" name="Google Shape;1148;p25"/>
            <p:cNvCxnSpPr/>
            <p:nvPr/>
          </p:nvCxnSpPr>
          <p:spPr>
            <a:xfrm>
              <a:off x="862434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49" name="Google Shape;1149;p25"/>
            <p:cNvCxnSpPr/>
            <p:nvPr/>
          </p:nvCxnSpPr>
          <p:spPr>
            <a:xfrm>
              <a:off x="89246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50" name="Google Shape;1150;p25"/>
            <p:cNvCxnSpPr/>
            <p:nvPr/>
          </p:nvCxnSpPr>
          <p:spPr>
            <a:xfrm>
              <a:off x="-43" y="3069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151" name="Google Shape;1151;p25"/>
            <p:cNvCxnSpPr/>
            <p:nvPr/>
          </p:nvCxnSpPr>
          <p:spPr>
            <a:xfrm>
              <a:off x="-43" y="6105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152" name="Google Shape;1152;p25"/>
            <p:cNvCxnSpPr/>
            <p:nvPr/>
          </p:nvCxnSpPr>
          <p:spPr>
            <a:xfrm>
              <a:off x="-43" y="9142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153" name="Google Shape;1153;p25"/>
            <p:cNvCxnSpPr/>
            <p:nvPr/>
          </p:nvCxnSpPr>
          <p:spPr>
            <a:xfrm>
              <a:off x="-43" y="12178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154" name="Google Shape;1154;p25"/>
            <p:cNvCxnSpPr/>
            <p:nvPr/>
          </p:nvCxnSpPr>
          <p:spPr>
            <a:xfrm>
              <a:off x="-43" y="15215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155" name="Google Shape;1155;p25"/>
            <p:cNvCxnSpPr/>
            <p:nvPr/>
          </p:nvCxnSpPr>
          <p:spPr>
            <a:xfrm>
              <a:off x="-43" y="18251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156" name="Google Shape;1156;p25"/>
            <p:cNvCxnSpPr/>
            <p:nvPr/>
          </p:nvCxnSpPr>
          <p:spPr>
            <a:xfrm>
              <a:off x="-43" y="21288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157" name="Google Shape;1157;p25"/>
            <p:cNvCxnSpPr/>
            <p:nvPr/>
          </p:nvCxnSpPr>
          <p:spPr>
            <a:xfrm>
              <a:off x="-43" y="24324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158" name="Google Shape;1158;p25"/>
            <p:cNvCxnSpPr/>
            <p:nvPr/>
          </p:nvCxnSpPr>
          <p:spPr>
            <a:xfrm>
              <a:off x="-43" y="27361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159" name="Google Shape;1159;p25"/>
            <p:cNvCxnSpPr/>
            <p:nvPr/>
          </p:nvCxnSpPr>
          <p:spPr>
            <a:xfrm>
              <a:off x="-43" y="30397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160" name="Google Shape;1160;p25"/>
            <p:cNvCxnSpPr/>
            <p:nvPr/>
          </p:nvCxnSpPr>
          <p:spPr>
            <a:xfrm>
              <a:off x="-43" y="33434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161" name="Google Shape;1161;p25"/>
            <p:cNvCxnSpPr/>
            <p:nvPr/>
          </p:nvCxnSpPr>
          <p:spPr>
            <a:xfrm>
              <a:off x="-43" y="36470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162" name="Google Shape;1162;p25"/>
            <p:cNvCxnSpPr/>
            <p:nvPr/>
          </p:nvCxnSpPr>
          <p:spPr>
            <a:xfrm>
              <a:off x="-43" y="39507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163" name="Google Shape;1163;p25"/>
            <p:cNvCxnSpPr/>
            <p:nvPr/>
          </p:nvCxnSpPr>
          <p:spPr>
            <a:xfrm>
              <a:off x="-43" y="42543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164" name="Google Shape;1164;p25"/>
            <p:cNvCxnSpPr/>
            <p:nvPr/>
          </p:nvCxnSpPr>
          <p:spPr>
            <a:xfrm>
              <a:off x="-43" y="45580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165" name="Google Shape;1165;p25"/>
            <p:cNvCxnSpPr/>
            <p:nvPr/>
          </p:nvCxnSpPr>
          <p:spPr>
            <a:xfrm>
              <a:off x="-43" y="4861650"/>
              <a:ext cx="9144000" cy="0"/>
            </a:xfrm>
            <a:prstGeom prst="straightConnector1">
              <a:avLst/>
            </a:prstGeom>
            <a:noFill/>
            <a:ln w="9525" cap="flat" cmpd="sng">
              <a:solidFill>
                <a:schemeClr val="dk2"/>
              </a:solidFill>
              <a:prstDash val="solid"/>
              <a:round/>
              <a:headEnd type="none" w="med" len="med"/>
              <a:tailEnd type="none" w="med" len="med"/>
            </a:ln>
          </p:spPr>
        </p:cxnSp>
      </p:grpSp>
      <p:sp>
        <p:nvSpPr>
          <p:cNvPr id="1166" name="Google Shape;1166;p25"/>
          <p:cNvSpPr/>
          <p:nvPr/>
        </p:nvSpPr>
        <p:spPr>
          <a:xfrm>
            <a:off x="713250" y="1198475"/>
            <a:ext cx="7717500" cy="3593100"/>
          </a:xfrm>
          <a:prstGeom prst="rect">
            <a:avLst/>
          </a:pr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25"/>
          <p:cNvSpPr txBox="1">
            <a:spLocks noGrp="1"/>
          </p:cNvSpPr>
          <p:nvPr>
            <p:ph type="ctrTitle"/>
          </p:nvPr>
        </p:nvSpPr>
        <p:spPr>
          <a:xfrm>
            <a:off x="713250" y="446075"/>
            <a:ext cx="7717500" cy="537000"/>
          </a:xfrm>
          <a:prstGeom prst="rect">
            <a:avLst/>
          </a:prstGeom>
          <a:solidFill>
            <a:schemeClr val="dk2"/>
          </a:solidFill>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lvl1pPr lvl="0" algn="ctr" rtl="0">
              <a:spcBef>
                <a:spcPts val="0"/>
              </a:spcBef>
              <a:spcAft>
                <a:spcPts val="0"/>
              </a:spcAft>
              <a:buSzPts val="3600"/>
              <a:buNone/>
              <a:defRPr sz="30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1168" name="Google Shape;1168;p25"/>
          <p:cNvSpPr txBox="1">
            <a:spLocks noGrp="1"/>
          </p:cNvSpPr>
          <p:nvPr>
            <p:ph type="subTitle" idx="1"/>
          </p:nvPr>
        </p:nvSpPr>
        <p:spPr>
          <a:xfrm flipH="1">
            <a:off x="1000524" y="2064100"/>
            <a:ext cx="3420000" cy="1101300"/>
          </a:xfrm>
          <a:prstGeom prst="rect">
            <a:avLst/>
          </a:prstGeom>
          <a:solidFill>
            <a:schemeClr val="dk2"/>
          </a:solidFill>
          <a:effectLst>
            <a:outerShdw blurRad="57150" dist="38100" dir="5400000" algn="bl" rotWithShape="0">
              <a:srgbClr val="000000">
                <a:alpha val="50000"/>
              </a:srgbClr>
            </a:outerShdw>
          </a:effectLst>
        </p:spPr>
        <p:txBody>
          <a:bodyPr spcFirstLastPara="1" wrap="square" lIns="91425" tIns="91425" rIns="91425" bIns="91425" anchor="t" anchorCtr="0">
            <a:noAutofit/>
          </a:bodyPr>
          <a:lstStyle>
            <a:lvl1pPr lvl="0" rtl="0">
              <a:spcBef>
                <a:spcPts val="0"/>
              </a:spcBef>
              <a:spcAft>
                <a:spcPts val="0"/>
              </a:spcAft>
              <a:buSzPts val="1000"/>
              <a:buNone/>
              <a:defRPr>
                <a:latin typeface="Nunito"/>
                <a:ea typeface="Nunito"/>
                <a:cs typeface="Nunito"/>
                <a:sym typeface="Nunito"/>
              </a:defRPr>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1169" name="Google Shape;1169;p25"/>
          <p:cNvSpPr txBox="1">
            <a:spLocks noGrp="1"/>
          </p:cNvSpPr>
          <p:nvPr>
            <p:ph type="subTitle" idx="2"/>
          </p:nvPr>
        </p:nvSpPr>
        <p:spPr>
          <a:xfrm flipH="1">
            <a:off x="1000522" y="1489525"/>
            <a:ext cx="3420000" cy="418200"/>
          </a:xfrm>
          <a:prstGeom prst="rect">
            <a:avLst/>
          </a:prstGeom>
          <a:solidFill>
            <a:schemeClr val="accent1"/>
          </a:solidFill>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lvl1pPr lvl="0" rtl="0">
              <a:spcBef>
                <a:spcPts val="0"/>
              </a:spcBef>
              <a:spcAft>
                <a:spcPts val="0"/>
              </a:spcAft>
              <a:buSzPts val="1000"/>
              <a:buNone/>
              <a:defRPr sz="2200">
                <a:solidFill>
                  <a:schemeClr val="dk1"/>
                </a:solidFill>
                <a:latin typeface="Jua"/>
                <a:ea typeface="Jua"/>
                <a:cs typeface="Jua"/>
                <a:sym typeface="Jua"/>
              </a:defRPr>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1170" name="Google Shape;1170;p25"/>
          <p:cNvSpPr txBox="1">
            <a:spLocks noGrp="1"/>
          </p:cNvSpPr>
          <p:nvPr>
            <p:ph type="subTitle" idx="3"/>
          </p:nvPr>
        </p:nvSpPr>
        <p:spPr>
          <a:xfrm flipH="1">
            <a:off x="4572000" y="2064100"/>
            <a:ext cx="3420000" cy="1101300"/>
          </a:xfrm>
          <a:prstGeom prst="rect">
            <a:avLst/>
          </a:prstGeom>
          <a:solidFill>
            <a:schemeClr val="dk2"/>
          </a:solidFill>
          <a:ln>
            <a:noFill/>
          </a:ln>
          <a:effectLst>
            <a:outerShdw blurRad="57150" dist="38100" dir="5400000" algn="bl" rotWithShape="0">
              <a:srgbClr val="000000">
                <a:alpha val="50000"/>
              </a:srgbClr>
            </a:outerShdw>
          </a:effectLst>
        </p:spPr>
        <p:txBody>
          <a:bodyPr spcFirstLastPara="1" wrap="square" lIns="91425" tIns="91425" rIns="91425" bIns="91425" anchor="t" anchorCtr="0">
            <a:noAutofit/>
          </a:bodyPr>
          <a:lstStyle>
            <a:lvl1pPr lvl="0" rtl="0">
              <a:spcBef>
                <a:spcPts val="0"/>
              </a:spcBef>
              <a:spcAft>
                <a:spcPts val="0"/>
              </a:spcAft>
              <a:buSzPts val="1000"/>
              <a:buNone/>
              <a:defRPr>
                <a:latin typeface="Nunito"/>
                <a:ea typeface="Nunito"/>
                <a:cs typeface="Nunito"/>
                <a:sym typeface="Nunito"/>
              </a:defRPr>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1171" name="Google Shape;1171;p25"/>
          <p:cNvSpPr txBox="1">
            <a:spLocks noGrp="1"/>
          </p:cNvSpPr>
          <p:nvPr>
            <p:ph type="subTitle" idx="4"/>
          </p:nvPr>
        </p:nvSpPr>
        <p:spPr>
          <a:xfrm flipH="1">
            <a:off x="4572007" y="1489525"/>
            <a:ext cx="3420000" cy="418200"/>
          </a:xfrm>
          <a:prstGeom prst="rect">
            <a:avLst/>
          </a:prstGeom>
          <a:solidFill>
            <a:schemeClr val="accent1"/>
          </a:solidFill>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lvl1pPr lvl="0" rtl="0">
              <a:spcBef>
                <a:spcPts val="0"/>
              </a:spcBef>
              <a:spcAft>
                <a:spcPts val="0"/>
              </a:spcAft>
              <a:buSzPts val="1000"/>
              <a:buNone/>
              <a:defRPr sz="2200">
                <a:solidFill>
                  <a:schemeClr val="dk1"/>
                </a:solidFill>
                <a:latin typeface="Jua"/>
                <a:ea typeface="Jua"/>
                <a:cs typeface="Jua"/>
                <a:sym typeface="Jua"/>
              </a:defRPr>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1172" name="Google Shape;1172;p25"/>
          <p:cNvSpPr txBox="1">
            <a:spLocks noGrp="1"/>
          </p:cNvSpPr>
          <p:nvPr>
            <p:ph type="subTitle" idx="5"/>
          </p:nvPr>
        </p:nvSpPr>
        <p:spPr>
          <a:xfrm flipH="1">
            <a:off x="1000524" y="3896350"/>
            <a:ext cx="3420000" cy="605100"/>
          </a:xfrm>
          <a:prstGeom prst="rect">
            <a:avLst/>
          </a:prstGeom>
          <a:solidFill>
            <a:schemeClr val="dk2"/>
          </a:solidFill>
          <a:effectLst>
            <a:outerShdw blurRad="57150" dist="38100" dir="5400000" algn="bl" rotWithShape="0">
              <a:srgbClr val="000000">
                <a:alpha val="50000"/>
              </a:srgbClr>
            </a:outerShdw>
          </a:effectLst>
        </p:spPr>
        <p:txBody>
          <a:bodyPr spcFirstLastPara="1" wrap="square" lIns="91425" tIns="91425" rIns="91425" bIns="91425" anchor="t" anchorCtr="0">
            <a:noAutofit/>
          </a:bodyPr>
          <a:lstStyle>
            <a:lvl1pPr lvl="0" rtl="0">
              <a:spcBef>
                <a:spcPts val="0"/>
              </a:spcBef>
              <a:spcAft>
                <a:spcPts val="0"/>
              </a:spcAft>
              <a:buSzPts val="1000"/>
              <a:buNone/>
              <a:defRPr>
                <a:latin typeface="Nunito"/>
                <a:ea typeface="Nunito"/>
                <a:cs typeface="Nunito"/>
                <a:sym typeface="Nunito"/>
              </a:defRPr>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1173" name="Google Shape;1173;p25"/>
          <p:cNvSpPr txBox="1">
            <a:spLocks noGrp="1"/>
          </p:cNvSpPr>
          <p:nvPr>
            <p:ph type="subTitle" idx="6"/>
          </p:nvPr>
        </p:nvSpPr>
        <p:spPr>
          <a:xfrm flipH="1">
            <a:off x="1000522" y="3321775"/>
            <a:ext cx="3420000" cy="418200"/>
          </a:xfrm>
          <a:prstGeom prst="rect">
            <a:avLst/>
          </a:prstGeom>
          <a:solidFill>
            <a:schemeClr val="accent1"/>
          </a:solidFill>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lvl1pPr lvl="0" rtl="0">
              <a:spcBef>
                <a:spcPts val="0"/>
              </a:spcBef>
              <a:spcAft>
                <a:spcPts val="0"/>
              </a:spcAft>
              <a:buSzPts val="1000"/>
              <a:buNone/>
              <a:defRPr sz="2200">
                <a:solidFill>
                  <a:schemeClr val="dk1"/>
                </a:solidFill>
                <a:latin typeface="Jua"/>
                <a:ea typeface="Jua"/>
                <a:cs typeface="Jua"/>
                <a:sym typeface="Jua"/>
              </a:defRPr>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1174" name="Google Shape;1174;p25"/>
          <p:cNvSpPr txBox="1">
            <a:spLocks noGrp="1"/>
          </p:cNvSpPr>
          <p:nvPr>
            <p:ph type="subTitle" idx="7"/>
          </p:nvPr>
        </p:nvSpPr>
        <p:spPr>
          <a:xfrm flipH="1">
            <a:off x="4572000" y="3896350"/>
            <a:ext cx="3420000" cy="605100"/>
          </a:xfrm>
          <a:prstGeom prst="rect">
            <a:avLst/>
          </a:prstGeom>
          <a:solidFill>
            <a:schemeClr val="dk2"/>
          </a:solidFill>
          <a:effectLst>
            <a:outerShdw blurRad="57150" dist="38100" dir="5400000" algn="bl" rotWithShape="0">
              <a:srgbClr val="000000">
                <a:alpha val="50000"/>
              </a:srgbClr>
            </a:outerShdw>
          </a:effectLst>
        </p:spPr>
        <p:txBody>
          <a:bodyPr spcFirstLastPara="1" wrap="square" lIns="91425" tIns="91425" rIns="91425" bIns="91425" anchor="t" anchorCtr="0">
            <a:noAutofit/>
          </a:bodyPr>
          <a:lstStyle>
            <a:lvl1pPr lvl="0" rtl="0">
              <a:spcBef>
                <a:spcPts val="0"/>
              </a:spcBef>
              <a:spcAft>
                <a:spcPts val="0"/>
              </a:spcAft>
              <a:buSzPts val="1000"/>
              <a:buNone/>
              <a:defRPr>
                <a:latin typeface="Nunito"/>
                <a:ea typeface="Nunito"/>
                <a:cs typeface="Nunito"/>
                <a:sym typeface="Nunito"/>
              </a:defRPr>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1175" name="Google Shape;1175;p25"/>
          <p:cNvSpPr txBox="1">
            <a:spLocks noGrp="1"/>
          </p:cNvSpPr>
          <p:nvPr>
            <p:ph type="subTitle" idx="8"/>
          </p:nvPr>
        </p:nvSpPr>
        <p:spPr>
          <a:xfrm flipH="1">
            <a:off x="4572007" y="3321775"/>
            <a:ext cx="3420000" cy="418200"/>
          </a:xfrm>
          <a:prstGeom prst="rect">
            <a:avLst/>
          </a:prstGeom>
          <a:solidFill>
            <a:schemeClr val="accent1"/>
          </a:solidFill>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lvl1pPr lvl="0" rtl="0">
              <a:spcBef>
                <a:spcPts val="0"/>
              </a:spcBef>
              <a:spcAft>
                <a:spcPts val="0"/>
              </a:spcAft>
              <a:buSzPts val="1000"/>
              <a:buNone/>
              <a:defRPr sz="2200">
                <a:solidFill>
                  <a:schemeClr val="dk1"/>
                </a:solidFill>
                <a:latin typeface="Jua"/>
                <a:ea typeface="Jua"/>
                <a:cs typeface="Jua"/>
                <a:sym typeface="Jua"/>
              </a:defRPr>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six columns">
  <p:cSld name="CUSTOM_2_2_1_1">
    <p:spTree>
      <p:nvGrpSpPr>
        <p:cNvPr id="1" name="Shape 1176"/>
        <p:cNvGrpSpPr/>
        <p:nvPr/>
      </p:nvGrpSpPr>
      <p:grpSpPr>
        <a:xfrm>
          <a:off x="0" y="0"/>
          <a:ext cx="0" cy="0"/>
          <a:chOff x="0" y="0"/>
          <a:chExt cx="0" cy="0"/>
        </a:xfrm>
      </p:grpSpPr>
      <p:grpSp>
        <p:nvGrpSpPr>
          <p:cNvPr id="1177" name="Google Shape;1177;p26"/>
          <p:cNvGrpSpPr/>
          <p:nvPr/>
        </p:nvGrpSpPr>
        <p:grpSpPr>
          <a:xfrm>
            <a:off x="7" y="-38100"/>
            <a:ext cx="9144000" cy="5219700"/>
            <a:chOff x="-43" y="-76200"/>
            <a:chExt cx="9144000" cy="5219700"/>
          </a:xfrm>
        </p:grpSpPr>
        <p:cxnSp>
          <p:nvCxnSpPr>
            <p:cNvPr id="1178" name="Google Shape;1178;p26"/>
            <p:cNvCxnSpPr/>
            <p:nvPr/>
          </p:nvCxnSpPr>
          <p:spPr>
            <a:xfrm>
              <a:off x="2158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79" name="Google Shape;1179;p26"/>
            <p:cNvCxnSpPr/>
            <p:nvPr/>
          </p:nvCxnSpPr>
          <p:spPr>
            <a:xfrm>
              <a:off x="51614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80" name="Google Shape;1180;p26"/>
            <p:cNvCxnSpPr/>
            <p:nvPr/>
          </p:nvCxnSpPr>
          <p:spPr>
            <a:xfrm>
              <a:off x="81645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81" name="Google Shape;1181;p26"/>
            <p:cNvCxnSpPr/>
            <p:nvPr/>
          </p:nvCxnSpPr>
          <p:spPr>
            <a:xfrm>
              <a:off x="111675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82" name="Google Shape;1182;p26"/>
            <p:cNvCxnSpPr/>
            <p:nvPr/>
          </p:nvCxnSpPr>
          <p:spPr>
            <a:xfrm>
              <a:off x="141705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83" name="Google Shape;1183;p26"/>
            <p:cNvCxnSpPr/>
            <p:nvPr/>
          </p:nvCxnSpPr>
          <p:spPr>
            <a:xfrm>
              <a:off x="171736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84" name="Google Shape;1184;p26"/>
            <p:cNvCxnSpPr/>
            <p:nvPr/>
          </p:nvCxnSpPr>
          <p:spPr>
            <a:xfrm>
              <a:off x="201766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85" name="Google Shape;1185;p26"/>
            <p:cNvCxnSpPr/>
            <p:nvPr/>
          </p:nvCxnSpPr>
          <p:spPr>
            <a:xfrm>
              <a:off x="231796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86" name="Google Shape;1186;p26"/>
            <p:cNvCxnSpPr/>
            <p:nvPr/>
          </p:nvCxnSpPr>
          <p:spPr>
            <a:xfrm>
              <a:off x="261827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87" name="Google Shape;1187;p26"/>
            <p:cNvCxnSpPr/>
            <p:nvPr/>
          </p:nvCxnSpPr>
          <p:spPr>
            <a:xfrm>
              <a:off x="291857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88" name="Google Shape;1188;p26"/>
            <p:cNvCxnSpPr/>
            <p:nvPr/>
          </p:nvCxnSpPr>
          <p:spPr>
            <a:xfrm>
              <a:off x="321887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89" name="Google Shape;1189;p26"/>
            <p:cNvCxnSpPr/>
            <p:nvPr/>
          </p:nvCxnSpPr>
          <p:spPr>
            <a:xfrm>
              <a:off x="351918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90" name="Google Shape;1190;p26"/>
            <p:cNvCxnSpPr/>
            <p:nvPr/>
          </p:nvCxnSpPr>
          <p:spPr>
            <a:xfrm>
              <a:off x="381948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91" name="Google Shape;1191;p26"/>
            <p:cNvCxnSpPr/>
            <p:nvPr/>
          </p:nvCxnSpPr>
          <p:spPr>
            <a:xfrm>
              <a:off x="411978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92" name="Google Shape;1192;p26"/>
            <p:cNvCxnSpPr/>
            <p:nvPr/>
          </p:nvCxnSpPr>
          <p:spPr>
            <a:xfrm>
              <a:off x="442009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93" name="Google Shape;1193;p26"/>
            <p:cNvCxnSpPr/>
            <p:nvPr/>
          </p:nvCxnSpPr>
          <p:spPr>
            <a:xfrm>
              <a:off x="472039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94" name="Google Shape;1194;p26"/>
            <p:cNvCxnSpPr/>
            <p:nvPr/>
          </p:nvCxnSpPr>
          <p:spPr>
            <a:xfrm>
              <a:off x="502069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95" name="Google Shape;1195;p26"/>
            <p:cNvCxnSpPr/>
            <p:nvPr/>
          </p:nvCxnSpPr>
          <p:spPr>
            <a:xfrm>
              <a:off x="532100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96" name="Google Shape;1196;p26"/>
            <p:cNvCxnSpPr/>
            <p:nvPr/>
          </p:nvCxnSpPr>
          <p:spPr>
            <a:xfrm>
              <a:off x="562130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97" name="Google Shape;1197;p26"/>
            <p:cNvCxnSpPr/>
            <p:nvPr/>
          </p:nvCxnSpPr>
          <p:spPr>
            <a:xfrm>
              <a:off x="592160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98" name="Google Shape;1198;p26"/>
            <p:cNvCxnSpPr/>
            <p:nvPr/>
          </p:nvCxnSpPr>
          <p:spPr>
            <a:xfrm>
              <a:off x="622191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199" name="Google Shape;1199;p26"/>
            <p:cNvCxnSpPr/>
            <p:nvPr/>
          </p:nvCxnSpPr>
          <p:spPr>
            <a:xfrm>
              <a:off x="652221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00" name="Google Shape;1200;p26"/>
            <p:cNvCxnSpPr/>
            <p:nvPr/>
          </p:nvCxnSpPr>
          <p:spPr>
            <a:xfrm>
              <a:off x="682252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01" name="Google Shape;1201;p26"/>
            <p:cNvCxnSpPr/>
            <p:nvPr/>
          </p:nvCxnSpPr>
          <p:spPr>
            <a:xfrm>
              <a:off x="712282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02" name="Google Shape;1202;p26"/>
            <p:cNvCxnSpPr/>
            <p:nvPr/>
          </p:nvCxnSpPr>
          <p:spPr>
            <a:xfrm>
              <a:off x="742312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03" name="Google Shape;1203;p26"/>
            <p:cNvCxnSpPr/>
            <p:nvPr/>
          </p:nvCxnSpPr>
          <p:spPr>
            <a:xfrm>
              <a:off x="772343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04" name="Google Shape;1204;p26"/>
            <p:cNvCxnSpPr/>
            <p:nvPr/>
          </p:nvCxnSpPr>
          <p:spPr>
            <a:xfrm>
              <a:off x="802373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05" name="Google Shape;1205;p26"/>
            <p:cNvCxnSpPr/>
            <p:nvPr/>
          </p:nvCxnSpPr>
          <p:spPr>
            <a:xfrm>
              <a:off x="832403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06" name="Google Shape;1206;p26"/>
            <p:cNvCxnSpPr/>
            <p:nvPr/>
          </p:nvCxnSpPr>
          <p:spPr>
            <a:xfrm>
              <a:off x="862434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07" name="Google Shape;1207;p26"/>
            <p:cNvCxnSpPr/>
            <p:nvPr/>
          </p:nvCxnSpPr>
          <p:spPr>
            <a:xfrm>
              <a:off x="89246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08" name="Google Shape;1208;p26"/>
            <p:cNvCxnSpPr/>
            <p:nvPr/>
          </p:nvCxnSpPr>
          <p:spPr>
            <a:xfrm>
              <a:off x="-43" y="3069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209" name="Google Shape;1209;p26"/>
            <p:cNvCxnSpPr/>
            <p:nvPr/>
          </p:nvCxnSpPr>
          <p:spPr>
            <a:xfrm>
              <a:off x="-43" y="6105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210" name="Google Shape;1210;p26"/>
            <p:cNvCxnSpPr/>
            <p:nvPr/>
          </p:nvCxnSpPr>
          <p:spPr>
            <a:xfrm>
              <a:off x="-43" y="9142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211" name="Google Shape;1211;p26"/>
            <p:cNvCxnSpPr/>
            <p:nvPr/>
          </p:nvCxnSpPr>
          <p:spPr>
            <a:xfrm>
              <a:off x="-43" y="12178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212" name="Google Shape;1212;p26"/>
            <p:cNvCxnSpPr/>
            <p:nvPr/>
          </p:nvCxnSpPr>
          <p:spPr>
            <a:xfrm>
              <a:off x="-43" y="15215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213" name="Google Shape;1213;p26"/>
            <p:cNvCxnSpPr/>
            <p:nvPr/>
          </p:nvCxnSpPr>
          <p:spPr>
            <a:xfrm>
              <a:off x="-43" y="18251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214" name="Google Shape;1214;p26"/>
            <p:cNvCxnSpPr/>
            <p:nvPr/>
          </p:nvCxnSpPr>
          <p:spPr>
            <a:xfrm>
              <a:off x="-43" y="21288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215" name="Google Shape;1215;p26"/>
            <p:cNvCxnSpPr/>
            <p:nvPr/>
          </p:nvCxnSpPr>
          <p:spPr>
            <a:xfrm>
              <a:off x="-43" y="24324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216" name="Google Shape;1216;p26"/>
            <p:cNvCxnSpPr/>
            <p:nvPr/>
          </p:nvCxnSpPr>
          <p:spPr>
            <a:xfrm>
              <a:off x="-43" y="27361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217" name="Google Shape;1217;p26"/>
            <p:cNvCxnSpPr/>
            <p:nvPr/>
          </p:nvCxnSpPr>
          <p:spPr>
            <a:xfrm>
              <a:off x="-43" y="30397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218" name="Google Shape;1218;p26"/>
            <p:cNvCxnSpPr/>
            <p:nvPr/>
          </p:nvCxnSpPr>
          <p:spPr>
            <a:xfrm>
              <a:off x="-43" y="33434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219" name="Google Shape;1219;p26"/>
            <p:cNvCxnSpPr/>
            <p:nvPr/>
          </p:nvCxnSpPr>
          <p:spPr>
            <a:xfrm>
              <a:off x="-43" y="36470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220" name="Google Shape;1220;p26"/>
            <p:cNvCxnSpPr/>
            <p:nvPr/>
          </p:nvCxnSpPr>
          <p:spPr>
            <a:xfrm>
              <a:off x="-43" y="39507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221" name="Google Shape;1221;p26"/>
            <p:cNvCxnSpPr/>
            <p:nvPr/>
          </p:nvCxnSpPr>
          <p:spPr>
            <a:xfrm>
              <a:off x="-43" y="42543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222" name="Google Shape;1222;p26"/>
            <p:cNvCxnSpPr/>
            <p:nvPr/>
          </p:nvCxnSpPr>
          <p:spPr>
            <a:xfrm>
              <a:off x="-43" y="45580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223" name="Google Shape;1223;p26"/>
            <p:cNvCxnSpPr/>
            <p:nvPr/>
          </p:nvCxnSpPr>
          <p:spPr>
            <a:xfrm>
              <a:off x="-43" y="4861650"/>
              <a:ext cx="9144000" cy="0"/>
            </a:xfrm>
            <a:prstGeom prst="straightConnector1">
              <a:avLst/>
            </a:prstGeom>
            <a:noFill/>
            <a:ln w="9525" cap="flat" cmpd="sng">
              <a:solidFill>
                <a:schemeClr val="dk2"/>
              </a:solidFill>
              <a:prstDash val="solid"/>
              <a:round/>
              <a:headEnd type="none" w="med" len="med"/>
              <a:tailEnd type="none" w="med" len="med"/>
            </a:ln>
          </p:spPr>
        </p:cxnSp>
      </p:grpSp>
      <p:sp>
        <p:nvSpPr>
          <p:cNvPr id="1224" name="Google Shape;1224;p26"/>
          <p:cNvSpPr/>
          <p:nvPr/>
        </p:nvSpPr>
        <p:spPr>
          <a:xfrm>
            <a:off x="713250" y="1198475"/>
            <a:ext cx="7717500" cy="3593100"/>
          </a:xfrm>
          <a:prstGeom prst="rect">
            <a:avLst/>
          </a:pr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6"/>
          <p:cNvSpPr txBox="1">
            <a:spLocks noGrp="1"/>
          </p:cNvSpPr>
          <p:nvPr>
            <p:ph type="ctrTitle"/>
          </p:nvPr>
        </p:nvSpPr>
        <p:spPr>
          <a:xfrm>
            <a:off x="713250" y="446075"/>
            <a:ext cx="7717500" cy="537000"/>
          </a:xfrm>
          <a:prstGeom prst="rect">
            <a:avLst/>
          </a:prstGeom>
          <a:solidFill>
            <a:schemeClr val="dk2"/>
          </a:solidFill>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lvl1pPr lvl="0" algn="ctr" rtl="0">
              <a:spcBef>
                <a:spcPts val="0"/>
              </a:spcBef>
              <a:spcAft>
                <a:spcPts val="0"/>
              </a:spcAft>
              <a:buSzPts val="3600"/>
              <a:buNone/>
              <a:defRPr sz="30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1226" name="Google Shape;1226;p26"/>
          <p:cNvSpPr txBox="1">
            <a:spLocks noGrp="1"/>
          </p:cNvSpPr>
          <p:nvPr>
            <p:ph type="subTitle" idx="1"/>
          </p:nvPr>
        </p:nvSpPr>
        <p:spPr>
          <a:xfrm>
            <a:off x="1352454" y="2319759"/>
            <a:ext cx="2052300" cy="584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27" name="Google Shape;1227;p26"/>
          <p:cNvSpPr txBox="1">
            <a:spLocks noGrp="1"/>
          </p:cNvSpPr>
          <p:nvPr>
            <p:ph type="subTitle" idx="2"/>
          </p:nvPr>
        </p:nvSpPr>
        <p:spPr>
          <a:xfrm>
            <a:off x="1352454" y="2122908"/>
            <a:ext cx="2052300" cy="3405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200">
                <a:solidFill>
                  <a:schemeClr val="dk1"/>
                </a:solidFill>
                <a:latin typeface="Jua"/>
                <a:ea typeface="Jua"/>
                <a:cs typeface="Jua"/>
                <a:sym typeface="Jua"/>
              </a:defRPr>
            </a:lvl1pPr>
            <a:lvl2pPr lvl="1" rtl="0">
              <a:spcBef>
                <a:spcPts val="0"/>
              </a:spcBef>
              <a:spcAft>
                <a:spcPts val="0"/>
              </a:spcAft>
              <a:buSzPts val="2400"/>
              <a:buFont typeface="Bebas Neue"/>
              <a:buNone/>
              <a:defRPr sz="2400">
                <a:latin typeface="Bebas Neue"/>
                <a:ea typeface="Bebas Neue"/>
                <a:cs typeface="Bebas Neue"/>
                <a:sym typeface="Bebas Neue"/>
              </a:defRPr>
            </a:lvl2pPr>
            <a:lvl3pPr lvl="2" rtl="0">
              <a:spcBef>
                <a:spcPts val="0"/>
              </a:spcBef>
              <a:spcAft>
                <a:spcPts val="0"/>
              </a:spcAft>
              <a:buSzPts val="2400"/>
              <a:buFont typeface="Bebas Neue"/>
              <a:buNone/>
              <a:defRPr sz="2400">
                <a:latin typeface="Bebas Neue"/>
                <a:ea typeface="Bebas Neue"/>
                <a:cs typeface="Bebas Neue"/>
                <a:sym typeface="Bebas Neue"/>
              </a:defRPr>
            </a:lvl3pPr>
            <a:lvl4pPr lvl="3" rtl="0">
              <a:spcBef>
                <a:spcPts val="0"/>
              </a:spcBef>
              <a:spcAft>
                <a:spcPts val="0"/>
              </a:spcAft>
              <a:buSzPts val="2400"/>
              <a:buFont typeface="Bebas Neue"/>
              <a:buNone/>
              <a:defRPr sz="2400">
                <a:latin typeface="Bebas Neue"/>
                <a:ea typeface="Bebas Neue"/>
                <a:cs typeface="Bebas Neue"/>
                <a:sym typeface="Bebas Neue"/>
              </a:defRPr>
            </a:lvl4pPr>
            <a:lvl5pPr lvl="4" rtl="0">
              <a:spcBef>
                <a:spcPts val="0"/>
              </a:spcBef>
              <a:spcAft>
                <a:spcPts val="0"/>
              </a:spcAft>
              <a:buSzPts val="2400"/>
              <a:buFont typeface="Bebas Neue"/>
              <a:buNone/>
              <a:defRPr sz="2400">
                <a:latin typeface="Bebas Neue"/>
                <a:ea typeface="Bebas Neue"/>
                <a:cs typeface="Bebas Neue"/>
                <a:sym typeface="Bebas Neue"/>
              </a:defRPr>
            </a:lvl5pPr>
            <a:lvl6pPr lvl="5" rtl="0">
              <a:spcBef>
                <a:spcPts val="0"/>
              </a:spcBef>
              <a:spcAft>
                <a:spcPts val="0"/>
              </a:spcAft>
              <a:buSzPts val="2400"/>
              <a:buFont typeface="Bebas Neue"/>
              <a:buNone/>
              <a:defRPr sz="2400">
                <a:latin typeface="Bebas Neue"/>
                <a:ea typeface="Bebas Neue"/>
                <a:cs typeface="Bebas Neue"/>
                <a:sym typeface="Bebas Neue"/>
              </a:defRPr>
            </a:lvl6pPr>
            <a:lvl7pPr lvl="6" rtl="0">
              <a:spcBef>
                <a:spcPts val="0"/>
              </a:spcBef>
              <a:spcAft>
                <a:spcPts val="0"/>
              </a:spcAft>
              <a:buSzPts val="2400"/>
              <a:buFont typeface="Bebas Neue"/>
              <a:buNone/>
              <a:defRPr sz="2400">
                <a:latin typeface="Bebas Neue"/>
                <a:ea typeface="Bebas Neue"/>
                <a:cs typeface="Bebas Neue"/>
                <a:sym typeface="Bebas Neue"/>
              </a:defRPr>
            </a:lvl7pPr>
            <a:lvl8pPr lvl="7" rtl="0">
              <a:spcBef>
                <a:spcPts val="0"/>
              </a:spcBef>
              <a:spcAft>
                <a:spcPts val="0"/>
              </a:spcAft>
              <a:buSzPts val="2400"/>
              <a:buFont typeface="Bebas Neue"/>
              <a:buNone/>
              <a:defRPr sz="2400">
                <a:latin typeface="Bebas Neue"/>
                <a:ea typeface="Bebas Neue"/>
                <a:cs typeface="Bebas Neue"/>
                <a:sym typeface="Bebas Neue"/>
              </a:defRPr>
            </a:lvl8pPr>
            <a:lvl9pPr lvl="8" rtl="0">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28" name="Google Shape;1228;p26"/>
          <p:cNvSpPr txBox="1">
            <a:spLocks noGrp="1"/>
          </p:cNvSpPr>
          <p:nvPr>
            <p:ph type="subTitle" idx="3"/>
          </p:nvPr>
        </p:nvSpPr>
        <p:spPr>
          <a:xfrm>
            <a:off x="3545855" y="2319934"/>
            <a:ext cx="2052300" cy="584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29" name="Google Shape;1229;p26"/>
          <p:cNvSpPr txBox="1">
            <a:spLocks noGrp="1"/>
          </p:cNvSpPr>
          <p:nvPr>
            <p:ph type="subTitle" idx="4"/>
          </p:nvPr>
        </p:nvSpPr>
        <p:spPr>
          <a:xfrm>
            <a:off x="3545897" y="2122908"/>
            <a:ext cx="2052300" cy="3405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200">
                <a:solidFill>
                  <a:schemeClr val="dk1"/>
                </a:solidFill>
                <a:latin typeface="Jua"/>
                <a:ea typeface="Jua"/>
                <a:cs typeface="Jua"/>
                <a:sym typeface="Jua"/>
              </a:defRPr>
            </a:lvl1pPr>
            <a:lvl2pPr lvl="1" rtl="0">
              <a:spcBef>
                <a:spcPts val="0"/>
              </a:spcBef>
              <a:spcAft>
                <a:spcPts val="0"/>
              </a:spcAft>
              <a:buSzPts val="2400"/>
              <a:buFont typeface="Bebas Neue"/>
              <a:buNone/>
              <a:defRPr sz="2400">
                <a:latin typeface="Bebas Neue"/>
                <a:ea typeface="Bebas Neue"/>
                <a:cs typeface="Bebas Neue"/>
                <a:sym typeface="Bebas Neue"/>
              </a:defRPr>
            </a:lvl2pPr>
            <a:lvl3pPr lvl="2" rtl="0">
              <a:spcBef>
                <a:spcPts val="0"/>
              </a:spcBef>
              <a:spcAft>
                <a:spcPts val="0"/>
              </a:spcAft>
              <a:buSzPts val="2400"/>
              <a:buFont typeface="Bebas Neue"/>
              <a:buNone/>
              <a:defRPr sz="2400">
                <a:latin typeface="Bebas Neue"/>
                <a:ea typeface="Bebas Neue"/>
                <a:cs typeface="Bebas Neue"/>
                <a:sym typeface="Bebas Neue"/>
              </a:defRPr>
            </a:lvl3pPr>
            <a:lvl4pPr lvl="3" rtl="0">
              <a:spcBef>
                <a:spcPts val="0"/>
              </a:spcBef>
              <a:spcAft>
                <a:spcPts val="0"/>
              </a:spcAft>
              <a:buSzPts val="2400"/>
              <a:buFont typeface="Bebas Neue"/>
              <a:buNone/>
              <a:defRPr sz="2400">
                <a:latin typeface="Bebas Neue"/>
                <a:ea typeface="Bebas Neue"/>
                <a:cs typeface="Bebas Neue"/>
                <a:sym typeface="Bebas Neue"/>
              </a:defRPr>
            </a:lvl4pPr>
            <a:lvl5pPr lvl="4" rtl="0">
              <a:spcBef>
                <a:spcPts val="0"/>
              </a:spcBef>
              <a:spcAft>
                <a:spcPts val="0"/>
              </a:spcAft>
              <a:buSzPts val="2400"/>
              <a:buFont typeface="Bebas Neue"/>
              <a:buNone/>
              <a:defRPr sz="2400">
                <a:latin typeface="Bebas Neue"/>
                <a:ea typeface="Bebas Neue"/>
                <a:cs typeface="Bebas Neue"/>
                <a:sym typeface="Bebas Neue"/>
              </a:defRPr>
            </a:lvl5pPr>
            <a:lvl6pPr lvl="5" rtl="0">
              <a:spcBef>
                <a:spcPts val="0"/>
              </a:spcBef>
              <a:spcAft>
                <a:spcPts val="0"/>
              </a:spcAft>
              <a:buSzPts val="2400"/>
              <a:buFont typeface="Bebas Neue"/>
              <a:buNone/>
              <a:defRPr sz="2400">
                <a:latin typeface="Bebas Neue"/>
                <a:ea typeface="Bebas Neue"/>
                <a:cs typeface="Bebas Neue"/>
                <a:sym typeface="Bebas Neue"/>
              </a:defRPr>
            </a:lvl6pPr>
            <a:lvl7pPr lvl="6" rtl="0">
              <a:spcBef>
                <a:spcPts val="0"/>
              </a:spcBef>
              <a:spcAft>
                <a:spcPts val="0"/>
              </a:spcAft>
              <a:buSzPts val="2400"/>
              <a:buFont typeface="Bebas Neue"/>
              <a:buNone/>
              <a:defRPr sz="2400">
                <a:latin typeface="Bebas Neue"/>
                <a:ea typeface="Bebas Neue"/>
                <a:cs typeface="Bebas Neue"/>
                <a:sym typeface="Bebas Neue"/>
              </a:defRPr>
            </a:lvl7pPr>
            <a:lvl8pPr lvl="7" rtl="0">
              <a:spcBef>
                <a:spcPts val="0"/>
              </a:spcBef>
              <a:spcAft>
                <a:spcPts val="0"/>
              </a:spcAft>
              <a:buSzPts val="2400"/>
              <a:buFont typeface="Bebas Neue"/>
              <a:buNone/>
              <a:defRPr sz="2400">
                <a:latin typeface="Bebas Neue"/>
                <a:ea typeface="Bebas Neue"/>
                <a:cs typeface="Bebas Neue"/>
                <a:sym typeface="Bebas Neue"/>
              </a:defRPr>
            </a:lvl8pPr>
            <a:lvl9pPr lvl="8" rtl="0">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30" name="Google Shape;1230;p26"/>
          <p:cNvSpPr txBox="1">
            <a:spLocks noGrp="1"/>
          </p:cNvSpPr>
          <p:nvPr>
            <p:ph type="subTitle" idx="5"/>
          </p:nvPr>
        </p:nvSpPr>
        <p:spPr>
          <a:xfrm>
            <a:off x="5739238" y="2319934"/>
            <a:ext cx="2052300" cy="584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31" name="Google Shape;1231;p26"/>
          <p:cNvSpPr txBox="1">
            <a:spLocks noGrp="1"/>
          </p:cNvSpPr>
          <p:nvPr>
            <p:ph type="subTitle" idx="6"/>
          </p:nvPr>
        </p:nvSpPr>
        <p:spPr>
          <a:xfrm>
            <a:off x="5739229" y="2122908"/>
            <a:ext cx="2052300" cy="3405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200">
                <a:solidFill>
                  <a:schemeClr val="dk1"/>
                </a:solidFill>
                <a:latin typeface="Jua"/>
                <a:ea typeface="Jua"/>
                <a:cs typeface="Jua"/>
                <a:sym typeface="Jua"/>
              </a:defRPr>
            </a:lvl1pPr>
            <a:lvl2pPr lvl="1" rtl="0">
              <a:spcBef>
                <a:spcPts val="0"/>
              </a:spcBef>
              <a:spcAft>
                <a:spcPts val="0"/>
              </a:spcAft>
              <a:buSzPts val="2400"/>
              <a:buFont typeface="Bebas Neue"/>
              <a:buNone/>
              <a:defRPr sz="2400">
                <a:latin typeface="Bebas Neue"/>
                <a:ea typeface="Bebas Neue"/>
                <a:cs typeface="Bebas Neue"/>
                <a:sym typeface="Bebas Neue"/>
              </a:defRPr>
            </a:lvl2pPr>
            <a:lvl3pPr lvl="2" rtl="0">
              <a:spcBef>
                <a:spcPts val="0"/>
              </a:spcBef>
              <a:spcAft>
                <a:spcPts val="0"/>
              </a:spcAft>
              <a:buSzPts val="2400"/>
              <a:buFont typeface="Bebas Neue"/>
              <a:buNone/>
              <a:defRPr sz="2400">
                <a:latin typeface="Bebas Neue"/>
                <a:ea typeface="Bebas Neue"/>
                <a:cs typeface="Bebas Neue"/>
                <a:sym typeface="Bebas Neue"/>
              </a:defRPr>
            </a:lvl3pPr>
            <a:lvl4pPr lvl="3" rtl="0">
              <a:spcBef>
                <a:spcPts val="0"/>
              </a:spcBef>
              <a:spcAft>
                <a:spcPts val="0"/>
              </a:spcAft>
              <a:buSzPts val="2400"/>
              <a:buFont typeface="Bebas Neue"/>
              <a:buNone/>
              <a:defRPr sz="2400">
                <a:latin typeface="Bebas Neue"/>
                <a:ea typeface="Bebas Neue"/>
                <a:cs typeface="Bebas Neue"/>
                <a:sym typeface="Bebas Neue"/>
              </a:defRPr>
            </a:lvl4pPr>
            <a:lvl5pPr lvl="4" rtl="0">
              <a:spcBef>
                <a:spcPts val="0"/>
              </a:spcBef>
              <a:spcAft>
                <a:spcPts val="0"/>
              </a:spcAft>
              <a:buSzPts val="2400"/>
              <a:buFont typeface="Bebas Neue"/>
              <a:buNone/>
              <a:defRPr sz="2400">
                <a:latin typeface="Bebas Neue"/>
                <a:ea typeface="Bebas Neue"/>
                <a:cs typeface="Bebas Neue"/>
                <a:sym typeface="Bebas Neue"/>
              </a:defRPr>
            </a:lvl5pPr>
            <a:lvl6pPr lvl="5" rtl="0">
              <a:spcBef>
                <a:spcPts val="0"/>
              </a:spcBef>
              <a:spcAft>
                <a:spcPts val="0"/>
              </a:spcAft>
              <a:buSzPts val="2400"/>
              <a:buFont typeface="Bebas Neue"/>
              <a:buNone/>
              <a:defRPr sz="2400">
                <a:latin typeface="Bebas Neue"/>
                <a:ea typeface="Bebas Neue"/>
                <a:cs typeface="Bebas Neue"/>
                <a:sym typeface="Bebas Neue"/>
              </a:defRPr>
            </a:lvl6pPr>
            <a:lvl7pPr lvl="6" rtl="0">
              <a:spcBef>
                <a:spcPts val="0"/>
              </a:spcBef>
              <a:spcAft>
                <a:spcPts val="0"/>
              </a:spcAft>
              <a:buSzPts val="2400"/>
              <a:buFont typeface="Bebas Neue"/>
              <a:buNone/>
              <a:defRPr sz="2400">
                <a:latin typeface="Bebas Neue"/>
                <a:ea typeface="Bebas Neue"/>
                <a:cs typeface="Bebas Neue"/>
                <a:sym typeface="Bebas Neue"/>
              </a:defRPr>
            </a:lvl7pPr>
            <a:lvl8pPr lvl="7" rtl="0">
              <a:spcBef>
                <a:spcPts val="0"/>
              </a:spcBef>
              <a:spcAft>
                <a:spcPts val="0"/>
              </a:spcAft>
              <a:buSzPts val="2400"/>
              <a:buFont typeface="Bebas Neue"/>
              <a:buNone/>
              <a:defRPr sz="2400">
                <a:latin typeface="Bebas Neue"/>
                <a:ea typeface="Bebas Neue"/>
                <a:cs typeface="Bebas Neue"/>
                <a:sym typeface="Bebas Neue"/>
              </a:defRPr>
            </a:lvl8pPr>
            <a:lvl9pPr lvl="8" rtl="0">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32" name="Google Shape;1232;p26"/>
          <p:cNvSpPr txBox="1">
            <a:spLocks noGrp="1"/>
          </p:cNvSpPr>
          <p:nvPr>
            <p:ph type="subTitle" idx="7"/>
          </p:nvPr>
        </p:nvSpPr>
        <p:spPr>
          <a:xfrm>
            <a:off x="1352454" y="3940183"/>
            <a:ext cx="2052300" cy="584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33" name="Google Shape;1233;p26"/>
          <p:cNvSpPr txBox="1">
            <a:spLocks noGrp="1"/>
          </p:cNvSpPr>
          <p:nvPr>
            <p:ph type="subTitle" idx="8"/>
          </p:nvPr>
        </p:nvSpPr>
        <p:spPr>
          <a:xfrm>
            <a:off x="1352454" y="3745684"/>
            <a:ext cx="2052300" cy="339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200">
                <a:solidFill>
                  <a:schemeClr val="dk1"/>
                </a:solidFill>
                <a:latin typeface="Jua"/>
                <a:ea typeface="Jua"/>
                <a:cs typeface="Jua"/>
                <a:sym typeface="Jua"/>
              </a:defRPr>
            </a:lvl1pPr>
            <a:lvl2pPr lvl="1" rtl="0">
              <a:spcBef>
                <a:spcPts val="0"/>
              </a:spcBef>
              <a:spcAft>
                <a:spcPts val="0"/>
              </a:spcAft>
              <a:buSzPts val="2400"/>
              <a:buFont typeface="Bebas Neue"/>
              <a:buNone/>
              <a:defRPr sz="2400">
                <a:latin typeface="Bebas Neue"/>
                <a:ea typeface="Bebas Neue"/>
                <a:cs typeface="Bebas Neue"/>
                <a:sym typeface="Bebas Neue"/>
              </a:defRPr>
            </a:lvl2pPr>
            <a:lvl3pPr lvl="2" rtl="0">
              <a:spcBef>
                <a:spcPts val="0"/>
              </a:spcBef>
              <a:spcAft>
                <a:spcPts val="0"/>
              </a:spcAft>
              <a:buSzPts val="2400"/>
              <a:buFont typeface="Bebas Neue"/>
              <a:buNone/>
              <a:defRPr sz="2400">
                <a:latin typeface="Bebas Neue"/>
                <a:ea typeface="Bebas Neue"/>
                <a:cs typeface="Bebas Neue"/>
                <a:sym typeface="Bebas Neue"/>
              </a:defRPr>
            </a:lvl3pPr>
            <a:lvl4pPr lvl="3" rtl="0">
              <a:spcBef>
                <a:spcPts val="0"/>
              </a:spcBef>
              <a:spcAft>
                <a:spcPts val="0"/>
              </a:spcAft>
              <a:buSzPts val="2400"/>
              <a:buFont typeface="Bebas Neue"/>
              <a:buNone/>
              <a:defRPr sz="2400">
                <a:latin typeface="Bebas Neue"/>
                <a:ea typeface="Bebas Neue"/>
                <a:cs typeface="Bebas Neue"/>
                <a:sym typeface="Bebas Neue"/>
              </a:defRPr>
            </a:lvl4pPr>
            <a:lvl5pPr lvl="4" rtl="0">
              <a:spcBef>
                <a:spcPts val="0"/>
              </a:spcBef>
              <a:spcAft>
                <a:spcPts val="0"/>
              </a:spcAft>
              <a:buSzPts val="2400"/>
              <a:buFont typeface="Bebas Neue"/>
              <a:buNone/>
              <a:defRPr sz="2400">
                <a:latin typeface="Bebas Neue"/>
                <a:ea typeface="Bebas Neue"/>
                <a:cs typeface="Bebas Neue"/>
                <a:sym typeface="Bebas Neue"/>
              </a:defRPr>
            </a:lvl5pPr>
            <a:lvl6pPr lvl="5" rtl="0">
              <a:spcBef>
                <a:spcPts val="0"/>
              </a:spcBef>
              <a:spcAft>
                <a:spcPts val="0"/>
              </a:spcAft>
              <a:buSzPts val="2400"/>
              <a:buFont typeface="Bebas Neue"/>
              <a:buNone/>
              <a:defRPr sz="2400">
                <a:latin typeface="Bebas Neue"/>
                <a:ea typeface="Bebas Neue"/>
                <a:cs typeface="Bebas Neue"/>
                <a:sym typeface="Bebas Neue"/>
              </a:defRPr>
            </a:lvl6pPr>
            <a:lvl7pPr lvl="6" rtl="0">
              <a:spcBef>
                <a:spcPts val="0"/>
              </a:spcBef>
              <a:spcAft>
                <a:spcPts val="0"/>
              </a:spcAft>
              <a:buSzPts val="2400"/>
              <a:buFont typeface="Bebas Neue"/>
              <a:buNone/>
              <a:defRPr sz="2400">
                <a:latin typeface="Bebas Neue"/>
                <a:ea typeface="Bebas Neue"/>
                <a:cs typeface="Bebas Neue"/>
                <a:sym typeface="Bebas Neue"/>
              </a:defRPr>
            </a:lvl7pPr>
            <a:lvl8pPr lvl="7" rtl="0">
              <a:spcBef>
                <a:spcPts val="0"/>
              </a:spcBef>
              <a:spcAft>
                <a:spcPts val="0"/>
              </a:spcAft>
              <a:buSzPts val="2400"/>
              <a:buFont typeface="Bebas Neue"/>
              <a:buNone/>
              <a:defRPr sz="2400">
                <a:latin typeface="Bebas Neue"/>
                <a:ea typeface="Bebas Neue"/>
                <a:cs typeface="Bebas Neue"/>
                <a:sym typeface="Bebas Neue"/>
              </a:defRPr>
            </a:lvl8pPr>
            <a:lvl9pPr lvl="8" rtl="0">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34" name="Google Shape;1234;p26"/>
          <p:cNvSpPr txBox="1">
            <a:spLocks noGrp="1"/>
          </p:cNvSpPr>
          <p:nvPr>
            <p:ph type="subTitle" idx="9"/>
          </p:nvPr>
        </p:nvSpPr>
        <p:spPr>
          <a:xfrm>
            <a:off x="3545855" y="3940183"/>
            <a:ext cx="2052300" cy="584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35" name="Google Shape;1235;p26"/>
          <p:cNvSpPr txBox="1">
            <a:spLocks noGrp="1"/>
          </p:cNvSpPr>
          <p:nvPr>
            <p:ph type="subTitle" idx="13"/>
          </p:nvPr>
        </p:nvSpPr>
        <p:spPr>
          <a:xfrm>
            <a:off x="3545842" y="3746296"/>
            <a:ext cx="2052300" cy="339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200">
                <a:solidFill>
                  <a:schemeClr val="dk1"/>
                </a:solidFill>
                <a:latin typeface="Jua"/>
                <a:ea typeface="Jua"/>
                <a:cs typeface="Jua"/>
                <a:sym typeface="Jua"/>
              </a:defRPr>
            </a:lvl1pPr>
            <a:lvl2pPr lvl="1" rtl="0">
              <a:spcBef>
                <a:spcPts val="0"/>
              </a:spcBef>
              <a:spcAft>
                <a:spcPts val="0"/>
              </a:spcAft>
              <a:buSzPts val="2400"/>
              <a:buFont typeface="Bebas Neue"/>
              <a:buNone/>
              <a:defRPr sz="2400">
                <a:latin typeface="Bebas Neue"/>
                <a:ea typeface="Bebas Neue"/>
                <a:cs typeface="Bebas Neue"/>
                <a:sym typeface="Bebas Neue"/>
              </a:defRPr>
            </a:lvl2pPr>
            <a:lvl3pPr lvl="2" rtl="0">
              <a:spcBef>
                <a:spcPts val="0"/>
              </a:spcBef>
              <a:spcAft>
                <a:spcPts val="0"/>
              </a:spcAft>
              <a:buSzPts val="2400"/>
              <a:buFont typeface="Bebas Neue"/>
              <a:buNone/>
              <a:defRPr sz="2400">
                <a:latin typeface="Bebas Neue"/>
                <a:ea typeface="Bebas Neue"/>
                <a:cs typeface="Bebas Neue"/>
                <a:sym typeface="Bebas Neue"/>
              </a:defRPr>
            </a:lvl3pPr>
            <a:lvl4pPr lvl="3" rtl="0">
              <a:spcBef>
                <a:spcPts val="0"/>
              </a:spcBef>
              <a:spcAft>
                <a:spcPts val="0"/>
              </a:spcAft>
              <a:buSzPts val="2400"/>
              <a:buFont typeface="Bebas Neue"/>
              <a:buNone/>
              <a:defRPr sz="2400">
                <a:latin typeface="Bebas Neue"/>
                <a:ea typeface="Bebas Neue"/>
                <a:cs typeface="Bebas Neue"/>
                <a:sym typeface="Bebas Neue"/>
              </a:defRPr>
            </a:lvl4pPr>
            <a:lvl5pPr lvl="4" rtl="0">
              <a:spcBef>
                <a:spcPts val="0"/>
              </a:spcBef>
              <a:spcAft>
                <a:spcPts val="0"/>
              </a:spcAft>
              <a:buSzPts val="2400"/>
              <a:buFont typeface="Bebas Neue"/>
              <a:buNone/>
              <a:defRPr sz="2400">
                <a:latin typeface="Bebas Neue"/>
                <a:ea typeface="Bebas Neue"/>
                <a:cs typeface="Bebas Neue"/>
                <a:sym typeface="Bebas Neue"/>
              </a:defRPr>
            </a:lvl5pPr>
            <a:lvl6pPr lvl="5" rtl="0">
              <a:spcBef>
                <a:spcPts val="0"/>
              </a:spcBef>
              <a:spcAft>
                <a:spcPts val="0"/>
              </a:spcAft>
              <a:buSzPts val="2400"/>
              <a:buFont typeface="Bebas Neue"/>
              <a:buNone/>
              <a:defRPr sz="2400">
                <a:latin typeface="Bebas Neue"/>
                <a:ea typeface="Bebas Neue"/>
                <a:cs typeface="Bebas Neue"/>
                <a:sym typeface="Bebas Neue"/>
              </a:defRPr>
            </a:lvl6pPr>
            <a:lvl7pPr lvl="6" rtl="0">
              <a:spcBef>
                <a:spcPts val="0"/>
              </a:spcBef>
              <a:spcAft>
                <a:spcPts val="0"/>
              </a:spcAft>
              <a:buSzPts val="2400"/>
              <a:buFont typeface="Bebas Neue"/>
              <a:buNone/>
              <a:defRPr sz="2400">
                <a:latin typeface="Bebas Neue"/>
                <a:ea typeface="Bebas Neue"/>
                <a:cs typeface="Bebas Neue"/>
                <a:sym typeface="Bebas Neue"/>
              </a:defRPr>
            </a:lvl7pPr>
            <a:lvl8pPr lvl="7" rtl="0">
              <a:spcBef>
                <a:spcPts val="0"/>
              </a:spcBef>
              <a:spcAft>
                <a:spcPts val="0"/>
              </a:spcAft>
              <a:buSzPts val="2400"/>
              <a:buFont typeface="Bebas Neue"/>
              <a:buNone/>
              <a:defRPr sz="2400">
                <a:latin typeface="Bebas Neue"/>
                <a:ea typeface="Bebas Neue"/>
                <a:cs typeface="Bebas Neue"/>
                <a:sym typeface="Bebas Neue"/>
              </a:defRPr>
            </a:lvl8pPr>
            <a:lvl9pPr lvl="8" rtl="0">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36" name="Google Shape;1236;p26"/>
          <p:cNvSpPr txBox="1">
            <a:spLocks noGrp="1"/>
          </p:cNvSpPr>
          <p:nvPr>
            <p:ph type="subTitle" idx="14"/>
          </p:nvPr>
        </p:nvSpPr>
        <p:spPr>
          <a:xfrm>
            <a:off x="5739238" y="3940908"/>
            <a:ext cx="2052300" cy="584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37" name="Google Shape;1237;p26"/>
          <p:cNvSpPr txBox="1">
            <a:spLocks noGrp="1"/>
          </p:cNvSpPr>
          <p:nvPr>
            <p:ph type="subTitle" idx="15"/>
          </p:nvPr>
        </p:nvSpPr>
        <p:spPr>
          <a:xfrm>
            <a:off x="5739229" y="3746298"/>
            <a:ext cx="2052300" cy="339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200">
                <a:solidFill>
                  <a:schemeClr val="dk1"/>
                </a:solidFill>
                <a:latin typeface="Jua"/>
                <a:ea typeface="Jua"/>
                <a:cs typeface="Jua"/>
                <a:sym typeface="Jua"/>
              </a:defRPr>
            </a:lvl1pPr>
            <a:lvl2pPr lvl="1" rtl="0">
              <a:spcBef>
                <a:spcPts val="0"/>
              </a:spcBef>
              <a:spcAft>
                <a:spcPts val="0"/>
              </a:spcAft>
              <a:buSzPts val="2400"/>
              <a:buFont typeface="Bebas Neue"/>
              <a:buNone/>
              <a:defRPr sz="2400">
                <a:latin typeface="Bebas Neue"/>
                <a:ea typeface="Bebas Neue"/>
                <a:cs typeface="Bebas Neue"/>
                <a:sym typeface="Bebas Neue"/>
              </a:defRPr>
            </a:lvl2pPr>
            <a:lvl3pPr lvl="2" rtl="0">
              <a:spcBef>
                <a:spcPts val="0"/>
              </a:spcBef>
              <a:spcAft>
                <a:spcPts val="0"/>
              </a:spcAft>
              <a:buSzPts val="2400"/>
              <a:buFont typeface="Bebas Neue"/>
              <a:buNone/>
              <a:defRPr sz="2400">
                <a:latin typeface="Bebas Neue"/>
                <a:ea typeface="Bebas Neue"/>
                <a:cs typeface="Bebas Neue"/>
                <a:sym typeface="Bebas Neue"/>
              </a:defRPr>
            </a:lvl3pPr>
            <a:lvl4pPr lvl="3" rtl="0">
              <a:spcBef>
                <a:spcPts val="0"/>
              </a:spcBef>
              <a:spcAft>
                <a:spcPts val="0"/>
              </a:spcAft>
              <a:buSzPts val="2400"/>
              <a:buFont typeface="Bebas Neue"/>
              <a:buNone/>
              <a:defRPr sz="2400">
                <a:latin typeface="Bebas Neue"/>
                <a:ea typeface="Bebas Neue"/>
                <a:cs typeface="Bebas Neue"/>
                <a:sym typeface="Bebas Neue"/>
              </a:defRPr>
            </a:lvl4pPr>
            <a:lvl5pPr lvl="4" rtl="0">
              <a:spcBef>
                <a:spcPts val="0"/>
              </a:spcBef>
              <a:spcAft>
                <a:spcPts val="0"/>
              </a:spcAft>
              <a:buSzPts val="2400"/>
              <a:buFont typeface="Bebas Neue"/>
              <a:buNone/>
              <a:defRPr sz="2400">
                <a:latin typeface="Bebas Neue"/>
                <a:ea typeface="Bebas Neue"/>
                <a:cs typeface="Bebas Neue"/>
                <a:sym typeface="Bebas Neue"/>
              </a:defRPr>
            </a:lvl5pPr>
            <a:lvl6pPr lvl="5" rtl="0">
              <a:spcBef>
                <a:spcPts val="0"/>
              </a:spcBef>
              <a:spcAft>
                <a:spcPts val="0"/>
              </a:spcAft>
              <a:buSzPts val="2400"/>
              <a:buFont typeface="Bebas Neue"/>
              <a:buNone/>
              <a:defRPr sz="2400">
                <a:latin typeface="Bebas Neue"/>
                <a:ea typeface="Bebas Neue"/>
                <a:cs typeface="Bebas Neue"/>
                <a:sym typeface="Bebas Neue"/>
              </a:defRPr>
            </a:lvl6pPr>
            <a:lvl7pPr lvl="6" rtl="0">
              <a:spcBef>
                <a:spcPts val="0"/>
              </a:spcBef>
              <a:spcAft>
                <a:spcPts val="0"/>
              </a:spcAft>
              <a:buSzPts val="2400"/>
              <a:buFont typeface="Bebas Neue"/>
              <a:buNone/>
              <a:defRPr sz="2400">
                <a:latin typeface="Bebas Neue"/>
                <a:ea typeface="Bebas Neue"/>
                <a:cs typeface="Bebas Neue"/>
                <a:sym typeface="Bebas Neue"/>
              </a:defRPr>
            </a:lvl7pPr>
            <a:lvl8pPr lvl="7" rtl="0">
              <a:spcBef>
                <a:spcPts val="0"/>
              </a:spcBef>
              <a:spcAft>
                <a:spcPts val="0"/>
              </a:spcAft>
              <a:buSzPts val="2400"/>
              <a:buFont typeface="Bebas Neue"/>
              <a:buNone/>
              <a:defRPr sz="2400">
                <a:latin typeface="Bebas Neue"/>
                <a:ea typeface="Bebas Neue"/>
                <a:cs typeface="Bebas Neue"/>
                <a:sym typeface="Bebas Neue"/>
              </a:defRPr>
            </a:lvl8pPr>
            <a:lvl9pPr lvl="8" rtl="0">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1">
  <p:cSld name="CUSTOM_4">
    <p:spTree>
      <p:nvGrpSpPr>
        <p:cNvPr id="1" name="Shape 1238"/>
        <p:cNvGrpSpPr/>
        <p:nvPr/>
      </p:nvGrpSpPr>
      <p:grpSpPr>
        <a:xfrm>
          <a:off x="0" y="0"/>
          <a:ext cx="0" cy="0"/>
          <a:chOff x="0" y="0"/>
          <a:chExt cx="0" cy="0"/>
        </a:xfrm>
      </p:grpSpPr>
      <p:grpSp>
        <p:nvGrpSpPr>
          <p:cNvPr id="1239" name="Google Shape;1239;p27"/>
          <p:cNvGrpSpPr/>
          <p:nvPr/>
        </p:nvGrpSpPr>
        <p:grpSpPr>
          <a:xfrm>
            <a:off x="7" y="-38100"/>
            <a:ext cx="9144000" cy="5219700"/>
            <a:chOff x="-43" y="-76200"/>
            <a:chExt cx="9144000" cy="5219700"/>
          </a:xfrm>
        </p:grpSpPr>
        <p:cxnSp>
          <p:nvCxnSpPr>
            <p:cNvPr id="1240" name="Google Shape;1240;p27"/>
            <p:cNvCxnSpPr/>
            <p:nvPr/>
          </p:nvCxnSpPr>
          <p:spPr>
            <a:xfrm>
              <a:off x="2158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41" name="Google Shape;1241;p27"/>
            <p:cNvCxnSpPr/>
            <p:nvPr/>
          </p:nvCxnSpPr>
          <p:spPr>
            <a:xfrm>
              <a:off x="51614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42" name="Google Shape;1242;p27"/>
            <p:cNvCxnSpPr/>
            <p:nvPr/>
          </p:nvCxnSpPr>
          <p:spPr>
            <a:xfrm>
              <a:off x="81645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43" name="Google Shape;1243;p27"/>
            <p:cNvCxnSpPr/>
            <p:nvPr/>
          </p:nvCxnSpPr>
          <p:spPr>
            <a:xfrm>
              <a:off x="111675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44" name="Google Shape;1244;p27"/>
            <p:cNvCxnSpPr/>
            <p:nvPr/>
          </p:nvCxnSpPr>
          <p:spPr>
            <a:xfrm>
              <a:off x="141705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45" name="Google Shape;1245;p27"/>
            <p:cNvCxnSpPr/>
            <p:nvPr/>
          </p:nvCxnSpPr>
          <p:spPr>
            <a:xfrm>
              <a:off x="171736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46" name="Google Shape;1246;p27"/>
            <p:cNvCxnSpPr/>
            <p:nvPr/>
          </p:nvCxnSpPr>
          <p:spPr>
            <a:xfrm>
              <a:off x="201766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47" name="Google Shape;1247;p27"/>
            <p:cNvCxnSpPr/>
            <p:nvPr/>
          </p:nvCxnSpPr>
          <p:spPr>
            <a:xfrm>
              <a:off x="231796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48" name="Google Shape;1248;p27"/>
            <p:cNvCxnSpPr/>
            <p:nvPr/>
          </p:nvCxnSpPr>
          <p:spPr>
            <a:xfrm>
              <a:off x="261827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49" name="Google Shape;1249;p27"/>
            <p:cNvCxnSpPr/>
            <p:nvPr/>
          </p:nvCxnSpPr>
          <p:spPr>
            <a:xfrm>
              <a:off x="291857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50" name="Google Shape;1250;p27"/>
            <p:cNvCxnSpPr/>
            <p:nvPr/>
          </p:nvCxnSpPr>
          <p:spPr>
            <a:xfrm>
              <a:off x="321887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51" name="Google Shape;1251;p27"/>
            <p:cNvCxnSpPr/>
            <p:nvPr/>
          </p:nvCxnSpPr>
          <p:spPr>
            <a:xfrm>
              <a:off x="351918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52" name="Google Shape;1252;p27"/>
            <p:cNvCxnSpPr/>
            <p:nvPr/>
          </p:nvCxnSpPr>
          <p:spPr>
            <a:xfrm>
              <a:off x="381948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53" name="Google Shape;1253;p27"/>
            <p:cNvCxnSpPr/>
            <p:nvPr/>
          </p:nvCxnSpPr>
          <p:spPr>
            <a:xfrm>
              <a:off x="411978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54" name="Google Shape;1254;p27"/>
            <p:cNvCxnSpPr/>
            <p:nvPr/>
          </p:nvCxnSpPr>
          <p:spPr>
            <a:xfrm>
              <a:off x="442009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55" name="Google Shape;1255;p27"/>
            <p:cNvCxnSpPr/>
            <p:nvPr/>
          </p:nvCxnSpPr>
          <p:spPr>
            <a:xfrm>
              <a:off x="472039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56" name="Google Shape;1256;p27"/>
            <p:cNvCxnSpPr/>
            <p:nvPr/>
          </p:nvCxnSpPr>
          <p:spPr>
            <a:xfrm>
              <a:off x="502069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57" name="Google Shape;1257;p27"/>
            <p:cNvCxnSpPr/>
            <p:nvPr/>
          </p:nvCxnSpPr>
          <p:spPr>
            <a:xfrm>
              <a:off x="532100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58" name="Google Shape;1258;p27"/>
            <p:cNvCxnSpPr/>
            <p:nvPr/>
          </p:nvCxnSpPr>
          <p:spPr>
            <a:xfrm>
              <a:off x="562130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59" name="Google Shape;1259;p27"/>
            <p:cNvCxnSpPr/>
            <p:nvPr/>
          </p:nvCxnSpPr>
          <p:spPr>
            <a:xfrm>
              <a:off x="592160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60" name="Google Shape;1260;p27"/>
            <p:cNvCxnSpPr/>
            <p:nvPr/>
          </p:nvCxnSpPr>
          <p:spPr>
            <a:xfrm>
              <a:off x="622191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61" name="Google Shape;1261;p27"/>
            <p:cNvCxnSpPr/>
            <p:nvPr/>
          </p:nvCxnSpPr>
          <p:spPr>
            <a:xfrm>
              <a:off x="652221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62" name="Google Shape;1262;p27"/>
            <p:cNvCxnSpPr/>
            <p:nvPr/>
          </p:nvCxnSpPr>
          <p:spPr>
            <a:xfrm>
              <a:off x="682252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63" name="Google Shape;1263;p27"/>
            <p:cNvCxnSpPr/>
            <p:nvPr/>
          </p:nvCxnSpPr>
          <p:spPr>
            <a:xfrm>
              <a:off x="712282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64" name="Google Shape;1264;p27"/>
            <p:cNvCxnSpPr/>
            <p:nvPr/>
          </p:nvCxnSpPr>
          <p:spPr>
            <a:xfrm>
              <a:off x="742312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65" name="Google Shape;1265;p27"/>
            <p:cNvCxnSpPr/>
            <p:nvPr/>
          </p:nvCxnSpPr>
          <p:spPr>
            <a:xfrm>
              <a:off x="772343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66" name="Google Shape;1266;p27"/>
            <p:cNvCxnSpPr/>
            <p:nvPr/>
          </p:nvCxnSpPr>
          <p:spPr>
            <a:xfrm>
              <a:off x="802373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67" name="Google Shape;1267;p27"/>
            <p:cNvCxnSpPr/>
            <p:nvPr/>
          </p:nvCxnSpPr>
          <p:spPr>
            <a:xfrm>
              <a:off x="832403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68" name="Google Shape;1268;p27"/>
            <p:cNvCxnSpPr/>
            <p:nvPr/>
          </p:nvCxnSpPr>
          <p:spPr>
            <a:xfrm>
              <a:off x="862434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69" name="Google Shape;1269;p27"/>
            <p:cNvCxnSpPr/>
            <p:nvPr/>
          </p:nvCxnSpPr>
          <p:spPr>
            <a:xfrm>
              <a:off x="89246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70" name="Google Shape;1270;p27"/>
            <p:cNvCxnSpPr/>
            <p:nvPr/>
          </p:nvCxnSpPr>
          <p:spPr>
            <a:xfrm>
              <a:off x="-43" y="3069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271" name="Google Shape;1271;p27"/>
            <p:cNvCxnSpPr/>
            <p:nvPr/>
          </p:nvCxnSpPr>
          <p:spPr>
            <a:xfrm>
              <a:off x="-43" y="6105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272" name="Google Shape;1272;p27"/>
            <p:cNvCxnSpPr/>
            <p:nvPr/>
          </p:nvCxnSpPr>
          <p:spPr>
            <a:xfrm>
              <a:off x="-43" y="9142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273" name="Google Shape;1273;p27"/>
            <p:cNvCxnSpPr/>
            <p:nvPr/>
          </p:nvCxnSpPr>
          <p:spPr>
            <a:xfrm>
              <a:off x="-43" y="12178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274" name="Google Shape;1274;p27"/>
            <p:cNvCxnSpPr/>
            <p:nvPr/>
          </p:nvCxnSpPr>
          <p:spPr>
            <a:xfrm>
              <a:off x="-43" y="15215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275" name="Google Shape;1275;p27"/>
            <p:cNvCxnSpPr/>
            <p:nvPr/>
          </p:nvCxnSpPr>
          <p:spPr>
            <a:xfrm>
              <a:off x="-43" y="18251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276" name="Google Shape;1276;p27"/>
            <p:cNvCxnSpPr/>
            <p:nvPr/>
          </p:nvCxnSpPr>
          <p:spPr>
            <a:xfrm>
              <a:off x="-43" y="21288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277" name="Google Shape;1277;p27"/>
            <p:cNvCxnSpPr/>
            <p:nvPr/>
          </p:nvCxnSpPr>
          <p:spPr>
            <a:xfrm>
              <a:off x="-43" y="24324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278" name="Google Shape;1278;p27"/>
            <p:cNvCxnSpPr/>
            <p:nvPr/>
          </p:nvCxnSpPr>
          <p:spPr>
            <a:xfrm>
              <a:off x="-43" y="27361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279" name="Google Shape;1279;p27"/>
            <p:cNvCxnSpPr/>
            <p:nvPr/>
          </p:nvCxnSpPr>
          <p:spPr>
            <a:xfrm>
              <a:off x="-43" y="30397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280" name="Google Shape;1280;p27"/>
            <p:cNvCxnSpPr/>
            <p:nvPr/>
          </p:nvCxnSpPr>
          <p:spPr>
            <a:xfrm>
              <a:off x="-43" y="33434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281" name="Google Shape;1281;p27"/>
            <p:cNvCxnSpPr/>
            <p:nvPr/>
          </p:nvCxnSpPr>
          <p:spPr>
            <a:xfrm>
              <a:off x="-43" y="36470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282" name="Google Shape;1282;p27"/>
            <p:cNvCxnSpPr/>
            <p:nvPr/>
          </p:nvCxnSpPr>
          <p:spPr>
            <a:xfrm>
              <a:off x="-43" y="39507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283" name="Google Shape;1283;p27"/>
            <p:cNvCxnSpPr/>
            <p:nvPr/>
          </p:nvCxnSpPr>
          <p:spPr>
            <a:xfrm>
              <a:off x="-43" y="42543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284" name="Google Shape;1284;p27"/>
            <p:cNvCxnSpPr/>
            <p:nvPr/>
          </p:nvCxnSpPr>
          <p:spPr>
            <a:xfrm>
              <a:off x="-43" y="45580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285" name="Google Shape;1285;p27"/>
            <p:cNvCxnSpPr/>
            <p:nvPr/>
          </p:nvCxnSpPr>
          <p:spPr>
            <a:xfrm>
              <a:off x="-43" y="4861650"/>
              <a:ext cx="9144000" cy="0"/>
            </a:xfrm>
            <a:prstGeom prst="straightConnector1">
              <a:avLst/>
            </a:prstGeom>
            <a:noFill/>
            <a:ln w="9525" cap="flat" cmpd="sng">
              <a:solidFill>
                <a:schemeClr val="dk2"/>
              </a:solidFill>
              <a:prstDash val="solid"/>
              <a:round/>
              <a:headEnd type="none" w="med" len="med"/>
              <a:tailEnd type="none" w="med" len="med"/>
            </a:ln>
          </p:spPr>
        </p:cxnSp>
      </p:grpSp>
      <p:sp>
        <p:nvSpPr>
          <p:cNvPr id="1286" name="Google Shape;1286;p27"/>
          <p:cNvSpPr/>
          <p:nvPr/>
        </p:nvSpPr>
        <p:spPr>
          <a:xfrm>
            <a:off x="713250" y="1198475"/>
            <a:ext cx="7717500" cy="3593100"/>
          </a:xfrm>
          <a:prstGeom prst="rect">
            <a:avLst/>
          </a:pr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27"/>
          <p:cNvSpPr txBox="1">
            <a:spLocks noGrp="1"/>
          </p:cNvSpPr>
          <p:nvPr>
            <p:ph type="ctrTitle"/>
          </p:nvPr>
        </p:nvSpPr>
        <p:spPr>
          <a:xfrm>
            <a:off x="713250" y="446075"/>
            <a:ext cx="7717500" cy="537000"/>
          </a:xfrm>
          <a:prstGeom prst="rect">
            <a:avLst/>
          </a:prstGeom>
          <a:solidFill>
            <a:schemeClr val="dk2"/>
          </a:solidFill>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lvl1pPr lvl="0" algn="ctr" rtl="0">
              <a:spcBef>
                <a:spcPts val="0"/>
              </a:spcBef>
              <a:spcAft>
                <a:spcPts val="0"/>
              </a:spcAft>
              <a:buSzPts val="3600"/>
              <a:buNone/>
              <a:defRPr sz="30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2">
  <p:cSld name="CUSTOM_4_1_1_1_1">
    <p:spTree>
      <p:nvGrpSpPr>
        <p:cNvPr id="1" name="Shape 1288"/>
        <p:cNvGrpSpPr/>
        <p:nvPr/>
      </p:nvGrpSpPr>
      <p:grpSpPr>
        <a:xfrm>
          <a:off x="0" y="0"/>
          <a:ext cx="0" cy="0"/>
          <a:chOff x="0" y="0"/>
          <a:chExt cx="0" cy="0"/>
        </a:xfrm>
      </p:grpSpPr>
      <p:grpSp>
        <p:nvGrpSpPr>
          <p:cNvPr id="1289" name="Google Shape;1289;p28"/>
          <p:cNvGrpSpPr/>
          <p:nvPr/>
        </p:nvGrpSpPr>
        <p:grpSpPr>
          <a:xfrm>
            <a:off x="7" y="-38100"/>
            <a:ext cx="9144000" cy="5219700"/>
            <a:chOff x="-43" y="-76200"/>
            <a:chExt cx="9144000" cy="5219700"/>
          </a:xfrm>
        </p:grpSpPr>
        <p:cxnSp>
          <p:nvCxnSpPr>
            <p:cNvPr id="1290" name="Google Shape;1290;p28"/>
            <p:cNvCxnSpPr/>
            <p:nvPr/>
          </p:nvCxnSpPr>
          <p:spPr>
            <a:xfrm>
              <a:off x="2158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91" name="Google Shape;1291;p28"/>
            <p:cNvCxnSpPr/>
            <p:nvPr/>
          </p:nvCxnSpPr>
          <p:spPr>
            <a:xfrm>
              <a:off x="51614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92" name="Google Shape;1292;p28"/>
            <p:cNvCxnSpPr/>
            <p:nvPr/>
          </p:nvCxnSpPr>
          <p:spPr>
            <a:xfrm>
              <a:off x="81645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93" name="Google Shape;1293;p28"/>
            <p:cNvCxnSpPr/>
            <p:nvPr/>
          </p:nvCxnSpPr>
          <p:spPr>
            <a:xfrm>
              <a:off x="111675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94" name="Google Shape;1294;p28"/>
            <p:cNvCxnSpPr/>
            <p:nvPr/>
          </p:nvCxnSpPr>
          <p:spPr>
            <a:xfrm>
              <a:off x="141705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95" name="Google Shape;1295;p28"/>
            <p:cNvCxnSpPr/>
            <p:nvPr/>
          </p:nvCxnSpPr>
          <p:spPr>
            <a:xfrm>
              <a:off x="171736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96" name="Google Shape;1296;p28"/>
            <p:cNvCxnSpPr/>
            <p:nvPr/>
          </p:nvCxnSpPr>
          <p:spPr>
            <a:xfrm>
              <a:off x="201766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97" name="Google Shape;1297;p28"/>
            <p:cNvCxnSpPr/>
            <p:nvPr/>
          </p:nvCxnSpPr>
          <p:spPr>
            <a:xfrm>
              <a:off x="231796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98" name="Google Shape;1298;p28"/>
            <p:cNvCxnSpPr/>
            <p:nvPr/>
          </p:nvCxnSpPr>
          <p:spPr>
            <a:xfrm>
              <a:off x="261827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299" name="Google Shape;1299;p28"/>
            <p:cNvCxnSpPr/>
            <p:nvPr/>
          </p:nvCxnSpPr>
          <p:spPr>
            <a:xfrm>
              <a:off x="291857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00" name="Google Shape;1300;p28"/>
            <p:cNvCxnSpPr/>
            <p:nvPr/>
          </p:nvCxnSpPr>
          <p:spPr>
            <a:xfrm>
              <a:off x="321887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01" name="Google Shape;1301;p28"/>
            <p:cNvCxnSpPr/>
            <p:nvPr/>
          </p:nvCxnSpPr>
          <p:spPr>
            <a:xfrm>
              <a:off x="351918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02" name="Google Shape;1302;p28"/>
            <p:cNvCxnSpPr/>
            <p:nvPr/>
          </p:nvCxnSpPr>
          <p:spPr>
            <a:xfrm>
              <a:off x="381948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03" name="Google Shape;1303;p28"/>
            <p:cNvCxnSpPr/>
            <p:nvPr/>
          </p:nvCxnSpPr>
          <p:spPr>
            <a:xfrm>
              <a:off x="411978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04" name="Google Shape;1304;p28"/>
            <p:cNvCxnSpPr/>
            <p:nvPr/>
          </p:nvCxnSpPr>
          <p:spPr>
            <a:xfrm>
              <a:off x="442009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05" name="Google Shape;1305;p28"/>
            <p:cNvCxnSpPr/>
            <p:nvPr/>
          </p:nvCxnSpPr>
          <p:spPr>
            <a:xfrm>
              <a:off x="472039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06" name="Google Shape;1306;p28"/>
            <p:cNvCxnSpPr/>
            <p:nvPr/>
          </p:nvCxnSpPr>
          <p:spPr>
            <a:xfrm>
              <a:off x="502069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07" name="Google Shape;1307;p28"/>
            <p:cNvCxnSpPr/>
            <p:nvPr/>
          </p:nvCxnSpPr>
          <p:spPr>
            <a:xfrm>
              <a:off x="532100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08" name="Google Shape;1308;p28"/>
            <p:cNvCxnSpPr/>
            <p:nvPr/>
          </p:nvCxnSpPr>
          <p:spPr>
            <a:xfrm>
              <a:off x="562130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09" name="Google Shape;1309;p28"/>
            <p:cNvCxnSpPr/>
            <p:nvPr/>
          </p:nvCxnSpPr>
          <p:spPr>
            <a:xfrm>
              <a:off x="592160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10" name="Google Shape;1310;p28"/>
            <p:cNvCxnSpPr/>
            <p:nvPr/>
          </p:nvCxnSpPr>
          <p:spPr>
            <a:xfrm>
              <a:off x="622191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11" name="Google Shape;1311;p28"/>
            <p:cNvCxnSpPr/>
            <p:nvPr/>
          </p:nvCxnSpPr>
          <p:spPr>
            <a:xfrm>
              <a:off x="652221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12" name="Google Shape;1312;p28"/>
            <p:cNvCxnSpPr/>
            <p:nvPr/>
          </p:nvCxnSpPr>
          <p:spPr>
            <a:xfrm>
              <a:off x="682252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13" name="Google Shape;1313;p28"/>
            <p:cNvCxnSpPr/>
            <p:nvPr/>
          </p:nvCxnSpPr>
          <p:spPr>
            <a:xfrm>
              <a:off x="712282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14" name="Google Shape;1314;p28"/>
            <p:cNvCxnSpPr/>
            <p:nvPr/>
          </p:nvCxnSpPr>
          <p:spPr>
            <a:xfrm>
              <a:off x="742312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15" name="Google Shape;1315;p28"/>
            <p:cNvCxnSpPr/>
            <p:nvPr/>
          </p:nvCxnSpPr>
          <p:spPr>
            <a:xfrm>
              <a:off x="772343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16" name="Google Shape;1316;p28"/>
            <p:cNvCxnSpPr/>
            <p:nvPr/>
          </p:nvCxnSpPr>
          <p:spPr>
            <a:xfrm>
              <a:off x="802373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17" name="Google Shape;1317;p28"/>
            <p:cNvCxnSpPr/>
            <p:nvPr/>
          </p:nvCxnSpPr>
          <p:spPr>
            <a:xfrm>
              <a:off x="832403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18" name="Google Shape;1318;p28"/>
            <p:cNvCxnSpPr/>
            <p:nvPr/>
          </p:nvCxnSpPr>
          <p:spPr>
            <a:xfrm>
              <a:off x="862434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19" name="Google Shape;1319;p28"/>
            <p:cNvCxnSpPr/>
            <p:nvPr/>
          </p:nvCxnSpPr>
          <p:spPr>
            <a:xfrm>
              <a:off x="89246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20" name="Google Shape;1320;p28"/>
            <p:cNvCxnSpPr/>
            <p:nvPr/>
          </p:nvCxnSpPr>
          <p:spPr>
            <a:xfrm>
              <a:off x="-43" y="3069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321" name="Google Shape;1321;p28"/>
            <p:cNvCxnSpPr/>
            <p:nvPr/>
          </p:nvCxnSpPr>
          <p:spPr>
            <a:xfrm>
              <a:off x="-43" y="6105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322" name="Google Shape;1322;p28"/>
            <p:cNvCxnSpPr/>
            <p:nvPr/>
          </p:nvCxnSpPr>
          <p:spPr>
            <a:xfrm>
              <a:off x="-43" y="9142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323" name="Google Shape;1323;p28"/>
            <p:cNvCxnSpPr/>
            <p:nvPr/>
          </p:nvCxnSpPr>
          <p:spPr>
            <a:xfrm>
              <a:off x="-43" y="12178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324" name="Google Shape;1324;p28"/>
            <p:cNvCxnSpPr/>
            <p:nvPr/>
          </p:nvCxnSpPr>
          <p:spPr>
            <a:xfrm>
              <a:off x="-43" y="15215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325" name="Google Shape;1325;p28"/>
            <p:cNvCxnSpPr/>
            <p:nvPr/>
          </p:nvCxnSpPr>
          <p:spPr>
            <a:xfrm>
              <a:off x="-43" y="18251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326" name="Google Shape;1326;p28"/>
            <p:cNvCxnSpPr/>
            <p:nvPr/>
          </p:nvCxnSpPr>
          <p:spPr>
            <a:xfrm>
              <a:off x="-43" y="21288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327" name="Google Shape;1327;p28"/>
            <p:cNvCxnSpPr/>
            <p:nvPr/>
          </p:nvCxnSpPr>
          <p:spPr>
            <a:xfrm>
              <a:off x="-43" y="24324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328" name="Google Shape;1328;p28"/>
            <p:cNvCxnSpPr/>
            <p:nvPr/>
          </p:nvCxnSpPr>
          <p:spPr>
            <a:xfrm>
              <a:off x="-43" y="27361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329" name="Google Shape;1329;p28"/>
            <p:cNvCxnSpPr/>
            <p:nvPr/>
          </p:nvCxnSpPr>
          <p:spPr>
            <a:xfrm>
              <a:off x="-43" y="30397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330" name="Google Shape;1330;p28"/>
            <p:cNvCxnSpPr/>
            <p:nvPr/>
          </p:nvCxnSpPr>
          <p:spPr>
            <a:xfrm>
              <a:off x="-43" y="33434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331" name="Google Shape;1331;p28"/>
            <p:cNvCxnSpPr/>
            <p:nvPr/>
          </p:nvCxnSpPr>
          <p:spPr>
            <a:xfrm>
              <a:off x="-43" y="36470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332" name="Google Shape;1332;p28"/>
            <p:cNvCxnSpPr/>
            <p:nvPr/>
          </p:nvCxnSpPr>
          <p:spPr>
            <a:xfrm>
              <a:off x="-43" y="39507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333" name="Google Shape;1333;p28"/>
            <p:cNvCxnSpPr/>
            <p:nvPr/>
          </p:nvCxnSpPr>
          <p:spPr>
            <a:xfrm>
              <a:off x="-43" y="42543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334" name="Google Shape;1334;p28"/>
            <p:cNvCxnSpPr/>
            <p:nvPr/>
          </p:nvCxnSpPr>
          <p:spPr>
            <a:xfrm>
              <a:off x="-43" y="45580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335" name="Google Shape;1335;p28"/>
            <p:cNvCxnSpPr/>
            <p:nvPr/>
          </p:nvCxnSpPr>
          <p:spPr>
            <a:xfrm>
              <a:off x="-43" y="4861650"/>
              <a:ext cx="9144000" cy="0"/>
            </a:xfrm>
            <a:prstGeom prst="straightConnector1">
              <a:avLst/>
            </a:prstGeom>
            <a:noFill/>
            <a:ln w="9525" cap="flat" cmpd="sng">
              <a:solidFill>
                <a:schemeClr val="dk2"/>
              </a:solidFill>
              <a:prstDash val="solid"/>
              <a:round/>
              <a:headEnd type="none" w="med" len="med"/>
              <a:tailEnd type="none" w="med" len="med"/>
            </a:ln>
          </p:spPr>
        </p:cxnSp>
      </p:grpSp>
      <p:sp>
        <p:nvSpPr>
          <p:cNvPr id="1336" name="Google Shape;1336;p28"/>
          <p:cNvSpPr/>
          <p:nvPr/>
        </p:nvSpPr>
        <p:spPr>
          <a:xfrm>
            <a:off x="713250" y="1198475"/>
            <a:ext cx="7717500" cy="3593100"/>
          </a:xfrm>
          <a:prstGeom prst="rect">
            <a:avLst/>
          </a:pr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28"/>
          <p:cNvSpPr txBox="1">
            <a:spLocks noGrp="1"/>
          </p:cNvSpPr>
          <p:nvPr>
            <p:ph type="ctrTitle"/>
          </p:nvPr>
        </p:nvSpPr>
        <p:spPr>
          <a:xfrm>
            <a:off x="713250" y="446075"/>
            <a:ext cx="7717500" cy="537000"/>
          </a:xfrm>
          <a:prstGeom prst="rect">
            <a:avLst/>
          </a:prstGeom>
          <a:solidFill>
            <a:schemeClr val="dk2"/>
          </a:solidFill>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lvl1pPr lvl="0" algn="ctr" rtl="0">
              <a:spcBef>
                <a:spcPts val="0"/>
              </a:spcBef>
              <a:spcAft>
                <a:spcPts val="0"/>
              </a:spcAft>
              <a:buSzPts val="3600"/>
              <a:buNone/>
              <a:defRPr sz="30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3">
  <p:cSld name="CUSTOM_4_1_1_1_1_1">
    <p:spTree>
      <p:nvGrpSpPr>
        <p:cNvPr id="1" name="Shape 1338"/>
        <p:cNvGrpSpPr/>
        <p:nvPr/>
      </p:nvGrpSpPr>
      <p:grpSpPr>
        <a:xfrm>
          <a:off x="0" y="0"/>
          <a:ext cx="0" cy="0"/>
          <a:chOff x="0" y="0"/>
          <a:chExt cx="0" cy="0"/>
        </a:xfrm>
      </p:grpSpPr>
      <p:grpSp>
        <p:nvGrpSpPr>
          <p:cNvPr id="1339" name="Google Shape;1339;p29"/>
          <p:cNvGrpSpPr/>
          <p:nvPr/>
        </p:nvGrpSpPr>
        <p:grpSpPr>
          <a:xfrm>
            <a:off x="7" y="-38100"/>
            <a:ext cx="9144000" cy="5219700"/>
            <a:chOff x="-43" y="-76200"/>
            <a:chExt cx="9144000" cy="5219700"/>
          </a:xfrm>
        </p:grpSpPr>
        <p:cxnSp>
          <p:nvCxnSpPr>
            <p:cNvPr id="1340" name="Google Shape;1340;p29"/>
            <p:cNvCxnSpPr/>
            <p:nvPr/>
          </p:nvCxnSpPr>
          <p:spPr>
            <a:xfrm>
              <a:off x="2158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41" name="Google Shape;1341;p29"/>
            <p:cNvCxnSpPr/>
            <p:nvPr/>
          </p:nvCxnSpPr>
          <p:spPr>
            <a:xfrm>
              <a:off x="51614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42" name="Google Shape;1342;p29"/>
            <p:cNvCxnSpPr/>
            <p:nvPr/>
          </p:nvCxnSpPr>
          <p:spPr>
            <a:xfrm>
              <a:off x="81645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43" name="Google Shape;1343;p29"/>
            <p:cNvCxnSpPr/>
            <p:nvPr/>
          </p:nvCxnSpPr>
          <p:spPr>
            <a:xfrm>
              <a:off x="111675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44" name="Google Shape;1344;p29"/>
            <p:cNvCxnSpPr/>
            <p:nvPr/>
          </p:nvCxnSpPr>
          <p:spPr>
            <a:xfrm>
              <a:off x="141705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45" name="Google Shape;1345;p29"/>
            <p:cNvCxnSpPr/>
            <p:nvPr/>
          </p:nvCxnSpPr>
          <p:spPr>
            <a:xfrm>
              <a:off x="171736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46" name="Google Shape;1346;p29"/>
            <p:cNvCxnSpPr/>
            <p:nvPr/>
          </p:nvCxnSpPr>
          <p:spPr>
            <a:xfrm>
              <a:off x="201766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47" name="Google Shape;1347;p29"/>
            <p:cNvCxnSpPr/>
            <p:nvPr/>
          </p:nvCxnSpPr>
          <p:spPr>
            <a:xfrm>
              <a:off x="231796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48" name="Google Shape;1348;p29"/>
            <p:cNvCxnSpPr/>
            <p:nvPr/>
          </p:nvCxnSpPr>
          <p:spPr>
            <a:xfrm>
              <a:off x="261827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49" name="Google Shape;1349;p29"/>
            <p:cNvCxnSpPr/>
            <p:nvPr/>
          </p:nvCxnSpPr>
          <p:spPr>
            <a:xfrm>
              <a:off x="291857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50" name="Google Shape;1350;p29"/>
            <p:cNvCxnSpPr/>
            <p:nvPr/>
          </p:nvCxnSpPr>
          <p:spPr>
            <a:xfrm>
              <a:off x="321887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51" name="Google Shape;1351;p29"/>
            <p:cNvCxnSpPr/>
            <p:nvPr/>
          </p:nvCxnSpPr>
          <p:spPr>
            <a:xfrm>
              <a:off x="351918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52" name="Google Shape;1352;p29"/>
            <p:cNvCxnSpPr/>
            <p:nvPr/>
          </p:nvCxnSpPr>
          <p:spPr>
            <a:xfrm>
              <a:off x="381948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53" name="Google Shape;1353;p29"/>
            <p:cNvCxnSpPr/>
            <p:nvPr/>
          </p:nvCxnSpPr>
          <p:spPr>
            <a:xfrm>
              <a:off x="411978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54" name="Google Shape;1354;p29"/>
            <p:cNvCxnSpPr/>
            <p:nvPr/>
          </p:nvCxnSpPr>
          <p:spPr>
            <a:xfrm>
              <a:off x="442009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55" name="Google Shape;1355;p29"/>
            <p:cNvCxnSpPr/>
            <p:nvPr/>
          </p:nvCxnSpPr>
          <p:spPr>
            <a:xfrm>
              <a:off x="472039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56" name="Google Shape;1356;p29"/>
            <p:cNvCxnSpPr/>
            <p:nvPr/>
          </p:nvCxnSpPr>
          <p:spPr>
            <a:xfrm>
              <a:off x="502069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57" name="Google Shape;1357;p29"/>
            <p:cNvCxnSpPr/>
            <p:nvPr/>
          </p:nvCxnSpPr>
          <p:spPr>
            <a:xfrm>
              <a:off x="532100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58" name="Google Shape;1358;p29"/>
            <p:cNvCxnSpPr/>
            <p:nvPr/>
          </p:nvCxnSpPr>
          <p:spPr>
            <a:xfrm>
              <a:off x="562130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59" name="Google Shape;1359;p29"/>
            <p:cNvCxnSpPr/>
            <p:nvPr/>
          </p:nvCxnSpPr>
          <p:spPr>
            <a:xfrm>
              <a:off x="592160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60" name="Google Shape;1360;p29"/>
            <p:cNvCxnSpPr/>
            <p:nvPr/>
          </p:nvCxnSpPr>
          <p:spPr>
            <a:xfrm>
              <a:off x="622191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61" name="Google Shape;1361;p29"/>
            <p:cNvCxnSpPr/>
            <p:nvPr/>
          </p:nvCxnSpPr>
          <p:spPr>
            <a:xfrm>
              <a:off x="652221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62" name="Google Shape;1362;p29"/>
            <p:cNvCxnSpPr/>
            <p:nvPr/>
          </p:nvCxnSpPr>
          <p:spPr>
            <a:xfrm>
              <a:off x="682252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63" name="Google Shape;1363;p29"/>
            <p:cNvCxnSpPr/>
            <p:nvPr/>
          </p:nvCxnSpPr>
          <p:spPr>
            <a:xfrm>
              <a:off x="712282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64" name="Google Shape;1364;p29"/>
            <p:cNvCxnSpPr/>
            <p:nvPr/>
          </p:nvCxnSpPr>
          <p:spPr>
            <a:xfrm>
              <a:off x="742312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65" name="Google Shape;1365;p29"/>
            <p:cNvCxnSpPr/>
            <p:nvPr/>
          </p:nvCxnSpPr>
          <p:spPr>
            <a:xfrm>
              <a:off x="772343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66" name="Google Shape;1366;p29"/>
            <p:cNvCxnSpPr/>
            <p:nvPr/>
          </p:nvCxnSpPr>
          <p:spPr>
            <a:xfrm>
              <a:off x="802373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67" name="Google Shape;1367;p29"/>
            <p:cNvCxnSpPr/>
            <p:nvPr/>
          </p:nvCxnSpPr>
          <p:spPr>
            <a:xfrm>
              <a:off x="832403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68" name="Google Shape;1368;p29"/>
            <p:cNvCxnSpPr/>
            <p:nvPr/>
          </p:nvCxnSpPr>
          <p:spPr>
            <a:xfrm>
              <a:off x="862434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69" name="Google Shape;1369;p29"/>
            <p:cNvCxnSpPr/>
            <p:nvPr/>
          </p:nvCxnSpPr>
          <p:spPr>
            <a:xfrm>
              <a:off x="89246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70" name="Google Shape;1370;p29"/>
            <p:cNvCxnSpPr/>
            <p:nvPr/>
          </p:nvCxnSpPr>
          <p:spPr>
            <a:xfrm>
              <a:off x="-43" y="3069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371" name="Google Shape;1371;p29"/>
            <p:cNvCxnSpPr/>
            <p:nvPr/>
          </p:nvCxnSpPr>
          <p:spPr>
            <a:xfrm>
              <a:off x="-43" y="6105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372" name="Google Shape;1372;p29"/>
            <p:cNvCxnSpPr/>
            <p:nvPr/>
          </p:nvCxnSpPr>
          <p:spPr>
            <a:xfrm>
              <a:off x="-43" y="9142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373" name="Google Shape;1373;p29"/>
            <p:cNvCxnSpPr/>
            <p:nvPr/>
          </p:nvCxnSpPr>
          <p:spPr>
            <a:xfrm>
              <a:off x="-43" y="12178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374" name="Google Shape;1374;p29"/>
            <p:cNvCxnSpPr/>
            <p:nvPr/>
          </p:nvCxnSpPr>
          <p:spPr>
            <a:xfrm>
              <a:off x="-43" y="15215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375" name="Google Shape;1375;p29"/>
            <p:cNvCxnSpPr/>
            <p:nvPr/>
          </p:nvCxnSpPr>
          <p:spPr>
            <a:xfrm>
              <a:off x="-43" y="18251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376" name="Google Shape;1376;p29"/>
            <p:cNvCxnSpPr/>
            <p:nvPr/>
          </p:nvCxnSpPr>
          <p:spPr>
            <a:xfrm>
              <a:off x="-43" y="21288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377" name="Google Shape;1377;p29"/>
            <p:cNvCxnSpPr/>
            <p:nvPr/>
          </p:nvCxnSpPr>
          <p:spPr>
            <a:xfrm>
              <a:off x="-43" y="24324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378" name="Google Shape;1378;p29"/>
            <p:cNvCxnSpPr/>
            <p:nvPr/>
          </p:nvCxnSpPr>
          <p:spPr>
            <a:xfrm>
              <a:off x="-43" y="27361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379" name="Google Shape;1379;p29"/>
            <p:cNvCxnSpPr/>
            <p:nvPr/>
          </p:nvCxnSpPr>
          <p:spPr>
            <a:xfrm>
              <a:off x="-43" y="30397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380" name="Google Shape;1380;p29"/>
            <p:cNvCxnSpPr/>
            <p:nvPr/>
          </p:nvCxnSpPr>
          <p:spPr>
            <a:xfrm>
              <a:off x="-43" y="33434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381" name="Google Shape;1381;p29"/>
            <p:cNvCxnSpPr/>
            <p:nvPr/>
          </p:nvCxnSpPr>
          <p:spPr>
            <a:xfrm>
              <a:off x="-43" y="36470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382" name="Google Shape;1382;p29"/>
            <p:cNvCxnSpPr/>
            <p:nvPr/>
          </p:nvCxnSpPr>
          <p:spPr>
            <a:xfrm>
              <a:off x="-43" y="39507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383" name="Google Shape;1383;p29"/>
            <p:cNvCxnSpPr/>
            <p:nvPr/>
          </p:nvCxnSpPr>
          <p:spPr>
            <a:xfrm>
              <a:off x="-43" y="42543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384" name="Google Shape;1384;p29"/>
            <p:cNvCxnSpPr/>
            <p:nvPr/>
          </p:nvCxnSpPr>
          <p:spPr>
            <a:xfrm>
              <a:off x="-43" y="45580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385" name="Google Shape;1385;p29"/>
            <p:cNvCxnSpPr/>
            <p:nvPr/>
          </p:nvCxnSpPr>
          <p:spPr>
            <a:xfrm>
              <a:off x="-43" y="4861650"/>
              <a:ext cx="9144000" cy="0"/>
            </a:xfrm>
            <a:prstGeom prst="straightConnector1">
              <a:avLst/>
            </a:prstGeom>
            <a:noFill/>
            <a:ln w="9525" cap="flat" cmpd="sng">
              <a:solidFill>
                <a:schemeClr val="dk2"/>
              </a:solidFill>
              <a:prstDash val="solid"/>
              <a:round/>
              <a:headEnd type="none" w="med" len="med"/>
              <a:tailEnd type="none" w="med" len="med"/>
            </a:ln>
          </p:spPr>
        </p:cxnSp>
      </p:grpSp>
      <p:sp>
        <p:nvSpPr>
          <p:cNvPr id="1386" name="Google Shape;1386;p29"/>
          <p:cNvSpPr/>
          <p:nvPr/>
        </p:nvSpPr>
        <p:spPr>
          <a:xfrm>
            <a:off x="713250" y="1198475"/>
            <a:ext cx="7717500" cy="3593100"/>
          </a:xfrm>
          <a:prstGeom prst="rect">
            <a:avLst/>
          </a:pr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9"/>
          <p:cNvSpPr txBox="1">
            <a:spLocks noGrp="1"/>
          </p:cNvSpPr>
          <p:nvPr>
            <p:ph type="ctrTitle"/>
          </p:nvPr>
        </p:nvSpPr>
        <p:spPr>
          <a:xfrm>
            <a:off x="713250" y="446075"/>
            <a:ext cx="7717500" cy="537000"/>
          </a:xfrm>
          <a:prstGeom prst="rect">
            <a:avLst/>
          </a:prstGeom>
          <a:solidFill>
            <a:schemeClr val="dk2"/>
          </a:solidFill>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lvl1pPr lvl="0" algn="ctr" rtl="0">
              <a:spcBef>
                <a:spcPts val="0"/>
              </a:spcBef>
              <a:spcAft>
                <a:spcPts val="0"/>
              </a:spcAft>
              <a:buSzPts val="3600"/>
              <a:buNone/>
              <a:defRPr sz="30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Numbers and text">
  <p:cSld name="CUSTOM_3_1">
    <p:spTree>
      <p:nvGrpSpPr>
        <p:cNvPr id="1" name="Shape 1388"/>
        <p:cNvGrpSpPr/>
        <p:nvPr/>
      </p:nvGrpSpPr>
      <p:grpSpPr>
        <a:xfrm>
          <a:off x="0" y="0"/>
          <a:ext cx="0" cy="0"/>
          <a:chOff x="0" y="0"/>
          <a:chExt cx="0" cy="0"/>
        </a:xfrm>
      </p:grpSpPr>
      <p:grpSp>
        <p:nvGrpSpPr>
          <p:cNvPr id="1389" name="Google Shape;1389;p30"/>
          <p:cNvGrpSpPr/>
          <p:nvPr/>
        </p:nvGrpSpPr>
        <p:grpSpPr>
          <a:xfrm>
            <a:off x="7" y="-38100"/>
            <a:ext cx="9144000" cy="5219700"/>
            <a:chOff x="-43" y="-76200"/>
            <a:chExt cx="9144000" cy="5219700"/>
          </a:xfrm>
        </p:grpSpPr>
        <p:cxnSp>
          <p:nvCxnSpPr>
            <p:cNvPr id="1390" name="Google Shape;1390;p30"/>
            <p:cNvCxnSpPr/>
            <p:nvPr/>
          </p:nvCxnSpPr>
          <p:spPr>
            <a:xfrm>
              <a:off x="2158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91" name="Google Shape;1391;p30"/>
            <p:cNvCxnSpPr/>
            <p:nvPr/>
          </p:nvCxnSpPr>
          <p:spPr>
            <a:xfrm>
              <a:off x="51614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92" name="Google Shape;1392;p30"/>
            <p:cNvCxnSpPr/>
            <p:nvPr/>
          </p:nvCxnSpPr>
          <p:spPr>
            <a:xfrm>
              <a:off x="81645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93" name="Google Shape;1393;p30"/>
            <p:cNvCxnSpPr/>
            <p:nvPr/>
          </p:nvCxnSpPr>
          <p:spPr>
            <a:xfrm>
              <a:off x="111675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94" name="Google Shape;1394;p30"/>
            <p:cNvCxnSpPr/>
            <p:nvPr/>
          </p:nvCxnSpPr>
          <p:spPr>
            <a:xfrm>
              <a:off x="141705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95" name="Google Shape;1395;p30"/>
            <p:cNvCxnSpPr/>
            <p:nvPr/>
          </p:nvCxnSpPr>
          <p:spPr>
            <a:xfrm>
              <a:off x="171736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96" name="Google Shape;1396;p30"/>
            <p:cNvCxnSpPr/>
            <p:nvPr/>
          </p:nvCxnSpPr>
          <p:spPr>
            <a:xfrm>
              <a:off x="201766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97" name="Google Shape;1397;p30"/>
            <p:cNvCxnSpPr/>
            <p:nvPr/>
          </p:nvCxnSpPr>
          <p:spPr>
            <a:xfrm>
              <a:off x="231796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98" name="Google Shape;1398;p30"/>
            <p:cNvCxnSpPr/>
            <p:nvPr/>
          </p:nvCxnSpPr>
          <p:spPr>
            <a:xfrm>
              <a:off x="261827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399" name="Google Shape;1399;p30"/>
            <p:cNvCxnSpPr/>
            <p:nvPr/>
          </p:nvCxnSpPr>
          <p:spPr>
            <a:xfrm>
              <a:off x="291857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00" name="Google Shape;1400;p30"/>
            <p:cNvCxnSpPr/>
            <p:nvPr/>
          </p:nvCxnSpPr>
          <p:spPr>
            <a:xfrm>
              <a:off x="321887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01" name="Google Shape;1401;p30"/>
            <p:cNvCxnSpPr/>
            <p:nvPr/>
          </p:nvCxnSpPr>
          <p:spPr>
            <a:xfrm>
              <a:off x="351918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02" name="Google Shape;1402;p30"/>
            <p:cNvCxnSpPr/>
            <p:nvPr/>
          </p:nvCxnSpPr>
          <p:spPr>
            <a:xfrm>
              <a:off x="381948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03" name="Google Shape;1403;p30"/>
            <p:cNvCxnSpPr/>
            <p:nvPr/>
          </p:nvCxnSpPr>
          <p:spPr>
            <a:xfrm>
              <a:off x="411978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04" name="Google Shape;1404;p30"/>
            <p:cNvCxnSpPr/>
            <p:nvPr/>
          </p:nvCxnSpPr>
          <p:spPr>
            <a:xfrm>
              <a:off x="442009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05" name="Google Shape;1405;p30"/>
            <p:cNvCxnSpPr/>
            <p:nvPr/>
          </p:nvCxnSpPr>
          <p:spPr>
            <a:xfrm>
              <a:off x="472039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06" name="Google Shape;1406;p30"/>
            <p:cNvCxnSpPr/>
            <p:nvPr/>
          </p:nvCxnSpPr>
          <p:spPr>
            <a:xfrm>
              <a:off x="502069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07" name="Google Shape;1407;p30"/>
            <p:cNvCxnSpPr/>
            <p:nvPr/>
          </p:nvCxnSpPr>
          <p:spPr>
            <a:xfrm>
              <a:off x="532100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08" name="Google Shape;1408;p30"/>
            <p:cNvCxnSpPr/>
            <p:nvPr/>
          </p:nvCxnSpPr>
          <p:spPr>
            <a:xfrm>
              <a:off x="562130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09" name="Google Shape;1409;p30"/>
            <p:cNvCxnSpPr/>
            <p:nvPr/>
          </p:nvCxnSpPr>
          <p:spPr>
            <a:xfrm>
              <a:off x="592160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10" name="Google Shape;1410;p30"/>
            <p:cNvCxnSpPr/>
            <p:nvPr/>
          </p:nvCxnSpPr>
          <p:spPr>
            <a:xfrm>
              <a:off x="622191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11" name="Google Shape;1411;p30"/>
            <p:cNvCxnSpPr/>
            <p:nvPr/>
          </p:nvCxnSpPr>
          <p:spPr>
            <a:xfrm>
              <a:off x="652221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12" name="Google Shape;1412;p30"/>
            <p:cNvCxnSpPr/>
            <p:nvPr/>
          </p:nvCxnSpPr>
          <p:spPr>
            <a:xfrm>
              <a:off x="682252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13" name="Google Shape;1413;p30"/>
            <p:cNvCxnSpPr/>
            <p:nvPr/>
          </p:nvCxnSpPr>
          <p:spPr>
            <a:xfrm>
              <a:off x="712282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14" name="Google Shape;1414;p30"/>
            <p:cNvCxnSpPr/>
            <p:nvPr/>
          </p:nvCxnSpPr>
          <p:spPr>
            <a:xfrm>
              <a:off x="742312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15" name="Google Shape;1415;p30"/>
            <p:cNvCxnSpPr/>
            <p:nvPr/>
          </p:nvCxnSpPr>
          <p:spPr>
            <a:xfrm>
              <a:off x="772343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16" name="Google Shape;1416;p30"/>
            <p:cNvCxnSpPr/>
            <p:nvPr/>
          </p:nvCxnSpPr>
          <p:spPr>
            <a:xfrm>
              <a:off x="802373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17" name="Google Shape;1417;p30"/>
            <p:cNvCxnSpPr/>
            <p:nvPr/>
          </p:nvCxnSpPr>
          <p:spPr>
            <a:xfrm>
              <a:off x="832403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18" name="Google Shape;1418;p30"/>
            <p:cNvCxnSpPr/>
            <p:nvPr/>
          </p:nvCxnSpPr>
          <p:spPr>
            <a:xfrm>
              <a:off x="862434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19" name="Google Shape;1419;p30"/>
            <p:cNvCxnSpPr/>
            <p:nvPr/>
          </p:nvCxnSpPr>
          <p:spPr>
            <a:xfrm>
              <a:off x="89246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20" name="Google Shape;1420;p30"/>
            <p:cNvCxnSpPr/>
            <p:nvPr/>
          </p:nvCxnSpPr>
          <p:spPr>
            <a:xfrm>
              <a:off x="-43" y="3069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421" name="Google Shape;1421;p30"/>
            <p:cNvCxnSpPr/>
            <p:nvPr/>
          </p:nvCxnSpPr>
          <p:spPr>
            <a:xfrm>
              <a:off x="-43" y="6105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422" name="Google Shape;1422;p30"/>
            <p:cNvCxnSpPr/>
            <p:nvPr/>
          </p:nvCxnSpPr>
          <p:spPr>
            <a:xfrm>
              <a:off x="-43" y="9142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423" name="Google Shape;1423;p30"/>
            <p:cNvCxnSpPr/>
            <p:nvPr/>
          </p:nvCxnSpPr>
          <p:spPr>
            <a:xfrm>
              <a:off x="-43" y="12178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424" name="Google Shape;1424;p30"/>
            <p:cNvCxnSpPr/>
            <p:nvPr/>
          </p:nvCxnSpPr>
          <p:spPr>
            <a:xfrm>
              <a:off x="-43" y="15215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425" name="Google Shape;1425;p30"/>
            <p:cNvCxnSpPr/>
            <p:nvPr/>
          </p:nvCxnSpPr>
          <p:spPr>
            <a:xfrm>
              <a:off x="-43" y="18251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426" name="Google Shape;1426;p30"/>
            <p:cNvCxnSpPr/>
            <p:nvPr/>
          </p:nvCxnSpPr>
          <p:spPr>
            <a:xfrm>
              <a:off x="-43" y="21288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427" name="Google Shape;1427;p30"/>
            <p:cNvCxnSpPr/>
            <p:nvPr/>
          </p:nvCxnSpPr>
          <p:spPr>
            <a:xfrm>
              <a:off x="-43" y="24324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428" name="Google Shape;1428;p30"/>
            <p:cNvCxnSpPr/>
            <p:nvPr/>
          </p:nvCxnSpPr>
          <p:spPr>
            <a:xfrm>
              <a:off x="-43" y="27361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429" name="Google Shape;1429;p30"/>
            <p:cNvCxnSpPr/>
            <p:nvPr/>
          </p:nvCxnSpPr>
          <p:spPr>
            <a:xfrm>
              <a:off x="-43" y="30397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430" name="Google Shape;1430;p30"/>
            <p:cNvCxnSpPr/>
            <p:nvPr/>
          </p:nvCxnSpPr>
          <p:spPr>
            <a:xfrm>
              <a:off x="-43" y="33434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431" name="Google Shape;1431;p30"/>
            <p:cNvCxnSpPr/>
            <p:nvPr/>
          </p:nvCxnSpPr>
          <p:spPr>
            <a:xfrm>
              <a:off x="-43" y="36470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432" name="Google Shape;1432;p30"/>
            <p:cNvCxnSpPr/>
            <p:nvPr/>
          </p:nvCxnSpPr>
          <p:spPr>
            <a:xfrm>
              <a:off x="-43" y="39507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433" name="Google Shape;1433;p30"/>
            <p:cNvCxnSpPr/>
            <p:nvPr/>
          </p:nvCxnSpPr>
          <p:spPr>
            <a:xfrm>
              <a:off x="-43" y="42543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434" name="Google Shape;1434;p30"/>
            <p:cNvCxnSpPr/>
            <p:nvPr/>
          </p:nvCxnSpPr>
          <p:spPr>
            <a:xfrm>
              <a:off x="-43" y="45580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435" name="Google Shape;1435;p30"/>
            <p:cNvCxnSpPr/>
            <p:nvPr/>
          </p:nvCxnSpPr>
          <p:spPr>
            <a:xfrm>
              <a:off x="-43" y="4861650"/>
              <a:ext cx="9144000" cy="0"/>
            </a:xfrm>
            <a:prstGeom prst="straightConnector1">
              <a:avLst/>
            </a:prstGeom>
            <a:noFill/>
            <a:ln w="9525" cap="flat" cmpd="sng">
              <a:solidFill>
                <a:schemeClr val="dk2"/>
              </a:solidFill>
              <a:prstDash val="solid"/>
              <a:round/>
              <a:headEnd type="none" w="med" len="med"/>
              <a:tailEnd type="none" w="med" len="med"/>
            </a:ln>
          </p:spPr>
        </p:cxnSp>
      </p:grpSp>
      <p:sp>
        <p:nvSpPr>
          <p:cNvPr id="1436" name="Google Shape;1436;p30"/>
          <p:cNvSpPr/>
          <p:nvPr/>
        </p:nvSpPr>
        <p:spPr>
          <a:xfrm>
            <a:off x="713250" y="1198475"/>
            <a:ext cx="7717500" cy="3593100"/>
          </a:xfrm>
          <a:prstGeom prst="rect">
            <a:avLst/>
          </a:pr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30"/>
          <p:cNvSpPr txBox="1">
            <a:spLocks noGrp="1"/>
          </p:cNvSpPr>
          <p:nvPr>
            <p:ph type="subTitle" idx="1"/>
          </p:nvPr>
        </p:nvSpPr>
        <p:spPr>
          <a:xfrm>
            <a:off x="923119" y="3957975"/>
            <a:ext cx="1791300" cy="5187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438" name="Google Shape;1438;p30"/>
          <p:cNvSpPr txBox="1">
            <a:spLocks noGrp="1"/>
          </p:cNvSpPr>
          <p:nvPr>
            <p:ph type="title" hasCustomPrompt="1"/>
          </p:nvPr>
        </p:nvSpPr>
        <p:spPr>
          <a:xfrm>
            <a:off x="923119" y="3052225"/>
            <a:ext cx="1791300" cy="5907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4000"/>
              <a:buNone/>
              <a:defRPr/>
            </a:lvl1pPr>
            <a:lvl2pPr lvl="1" algn="ctr" rtl="0">
              <a:spcBef>
                <a:spcPts val="0"/>
              </a:spcBef>
              <a:spcAft>
                <a:spcPts val="0"/>
              </a:spcAft>
              <a:buSzPts val="4000"/>
              <a:buNone/>
              <a:defRPr sz="4000"/>
            </a:lvl2pPr>
            <a:lvl3pPr lvl="2" algn="ctr" rtl="0">
              <a:spcBef>
                <a:spcPts val="0"/>
              </a:spcBef>
              <a:spcAft>
                <a:spcPts val="0"/>
              </a:spcAft>
              <a:buSzPts val="4000"/>
              <a:buNone/>
              <a:defRPr sz="4000"/>
            </a:lvl3pPr>
            <a:lvl4pPr lvl="3" algn="ctr" rtl="0">
              <a:spcBef>
                <a:spcPts val="0"/>
              </a:spcBef>
              <a:spcAft>
                <a:spcPts val="0"/>
              </a:spcAft>
              <a:buSzPts val="4000"/>
              <a:buNone/>
              <a:defRPr sz="4000"/>
            </a:lvl4pPr>
            <a:lvl5pPr lvl="4" algn="ctr" rtl="0">
              <a:spcBef>
                <a:spcPts val="0"/>
              </a:spcBef>
              <a:spcAft>
                <a:spcPts val="0"/>
              </a:spcAft>
              <a:buSzPts val="4000"/>
              <a:buNone/>
              <a:defRPr sz="4000"/>
            </a:lvl5pPr>
            <a:lvl6pPr lvl="5" algn="ctr" rtl="0">
              <a:spcBef>
                <a:spcPts val="0"/>
              </a:spcBef>
              <a:spcAft>
                <a:spcPts val="0"/>
              </a:spcAft>
              <a:buSzPts val="4000"/>
              <a:buNone/>
              <a:defRPr sz="4000"/>
            </a:lvl6pPr>
            <a:lvl7pPr lvl="6" algn="ctr" rtl="0">
              <a:spcBef>
                <a:spcPts val="0"/>
              </a:spcBef>
              <a:spcAft>
                <a:spcPts val="0"/>
              </a:spcAft>
              <a:buSzPts val="4000"/>
              <a:buNone/>
              <a:defRPr sz="4000"/>
            </a:lvl7pPr>
            <a:lvl8pPr lvl="7" algn="ctr" rtl="0">
              <a:spcBef>
                <a:spcPts val="0"/>
              </a:spcBef>
              <a:spcAft>
                <a:spcPts val="0"/>
              </a:spcAft>
              <a:buSzPts val="4000"/>
              <a:buNone/>
              <a:defRPr sz="4000"/>
            </a:lvl8pPr>
            <a:lvl9pPr lvl="8" algn="ctr" rtl="0">
              <a:spcBef>
                <a:spcPts val="0"/>
              </a:spcBef>
              <a:spcAft>
                <a:spcPts val="0"/>
              </a:spcAft>
              <a:buSzPts val="4000"/>
              <a:buNone/>
              <a:defRPr sz="4000"/>
            </a:lvl9pPr>
          </a:lstStyle>
          <a:p>
            <a:r>
              <a:t>xx%</a:t>
            </a:r>
          </a:p>
        </p:txBody>
      </p:sp>
      <p:sp>
        <p:nvSpPr>
          <p:cNvPr id="1439" name="Google Shape;1439;p30"/>
          <p:cNvSpPr txBox="1">
            <a:spLocks noGrp="1"/>
          </p:cNvSpPr>
          <p:nvPr>
            <p:ph type="subTitle" idx="2"/>
          </p:nvPr>
        </p:nvSpPr>
        <p:spPr>
          <a:xfrm>
            <a:off x="2835121" y="3957960"/>
            <a:ext cx="1791300" cy="5187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440" name="Google Shape;1440;p30"/>
          <p:cNvSpPr txBox="1">
            <a:spLocks noGrp="1"/>
          </p:cNvSpPr>
          <p:nvPr>
            <p:ph type="title" idx="3" hasCustomPrompt="1"/>
          </p:nvPr>
        </p:nvSpPr>
        <p:spPr>
          <a:xfrm>
            <a:off x="2835121" y="3052225"/>
            <a:ext cx="1791300" cy="5907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4000"/>
              <a:buNone/>
              <a:defRPr/>
            </a:lvl1pPr>
            <a:lvl2pPr lvl="1" algn="ctr" rtl="0">
              <a:spcBef>
                <a:spcPts val="0"/>
              </a:spcBef>
              <a:spcAft>
                <a:spcPts val="0"/>
              </a:spcAft>
              <a:buSzPts val="4000"/>
              <a:buNone/>
              <a:defRPr sz="4000"/>
            </a:lvl2pPr>
            <a:lvl3pPr lvl="2" algn="ctr" rtl="0">
              <a:spcBef>
                <a:spcPts val="0"/>
              </a:spcBef>
              <a:spcAft>
                <a:spcPts val="0"/>
              </a:spcAft>
              <a:buSzPts val="4000"/>
              <a:buNone/>
              <a:defRPr sz="4000"/>
            </a:lvl3pPr>
            <a:lvl4pPr lvl="3" algn="ctr" rtl="0">
              <a:spcBef>
                <a:spcPts val="0"/>
              </a:spcBef>
              <a:spcAft>
                <a:spcPts val="0"/>
              </a:spcAft>
              <a:buSzPts val="4000"/>
              <a:buNone/>
              <a:defRPr sz="4000"/>
            </a:lvl4pPr>
            <a:lvl5pPr lvl="4" algn="ctr" rtl="0">
              <a:spcBef>
                <a:spcPts val="0"/>
              </a:spcBef>
              <a:spcAft>
                <a:spcPts val="0"/>
              </a:spcAft>
              <a:buSzPts val="4000"/>
              <a:buNone/>
              <a:defRPr sz="4000"/>
            </a:lvl5pPr>
            <a:lvl6pPr lvl="5" algn="ctr" rtl="0">
              <a:spcBef>
                <a:spcPts val="0"/>
              </a:spcBef>
              <a:spcAft>
                <a:spcPts val="0"/>
              </a:spcAft>
              <a:buSzPts val="4000"/>
              <a:buNone/>
              <a:defRPr sz="4000"/>
            </a:lvl6pPr>
            <a:lvl7pPr lvl="6" algn="ctr" rtl="0">
              <a:spcBef>
                <a:spcPts val="0"/>
              </a:spcBef>
              <a:spcAft>
                <a:spcPts val="0"/>
              </a:spcAft>
              <a:buSzPts val="4000"/>
              <a:buNone/>
              <a:defRPr sz="4000"/>
            </a:lvl7pPr>
            <a:lvl8pPr lvl="7" algn="ctr" rtl="0">
              <a:spcBef>
                <a:spcPts val="0"/>
              </a:spcBef>
              <a:spcAft>
                <a:spcPts val="0"/>
              </a:spcAft>
              <a:buSzPts val="4000"/>
              <a:buNone/>
              <a:defRPr sz="4000"/>
            </a:lvl8pPr>
            <a:lvl9pPr lvl="8" algn="ctr" rtl="0">
              <a:spcBef>
                <a:spcPts val="0"/>
              </a:spcBef>
              <a:spcAft>
                <a:spcPts val="0"/>
              </a:spcAft>
              <a:buSzPts val="4000"/>
              <a:buNone/>
              <a:defRPr sz="4000"/>
            </a:lvl9pPr>
          </a:lstStyle>
          <a:p>
            <a:r>
              <a:t>xx%</a:t>
            </a:r>
          </a:p>
        </p:txBody>
      </p:sp>
      <p:sp>
        <p:nvSpPr>
          <p:cNvPr id="1441" name="Google Shape;1441;p30"/>
          <p:cNvSpPr txBox="1">
            <a:spLocks noGrp="1"/>
          </p:cNvSpPr>
          <p:nvPr>
            <p:ph type="subTitle" idx="4"/>
          </p:nvPr>
        </p:nvSpPr>
        <p:spPr>
          <a:xfrm>
            <a:off x="4747122" y="3957975"/>
            <a:ext cx="1791300" cy="5187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442" name="Google Shape;1442;p30"/>
          <p:cNvSpPr txBox="1">
            <a:spLocks noGrp="1"/>
          </p:cNvSpPr>
          <p:nvPr>
            <p:ph type="title" idx="5" hasCustomPrompt="1"/>
          </p:nvPr>
        </p:nvSpPr>
        <p:spPr>
          <a:xfrm>
            <a:off x="4747122" y="3052225"/>
            <a:ext cx="1791300" cy="5907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4000"/>
              <a:buNone/>
              <a:defRPr/>
            </a:lvl1pPr>
            <a:lvl2pPr lvl="1" algn="ctr" rtl="0">
              <a:spcBef>
                <a:spcPts val="0"/>
              </a:spcBef>
              <a:spcAft>
                <a:spcPts val="0"/>
              </a:spcAft>
              <a:buSzPts val="4000"/>
              <a:buNone/>
              <a:defRPr sz="4000"/>
            </a:lvl2pPr>
            <a:lvl3pPr lvl="2" algn="ctr" rtl="0">
              <a:spcBef>
                <a:spcPts val="0"/>
              </a:spcBef>
              <a:spcAft>
                <a:spcPts val="0"/>
              </a:spcAft>
              <a:buSzPts val="4000"/>
              <a:buNone/>
              <a:defRPr sz="4000"/>
            </a:lvl3pPr>
            <a:lvl4pPr lvl="3" algn="ctr" rtl="0">
              <a:spcBef>
                <a:spcPts val="0"/>
              </a:spcBef>
              <a:spcAft>
                <a:spcPts val="0"/>
              </a:spcAft>
              <a:buSzPts val="4000"/>
              <a:buNone/>
              <a:defRPr sz="4000"/>
            </a:lvl4pPr>
            <a:lvl5pPr lvl="4" algn="ctr" rtl="0">
              <a:spcBef>
                <a:spcPts val="0"/>
              </a:spcBef>
              <a:spcAft>
                <a:spcPts val="0"/>
              </a:spcAft>
              <a:buSzPts val="4000"/>
              <a:buNone/>
              <a:defRPr sz="4000"/>
            </a:lvl5pPr>
            <a:lvl6pPr lvl="5" algn="ctr" rtl="0">
              <a:spcBef>
                <a:spcPts val="0"/>
              </a:spcBef>
              <a:spcAft>
                <a:spcPts val="0"/>
              </a:spcAft>
              <a:buSzPts val="4000"/>
              <a:buNone/>
              <a:defRPr sz="4000"/>
            </a:lvl6pPr>
            <a:lvl7pPr lvl="6" algn="ctr" rtl="0">
              <a:spcBef>
                <a:spcPts val="0"/>
              </a:spcBef>
              <a:spcAft>
                <a:spcPts val="0"/>
              </a:spcAft>
              <a:buSzPts val="4000"/>
              <a:buNone/>
              <a:defRPr sz="4000"/>
            </a:lvl7pPr>
            <a:lvl8pPr lvl="7" algn="ctr" rtl="0">
              <a:spcBef>
                <a:spcPts val="0"/>
              </a:spcBef>
              <a:spcAft>
                <a:spcPts val="0"/>
              </a:spcAft>
              <a:buSzPts val="4000"/>
              <a:buNone/>
              <a:defRPr sz="4000"/>
            </a:lvl8pPr>
            <a:lvl9pPr lvl="8" algn="ctr" rtl="0">
              <a:spcBef>
                <a:spcPts val="0"/>
              </a:spcBef>
              <a:spcAft>
                <a:spcPts val="0"/>
              </a:spcAft>
              <a:buSzPts val="4000"/>
              <a:buNone/>
              <a:defRPr sz="4000"/>
            </a:lvl9pPr>
          </a:lstStyle>
          <a:p>
            <a:r>
              <a:t>xx%</a:t>
            </a:r>
          </a:p>
        </p:txBody>
      </p:sp>
      <p:sp>
        <p:nvSpPr>
          <p:cNvPr id="1443" name="Google Shape;1443;p30"/>
          <p:cNvSpPr txBox="1">
            <a:spLocks noGrp="1"/>
          </p:cNvSpPr>
          <p:nvPr>
            <p:ph type="subTitle" idx="6"/>
          </p:nvPr>
        </p:nvSpPr>
        <p:spPr>
          <a:xfrm>
            <a:off x="923119" y="3623545"/>
            <a:ext cx="1791300" cy="4560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accent2"/>
              </a:buClr>
              <a:buSzPts val="2400"/>
              <a:buNone/>
              <a:defRPr sz="2200">
                <a:solidFill>
                  <a:schemeClr val="dk1"/>
                </a:solidFill>
                <a:latin typeface="Jua"/>
                <a:ea typeface="Jua"/>
                <a:cs typeface="Jua"/>
                <a:sym typeface="Jua"/>
              </a:defRPr>
            </a:lvl1pPr>
            <a:lvl2pPr lvl="1" rtl="0">
              <a:spcBef>
                <a:spcPts val="0"/>
              </a:spcBef>
              <a:spcAft>
                <a:spcPts val="0"/>
              </a:spcAft>
              <a:buClr>
                <a:schemeClr val="accent2"/>
              </a:buClr>
              <a:buSzPts val="2400"/>
              <a:buNone/>
              <a:defRPr sz="2400" i="1">
                <a:solidFill>
                  <a:schemeClr val="accent2"/>
                </a:solidFill>
              </a:defRPr>
            </a:lvl2pPr>
            <a:lvl3pPr lvl="2" rtl="0">
              <a:spcBef>
                <a:spcPts val="0"/>
              </a:spcBef>
              <a:spcAft>
                <a:spcPts val="0"/>
              </a:spcAft>
              <a:buClr>
                <a:schemeClr val="accent2"/>
              </a:buClr>
              <a:buSzPts val="2400"/>
              <a:buNone/>
              <a:defRPr sz="2400" i="1">
                <a:solidFill>
                  <a:schemeClr val="accent2"/>
                </a:solidFill>
              </a:defRPr>
            </a:lvl3pPr>
            <a:lvl4pPr lvl="3" rtl="0">
              <a:spcBef>
                <a:spcPts val="0"/>
              </a:spcBef>
              <a:spcAft>
                <a:spcPts val="0"/>
              </a:spcAft>
              <a:buClr>
                <a:schemeClr val="accent2"/>
              </a:buClr>
              <a:buSzPts val="2400"/>
              <a:buNone/>
              <a:defRPr sz="2400" i="1">
                <a:solidFill>
                  <a:schemeClr val="accent2"/>
                </a:solidFill>
              </a:defRPr>
            </a:lvl4pPr>
            <a:lvl5pPr lvl="4" rtl="0">
              <a:spcBef>
                <a:spcPts val="0"/>
              </a:spcBef>
              <a:spcAft>
                <a:spcPts val="0"/>
              </a:spcAft>
              <a:buClr>
                <a:schemeClr val="accent2"/>
              </a:buClr>
              <a:buSzPts val="2400"/>
              <a:buNone/>
              <a:defRPr sz="2400" i="1">
                <a:solidFill>
                  <a:schemeClr val="accent2"/>
                </a:solidFill>
              </a:defRPr>
            </a:lvl5pPr>
            <a:lvl6pPr lvl="5" rtl="0">
              <a:spcBef>
                <a:spcPts val="0"/>
              </a:spcBef>
              <a:spcAft>
                <a:spcPts val="0"/>
              </a:spcAft>
              <a:buClr>
                <a:schemeClr val="accent2"/>
              </a:buClr>
              <a:buSzPts val="2400"/>
              <a:buNone/>
              <a:defRPr sz="2400" i="1">
                <a:solidFill>
                  <a:schemeClr val="accent2"/>
                </a:solidFill>
              </a:defRPr>
            </a:lvl6pPr>
            <a:lvl7pPr lvl="6" rtl="0">
              <a:spcBef>
                <a:spcPts val="0"/>
              </a:spcBef>
              <a:spcAft>
                <a:spcPts val="0"/>
              </a:spcAft>
              <a:buClr>
                <a:schemeClr val="accent2"/>
              </a:buClr>
              <a:buSzPts val="2400"/>
              <a:buNone/>
              <a:defRPr sz="2400" i="1">
                <a:solidFill>
                  <a:schemeClr val="accent2"/>
                </a:solidFill>
              </a:defRPr>
            </a:lvl7pPr>
            <a:lvl8pPr lvl="7" rtl="0">
              <a:spcBef>
                <a:spcPts val="0"/>
              </a:spcBef>
              <a:spcAft>
                <a:spcPts val="0"/>
              </a:spcAft>
              <a:buClr>
                <a:schemeClr val="accent2"/>
              </a:buClr>
              <a:buSzPts val="2400"/>
              <a:buNone/>
              <a:defRPr sz="2400" i="1">
                <a:solidFill>
                  <a:schemeClr val="accent2"/>
                </a:solidFill>
              </a:defRPr>
            </a:lvl8pPr>
            <a:lvl9pPr lvl="8" rtl="0">
              <a:spcBef>
                <a:spcPts val="0"/>
              </a:spcBef>
              <a:spcAft>
                <a:spcPts val="0"/>
              </a:spcAft>
              <a:buClr>
                <a:schemeClr val="accent2"/>
              </a:buClr>
              <a:buSzPts val="2400"/>
              <a:buNone/>
              <a:defRPr sz="2400" i="1">
                <a:solidFill>
                  <a:schemeClr val="accent2"/>
                </a:solidFill>
              </a:defRPr>
            </a:lvl9pPr>
          </a:lstStyle>
          <a:p>
            <a:endParaRPr/>
          </a:p>
        </p:txBody>
      </p:sp>
      <p:sp>
        <p:nvSpPr>
          <p:cNvPr id="1444" name="Google Shape;1444;p30"/>
          <p:cNvSpPr txBox="1">
            <a:spLocks noGrp="1"/>
          </p:cNvSpPr>
          <p:nvPr>
            <p:ph type="subTitle" idx="7"/>
          </p:nvPr>
        </p:nvSpPr>
        <p:spPr>
          <a:xfrm>
            <a:off x="2835121" y="3622722"/>
            <a:ext cx="1791300" cy="4560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accent2"/>
              </a:buClr>
              <a:buSzPts val="2400"/>
              <a:buNone/>
              <a:defRPr sz="2200">
                <a:solidFill>
                  <a:schemeClr val="dk1"/>
                </a:solidFill>
                <a:latin typeface="Jua"/>
                <a:ea typeface="Jua"/>
                <a:cs typeface="Jua"/>
                <a:sym typeface="Jua"/>
              </a:defRPr>
            </a:lvl1pPr>
            <a:lvl2pPr lvl="1" rtl="0">
              <a:spcBef>
                <a:spcPts val="0"/>
              </a:spcBef>
              <a:spcAft>
                <a:spcPts val="0"/>
              </a:spcAft>
              <a:buClr>
                <a:schemeClr val="accent2"/>
              </a:buClr>
              <a:buSzPts val="2400"/>
              <a:buNone/>
              <a:defRPr sz="2400" i="1">
                <a:solidFill>
                  <a:schemeClr val="accent2"/>
                </a:solidFill>
              </a:defRPr>
            </a:lvl2pPr>
            <a:lvl3pPr lvl="2" rtl="0">
              <a:spcBef>
                <a:spcPts val="0"/>
              </a:spcBef>
              <a:spcAft>
                <a:spcPts val="0"/>
              </a:spcAft>
              <a:buClr>
                <a:schemeClr val="accent2"/>
              </a:buClr>
              <a:buSzPts val="2400"/>
              <a:buNone/>
              <a:defRPr sz="2400" i="1">
                <a:solidFill>
                  <a:schemeClr val="accent2"/>
                </a:solidFill>
              </a:defRPr>
            </a:lvl3pPr>
            <a:lvl4pPr lvl="3" rtl="0">
              <a:spcBef>
                <a:spcPts val="0"/>
              </a:spcBef>
              <a:spcAft>
                <a:spcPts val="0"/>
              </a:spcAft>
              <a:buClr>
                <a:schemeClr val="accent2"/>
              </a:buClr>
              <a:buSzPts val="2400"/>
              <a:buNone/>
              <a:defRPr sz="2400" i="1">
                <a:solidFill>
                  <a:schemeClr val="accent2"/>
                </a:solidFill>
              </a:defRPr>
            </a:lvl4pPr>
            <a:lvl5pPr lvl="4" rtl="0">
              <a:spcBef>
                <a:spcPts val="0"/>
              </a:spcBef>
              <a:spcAft>
                <a:spcPts val="0"/>
              </a:spcAft>
              <a:buClr>
                <a:schemeClr val="accent2"/>
              </a:buClr>
              <a:buSzPts val="2400"/>
              <a:buNone/>
              <a:defRPr sz="2400" i="1">
                <a:solidFill>
                  <a:schemeClr val="accent2"/>
                </a:solidFill>
              </a:defRPr>
            </a:lvl5pPr>
            <a:lvl6pPr lvl="5" rtl="0">
              <a:spcBef>
                <a:spcPts val="0"/>
              </a:spcBef>
              <a:spcAft>
                <a:spcPts val="0"/>
              </a:spcAft>
              <a:buClr>
                <a:schemeClr val="accent2"/>
              </a:buClr>
              <a:buSzPts val="2400"/>
              <a:buNone/>
              <a:defRPr sz="2400" i="1">
                <a:solidFill>
                  <a:schemeClr val="accent2"/>
                </a:solidFill>
              </a:defRPr>
            </a:lvl6pPr>
            <a:lvl7pPr lvl="6" rtl="0">
              <a:spcBef>
                <a:spcPts val="0"/>
              </a:spcBef>
              <a:spcAft>
                <a:spcPts val="0"/>
              </a:spcAft>
              <a:buClr>
                <a:schemeClr val="accent2"/>
              </a:buClr>
              <a:buSzPts val="2400"/>
              <a:buNone/>
              <a:defRPr sz="2400" i="1">
                <a:solidFill>
                  <a:schemeClr val="accent2"/>
                </a:solidFill>
              </a:defRPr>
            </a:lvl7pPr>
            <a:lvl8pPr lvl="7" rtl="0">
              <a:spcBef>
                <a:spcPts val="0"/>
              </a:spcBef>
              <a:spcAft>
                <a:spcPts val="0"/>
              </a:spcAft>
              <a:buClr>
                <a:schemeClr val="accent2"/>
              </a:buClr>
              <a:buSzPts val="2400"/>
              <a:buNone/>
              <a:defRPr sz="2400" i="1">
                <a:solidFill>
                  <a:schemeClr val="accent2"/>
                </a:solidFill>
              </a:defRPr>
            </a:lvl8pPr>
            <a:lvl9pPr lvl="8" rtl="0">
              <a:spcBef>
                <a:spcPts val="0"/>
              </a:spcBef>
              <a:spcAft>
                <a:spcPts val="0"/>
              </a:spcAft>
              <a:buClr>
                <a:schemeClr val="accent2"/>
              </a:buClr>
              <a:buSzPts val="2400"/>
              <a:buNone/>
              <a:defRPr sz="2400" i="1">
                <a:solidFill>
                  <a:schemeClr val="accent2"/>
                </a:solidFill>
              </a:defRPr>
            </a:lvl9pPr>
          </a:lstStyle>
          <a:p>
            <a:endParaRPr/>
          </a:p>
        </p:txBody>
      </p:sp>
      <p:sp>
        <p:nvSpPr>
          <p:cNvPr id="1445" name="Google Shape;1445;p30"/>
          <p:cNvSpPr txBox="1">
            <a:spLocks noGrp="1"/>
          </p:cNvSpPr>
          <p:nvPr>
            <p:ph type="subTitle" idx="8"/>
          </p:nvPr>
        </p:nvSpPr>
        <p:spPr>
          <a:xfrm>
            <a:off x="4747122" y="3623546"/>
            <a:ext cx="1791300" cy="4560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accent2"/>
              </a:buClr>
              <a:buSzPts val="2400"/>
              <a:buNone/>
              <a:defRPr sz="2200">
                <a:solidFill>
                  <a:schemeClr val="dk1"/>
                </a:solidFill>
                <a:latin typeface="Jua"/>
                <a:ea typeface="Jua"/>
                <a:cs typeface="Jua"/>
                <a:sym typeface="Jua"/>
              </a:defRPr>
            </a:lvl1pPr>
            <a:lvl2pPr lvl="1" rtl="0">
              <a:spcBef>
                <a:spcPts val="0"/>
              </a:spcBef>
              <a:spcAft>
                <a:spcPts val="0"/>
              </a:spcAft>
              <a:buClr>
                <a:schemeClr val="accent2"/>
              </a:buClr>
              <a:buSzPts val="2400"/>
              <a:buNone/>
              <a:defRPr sz="2400" i="1">
                <a:solidFill>
                  <a:schemeClr val="accent2"/>
                </a:solidFill>
              </a:defRPr>
            </a:lvl2pPr>
            <a:lvl3pPr lvl="2" rtl="0">
              <a:spcBef>
                <a:spcPts val="0"/>
              </a:spcBef>
              <a:spcAft>
                <a:spcPts val="0"/>
              </a:spcAft>
              <a:buClr>
                <a:schemeClr val="accent2"/>
              </a:buClr>
              <a:buSzPts val="2400"/>
              <a:buNone/>
              <a:defRPr sz="2400" i="1">
                <a:solidFill>
                  <a:schemeClr val="accent2"/>
                </a:solidFill>
              </a:defRPr>
            </a:lvl3pPr>
            <a:lvl4pPr lvl="3" rtl="0">
              <a:spcBef>
                <a:spcPts val="0"/>
              </a:spcBef>
              <a:spcAft>
                <a:spcPts val="0"/>
              </a:spcAft>
              <a:buClr>
                <a:schemeClr val="accent2"/>
              </a:buClr>
              <a:buSzPts val="2400"/>
              <a:buNone/>
              <a:defRPr sz="2400" i="1">
                <a:solidFill>
                  <a:schemeClr val="accent2"/>
                </a:solidFill>
              </a:defRPr>
            </a:lvl4pPr>
            <a:lvl5pPr lvl="4" rtl="0">
              <a:spcBef>
                <a:spcPts val="0"/>
              </a:spcBef>
              <a:spcAft>
                <a:spcPts val="0"/>
              </a:spcAft>
              <a:buClr>
                <a:schemeClr val="accent2"/>
              </a:buClr>
              <a:buSzPts val="2400"/>
              <a:buNone/>
              <a:defRPr sz="2400" i="1">
                <a:solidFill>
                  <a:schemeClr val="accent2"/>
                </a:solidFill>
              </a:defRPr>
            </a:lvl5pPr>
            <a:lvl6pPr lvl="5" rtl="0">
              <a:spcBef>
                <a:spcPts val="0"/>
              </a:spcBef>
              <a:spcAft>
                <a:spcPts val="0"/>
              </a:spcAft>
              <a:buClr>
                <a:schemeClr val="accent2"/>
              </a:buClr>
              <a:buSzPts val="2400"/>
              <a:buNone/>
              <a:defRPr sz="2400" i="1">
                <a:solidFill>
                  <a:schemeClr val="accent2"/>
                </a:solidFill>
              </a:defRPr>
            </a:lvl6pPr>
            <a:lvl7pPr lvl="6" rtl="0">
              <a:spcBef>
                <a:spcPts val="0"/>
              </a:spcBef>
              <a:spcAft>
                <a:spcPts val="0"/>
              </a:spcAft>
              <a:buClr>
                <a:schemeClr val="accent2"/>
              </a:buClr>
              <a:buSzPts val="2400"/>
              <a:buNone/>
              <a:defRPr sz="2400" i="1">
                <a:solidFill>
                  <a:schemeClr val="accent2"/>
                </a:solidFill>
              </a:defRPr>
            </a:lvl7pPr>
            <a:lvl8pPr lvl="7" rtl="0">
              <a:spcBef>
                <a:spcPts val="0"/>
              </a:spcBef>
              <a:spcAft>
                <a:spcPts val="0"/>
              </a:spcAft>
              <a:buClr>
                <a:schemeClr val="accent2"/>
              </a:buClr>
              <a:buSzPts val="2400"/>
              <a:buNone/>
              <a:defRPr sz="2400" i="1">
                <a:solidFill>
                  <a:schemeClr val="accent2"/>
                </a:solidFill>
              </a:defRPr>
            </a:lvl8pPr>
            <a:lvl9pPr lvl="8" rtl="0">
              <a:spcBef>
                <a:spcPts val="0"/>
              </a:spcBef>
              <a:spcAft>
                <a:spcPts val="0"/>
              </a:spcAft>
              <a:buClr>
                <a:schemeClr val="accent2"/>
              </a:buClr>
              <a:buSzPts val="2400"/>
              <a:buNone/>
              <a:defRPr sz="2400" i="1">
                <a:solidFill>
                  <a:schemeClr val="accent2"/>
                </a:solidFill>
              </a:defRPr>
            </a:lvl9pPr>
          </a:lstStyle>
          <a:p>
            <a:endParaRPr/>
          </a:p>
        </p:txBody>
      </p:sp>
      <p:sp>
        <p:nvSpPr>
          <p:cNvPr id="1446" name="Google Shape;1446;p30"/>
          <p:cNvSpPr txBox="1">
            <a:spLocks noGrp="1"/>
          </p:cNvSpPr>
          <p:nvPr>
            <p:ph type="ctrTitle" idx="9"/>
          </p:nvPr>
        </p:nvSpPr>
        <p:spPr>
          <a:xfrm>
            <a:off x="713250" y="446075"/>
            <a:ext cx="7717500" cy="537000"/>
          </a:xfrm>
          <a:prstGeom prst="rect">
            <a:avLst/>
          </a:prstGeom>
          <a:solidFill>
            <a:schemeClr val="dk2"/>
          </a:solidFill>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lvl1pPr lvl="0" algn="ctr" rtl="0">
              <a:spcBef>
                <a:spcPts val="0"/>
              </a:spcBef>
              <a:spcAft>
                <a:spcPts val="0"/>
              </a:spcAft>
              <a:buSzPts val="3600"/>
              <a:buNone/>
              <a:defRPr sz="30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hanks">
  <p:cSld name="CUSTOM_6">
    <p:spTree>
      <p:nvGrpSpPr>
        <p:cNvPr id="1" name="Shape 1447"/>
        <p:cNvGrpSpPr/>
        <p:nvPr/>
      </p:nvGrpSpPr>
      <p:grpSpPr>
        <a:xfrm>
          <a:off x="0" y="0"/>
          <a:ext cx="0" cy="0"/>
          <a:chOff x="0" y="0"/>
          <a:chExt cx="0" cy="0"/>
        </a:xfrm>
      </p:grpSpPr>
      <p:grpSp>
        <p:nvGrpSpPr>
          <p:cNvPr id="1448" name="Google Shape;1448;p31"/>
          <p:cNvGrpSpPr/>
          <p:nvPr/>
        </p:nvGrpSpPr>
        <p:grpSpPr>
          <a:xfrm>
            <a:off x="7" y="-38100"/>
            <a:ext cx="9144000" cy="5219700"/>
            <a:chOff x="-43" y="-76200"/>
            <a:chExt cx="9144000" cy="5219700"/>
          </a:xfrm>
        </p:grpSpPr>
        <p:cxnSp>
          <p:nvCxnSpPr>
            <p:cNvPr id="1449" name="Google Shape;1449;p31"/>
            <p:cNvCxnSpPr/>
            <p:nvPr/>
          </p:nvCxnSpPr>
          <p:spPr>
            <a:xfrm>
              <a:off x="2158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50" name="Google Shape;1450;p31"/>
            <p:cNvCxnSpPr/>
            <p:nvPr/>
          </p:nvCxnSpPr>
          <p:spPr>
            <a:xfrm>
              <a:off x="51614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51" name="Google Shape;1451;p31"/>
            <p:cNvCxnSpPr/>
            <p:nvPr/>
          </p:nvCxnSpPr>
          <p:spPr>
            <a:xfrm>
              <a:off x="81645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52" name="Google Shape;1452;p31"/>
            <p:cNvCxnSpPr/>
            <p:nvPr/>
          </p:nvCxnSpPr>
          <p:spPr>
            <a:xfrm>
              <a:off x="111675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53" name="Google Shape;1453;p31"/>
            <p:cNvCxnSpPr/>
            <p:nvPr/>
          </p:nvCxnSpPr>
          <p:spPr>
            <a:xfrm>
              <a:off x="141705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54" name="Google Shape;1454;p31"/>
            <p:cNvCxnSpPr/>
            <p:nvPr/>
          </p:nvCxnSpPr>
          <p:spPr>
            <a:xfrm>
              <a:off x="171736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55" name="Google Shape;1455;p31"/>
            <p:cNvCxnSpPr/>
            <p:nvPr/>
          </p:nvCxnSpPr>
          <p:spPr>
            <a:xfrm>
              <a:off x="201766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56" name="Google Shape;1456;p31"/>
            <p:cNvCxnSpPr/>
            <p:nvPr/>
          </p:nvCxnSpPr>
          <p:spPr>
            <a:xfrm>
              <a:off x="231796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57" name="Google Shape;1457;p31"/>
            <p:cNvCxnSpPr/>
            <p:nvPr/>
          </p:nvCxnSpPr>
          <p:spPr>
            <a:xfrm>
              <a:off x="261827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58" name="Google Shape;1458;p31"/>
            <p:cNvCxnSpPr/>
            <p:nvPr/>
          </p:nvCxnSpPr>
          <p:spPr>
            <a:xfrm>
              <a:off x="291857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59" name="Google Shape;1459;p31"/>
            <p:cNvCxnSpPr/>
            <p:nvPr/>
          </p:nvCxnSpPr>
          <p:spPr>
            <a:xfrm>
              <a:off x="321887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60" name="Google Shape;1460;p31"/>
            <p:cNvCxnSpPr/>
            <p:nvPr/>
          </p:nvCxnSpPr>
          <p:spPr>
            <a:xfrm>
              <a:off x="351918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61" name="Google Shape;1461;p31"/>
            <p:cNvCxnSpPr/>
            <p:nvPr/>
          </p:nvCxnSpPr>
          <p:spPr>
            <a:xfrm>
              <a:off x="381948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62" name="Google Shape;1462;p31"/>
            <p:cNvCxnSpPr/>
            <p:nvPr/>
          </p:nvCxnSpPr>
          <p:spPr>
            <a:xfrm>
              <a:off x="411978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63" name="Google Shape;1463;p31"/>
            <p:cNvCxnSpPr/>
            <p:nvPr/>
          </p:nvCxnSpPr>
          <p:spPr>
            <a:xfrm>
              <a:off x="442009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64" name="Google Shape;1464;p31"/>
            <p:cNvCxnSpPr/>
            <p:nvPr/>
          </p:nvCxnSpPr>
          <p:spPr>
            <a:xfrm>
              <a:off x="472039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65" name="Google Shape;1465;p31"/>
            <p:cNvCxnSpPr/>
            <p:nvPr/>
          </p:nvCxnSpPr>
          <p:spPr>
            <a:xfrm>
              <a:off x="502069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66" name="Google Shape;1466;p31"/>
            <p:cNvCxnSpPr/>
            <p:nvPr/>
          </p:nvCxnSpPr>
          <p:spPr>
            <a:xfrm>
              <a:off x="532100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67" name="Google Shape;1467;p31"/>
            <p:cNvCxnSpPr/>
            <p:nvPr/>
          </p:nvCxnSpPr>
          <p:spPr>
            <a:xfrm>
              <a:off x="562130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68" name="Google Shape;1468;p31"/>
            <p:cNvCxnSpPr/>
            <p:nvPr/>
          </p:nvCxnSpPr>
          <p:spPr>
            <a:xfrm>
              <a:off x="592160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69" name="Google Shape;1469;p31"/>
            <p:cNvCxnSpPr/>
            <p:nvPr/>
          </p:nvCxnSpPr>
          <p:spPr>
            <a:xfrm>
              <a:off x="622191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70" name="Google Shape;1470;p31"/>
            <p:cNvCxnSpPr/>
            <p:nvPr/>
          </p:nvCxnSpPr>
          <p:spPr>
            <a:xfrm>
              <a:off x="652221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71" name="Google Shape;1471;p31"/>
            <p:cNvCxnSpPr/>
            <p:nvPr/>
          </p:nvCxnSpPr>
          <p:spPr>
            <a:xfrm>
              <a:off x="682252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72" name="Google Shape;1472;p31"/>
            <p:cNvCxnSpPr/>
            <p:nvPr/>
          </p:nvCxnSpPr>
          <p:spPr>
            <a:xfrm>
              <a:off x="712282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73" name="Google Shape;1473;p31"/>
            <p:cNvCxnSpPr/>
            <p:nvPr/>
          </p:nvCxnSpPr>
          <p:spPr>
            <a:xfrm>
              <a:off x="742312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74" name="Google Shape;1474;p31"/>
            <p:cNvCxnSpPr/>
            <p:nvPr/>
          </p:nvCxnSpPr>
          <p:spPr>
            <a:xfrm>
              <a:off x="772343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75" name="Google Shape;1475;p31"/>
            <p:cNvCxnSpPr/>
            <p:nvPr/>
          </p:nvCxnSpPr>
          <p:spPr>
            <a:xfrm>
              <a:off x="802373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76" name="Google Shape;1476;p31"/>
            <p:cNvCxnSpPr/>
            <p:nvPr/>
          </p:nvCxnSpPr>
          <p:spPr>
            <a:xfrm>
              <a:off x="832403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77" name="Google Shape;1477;p31"/>
            <p:cNvCxnSpPr/>
            <p:nvPr/>
          </p:nvCxnSpPr>
          <p:spPr>
            <a:xfrm>
              <a:off x="862434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78" name="Google Shape;1478;p31"/>
            <p:cNvCxnSpPr/>
            <p:nvPr/>
          </p:nvCxnSpPr>
          <p:spPr>
            <a:xfrm>
              <a:off x="89246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479" name="Google Shape;1479;p31"/>
            <p:cNvCxnSpPr/>
            <p:nvPr/>
          </p:nvCxnSpPr>
          <p:spPr>
            <a:xfrm>
              <a:off x="-43" y="3069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480" name="Google Shape;1480;p31"/>
            <p:cNvCxnSpPr/>
            <p:nvPr/>
          </p:nvCxnSpPr>
          <p:spPr>
            <a:xfrm>
              <a:off x="-43" y="6105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481" name="Google Shape;1481;p31"/>
            <p:cNvCxnSpPr/>
            <p:nvPr/>
          </p:nvCxnSpPr>
          <p:spPr>
            <a:xfrm>
              <a:off x="-43" y="9142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482" name="Google Shape;1482;p31"/>
            <p:cNvCxnSpPr/>
            <p:nvPr/>
          </p:nvCxnSpPr>
          <p:spPr>
            <a:xfrm>
              <a:off x="-43" y="12178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483" name="Google Shape;1483;p31"/>
            <p:cNvCxnSpPr/>
            <p:nvPr/>
          </p:nvCxnSpPr>
          <p:spPr>
            <a:xfrm>
              <a:off x="-43" y="15215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484" name="Google Shape;1484;p31"/>
            <p:cNvCxnSpPr/>
            <p:nvPr/>
          </p:nvCxnSpPr>
          <p:spPr>
            <a:xfrm>
              <a:off x="-43" y="18251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485" name="Google Shape;1485;p31"/>
            <p:cNvCxnSpPr/>
            <p:nvPr/>
          </p:nvCxnSpPr>
          <p:spPr>
            <a:xfrm>
              <a:off x="-43" y="21288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486" name="Google Shape;1486;p31"/>
            <p:cNvCxnSpPr/>
            <p:nvPr/>
          </p:nvCxnSpPr>
          <p:spPr>
            <a:xfrm>
              <a:off x="-43" y="24324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487" name="Google Shape;1487;p31"/>
            <p:cNvCxnSpPr/>
            <p:nvPr/>
          </p:nvCxnSpPr>
          <p:spPr>
            <a:xfrm>
              <a:off x="-43" y="27361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488" name="Google Shape;1488;p31"/>
            <p:cNvCxnSpPr/>
            <p:nvPr/>
          </p:nvCxnSpPr>
          <p:spPr>
            <a:xfrm>
              <a:off x="-43" y="30397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489" name="Google Shape;1489;p31"/>
            <p:cNvCxnSpPr/>
            <p:nvPr/>
          </p:nvCxnSpPr>
          <p:spPr>
            <a:xfrm>
              <a:off x="-43" y="33434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490" name="Google Shape;1490;p31"/>
            <p:cNvCxnSpPr/>
            <p:nvPr/>
          </p:nvCxnSpPr>
          <p:spPr>
            <a:xfrm>
              <a:off x="-43" y="36470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491" name="Google Shape;1491;p31"/>
            <p:cNvCxnSpPr/>
            <p:nvPr/>
          </p:nvCxnSpPr>
          <p:spPr>
            <a:xfrm>
              <a:off x="-43" y="39507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492" name="Google Shape;1492;p31"/>
            <p:cNvCxnSpPr/>
            <p:nvPr/>
          </p:nvCxnSpPr>
          <p:spPr>
            <a:xfrm>
              <a:off x="-43" y="42543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493" name="Google Shape;1493;p31"/>
            <p:cNvCxnSpPr/>
            <p:nvPr/>
          </p:nvCxnSpPr>
          <p:spPr>
            <a:xfrm>
              <a:off x="-43" y="45580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494" name="Google Shape;1494;p31"/>
            <p:cNvCxnSpPr/>
            <p:nvPr/>
          </p:nvCxnSpPr>
          <p:spPr>
            <a:xfrm>
              <a:off x="-43" y="4861650"/>
              <a:ext cx="9144000" cy="0"/>
            </a:xfrm>
            <a:prstGeom prst="straightConnector1">
              <a:avLst/>
            </a:prstGeom>
            <a:noFill/>
            <a:ln w="9525" cap="flat" cmpd="sng">
              <a:solidFill>
                <a:schemeClr val="dk2"/>
              </a:solidFill>
              <a:prstDash val="solid"/>
              <a:round/>
              <a:headEnd type="none" w="med" len="med"/>
              <a:tailEnd type="none" w="med" len="med"/>
            </a:ln>
          </p:spPr>
        </p:cxnSp>
      </p:grpSp>
      <p:sp>
        <p:nvSpPr>
          <p:cNvPr id="1495" name="Google Shape;1495;p31"/>
          <p:cNvSpPr txBox="1"/>
          <p:nvPr/>
        </p:nvSpPr>
        <p:spPr>
          <a:xfrm>
            <a:off x="715625" y="3825650"/>
            <a:ext cx="3223200" cy="780300"/>
          </a:xfrm>
          <a:prstGeom prst="rect">
            <a:avLst/>
          </a:pr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lnSpc>
                <a:spcPct val="100000"/>
              </a:lnSpc>
              <a:spcBef>
                <a:spcPts val="300"/>
              </a:spcBef>
              <a:spcAft>
                <a:spcPts val="0"/>
              </a:spcAft>
              <a:buNone/>
            </a:pPr>
            <a:r>
              <a:rPr lang="en" sz="1100" b="1">
                <a:solidFill>
                  <a:schemeClr val="dk1"/>
                </a:solidFill>
                <a:latin typeface="Nunito"/>
                <a:ea typeface="Nunito"/>
                <a:cs typeface="Nunito"/>
                <a:sym typeface="Nunito"/>
              </a:rPr>
              <a:t>CREDITS:</a:t>
            </a:r>
            <a:r>
              <a:rPr lang="en" sz="1100">
                <a:solidFill>
                  <a:schemeClr val="dk1"/>
                </a:solidFill>
                <a:latin typeface="Nunito"/>
                <a:ea typeface="Nunito"/>
                <a:cs typeface="Nunito"/>
                <a:sym typeface="Nunito"/>
              </a:rPr>
              <a:t> This presentation template was created by </a:t>
            </a:r>
            <a:r>
              <a:rPr lang="en" sz="1100" b="1">
                <a:solidFill>
                  <a:schemeClr val="hlink"/>
                </a:solidFill>
                <a:uFill>
                  <a:noFill/>
                </a:uFill>
                <a:latin typeface="Nunito"/>
                <a:ea typeface="Nunito"/>
                <a:cs typeface="Nunito"/>
                <a:sym typeface="Nunito"/>
                <a:hlinkClick r:id="rId2"/>
              </a:rPr>
              <a:t>Slidesgo</a:t>
            </a:r>
            <a:r>
              <a:rPr lang="en" sz="1100">
                <a:solidFill>
                  <a:schemeClr val="dk1"/>
                </a:solidFill>
                <a:latin typeface="Nunito"/>
                <a:ea typeface="Nunito"/>
                <a:cs typeface="Nunito"/>
                <a:sym typeface="Nunito"/>
              </a:rPr>
              <a:t>, including icons by </a:t>
            </a:r>
            <a:r>
              <a:rPr lang="en" sz="1100" b="1">
                <a:solidFill>
                  <a:schemeClr val="dk1"/>
                </a:solidFill>
                <a:uFill>
                  <a:noFill/>
                </a:uFill>
                <a:latin typeface="Nunito"/>
                <a:ea typeface="Nunito"/>
                <a:cs typeface="Nunito"/>
                <a:sym typeface="Nunito"/>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100">
                <a:solidFill>
                  <a:schemeClr val="dk1"/>
                </a:solidFill>
                <a:latin typeface="Nunito"/>
                <a:ea typeface="Nunito"/>
                <a:cs typeface="Nunito"/>
                <a:sym typeface="Nunito"/>
              </a:rPr>
              <a:t>, infographics &amp; images by </a:t>
            </a:r>
            <a:r>
              <a:rPr lang="en" sz="1100" b="1">
                <a:solidFill>
                  <a:schemeClr val="dk1"/>
                </a:solidFill>
                <a:uFill>
                  <a:noFill/>
                </a:uFill>
                <a:latin typeface="Nunito"/>
                <a:ea typeface="Nunito"/>
                <a:cs typeface="Nunito"/>
                <a:sym typeface="Nunito"/>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r>
              <a:rPr lang="en" sz="1100">
                <a:solidFill>
                  <a:schemeClr val="dk1"/>
                </a:solidFill>
                <a:latin typeface="Nunito"/>
                <a:ea typeface="Nunito"/>
                <a:cs typeface="Nunito"/>
                <a:sym typeface="Nunito"/>
              </a:rPr>
              <a:t> </a:t>
            </a:r>
            <a:endParaRPr sz="1100">
              <a:solidFill>
                <a:schemeClr val="dk1"/>
              </a:solidFill>
              <a:latin typeface="Nunito"/>
              <a:ea typeface="Nunito"/>
              <a:cs typeface="Nunito"/>
              <a:sym typeface="Nunito"/>
            </a:endParaRPr>
          </a:p>
        </p:txBody>
      </p:sp>
      <p:sp>
        <p:nvSpPr>
          <p:cNvPr id="1496" name="Google Shape;1496;p31"/>
          <p:cNvSpPr txBox="1">
            <a:spLocks noGrp="1"/>
          </p:cNvSpPr>
          <p:nvPr>
            <p:ph type="ctrTitle"/>
          </p:nvPr>
        </p:nvSpPr>
        <p:spPr>
          <a:xfrm>
            <a:off x="4375690" y="851375"/>
            <a:ext cx="3577800" cy="780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5200"/>
              <a:buNone/>
              <a:defRPr sz="5500">
                <a:solidFill>
                  <a:schemeClr val="dk1"/>
                </a:solidFill>
              </a:defRPr>
            </a:lvl1pPr>
            <a:lvl2pPr lvl="1" algn="ctr" rtl="0">
              <a:lnSpc>
                <a:spcPct val="100000"/>
              </a:lnSpc>
              <a:spcBef>
                <a:spcPts val="0"/>
              </a:spcBef>
              <a:spcAft>
                <a:spcPts val="0"/>
              </a:spcAft>
              <a:buSzPts val="5200"/>
              <a:buFont typeface="Londrina Solid"/>
              <a:buNone/>
              <a:defRPr sz="5200">
                <a:latin typeface="Londrina Solid"/>
                <a:ea typeface="Londrina Solid"/>
                <a:cs typeface="Londrina Solid"/>
                <a:sym typeface="Londrina Solid"/>
              </a:defRPr>
            </a:lvl2pPr>
            <a:lvl3pPr lvl="2" algn="ctr" rtl="0">
              <a:lnSpc>
                <a:spcPct val="100000"/>
              </a:lnSpc>
              <a:spcBef>
                <a:spcPts val="0"/>
              </a:spcBef>
              <a:spcAft>
                <a:spcPts val="0"/>
              </a:spcAft>
              <a:buSzPts val="5200"/>
              <a:buFont typeface="Londrina Solid"/>
              <a:buNone/>
              <a:defRPr sz="5200">
                <a:latin typeface="Londrina Solid"/>
                <a:ea typeface="Londrina Solid"/>
                <a:cs typeface="Londrina Solid"/>
                <a:sym typeface="Londrina Solid"/>
              </a:defRPr>
            </a:lvl3pPr>
            <a:lvl4pPr lvl="3" algn="ctr" rtl="0">
              <a:lnSpc>
                <a:spcPct val="100000"/>
              </a:lnSpc>
              <a:spcBef>
                <a:spcPts val="0"/>
              </a:spcBef>
              <a:spcAft>
                <a:spcPts val="0"/>
              </a:spcAft>
              <a:buSzPts val="5200"/>
              <a:buFont typeface="Londrina Solid"/>
              <a:buNone/>
              <a:defRPr sz="5200">
                <a:latin typeface="Londrina Solid"/>
                <a:ea typeface="Londrina Solid"/>
                <a:cs typeface="Londrina Solid"/>
                <a:sym typeface="Londrina Solid"/>
              </a:defRPr>
            </a:lvl4pPr>
            <a:lvl5pPr lvl="4" algn="ctr" rtl="0">
              <a:lnSpc>
                <a:spcPct val="100000"/>
              </a:lnSpc>
              <a:spcBef>
                <a:spcPts val="0"/>
              </a:spcBef>
              <a:spcAft>
                <a:spcPts val="0"/>
              </a:spcAft>
              <a:buSzPts val="5200"/>
              <a:buFont typeface="Londrina Solid"/>
              <a:buNone/>
              <a:defRPr sz="5200">
                <a:latin typeface="Londrina Solid"/>
                <a:ea typeface="Londrina Solid"/>
                <a:cs typeface="Londrina Solid"/>
                <a:sym typeface="Londrina Solid"/>
              </a:defRPr>
            </a:lvl5pPr>
            <a:lvl6pPr lvl="5" algn="ctr" rtl="0">
              <a:lnSpc>
                <a:spcPct val="100000"/>
              </a:lnSpc>
              <a:spcBef>
                <a:spcPts val="0"/>
              </a:spcBef>
              <a:spcAft>
                <a:spcPts val="0"/>
              </a:spcAft>
              <a:buSzPts val="5200"/>
              <a:buFont typeface="Londrina Solid"/>
              <a:buNone/>
              <a:defRPr sz="5200">
                <a:latin typeface="Londrina Solid"/>
                <a:ea typeface="Londrina Solid"/>
                <a:cs typeface="Londrina Solid"/>
                <a:sym typeface="Londrina Solid"/>
              </a:defRPr>
            </a:lvl6pPr>
            <a:lvl7pPr lvl="6" algn="ctr" rtl="0">
              <a:lnSpc>
                <a:spcPct val="100000"/>
              </a:lnSpc>
              <a:spcBef>
                <a:spcPts val="0"/>
              </a:spcBef>
              <a:spcAft>
                <a:spcPts val="0"/>
              </a:spcAft>
              <a:buSzPts val="5200"/>
              <a:buFont typeface="Londrina Solid"/>
              <a:buNone/>
              <a:defRPr sz="5200">
                <a:latin typeface="Londrina Solid"/>
                <a:ea typeface="Londrina Solid"/>
                <a:cs typeface="Londrina Solid"/>
                <a:sym typeface="Londrina Solid"/>
              </a:defRPr>
            </a:lvl7pPr>
            <a:lvl8pPr lvl="7" algn="ctr" rtl="0">
              <a:lnSpc>
                <a:spcPct val="100000"/>
              </a:lnSpc>
              <a:spcBef>
                <a:spcPts val="0"/>
              </a:spcBef>
              <a:spcAft>
                <a:spcPts val="0"/>
              </a:spcAft>
              <a:buSzPts val="5200"/>
              <a:buFont typeface="Londrina Solid"/>
              <a:buNone/>
              <a:defRPr sz="5200">
                <a:latin typeface="Londrina Solid"/>
                <a:ea typeface="Londrina Solid"/>
                <a:cs typeface="Londrina Solid"/>
                <a:sym typeface="Londrina Solid"/>
              </a:defRPr>
            </a:lvl8pPr>
            <a:lvl9pPr lvl="8" algn="ctr" rtl="0">
              <a:lnSpc>
                <a:spcPct val="100000"/>
              </a:lnSpc>
              <a:spcBef>
                <a:spcPts val="0"/>
              </a:spcBef>
              <a:spcAft>
                <a:spcPts val="0"/>
              </a:spcAft>
              <a:buSzPts val="5200"/>
              <a:buFont typeface="Londrina Solid"/>
              <a:buNone/>
              <a:defRPr sz="5200">
                <a:latin typeface="Londrina Solid"/>
                <a:ea typeface="Londrina Solid"/>
                <a:cs typeface="Londrina Solid"/>
                <a:sym typeface="Londrina Solid"/>
              </a:defRPr>
            </a:lvl9pPr>
          </a:lstStyle>
          <a:p>
            <a:endParaRPr/>
          </a:p>
        </p:txBody>
      </p:sp>
      <p:sp>
        <p:nvSpPr>
          <p:cNvPr id="1497" name="Google Shape;1497;p31"/>
          <p:cNvSpPr txBox="1">
            <a:spLocks noGrp="1"/>
          </p:cNvSpPr>
          <p:nvPr>
            <p:ph type="subTitle" idx="1"/>
          </p:nvPr>
        </p:nvSpPr>
        <p:spPr>
          <a:xfrm>
            <a:off x="4375690" y="1683875"/>
            <a:ext cx="3577800" cy="1287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Font typeface="Poppins Black"/>
              <a:buNone/>
              <a:defRPr sz="2000"/>
            </a:lvl1pPr>
            <a:lvl2pPr lvl="1" rtl="0">
              <a:lnSpc>
                <a:spcPct val="100000"/>
              </a:lnSpc>
              <a:spcBef>
                <a:spcPts val="0"/>
              </a:spcBef>
              <a:spcAft>
                <a:spcPts val="0"/>
              </a:spcAft>
              <a:buSzPts val="1400"/>
              <a:buFont typeface="Londrina Solid"/>
              <a:buNone/>
              <a:defRPr>
                <a:latin typeface="Londrina Solid"/>
                <a:ea typeface="Londrina Solid"/>
                <a:cs typeface="Londrina Solid"/>
                <a:sym typeface="Londrina Solid"/>
              </a:defRPr>
            </a:lvl2pPr>
            <a:lvl3pPr lvl="2" rtl="0">
              <a:lnSpc>
                <a:spcPct val="100000"/>
              </a:lnSpc>
              <a:spcBef>
                <a:spcPts val="0"/>
              </a:spcBef>
              <a:spcAft>
                <a:spcPts val="0"/>
              </a:spcAft>
              <a:buSzPts val="1400"/>
              <a:buFont typeface="Londrina Solid"/>
              <a:buNone/>
              <a:defRPr>
                <a:latin typeface="Londrina Solid"/>
                <a:ea typeface="Londrina Solid"/>
                <a:cs typeface="Londrina Solid"/>
                <a:sym typeface="Londrina Solid"/>
              </a:defRPr>
            </a:lvl3pPr>
            <a:lvl4pPr lvl="3" rtl="0">
              <a:lnSpc>
                <a:spcPct val="100000"/>
              </a:lnSpc>
              <a:spcBef>
                <a:spcPts val="0"/>
              </a:spcBef>
              <a:spcAft>
                <a:spcPts val="0"/>
              </a:spcAft>
              <a:buSzPts val="1400"/>
              <a:buFont typeface="Londrina Solid"/>
              <a:buNone/>
              <a:defRPr>
                <a:latin typeface="Londrina Solid"/>
                <a:ea typeface="Londrina Solid"/>
                <a:cs typeface="Londrina Solid"/>
                <a:sym typeface="Londrina Solid"/>
              </a:defRPr>
            </a:lvl4pPr>
            <a:lvl5pPr lvl="4" rtl="0">
              <a:lnSpc>
                <a:spcPct val="100000"/>
              </a:lnSpc>
              <a:spcBef>
                <a:spcPts val="0"/>
              </a:spcBef>
              <a:spcAft>
                <a:spcPts val="0"/>
              </a:spcAft>
              <a:buSzPts val="1400"/>
              <a:buFont typeface="Londrina Solid"/>
              <a:buNone/>
              <a:defRPr>
                <a:latin typeface="Londrina Solid"/>
                <a:ea typeface="Londrina Solid"/>
                <a:cs typeface="Londrina Solid"/>
                <a:sym typeface="Londrina Solid"/>
              </a:defRPr>
            </a:lvl5pPr>
            <a:lvl6pPr lvl="5" rtl="0">
              <a:lnSpc>
                <a:spcPct val="100000"/>
              </a:lnSpc>
              <a:spcBef>
                <a:spcPts val="0"/>
              </a:spcBef>
              <a:spcAft>
                <a:spcPts val="0"/>
              </a:spcAft>
              <a:buSzPts val="1400"/>
              <a:buFont typeface="Londrina Solid"/>
              <a:buNone/>
              <a:defRPr>
                <a:latin typeface="Londrina Solid"/>
                <a:ea typeface="Londrina Solid"/>
                <a:cs typeface="Londrina Solid"/>
                <a:sym typeface="Londrina Solid"/>
              </a:defRPr>
            </a:lvl6pPr>
            <a:lvl7pPr lvl="6" rtl="0">
              <a:lnSpc>
                <a:spcPct val="100000"/>
              </a:lnSpc>
              <a:spcBef>
                <a:spcPts val="0"/>
              </a:spcBef>
              <a:spcAft>
                <a:spcPts val="0"/>
              </a:spcAft>
              <a:buSzPts val="1400"/>
              <a:buFont typeface="Londrina Solid"/>
              <a:buNone/>
              <a:defRPr>
                <a:latin typeface="Londrina Solid"/>
                <a:ea typeface="Londrina Solid"/>
                <a:cs typeface="Londrina Solid"/>
                <a:sym typeface="Londrina Solid"/>
              </a:defRPr>
            </a:lvl7pPr>
            <a:lvl8pPr lvl="7" rtl="0">
              <a:lnSpc>
                <a:spcPct val="100000"/>
              </a:lnSpc>
              <a:spcBef>
                <a:spcPts val="0"/>
              </a:spcBef>
              <a:spcAft>
                <a:spcPts val="0"/>
              </a:spcAft>
              <a:buSzPts val="1400"/>
              <a:buFont typeface="Londrina Solid"/>
              <a:buNone/>
              <a:defRPr>
                <a:latin typeface="Londrina Solid"/>
                <a:ea typeface="Londrina Solid"/>
                <a:cs typeface="Londrina Solid"/>
                <a:sym typeface="Londrina Solid"/>
              </a:defRPr>
            </a:lvl8pPr>
            <a:lvl9pPr lvl="8" rtl="0">
              <a:lnSpc>
                <a:spcPct val="100000"/>
              </a:lnSpc>
              <a:spcBef>
                <a:spcPts val="0"/>
              </a:spcBef>
              <a:spcAft>
                <a:spcPts val="0"/>
              </a:spcAft>
              <a:buSzPts val="1400"/>
              <a:buFont typeface="Londrina Solid"/>
              <a:buNone/>
              <a:defRPr>
                <a:latin typeface="Londrina Solid"/>
                <a:ea typeface="Londrina Solid"/>
                <a:cs typeface="Londrina Solid"/>
                <a:sym typeface="Londrina Solid"/>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ackground">
  <p:cSld name="CUSTOM_7">
    <p:spTree>
      <p:nvGrpSpPr>
        <p:cNvPr id="1" name="Shape 1498"/>
        <p:cNvGrpSpPr/>
        <p:nvPr/>
      </p:nvGrpSpPr>
      <p:grpSpPr>
        <a:xfrm>
          <a:off x="0" y="0"/>
          <a:ext cx="0" cy="0"/>
          <a:chOff x="0" y="0"/>
          <a:chExt cx="0" cy="0"/>
        </a:xfrm>
      </p:grpSpPr>
      <p:grpSp>
        <p:nvGrpSpPr>
          <p:cNvPr id="1499" name="Google Shape;1499;p32"/>
          <p:cNvGrpSpPr/>
          <p:nvPr/>
        </p:nvGrpSpPr>
        <p:grpSpPr>
          <a:xfrm>
            <a:off x="7" y="-38100"/>
            <a:ext cx="9144000" cy="5219700"/>
            <a:chOff x="-43" y="-76200"/>
            <a:chExt cx="9144000" cy="5219700"/>
          </a:xfrm>
        </p:grpSpPr>
        <p:cxnSp>
          <p:nvCxnSpPr>
            <p:cNvPr id="1500" name="Google Shape;1500;p32"/>
            <p:cNvCxnSpPr/>
            <p:nvPr/>
          </p:nvCxnSpPr>
          <p:spPr>
            <a:xfrm>
              <a:off x="2158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501" name="Google Shape;1501;p32"/>
            <p:cNvCxnSpPr/>
            <p:nvPr/>
          </p:nvCxnSpPr>
          <p:spPr>
            <a:xfrm>
              <a:off x="51614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502" name="Google Shape;1502;p32"/>
            <p:cNvCxnSpPr/>
            <p:nvPr/>
          </p:nvCxnSpPr>
          <p:spPr>
            <a:xfrm>
              <a:off x="81645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503" name="Google Shape;1503;p32"/>
            <p:cNvCxnSpPr/>
            <p:nvPr/>
          </p:nvCxnSpPr>
          <p:spPr>
            <a:xfrm>
              <a:off x="111675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504" name="Google Shape;1504;p32"/>
            <p:cNvCxnSpPr/>
            <p:nvPr/>
          </p:nvCxnSpPr>
          <p:spPr>
            <a:xfrm>
              <a:off x="141705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505" name="Google Shape;1505;p32"/>
            <p:cNvCxnSpPr/>
            <p:nvPr/>
          </p:nvCxnSpPr>
          <p:spPr>
            <a:xfrm>
              <a:off x="171736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506" name="Google Shape;1506;p32"/>
            <p:cNvCxnSpPr/>
            <p:nvPr/>
          </p:nvCxnSpPr>
          <p:spPr>
            <a:xfrm>
              <a:off x="201766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507" name="Google Shape;1507;p32"/>
            <p:cNvCxnSpPr/>
            <p:nvPr/>
          </p:nvCxnSpPr>
          <p:spPr>
            <a:xfrm>
              <a:off x="231796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508" name="Google Shape;1508;p32"/>
            <p:cNvCxnSpPr/>
            <p:nvPr/>
          </p:nvCxnSpPr>
          <p:spPr>
            <a:xfrm>
              <a:off x="261827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509" name="Google Shape;1509;p32"/>
            <p:cNvCxnSpPr/>
            <p:nvPr/>
          </p:nvCxnSpPr>
          <p:spPr>
            <a:xfrm>
              <a:off x="291857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510" name="Google Shape;1510;p32"/>
            <p:cNvCxnSpPr/>
            <p:nvPr/>
          </p:nvCxnSpPr>
          <p:spPr>
            <a:xfrm>
              <a:off x="321887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511" name="Google Shape;1511;p32"/>
            <p:cNvCxnSpPr/>
            <p:nvPr/>
          </p:nvCxnSpPr>
          <p:spPr>
            <a:xfrm>
              <a:off x="351918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512" name="Google Shape;1512;p32"/>
            <p:cNvCxnSpPr/>
            <p:nvPr/>
          </p:nvCxnSpPr>
          <p:spPr>
            <a:xfrm>
              <a:off x="381948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513" name="Google Shape;1513;p32"/>
            <p:cNvCxnSpPr/>
            <p:nvPr/>
          </p:nvCxnSpPr>
          <p:spPr>
            <a:xfrm>
              <a:off x="411978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514" name="Google Shape;1514;p32"/>
            <p:cNvCxnSpPr/>
            <p:nvPr/>
          </p:nvCxnSpPr>
          <p:spPr>
            <a:xfrm>
              <a:off x="442009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515" name="Google Shape;1515;p32"/>
            <p:cNvCxnSpPr/>
            <p:nvPr/>
          </p:nvCxnSpPr>
          <p:spPr>
            <a:xfrm>
              <a:off x="472039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516" name="Google Shape;1516;p32"/>
            <p:cNvCxnSpPr/>
            <p:nvPr/>
          </p:nvCxnSpPr>
          <p:spPr>
            <a:xfrm>
              <a:off x="502069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517" name="Google Shape;1517;p32"/>
            <p:cNvCxnSpPr/>
            <p:nvPr/>
          </p:nvCxnSpPr>
          <p:spPr>
            <a:xfrm>
              <a:off x="532100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518" name="Google Shape;1518;p32"/>
            <p:cNvCxnSpPr/>
            <p:nvPr/>
          </p:nvCxnSpPr>
          <p:spPr>
            <a:xfrm>
              <a:off x="562130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519" name="Google Shape;1519;p32"/>
            <p:cNvCxnSpPr/>
            <p:nvPr/>
          </p:nvCxnSpPr>
          <p:spPr>
            <a:xfrm>
              <a:off x="592160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520" name="Google Shape;1520;p32"/>
            <p:cNvCxnSpPr/>
            <p:nvPr/>
          </p:nvCxnSpPr>
          <p:spPr>
            <a:xfrm>
              <a:off x="622191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521" name="Google Shape;1521;p32"/>
            <p:cNvCxnSpPr/>
            <p:nvPr/>
          </p:nvCxnSpPr>
          <p:spPr>
            <a:xfrm>
              <a:off x="652221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522" name="Google Shape;1522;p32"/>
            <p:cNvCxnSpPr/>
            <p:nvPr/>
          </p:nvCxnSpPr>
          <p:spPr>
            <a:xfrm>
              <a:off x="682252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523" name="Google Shape;1523;p32"/>
            <p:cNvCxnSpPr/>
            <p:nvPr/>
          </p:nvCxnSpPr>
          <p:spPr>
            <a:xfrm>
              <a:off x="712282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524" name="Google Shape;1524;p32"/>
            <p:cNvCxnSpPr/>
            <p:nvPr/>
          </p:nvCxnSpPr>
          <p:spPr>
            <a:xfrm>
              <a:off x="742312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525" name="Google Shape;1525;p32"/>
            <p:cNvCxnSpPr/>
            <p:nvPr/>
          </p:nvCxnSpPr>
          <p:spPr>
            <a:xfrm>
              <a:off x="772343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526" name="Google Shape;1526;p32"/>
            <p:cNvCxnSpPr/>
            <p:nvPr/>
          </p:nvCxnSpPr>
          <p:spPr>
            <a:xfrm>
              <a:off x="802373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527" name="Google Shape;1527;p32"/>
            <p:cNvCxnSpPr/>
            <p:nvPr/>
          </p:nvCxnSpPr>
          <p:spPr>
            <a:xfrm>
              <a:off x="832403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528" name="Google Shape;1528;p32"/>
            <p:cNvCxnSpPr/>
            <p:nvPr/>
          </p:nvCxnSpPr>
          <p:spPr>
            <a:xfrm>
              <a:off x="862434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529" name="Google Shape;1529;p32"/>
            <p:cNvCxnSpPr/>
            <p:nvPr/>
          </p:nvCxnSpPr>
          <p:spPr>
            <a:xfrm>
              <a:off x="89246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530" name="Google Shape;1530;p32"/>
            <p:cNvCxnSpPr/>
            <p:nvPr/>
          </p:nvCxnSpPr>
          <p:spPr>
            <a:xfrm>
              <a:off x="-43" y="3069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531" name="Google Shape;1531;p32"/>
            <p:cNvCxnSpPr/>
            <p:nvPr/>
          </p:nvCxnSpPr>
          <p:spPr>
            <a:xfrm>
              <a:off x="-43" y="6105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532" name="Google Shape;1532;p32"/>
            <p:cNvCxnSpPr/>
            <p:nvPr/>
          </p:nvCxnSpPr>
          <p:spPr>
            <a:xfrm>
              <a:off x="-43" y="9142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533" name="Google Shape;1533;p32"/>
            <p:cNvCxnSpPr/>
            <p:nvPr/>
          </p:nvCxnSpPr>
          <p:spPr>
            <a:xfrm>
              <a:off x="-43" y="12178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534" name="Google Shape;1534;p32"/>
            <p:cNvCxnSpPr/>
            <p:nvPr/>
          </p:nvCxnSpPr>
          <p:spPr>
            <a:xfrm>
              <a:off x="-43" y="15215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535" name="Google Shape;1535;p32"/>
            <p:cNvCxnSpPr/>
            <p:nvPr/>
          </p:nvCxnSpPr>
          <p:spPr>
            <a:xfrm>
              <a:off x="-43" y="18251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536" name="Google Shape;1536;p32"/>
            <p:cNvCxnSpPr/>
            <p:nvPr/>
          </p:nvCxnSpPr>
          <p:spPr>
            <a:xfrm>
              <a:off x="-43" y="21288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537" name="Google Shape;1537;p32"/>
            <p:cNvCxnSpPr/>
            <p:nvPr/>
          </p:nvCxnSpPr>
          <p:spPr>
            <a:xfrm>
              <a:off x="-43" y="24324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538" name="Google Shape;1538;p32"/>
            <p:cNvCxnSpPr/>
            <p:nvPr/>
          </p:nvCxnSpPr>
          <p:spPr>
            <a:xfrm>
              <a:off x="-43" y="27361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539" name="Google Shape;1539;p32"/>
            <p:cNvCxnSpPr/>
            <p:nvPr/>
          </p:nvCxnSpPr>
          <p:spPr>
            <a:xfrm>
              <a:off x="-43" y="30397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540" name="Google Shape;1540;p32"/>
            <p:cNvCxnSpPr/>
            <p:nvPr/>
          </p:nvCxnSpPr>
          <p:spPr>
            <a:xfrm>
              <a:off x="-43" y="33434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541" name="Google Shape;1541;p32"/>
            <p:cNvCxnSpPr/>
            <p:nvPr/>
          </p:nvCxnSpPr>
          <p:spPr>
            <a:xfrm>
              <a:off x="-43" y="36470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542" name="Google Shape;1542;p32"/>
            <p:cNvCxnSpPr/>
            <p:nvPr/>
          </p:nvCxnSpPr>
          <p:spPr>
            <a:xfrm>
              <a:off x="-43" y="39507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543" name="Google Shape;1543;p32"/>
            <p:cNvCxnSpPr/>
            <p:nvPr/>
          </p:nvCxnSpPr>
          <p:spPr>
            <a:xfrm>
              <a:off x="-43" y="42543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544" name="Google Shape;1544;p32"/>
            <p:cNvCxnSpPr/>
            <p:nvPr/>
          </p:nvCxnSpPr>
          <p:spPr>
            <a:xfrm>
              <a:off x="-43" y="45580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545" name="Google Shape;1545;p32"/>
            <p:cNvCxnSpPr/>
            <p:nvPr/>
          </p:nvCxnSpPr>
          <p:spPr>
            <a:xfrm>
              <a:off x="-43" y="4861650"/>
              <a:ext cx="9144000" cy="0"/>
            </a:xfrm>
            <a:prstGeom prst="straightConnector1">
              <a:avLst/>
            </a:prstGeom>
            <a:noFill/>
            <a:ln w="9525" cap="flat" cmpd="sng">
              <a:solidFill>
                <a:schemeClr val="dk2"/>
              </a:solidFill>
              <a:prstDash val="solid"/>
              <a:round/>
              <a:headEnd type="none" w="med" len="med"/>
              <a:tailEnd type="none" w="med" len="med"/>
            </a:ln>
          </p:spPr>
        </p:cxnSp>
      </p:grpSp>
      <p:sp>
        <p:nvSpPr>
          <p:cNvPr id="1546" name="Google Shape;1546;p32"/>
          <p:cNvSpPr/>
          <p:nvPr/>
        </p:nvSpPr>
        <p:spPr>
          <a:xfrm>
            <a:off x="715625" y="543200"/>
            <a:ext cx="7718100" cy="2530200"/>
          </a:xfrm>
          <a:prstGeom prst="rect">
            <a:avLst/>
          </a:pr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47" name="Google Shape;1547;p32"/>
          <p:cNvGrpSpPr/>
          <p:nvPr/>
        </p:nvGrpSpPr>
        <p:grpSpPr>
          <a:xfrm>
            <a:off x="879258" y="402095"/>
            <a:ext cx="7385477" cy="511271"/>
            <a:chOff x="784421" y="402095"/>
            <a:chExt cx="7385477" cy="511271"/>
          </a:xfrm>
        </p:grpSpPr>
        <p:grpSp>
          <p:nvGrpSpPr>
            <p:cNvPr id="1548" name="Google Shape;1548;p32"/>
            <p:cNvGrpSpPr/>
            <p:nvPr/>
          </p:nvGrpSpPr>
          <p:grpSpPr>
            <a:xfrm>
              <a:off x="784421" y="402095"/>
              <a:ext cx="325269" cy="511271"/>
              <a:chOff x="1471100" y="1593200"/>
              <a:chExt cx="235600" cy="370325"/>
            </a:xfrm>
          </p:grpSpPr>
          <p:sp>
            <p:nvSpPr>
              <p:cNvPr id="1549" name="Google Shape;1549;p32"/>
              <p:cNvSpPr/>
              <p:nvPr/>
            </p:nvSpPr>
            <p:spPr>
              <a:xfrm>
                <a:off x="1542525" y="1881425"/>
                <a:ext cx="82100" cy="82100"/>
              </a:xfrm>
              <a:custGeom>
                <a:avLst/>
                <a:gdLst/>
                <a:ahLst/>
                <a:cxnLst/>
                <a:rect l="l" t="t" r="r" b="b"/>
                <a:pathLst>
                  <a:path w="3284" h="3284" extrusionOk="0">
                    <a:moveTo>
                      <a:pt x="0" y="1630"/>
                    </a:moveTo>
                    <a:cubicBezTo>
                      <a:pt x="0" y="2557"/>
                      <a:pt x="727" y="3284"/>
                      <a:pt x="1629" y="3284"/>
                    </a:cubicBezTo>
                    <a:lnTo>
                      <a:pt x="1629" y="3284"/>
                    </a:lnTo>
                    <a:cubicBezTo>
                      <a:pt x="2532" y="3284"/>
                      <a:pt x="3283" y="2557"/>
                      <a:pt x="3283" y="1630"/>
                    </a:cubicBezTo>
                    <a:lnTo>
                      <a:pt x="3283" y="1630"/>
                    </a:lnTo>
                    <a:cubicBezTo>
                      <a:pt x="3283" y="727"/>
                      <a:pt x="2532" y="1"/>
                      <a:pt x="1629" y="1"/>
                    </a:cubicBezTo>
                    <a:lnTo>
                      <a:pt x="1629" y="1"/>
                    </a:lnTo>
                    <a:cubicBezTo>
                      <a:pt x="727" y="1"/>
                      <a:pt x="0" y="727"/>
                      <a:pt x="0" y="1630"/>
                    </a:cubicBez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32"/>
              <p:cNvSpPr/>
              <p:nvPr/>
            </p:nvSpPr>
            <p:spPr>
              <a:xfrm>
                <a:off x="1593275" y="1593200"/>
                <a:ext cx="113425" cy="339000"/>
              </a:xfrm>
              <a:custGeom>
                <a:avLst/>
                <a:gdLst/>
                <a:ahLst/>
                <a:cxnLst/>
                <a:rect l="l" t="t" r="r" b="b"/>
                <a:pathLst>
                  <a:path w="4537" h="13560" extrusionOk="0">
                    <a:moveTo>
                      <a:pt x="0" y="326"/>
                    </a:moveTo>
                    <a:cubicBezTo>
                      <a:pt x="1003" y="903"/>
                      <a:pt x="1805" y="2181"/>
                      <a:pt x="2231" y="3835"/>
                    </a:cubicBezTo>
                    <a:lnTo>
                      <a:pt x="2231" y="3835"/>
                    </a:lnTo>
                    <a:lnTo>
                      <a:pt x="4537" y="3835"/>
                    </a:lnTo>
                    <a:cubicBezTo>
                      <a:pt x="3935" y="1555"/>
                      <a:pt x="2657" y="1"/>
                      <a:pt x="1153" y="1"/>
                    </a:cubicBezTo>
                    <a:lnTo>
                      <a:pt x="1153" y="1"/>
                    </a:lnTo>
                    <a:cubicBezTo>
                      <a:pt x="752" y="1"/>
                      <a:pt x="376" y="126"/>
                      <a:pt x="0" y="326"/>
                    </a:cubicBezTo>
                    <a:close/>
                    <a:moveTo>
                      <a:pt x="0" y="13234"/>
                    </a:moveTo>
                    <a:cubicBezTo>
                      <a:pt x="376" y="13434"/>
                      <a:pt x="752" y="13560"/>
                      <a:pt x="1153" y="13560"/>
                    </a:cubicBezTo>
                    <a:lnTo>
                      <a:pt x="1153" y="13560"/>
                    </a:lnTo>
                    <a:cubicBezTo>
                      <a:pt x="1178" y="13560"/>
                      <a:pt x="1178" y="13560"/>
                      <a:pt x="1203" y="13560"/>
                    </a:cubicBezTo>
                    <a:lnTo>
                      <a:pt x="1203" y="13560"/>
                    </a:lnTo>
                    <a:cubicBezTo>
                      <a:pt x="1228" y="13434"/>
                      <a:pt x="1253" y="13309"/>
                      <a:pt x="1253" y="13159"/>
                    </a:cubicBezTo>
                    <a:lnTo>
                      <a:pt x="1253" y="13159"/>
                    </a:lnTo>
                    <a:cubicBezTo>
                      <a:pt x="1253" y="12858"/>
                      <a:pt x="1153" y="12557"/>
                      <a:pt x="1028" y="12332"/>
                    </a:cubicBezTo>
                    <a:lnTo>
                      <a:pt x="1028" y="12332"/>
                    </a:lnTo>
                    <a:cubicBezTo>
                      <a:pt x="702" y="12707"/>
                      <a:pt x="376" y="13008"/>
                      <a:pt x="0" y="132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32"/>
              <p:cNvSpPr/>
              <p:nvPr/>
            </p:nvSpPr>
            <p:spPr>
              <a:xfrm>
                <a:off x="1471100" y="1593200"/>
                <a:ext cx="151025" cy="339000"/>
              </a:xfrm>
              <a:custGeom>
                <a:avLst/>
                <a:gdLst/>
                <a:ahLst/>
                <a:cxnLst/>
                <a:rect l="l" t="t" r="r" b="b"/>
                <a:pathLst>
                  <a:path w="6041" h="13560" extrusionOk="0">
                    <a:moveTo>
                      <a:pt x="3734" y="1"/>
                    </a:moveTo>
                    <a:cubicBezTo>
                      <a:pt x="1679" y="1"/>
                      <a:pt x="0" y="3033"/>
                      <a:pt x="0" y="6768"/>
                    </a:cubicBezTo>
                    <a:lnTo>
                      <a:pt x="0" y="6768"/>
                    </a:lnTo>
                    <a:cubicBezTo>
                      <a:pt x="0" y="10527"/>
                      <a:pt x="1679" y="13560"/>
                      <a:pt x="3734" y="13560"/>
                    </a:cubicBezTo>
                    <a:lnTo>
                      <a:pt x="3734" y="13560"/>
                    </a:lnTo>
                    <a:lnTo>
                      <a:pt x="6040" y="13560"/>
                    </a:lnTo>
                    <a:cubicBezTo>
                      <a:pt x="5639" y="13560"/>
                      <a:pt x="5263" y="13434"/>
                      <a:pt x="4887" y="13234"/>
                    </a:cubicBezTo>
                    <a:lnTo>
                      <a:pt x="4887" y="13234"/>
                    </a:lnTo>
                    <a:cubicBezTo>
                      <a:pt x="3384" y="12357"/>
                      <a:pt x="2306" y="9800"/>
                      <a:pt x="2306" y="6768"/>
                    </a:cubicBezTo>
                    <a:lnTo>
                      <a:pt x="2306" y="6768"/>
                    </a:lnTo>
                    <a:cubicBezTo>
                      <a:pt x="2306" y="3760"/>
                      <a:pt x="3384" y="1204"/>
                      <a:pt x="4887" y="326"/>
                    </a:cubicBezTo>
                    <a:lnTo>
                      <a:pt x="4887" y="326"/>
                    </a:lnTo>
                    <a:cubicBezTo>
                      <a:pt x="5263" y="126"/>
                      <a:pt x="5639" y="1"/>
                      <a:pt x="6040" y="1"/>
                    </a:cubicBezTo>
                    <a:lnTo>
                      <a:pt x="6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52" name="Google Shape;1552;p32"/>
            <p:cNvGrpSpPr/>
            <p:nvPr/>
          </p:nvGrpSpPr>
          <p:grpSpPr>
            <a:xfrm>
              <a:off x="1288721" y="402095"/>
              <a:ext cx="325269" cy="511271"/>
              <a:chOff x="1471100" y="1593200"/>
              <a:chExt cx="235600" cy="370325"/>
            </a:xfrm>
          </p:grpSpPr>
          <p:sp>
            <p:nvSpPr>
              <p:cNvPr id="1553" name="Google Shape;1553;p32"/>
              <p:cNvSpPr/>
              <p:nvPr/>
            </p:nvSpPr>
            <p:spPr>
              <a:xfrm>
                <a:off x="1542525" y="1881425"/>
                <a:ext cx="82100" cy="82100"/>
              </a:xfrm>
              <a:custGeom>
                <a:avLst/>
                <a:gdLst/>
                <a:ahLst/>
                <a:cxnLst/>
                <a:rect l="l" t="t" r="r" b="b"/>
                <a:pathLst>
                  <a:path w="3284" h="3284" extrusionOk="0">
                    <a:moveTo>
                      <a:pt x="0" y="1630"/>
                    </a:moveTo>
                    <a:cubicBezTo>
                      <a:pt x="0" y="2557"/>
                      <a:pt x="727" y="3284"/>
                      <a:pt x="1629" y="3284"/>
                    </a:cubicBezTo>
                    <a:lnTo>
                      <a:pt x="1629" y="3284"/>
                    </a:lnTo>
                    <a:cubicBezTo>
                      <a:pt x="2532" y="3284"/>
                      <a:pt x="3283" y="2557"/>
                      <a:pt x="3283" y="1630"/>
                    </a:cubicBezTo>
                    <a:lnTo>
                      <a:pt x="3283" y="1630"/>
                    </a:lnTo>
                    <a:cubicBezTo>
                      <a:pt x="3283" y="727"/>
                      <a:pt x="2532" y="1"/>
                      <a:pt x="1629" y="1"/>
                    </a:cubicBezTo>
                    <a:lnTo>
                      <a:pt x="1629" y="1"/>
                    </a:lnTo>
                    <a:cubicBezTo>
                      <a:pt x="727" y="1"/>
                      <a:pt x="0" y="727"/>
                      <a:pt x="0" y="1630"/>
                    </a:cubicBez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32"/>
              <p:cNvSpPr/>
              <p:nvPr/>
            </p:nvSpPr>
            <p:spPr>
              <a:xfrm>
                <a:off x="1593275" y="1593200"/>
                <a:ext cx="113425" cy="339000"/>
              </a:xfrm>
              <a:custGeom>
                <a:avLst/>
                <a:gdLst/>
                <a:ahLst/>
                <a:cxnLst/>
                <a:rect l="l" t="t" r="r" b="b"/>
                <a:pathLst>
                  <a:path w="4537" h="13560" extrusionOk="0">
                    <a:moveTo>
                      <a:pt x="0" y="326"/>
                    </a:moveTo>
                    <a:cubicBezTo>
                      <a:pt x="1003" y="903"/>
                      <a:pt x="1805" y="2181"/>
                      <a:pt x="2231" y="3835"/>
                    </a:cubicBezTo>
                    <a:lnTo>
                      <a:pt x="2231" y="3835"/>
                    </a:lnTo>
                    <a:lnTo>
                      <a:pt x="4537" y="3835"/>
                    </a:lnTo>
                    <a:cubicBezTo>
                      <a:pt x="3935" y="1555"/>
                      <a:pt x="2657" y="1"/>
                      <a:pt x="1153" y="1"/>
                    </a:cubicBezTo>
                    <a:lnTo>
                      <a:pt x="1153" y="1"/>
                    </a:lnTo>
                    <a:cubicBezTo>
                      <a:pt x="752" y="1"/>
                      <a:pt x="376" y="126"/>
                      <a:pt x="0" y="326"/>
                    </a:cubicBezTo>
                    <a:close/>
                    <a:moveTo>
                      <a:pt x="0" y="13234"/>
                    </a:moveTo>
                    <a:cubicBezTo>
                      <a:pt x="376" y="13434"/>
                      <a:pt x="752" y="13560"/>
                      <a:pt x="1153" y="13560"/>
                    </a:cubicBezTo>
                    <a:lnTo>
                      <a:pt x="1153" y="13560"/>
                    </a:lnTo>
                    <a:cubicBezTo>
                      <a:pt x="1178" y="13560"/>
                      <a:pt x="1178" y="13560"/>
                      <a:pt x="1203" y="13560"/>
                    </a:cubicBezTo>
                    <a:lnTo>
                      <a:pt x="1203" y="13560"/>
                    </a:lnTo>
                    <a:cubicBezTo>
                      <a:pt x="1228" y="13434"/>
                      <a:pt x="1253" y="13309"/>
                      <a:pt x="1253" y="13159"/>
                    </a:cubicBezTo>
                    <a:lnTo>
                      <a:pt x="1253" y="13159"/>
                    </a:lnTo>
                    <a:cubicBezTo>
                      <a:pt x="1253" y="12858"/>
                      <a:pt x="1153" y="12557"/>
                      <a:pt x="1028" y="12332"/>
                    </a:cubicBezTo>
                    <a:lnTo>
                      <a:pt x="1028" y="12332"/>
                    </a:lnTo>
                    <a:cubicBezTo>
                      <a:pt x="702" y="12707"/>
                      <a:pt x="376" y="13008"/>
                      <a:pt x="0" y="132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32"/>
              <p:cNvSpPr/>
              <p:nvPr/>
            </p:nvSpPr>
            <p:spPr>
              <a:xfrm>
                <a:off x="1471100" y="1593200"/>
                <a:ext cx="151025" cy="339000"/>
              </a:xfrm>
              <a:custGeom>
                <a:avLst/>
                <a:gdLst/>
                <a:ahLst/>
                <a:cxnLst/>
                <a:rect l="l" t="t" r="r" b="b"/>
                <a:pathLst>
                  <a:path w="6041" h="13560" extrusionOk="0">
                    <a:moveTo>
                      <a:pt x="3734" y="1"/>
                    </a:moveTo>
                    <a:cubicBezTo>
                      <a:pt x="1679" y="1"/>
                      <a:pt x="0" y="3033"/>
                      <a:pt x="0" y="6768"/>
                    </a:cubicBezTo>
                    <a:lnTo>
                      <a:pt x="0" y="6768"/>
                    </a:lnTo>
                    <a:cubicBezTo>
                      <a:pt x="0" y="10527"/>
                      <a:pt x="1679" y="13560"/>
                      <a:pt x="3734" y="13560"/>
                    </a:cubicBezTo>
                    <a:lnTo>
                      <a:pt x="3734" y="13560"/>
                    </a:lnTo>
                    <a:lnTo>
                      <a:pt x="6040" y="13560"/>
                    </a:lnTo>
                    <a:cubicBezTo>
                      <a:pt x="5639" y="13560"/>
                      <a:pt x="5263" y="13434"/>
                      <a:pt x="4887" y="13234"/>
                    </a:cubicBezTo>
                    <a:lnTo>
                      <a:pt x="4887" y="13234"/>
                    </a:lnTo>
                    <a:cubicBezTo>
                      <a:pt x="3384" y="12357"/>
                      <a:pt x="2306" y="9800"/>
                      <a:pt x="2306" y="6768"/>
                    </a:cubicBezTo>
                    <a:lnTo>
                      <a:pt x="2306" y="6768"/>
                    </a:lnTo>
                    <a:cubicBezTo>
                      <a:pt x="2306" y="3760"/>
                      <a:pt x="3384" y="1204"/>
                      <a:pt x="4887" y="326"/>
                    </a:cubicBezTo>
                    <a:lnTo>
                      <a:pt x="4887" y="326"/>
                    </a:lnTo>
                    <a:cubicBezTo>
                      <a:pt x="5263" y="126"/>
                      <a:pt x="5639" y="1"/>
                      <a:pt x="6040" y="1"/>
                    </a:cubicBezTo>
                    <a:lnTo>
                      <a:pt x="6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56" name="Google Shape;1556;p32"/>
            <p:cNvGrpSpPr/>
            <p:nvPr/>
          </p:nvGrpSpPr>
          <p:grpSpPr>
            <a:xfrm>
              <a:off x="1793022" y="402095"/>
              <a:ext cx="325269" cy="511271"/>
              <a:chOff x="1471100" y="1593200"/>
              <a:chExt cx="235600" cy="370325"/>
            </a:xfrm>
          </p:grpSpPr>
          <p:sp>
            <p:nvSpPr>
              <p:cNvPr id="1557" name="Google Shape;1557;p32"/>
              <p:cNvSpPr/>
              <p:nvPr/>
            </p:nvSpPr>
            <p:spPr>
              <a:xfrm>
                <a:off x="1542525" y="1881425"/>
                <a:ext cx="82100" cy="82100"/>
              </a:xfrm>
              <a:custGeom>
                <a:avLst/>
                <a:gdLst/>
                <a:ahLst/>
                <a:cxnLst/>
                <a:rect l="l" t="t" r="r" b="b"/>
                <a:pathLst>
                  <a:path w="3284" h="3284" extrusionOk="0">
                    <a:moveTo>
                      <a:pt x="0" y="1630"/>
                    </a:moveTo>
                    <a:cubicBezTo>
                      <a:pt x="0" y="2557"/>
                      <a:pt x="727" y="3284"/>
                      <a:pt x="1629" y="3284"/>
                    </a:cubicBezTo>
                    <a:lnTo>
                      <a:pt x="1629" y="3284"/>
                    </a:lnTo>
                    <a:cubicBezTo>
                      <a:pt x="2532" y="3284"/>
                      <a:pt x="3283" y="2557"/>
                      <a:pt x="3283" y="1630"/>
                    </a:cubicBezTo>
                    <a:lnTo>
                      <a:pt x="3283" y="1630"/>
                    </a:lnTo>
                    <a:cubicBezTo>
                      <a:pt x="3283" y="727"/>
                      <a:pt x="2532" y="1"/>
                      <a:pt x="1629" y="1"/>
                    </a:cubicBezTo>
                    <a:lnTo>
                      <a:pt x="1629" y="1"/>
                    </a:lnTo>
                    <a:cubicBezTo>
                      <a:pt x="727" y="1"/>
                      <a:pt x="0" y="727"/>
                      <a:pt x="0" y="1630"/>
                    </a:cubicBez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32"/>
              <p:cNvSpPr/>
              <p:nvPr/>
            </p:nvSpPr>
            <p:spPr>
              <a:xfrm>
                <a:off x="1593275" y="1593200"/>
                <a:ext cx="113425" cy="339000"/>
              </a:xfrm>
              <a:custGeom>
                <a:avLst/>
                <a:gdLst/>
                <a:ahLst/>
                <a:cxnLst/>
                <a:rect l="l" t="t" r="r" b="b"/>
                <a:pathLst>
                  <a:path w="4537" h="13560" extrusionOk="0">
                    <a:moveTo>
                      <a:pt x="0" y="326"/>
                    </a:moveTo>
                    <a:cubicBezTo>
                      <a:pt x="1003" y="903"/>
                      <a:pt x="1805" y="2181"/>
                      <a:pt x="2231" y="3835"/>
                    </a:cubicBezTo>
                    <a:lnTo>
                      <a:pt x="2231" y="3835"/>
                    </a:lnTo>
                    <a:lnTo>
                      <a:pt x="4537" y="3835"/>
                    </a:lnTo>
                    <a:cubicBezTo>
                      <a:pt x="3935" y="1555"/>
                      <a:pt x="2657" y="1"/>
                      <a:pt x="1153" y="1"/>
                    </a:cubicBezTo>
                    <a:lnTo>
                      <a:pt x="1153" y="1"/>
                    </a:lnTo>
                    <a:cubicBezTo>
                      <a:pt x="752" y="1"/>
                      <a:pt x="376" y="126"/>
                      <a:pt x="0" y="326"/>
                    </a:cubicBezTo>
                    <a:close/>
                    <a:moveTo>
                      <a:pt x="0" y="13234"/>
                    </a:moveTo>
                    <a:cubicBezTo>
                      <a:pt x="376" y="13434"/>
                      <a:pt x="752" y="13560"/>
                      <a:pt x="1153" y="13560"/>
                    </a:cubicBezTo>
                    <a:lnTo>
                      <a:pt x="1153" y="13560"/>
                    </a:lnTo>
                    <a:cubicBezTo>
                      <a:pt x="1178" y="13560"/>
                      <a:pt x="1178" y="13560"/>
                      <a:pt x="1203" y="13560"/>
                    </a:cubicBezTo>
                    <a:lnTo>
                      <a:pt x="1203" y="13560"/>
                    </a:lnTo>
                    <a:cubicBezTo>
                      <a:pt x="1228" y="13434"/>
                      <a:pt x="1253" y="13309"/>
                      <a:pt x="1253" y="13159"/>
                    </a:cubicBezTo>
                    <a:lnTo>
                      <a:pt x="1253" y="13159"/>
                    </a:lnTo>
                    <a:cubicBezTo>
                      <a:pt x="1253" y="12858"/>
                      <a:pt x="1153" y="12557"/>
                      <a:pt x="1028" y="12332"/>
                    </a:cubicBezTo>
                    <a:lnTo>
                      <a:pt x="1028" y="12332"/>
                    </a:lnTo>
                    <a:cubicBezTo>
                      <a:pt x="702" y="12707"/>
                      <a:pt x="376" y="13008"/>
                      <a:pt x="0" y="132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32"/>
              <p:cNvSpPr/>
              <p:nvPr/>
            </p:nvSpPr>
            <p:spPr>
              <a:xfrm>
                <a:off x="1471100" y="1593200"/>
                <a:ext cx="151025" cy="339000"/>
              </a:xfrm>
              <a:custGeom>
                <a:avLst/>
                <a:gdLst/>
                <a:ahLst/>
                <a:cxnLst/>
                <a:rect l="l" t="t" r="r" b="b"/>
                <a:pathLst>
                  <a:path w="6041" h="13560" extrusionOk="0">
                    <a:moveTo>
                      <a:pt x="3734" y="1"/>
                    </a:moveTo>
                    <a:cubicBezTo>
                      <a:pt x="1679" y="1"/>
                      <a:pt x="0" y="3033"/>
                      <a:pt x="0" y="6768"/>
                    </a:cubicBezTo>
                    <a:lnTo>
                      <a:pt x="0" y="6768"/>
                    </a:lnTo>
                    <a:cubicBezTo>
                      <a:pt x="0" y="10527"/>
                      <a:pt x="1679" y="13560"/>
                      <a:pt x="3734" y="13560"/>
                    </a:cubicBezTo>
                    <a:lnTo>
                      <a:pt x="3734" y="13560"/>
                    </a:lnTo>
                    <a:lnTo>
                      <a:pt x="6040" y="13560"/>
                    </a:lnTo>
                    <a:cubicBezTo>
                      <a:pt x="5639" y="13560"/>
                      <a:pt x="5263" y="13434"/>
                      <a:pt x="4887" y="13234"/>
                    </a:cubicBezTo>
                    <a:lnTo>
                      <a:pt x="4887" y="13234"/>
                    </a:lnTo>
                    <a:cubicBezTo>
                      <a:pt x="3384" y="12357"/>
                      <a:pt x="2306" y="9800"/>
                      <a:pt x="2306" y="6768"/>
                    </a:cubicBezTo>
                    <a:lnTo>
                      <a:pt x="2306" y="6768"/>
                    </a:lnTo>
                    <a:cubicBezTo>
                      <a:pt x="2306" y="3760"/>
                      <a:pt x="3384" y="1204"/>
                      <a:pt x="4887" y="326"/>
                    </a:cubicBezTo>
                    <a:lnTo>
                      <a:pt x="4887" y="326"/>
                    </a:lnTo>
                    <a:cubicBezTo>
                      <a:pt x="5263" y="126"/>
                      <a:pt x="5639" y="1"/>
                      <a:pt x="6040" y="1"/>
                    </a:cubicBezTo>
                    <a:lnTo>
                      <a:pt x="6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60" name="Google Shape;1560;p32"/>
            <p:cNvGrpSpPr/>
            <p:nvPr/>
          </p:nvGrpSpPr>
          <p:grpSpPr>
            <a:xfrm>
              <a:off x="2297323" y="402095"/>
              <a:ext cx="325269" cy="511271"/>
              <a:chOff x="1471100" y="1593200"/>
              <a:chExt cx="235600" cy="370325"/>
            </a:xfrm>
          </p:grpSpPr>
          <p:sp>
            <p:nvSpPr>
              <p:cNvPr id="1561" name="Google Shape;1561;p32"/>
              <p:cNvSpPr/>
              <p:nvPr/>
            </p:nvSpPr>
            <p:spPr>
              <a:xfrm>
                <a:off x="1542525" y="1881425"/>
                <a:ext cx="82100" cy="82100"/>
              </a:xfrm>
              <a:custGeom>
                <a:avLst/>
                <a:gdLst/>
                <a:ahLst/>
                <a:cxnLst/>
                <a:rect l="l" t="t" r="r" b="b"/>
                <a:pathLst>
                  <a:path w="3284" h="3284" extrusionOk="0">
                    <a:moveTo>
                      <a:pt x="0" y="1630"/>
                    </a:moveTo>
                    <a:cubicBezTo>
                      <a:pt x="0" y="2557"/>
                      <a:pt x="727" y="3284"/>
                      <a:pt x="1629" y="3284"/>
                    </a:cubicBezTo>
                    <a:lnTo>
                      <a:pt x="1629" y="3284"/>
                    </a:lnTo>
                    <a:cubicBezTo>
                      <a:pt x="2532" y="3284"/>
                      <a:pt x="3283" y="2557"/>
                      <a:pt x="3283" y="1630"/>
                    </a:cubicBezTo>
                    <a:lnTo>
                      <a:pt x="3283" y="1630"/>
                    </a:lnTo>
                    <a:cubicBezTo>
                      <a:pt x="3283" y="727"/>
                      <a:pt x="2532" y="1"/>
                      <a:pt x="1629" y="1"/>
                    </a:cubicBezTo>
                    <a:lnTo>
                      <a:pt x="1629" y="1"/>
                    </a:lnTo>
                    <a:cubicBezTo>
                      <a:pt x="727" y="1"/>
                      <a:pt x="0" y="727"/>
                      <a:pt x="0" y="1630"/>
                    </a:cubicBez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32"/>
              <p:cNvSpPr/>
              <p:nvPr/>
            </p:nvSpPr>
            <p:spPr>
              <a:xfrm>
                <a:off x="1593275" y="1593200"/>
                <a:ext cx="113425" cy="339000"/>
              </a:xfrm>
              <a:custGeom>
                <a:avLst/>
                <a:gdLst/>
                <a:ahLst/>
                <a:cxnLst/>
                <a:rect l="l" t="t" r="r" b="b"/>
                <a:pathLst>
                  <a:path w="4537" h="13560" extrusionOk="0">
                    <a:moveTo>
                      <a:pt x="0" y="326"/>
                    </a:moveTo>
                    <a:cubicBezTo>
                      <a:pt x="1003" y="903"/>
                      <a:pt x="1805" y="2181"/>
                      <a:pt x="2231" y="3835"/>
                    </a:cubicBezTo>
                    <a:lnTo>
                      <a:pt x="2231" y="3835"/>
                    </a:lnTo>
                    <a:lnTo>
                      <a:pt x="4537" y="3835"/>
                    </a:lnTo>
                    <a:cubicBezTo>
                      <a:pt x="3935" y="1555"/>
                      <a:pt x="2657" y="1"/>
                      <a:pt x="1153" y="1"/>
                    </a:cubicBezTo>
                    <a:lnTo>
                      <a:pt x="1153" y="1"/>
                    </a:lnTo>
                    <a:cubicBezTo>
                      <a:pt x="752" y="1"/>
                      <a:pt x="376" y="126"/>
                      <a:pt x="0" y="326"/>
                    </a:cubicBezTo>
                    <a:close/>
                    <a:moveTo>
                      <a:pt x="0" y="13234"/>
                    </a:moveTo>
                    <a:cubicBezTo>
                      <a:pt x="376" y="13434"/>
                      <a:pt x="752" y="13560"/>
                      <a:pt x="1153" y="13560"/>
                    </a:cubicBezTo>
                    <a:lnTo>
                      <a:pt x="1153" y="13560"/>
                    </a:lnTo>
                    <a:cubicBezTo>
                      <a:pt x="1178" y="13560"/>
                      <a:pt x="1178" y="13560"/>
                      <a:pt x="1203" y="13560"/>
                    </a:cubicBezTo>
                    <a:lnTo>
                      <a:pt x="1203" y="13560"/>
                    </a:lnTo>
                    <a:cubicBezTo>
                      <a:pt x="1228" y="13434"/>
                      <a:pt x="1253" y="13309"/>
                      <a:pt x="1253" y="13159"/>
                    </a:cubicBezTo>
                    <a:lnTo>
                      <a:pt x="1253" y="13159"/>
                    </a:lnTo>
                    <a:cubicBezTo>
                      <a:pt x="1253" y="12858"/>
                      <a:pt x="1153" y="12557"/>
                      <a:pt x="1028" y="12332"/>
                    </a:cubicBezTo>
                    <a:lnTo>
                      <a:pt x="1028" y="12332"/>
                    </a:lnTo>
                    <a:cubicBezTo>
                      <a:pt x="702" y="12707"/>
                      <a:pt x="376" y="13008"/>
                      <a:pt x="0" y="132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32"/>
              <p:cNvSpPr/>
              <p:nvPr/>
            </p:nvSpPr>
            <p:spPr>
              <a:xfrm>
                <a:off x="1471100" y="1593200"/>
                <a:ext cx="151025" cy="339000"/>
              </a:xfrm>
              <a:custGeom>
                <a:avLst/>
                <a:gdLst/>
                <a:ahLst/>
                <a:cxnLst/>
                <a:rect l="l" t="t" r="r" b="b"/>
                <a:pathLst>
                  <a:path w="6041" h="13560" extrusionOk="0">
                    <a:moveTo>
                      <a:pt x="3734" y="1"/>
                    </a:moveTo>
                    <a:cubicBezTo>
                      <a:pt x="1679" y="1"/>
                      <a:pt x="0" y="3033"/>
                      <a:pt x="0" y="6768"/>
                    </a:cubicBezTo>
                    <a:lnTo>
                      <a:pt x="0" y="6768"/>
                    </a:lnTo>
                    <a:cubicBezTo>
                      <a:pt x="0" y="10527"/>
                      <a:pt x="1679" y="13560"/>
                      <a:pt x="3734" y="13560"/>
                    </a:cubicBezTo>
                    <a:lnTo>
                      <a:pt x="3734" y="13560"/>
                    </a:lnTo>
                    <a:lnTo>
                      <a:pt x="6040" y="13560"/>
                    </a:lnTo>
                    <a:cubicBezTo>
                      <a:pt x="5639" y="13560"/>
                      <a:pt x="5263" y="13434"/>
                      <a:pt x="4887" y="13234"/>
                    </a:cubicBezTo>
                    <a:lnTo>
                      <a:pt x="4887" y="13234"/>
                    </a:lnTo>
                    <a:cubicBezTo>
                      <a:pt x="3384" y="12357"/>
                      <a:pt x="2306" y="9800"/>
                      <a:pt x="2306" y="6768"/>
                    </a:cubicBezTo>
                    <a:lnTo>
                      <a:pt x="2306" y="6768"/>
                    </a:lnTo>
                    <a:cubicBezTo>
                      <a:pt x="2306" y="3760"/>
                      <a:pt x="3384" y="1204"/>
                      <a:pt x="4887" y="326"/>
                    </a:cubicBezTo>
                    <a:lnTo>
                      <a:pt x="4887" y="326"/>
                    </a:lnTo>
                    <a:cubicBezTo>
                      <a:pt x="5263" y="126"/>
                      <a:pt x="5639" y="1"/>
                      <a:pt x="6040" y="1"/>
                    </a:cubicBezTo>
                    <a:lnTo>
                      <a:pt x="6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64" name="Google Shape;1564;p32"/>
            <p:cNvGrpSpPr/>
            <p:nvPr/>
          </p:nvGrpSpPr>
          <p:grpSpPr>
            <a:xfrm>
              <a:off x="2801624" y="402095"/>
              <a:ext cx="325269" cy="511271"/>
              <a:chOff x="1471100" y="1593200"/>
              <a:chExt cx="235600" cy="370325"/>
            </a:xfrm>
          </p:grpSpPr>
          <p:sp>
            <p:nvSpPr>
              <p:cNvPr id="1565" name="Google Shape;1565;p32"/>
              <p:cNvSpPr/>
              <p:nvPr/>
            </p:nvSpPr>
            <p:spPr>
              <a:xfrm>
                <a:off x="1542525" y="1881425"/>
                <a:ext cx="82100" cy="82100"/>
              </a:xfrm>
              <a:custGeom>
                <a:avLst/>
                <a:gdLst/>
                <a:ahLst/>
                <a:cxnLst/>
                <a:rect l="l" t="t" r="r" b="b"/>
                <a:pathLst>
                  <a:path w="3284" h="3284" extrusionOk="0">
                    <a:moveTo>
                      <a:pt x="0" y="1630"/>
                    </a:moveTo>
                    <a:cubicBezTo>
                      <a:pt x="0" y="2557"/>
                      <a:pt x="727" y="3284"/>
                      <a:pt x="1629" y="3284"/>
                    </a:cubicBezTo>
                    <a:lnTo>
                      <a:pt x="1629" y="3284"/>
                    </a:lnTo>
                    <a:cubicBezTo>
                      <a:pt x="2532" y="3284"/>
                      <a:pt x="3283" y="2557"/>
                      <a:pt x="3283" y="1630"/>
                    </a:cubicBezTo>
                    <a:lnTo>
                      <a:pt x="3283" y="1630"/>
                    </a:lnTo>
                    <a:cubicBezTo>
                      <a:pt x="3283" y="727"/>
                      <a:pt x="2532" y="1"/>
                      <a:pt x="1629" y="1"/>
                    </a:cubicBezTo>
                    <a:lnTo>
                      <a:pt x="1629" y="1"/>
                    </a:lnTo>
                    <a:cubicBezTo>
                      <a:pt x="727" y="1"/>
                      <a:pt x="0" y="727"/>
                      <a:pt x="0" y="1630"/>
                    </a:cubicBez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32"/>
              <p:cNvSpPr/>
              <p:nvPr/>
            </p:nvSpPr>
            <p:spPr>
              <a:xfrm>
                <a:off x="1593275" y="1593200"/>
                <a:ext cx="113425" cy="339000"/>
              </a:xfrm>
              <a:custGeom>
                <a:avLst/>
                <a:gdLst/>
                <a:ahLst/>
                <a:cxnLst/>
                <a:rect l="l" t="t" r="r" b="b"/>
                <a:pathLst>
                  <a:path w="4537" h="13560" extrusionOk="0">
                    <a:moveTo>
                      <a:pt x="0" y="326"/>
                    </a:moveTo>
                    <a:cubicBezTo>
                      <a:pt x="1003" y="903"/>
                      <a:pt x="1805" y="2181"/>
                      <a:pt x="2231" y="3835"/>
                    </a:cubicBezTo>
                    <a:lnTo>
                      <a:pt x="2231" y="3835"/>
                    </a:lnTo>
                    <a:lnTo>
                      <a:pt x="4537" y="3835"/>
                    </a:lnTo>
                    <a:cubicBezTo>
                      <a:pt x="3935" y="1555"/>
                      <a:pt x="2657" y="1"/>
                      <a:pt x="1153" y="1"/>
                    </a:cubicBezTo>
                    <a:lnTo>
                      <a:pt x="1153" y="1"/>
                    </a:lnTo>
                    <a:cubicBezTo>
                      <a:pt x="752" y="1"/>
                      <a:pt x="376" y="126"/>
                      <a:pt x="0" y="326"/>
                    </a:cubicBezTo>
                    <a:close/>
                    <a:moveTo>
                      <a:pt x="0" y="13234"/>
                    </a:moveTo>
                    <a:cubicBezTo>
                      <a:pt x="376" y="13434"/>
                      <a:pt x="752" y="13560"/>
                      <a:pt x="1153" y="13560"/>
                    </a:cubicBezTo>
                    <a:lnTo>
                      <a:pt x="1153" y="13560"/>
                    </a:lnTo>
                    <a:cubicBezTo>
                      <a:pt x="1178" y="13560"/>
                      <a:pt x="1178" y="13560"/>
                      <a:pt x="1203" y="13560"/>
                    </a:cubicBezTo>
                    <a:lnTo>
                      <a:pt x="1203" y="13560"/>
                    </a:lnTo>
                    <a:cubicBezTo>
                      <a:pt x="1228" y="13434"/>
                      <a:pt x="1253" y="13309"/>
                      <a:pt x="1253" y="13159"/>
                    </a:cubicBezTo>
                    <a:lnTo>
                      <a:pt x="1253" y="13159"/>
                    </a:lnTo>
                    <a:cubicBezTo>
                      <a:pt x="1253" y="12858"/>
                      <a:pt x="1153" y="12557"/>
                      <a:pt x="1028" y="12332"/>
                    </a:cubicBezTo>
                    <a:lnTo>
                      <a:pt x="1028" y="12332"/>
                    </a:lnTo>
                    <a:cubicBezTo>
                      <a:pt x="702" y="12707"/>
                      <a:pt x="376" y="13008"/>
                      <a:pt x="0" y="132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32"/>
              <p:cNvSpPr/>
              <p:nvPr/>
            </p:nvSpPr>
            <p:spPr>
              <a:xfrm>
                <a:off x="1471100" y="1593200"/>
                <a:ext cx="151025" cy="339000"/>
              </a:xfrm>
              <a:custGeom>
                <a:avLst/>
                <a:gdLst/>
                <a:ahLst/>
                <a:cxnLst/>
                <a:rect l="l" t="t" r="r" b="b"/>
                <a:pathLst>
                  <a:path w="6041" h="13560" extrusionOk="0">
                    <a:moveTo>
                      <a:pt x="3734" y="1"/>
                    </a:moveTo>
                    <a:cubicBezTo>
                      <a:pt x="1679" y="1"/>
                      <a:pt x="0" y="3033"/>
                      <a:pt x="0" y="6768"/>
                    </a:cubicBezTo>
                    <a:lnTo>
                      <a:pt x="0" y="6768"/>
                    </a:lnTo>
                    <a:cubicBezTo>
                      <a:pt x="0" y="10527"/>
                      <a:pt x="1679" y="13560"/>
                      <a:pt x="3734" y="13560"/>
                    </a:cubicBezTo>
                    <a:lnTo>
                      <a:pt x="3734" y="13560"/>
                    </a:lnTo>
                    <a:lnTo>
                      <a:pt x="6040" y="13560"/>
                    </a:lnTo>
                    <a:cubicBezTo>
                      <a:pt x="5639" y="13560"/>
                      <a:pt x="5263" y="13434"/>
                      <a:pt x="4887" y="13234"/>
                    </a:cubicBezTo>
                    <a:lnTo>
                      <a:pt x="4887" y="13234"/>
                    </a:lnTo>
                    <a:cubicBezTo>
                      <a:pt x="3384" y="12357"/>
                      <a:pt x="2306" y="9800"/>
                      <a:pt x="2306" y="6768"/>
                    </a:cubicBezTo>
                    <a:lnTo>
                      <a:pt x="2306" y="6768"/>
                    </a:lnTo>
                    <a:cubicBezTo>
                      <a:pt x="2306" y="3760"/>
                      <a:pt x="3384" y="1204"/>
                      <a:pt x="4887" y="326"/>
                    </a:cubicBezTo>
                    <a:lnTo>
                      <a:pt x="4887" y="326"/>
                    </a:lnTo>
                    <a:cubicBezTo>
                      <a:pt x="5263" y="126"/>
                      <a:pt x="5639" y="1"/>
                      <a:pt x="6040" y="1"/>
                    </a:cubicBezTo>
                    <a:lnTo>
                      <a:pt x="6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68" name="Google Shape;1568;p32"/>
            <p:cNvGrpSpPr/>
            <p:nvPr/>
          </p:nvGrpSpPr>
          <p:grpSpPr>
            <a:xfrm>
              <a:off x="3305925" y="402095"/>
              <a:ext cx="325269" cy="511271"/>
              <a:chOff x="1471100" y="1593200"/>
              <a:chExt cx="235600" cy="370325"/>
            </a:xfrm>
          </p:grpSpPr>
          <p:sp>
            <p:nvSpPr>
              <p:cNvPr id="1569" name="Google Shape;1569;p32"/>
              <p:cNvSpPr/>
              <p:nvPr/>
            </p:nvSpPr>
            <p:spPr>
              <a:xfrm>
                <a:off x="1542525" y="1881425"/>
                <a:ext cx="82100" cy="82100"/>
              </a:xfrm>
              <a:custGeom>
                <a:avLst/>
                <a:gdLst/>
                <a:ahLst/>
                <a:cxnLst/>
                <a:rect l="l" t="t" r="r" b="b"/>
                <a:pathLst>
                  <a:path w="3284" h="3284" extrusionOk="0">
                    <a:moveTo>
                      <a:pt x="0" y="1630"/>
                    </a:moveTo>
                    <a:cubicBezTo>
                      <a:pt x="0" y="2557"/>
                      <a:pt x="727" y="3284"/>
                      <a:pt x="1629" y="3284"/>
                    </a:cubicBezTo>
                    <a:lnTo>
                      <a:pt x="1629" y="3284"/>
                    </a:lnTo>
                    <a:cubicBezTo>
                      <a:pt x="2532" y="3284"/>
                      <a:pt x="3283" y="2557"/>
                      <a:pt x="3283" y="1630"/>
                    </a:cubicBezTo>
                    <a:lnTo>
                      <a:pt x="3283" y="1630"/>
                    </a:lnTo>
                    <a:cubicBezTo>
                      <a:pt x="3283" y="727"/>
                      <a:pt x="2532" y="1"/>
                      <a:pt x="1629" y="1"/>
                    </a:cubicBezTo>
                    <a:lnTo>
                      <a:pt x="1629" y="1"/>
                    </a:lnTo>
                    <a:cubicBezTo>
                      <a:pt x="727" y="1"/>
                      <a:pt x="0" y="727"/>
                      <a:pt x="0" y="1630"/>
                    </a:cubicBez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32"/>
              <p:cNvSpPr/>
              <p:nvPr/>
            </p:nvSpPr>
            <p:spPr>
              <a:xfrm>
                <a:off x="1593275" y="1593200"/>
                <a:ext cx="113425" cy="339000"/>
              </a:xfrm>
              <a:custGeom>
                <a:avLst/>
                <a:gdLst/>
                <a:ahLst/>
                <a:cxnLst/>
                <a:rect l="l" t="t" r="r" b="b"/>
                <a:pathLst>
                  <a:path w="4537" h="13560" extrusionOk="0">
                    <a:moveTo>
                      <a:pt x="0" y="326"/>
                    </a:moveTo>
                    <a:cubicBezTo>
                      <a:pt x="1003" y="903"/>
                      <a:pt x="1805" y="2181"/>
                      <a:pt x="2231" y="3835"/>
                    </a:cubicBezTo>
                    <a:lnTo>
                      <a:pt x="2231" y="3835"/>
                    </a:lnTo>
                    <a:lnTo>
                      <a:pt x="4537" y="3835"/>
                    </a:lnTo>
                    <a:cubicBezTo>
                      <a:pt x="3935" y="1555"/>
                      <a:pt x="2657" y="1"/>
                      <a:pt x="1153" y="1"/>
                    </a:cubicBezTo>
                    <a:lnTo>
                      <a:pt x="1153" y="1"/>
                    </a:lnTo>
                    <a:cubicBezTo>
                      <a:pt x="752" y="1"/>
                      <a:pt x="376" y="126"/>
                      <a:pt x="0" y="326"/>
                    </a:cubicBezTo>
                    <a:close/>
                    <a:moveTo>
                      <a:pt x="0" y="13234"/>
                    </a:moveTo>
                    <a:cubicBezTo>
                      <a:pt x="376" y="13434"/>
                      <a:pt x="752" y="13560"/>
                      <a:pt x="1153" y="13560"/>
                    </a:cubicBezTo>
                    <a:lnTo>
                      <a:pt x="1153" y="13560"/>
                    </a:lnTo>
                    <a:cubicBezTo>
                      <a:pt x="1178" y="13560"/>
                      <a:pt x="1178" y="13560"/>
                      <a:pt x="1203" y="13560"/>
                    </a:cubicBezTo>
                    <a:lnTo>
                      <a:pt x="1203" y="13560"/>
                    </a:lnTo>
                    <a:cubicBezTo>
                      <a:pt x="1228" y="13434"/>
                      <a:pt x="1253" y="13309"/>
                      <a:pt x="1253" y="13159"/>
                    </a:cubicBezTo>
                    <a:lnTo>
                      <a:pt x="1253" y="13159"/>
                    </a:lnTo>
                    <a:cubicBezTo>
                      <a:pt x="1253" y="12858"/>
                      <a:pt x="1153" y="12557"/>
                      <a:pt x="1028" y="12332"/>
                    </a:cubicBezTo>
                    <a:lnTo>
                      <a:pt x="1028" y="12332"/>
                    </a:lnTo>
                    <a:cubicBezTo>
                      <a:pt x="702" y="12707"/>
                      <a:pt x="376" y="13008"/>
                      <a:pt x="0" y="132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32"/>
              <p:cNvSpPr/>
              <p:nvPr/>
            </p:nvSpPr>
            <p:spPr>
              <a:xfrm>
                <a:off x="1471100" y="1593200"/>
                <a:ext cx="151025" cy="339000"/>
              </a:xfrm>
              <a:custGeom>
                <a:avLst/>
                <a:gdLst/>
                <a:ahLst/>
                <a:cxnLst/>
                <a:rect l="l" t="t" r="r" b="b"/>
                <a:pathLst>
                  <a:path w="6041" h="13560" extrusionOk="0">
                    <a:moveTo>
                      <a:pt x="3734" y="1"/>
                    </a:moveTo>
                    <a:cubicBezTo>
                      <a:pt x="1679" y="1"/>
                      <a:pt x="0" y="3033"/>
                      <a:pt x="0" y="6768"/>
                    </a:cubicBezTo>
                    <a:lnTo>
                      <a:pt x="0" y="6768"/>
                    </a:lnTo>
                    <a:cubicBezTo>
                      <a:pt x="0" y="10527"/>
                      <a:pt x="1679" y="13560"/>
                      <a:pt x="3734" y="13560"/>
                    </a:cubicBezTo>
                    <a:lnTo>
                      <a:pt x="3734" y="13560"/>
                    </a:lnTo>
                    <a:lnTo>
                      <a:pt x="6040" y="13560"/>
                    </a:lnTo>
                    <a:cubicBezTo>
                      <a:pt x="5639" y="13560"/>
                      <a:pt x="5263" y="13434"/>
                      <a:pt x="4887" y="13234"/>
                    </a:cubicBezTo>
                    <a:lnTo>
                      <a:pt x="4887" y="13234"/>
                    </a:lnTo>
                    <a:cubicBezTo>
                      <a:pt x="3384" y="12357"/>
                      <a:pt x="2306" y="9800"/>
                      <a:pt x="2306" y="6768"/>
                    </a:cubicBezTo>
                    <a:lnTo>
                      <a:pt x="2306" y="6768"/>
                    </a:lnTo>
                    <a:cubicBezTo>
                      <a:pt x="2306" y="3760"/>
                      <a:pt x="3384" y="1204"/>
                      <a:pt x="4887" y="326"/>
                    </a:cubicBezTo>
                    <a:lnTo>
                      <a:pt x="4887" y="326"/>
                    </a:lnTo>
                    <a:cubicBezTo>
                      <a:pt x="5263" y="126"/>
                      <a:pt x="5639" y="1"/>
                      <a:pt x="6040" y="1"/>
                    </a:cubicBezTo>
                    <a:lnTo>
                      <a:pt x="6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2" name="Google Shape;1572;p32"/>
            <p:cNvGrpSpPr/>
            <p:nvPr/>
          </p:nvGrpSpPr>
          <p:grpSpPr>
            <a:xfrm>
              <a:off x="3810225" y="402095"/>
              <a:ext cx="325269" cy="511271"/>
              <a:chOff x="1471100" y="1593200"/>
              <a:chExt cx="235600" cy="370325"/>
            </a:xfrm>
          </p:grpSpPr>
          <p:sp>
            <p:nvSpPr>
              <p:cNvPr id="1573" name="Google Shape;1573;p32"/>
              <p:cNvSpPr/>
              <p:nvPr/>
            </p:nvSpPr>
            <p:spPr>
              <a:xfrm>
                <a:off x="1542525" y="1881425"/>
                <a:ext cx="82100" cy="82100"/>
              </a:xfrm>
              <a:custGeom>
                <a:avLst/>
                <a:gdLst/>
                <a:ahLst/>
                <a:cxnLst/>
                <a:rect l="l" t="t" r="r" b="b"/>
                <a:pathLst>
                  <a:path w="3284" h="3284" extrusionOk="0">
                    <a:moveTo>
                      <a:pt x="0" y="1630"/>
                    </a:moveTo>
                    <a:cubicBezTo>
                      <a:pt x="0" y="2557"/>
                      <a:pt x="727" y="3284"/>
                      <a:pt x="1629" y="3284"/>
                    </a:cubicBezTo>
                    <a:lnTo>
                      <a:pt x="1629" y="3284"/>
                    </a:lnTo>
                    <a:cubicBezTo>
                      <a:pt x="2532" y="3284"/>
                      <a:pt x="3283" y="2557"/>
                      <a:pt x="3283" y="1630"/>
                    </a:cubicBezTo>
                    <a:lnTo>
                      <a:pt x="3283" y="1630"/>
                    </a:lnTo>
                    <a:cubicBezTo>
                      <a:pt x="3283" y="727"/>
                      <a:pt x="2532" y="1"/>
                      <a:pt x="1629" y="1"/>
                    </a:cubicBezTo>
                    <a:lnTo>
                      <a:pt x="1629" y="1"/>
                    </a:lnTo>
                    <a:cubicBezTo>
                      <a:pt x="727" y="1"/>
                      <a:pt x="0" y="727"/>
                      <a:pt x="0" y="1630"/>
                    </a:cubicBez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32"/>
              <p:cNvSpPr/>
              <p:nvPr/>
            </p:nvSpPr>
            <p:spPr>
              <a:xfrm>
                <a:off x="1593275" y="1593200"/>
                <a:ext cx="113425" cy="339000"/>
              </a:xfrm>
              <a:custGeom>
                <a:avLst/>
                <a:gdLst/>
                <a:ahLst/>
                <a:cxnLst/>
                <a:rect l="l" t="t" r="r" b="b"/>
                <a:pathLst>
                  <a:path w="4537" h="13560" extrusionOk="0">
                    <a:moveTo>
                      <a:pt x="0" y="326"/>
                    </a:moveTo>
                    <a:cubicBezTo>
                      <a:pt x="1003" y="903"/>
                      <a:pt x="1805" y="2181"/>
                      <a:pt x="2231" y="3835"/>
                    </a:cubicBezTo>
                    <a:lnTo>
                      <a:pt x="2231" y="3835"/>
                    </a:lnTo>
                    <a:lnTo>
                      <a:pt x="4537" y="3835"/>
                    </a:lnTo>
                    <a:cubicBezTo>
                      <a:pt x="3935" y="1555"/>
                      <a:pt x="2657" y="1"/>
                      <a:pt x="1153" y="1"/>
                    </a:cubicBezTo>
                    <a:lnTo>
                      <a:pt x="1153" y="1"/>
                    </a:lnTo>
                    <a:cubicBezTo>
                      <a:pt x="752" y="1"/>
                      <a:pt x="376" y="126"/>
                      <a:pt x="0" y="326"/>
                    </a:cubicBezTo>
                    <a:close/>
                    <a:moveTo>
                      <a:pt x="0" y="13234"/>
                    </a:moveTo>
                    <a:cubicBezTo>
                      <a:pt x="376" y="13434"/>
                      <a:pt x="752" y="13560"/>
                      <a:pt x="1153" y="13560"/>
                    </a:cubicBezTo>
                    <a:lnTo>
                      <a:pt x="1153" y="13560"/>
                    </a:lnTo>
                    <a:cubicBezTo>
                      <a:pt x="1178" y="13560"/>
                      <a:pt x="1178" y="13560"/>
                      <a:pt x="1203" y="13560"/>
                    </a:cubicBezTo>
                    <a:lnTo>
                      <a:pt x="1203" y="13560"/>
                    </a:lnTo>
                    <a:cubicBezTo>
                      <a:pt x="1228" y="13434"/>
                      <a:pt x="1253" y="13309"/>
                      <a:pt x="1253" y="13159"/>
                    </a:cubicBezTo>
                    <a:lnTo>
                      <a:pt x="1253" y="13159"/>
                    </a:lnTo>
                    <a:cubicBezTo>
                      <a:pt x="1253" y="12858"/>
                      <a:pt x="1153" y="12557"/>
                      <a:pt x="1028" y="12332"/>
                    </a:cubicBezTo>
                    <a:lnTo>
                      <a:pt x="1028" y="12332"/>
                    </a:lnTo>
                    <a:cubicBezTo>
                      <a:pt x="702" y="12707"/>
                      <a:pt x="376" y="13008"/>
                      <a:pt x="0" y="132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32"/>
              <p:cNvSpPr/>
              <p:nvPr/>
            </p:nvSpPr>
            <p:spPr>
              <a:xfrm>
                <a:off x="1471100" y="1593200"/>
                <a:ext cx="151025" cy="339000"/>
              </a:xfrm>
              <a:custGeom>
                <a:avLst/>
                <a:gdLst/>
                <a:ahLst/>
                <a:cxnLst/>
                <a:rect l="l" t="t" r="r" b="b"/>
                <a:pathLst>
                  <a:path w="6041" h="13560" extrusionOk="0">
                    <a:moveTo>
                      <a:pt x="3734" y="1"/>
                    </a:moveTo>
                    <a:cubicBezTo>
                      <a:pt x="1679" y="1"/>
                      <a:pt x="0" y="3033"/>
                      <a:pt x="0" y="6768"/>
                    </a:cubicBezTo>
                    <a:lnTo>
                      <a:pt x="0" y="6768"/>
                    </a:lnTo>
                    <a:cubicBezTo>
                      <a:pt x="0" y="10527"/>
                      <a:pt x="1679" y="13560"/>
                      <a:pt x="3734" y="13560"/>
                    </a:cubicBezTo>
                    <a:lnTo>
                      <a:pt x="3734" y="13560"/>
                    </a:lnTo>
                    <a:lnTo>
                      <a:pt x="6040" y="13560"/>
                    </a:lnTo>
                    <a:cubicBezTo>
                      <a:pt x="5639" y="13560"/>
                      <a:pt x="5263" y="13434"/>
                      <a:pt x="4887" y="13234"/>
                    </a:cubicBezTo>
                    <a:lnTo>
                      <a:pt x="4887" y="13234"/>
                    </a:lnTo>
                    <a:cubicBezTo>
                      <a:pt x="3384" y="12357"/>
                      <a:pt x="2306" y="9800"/>
                      <a:pt x="2306" y="6768"/>
                    </a:cubicBezTo>
                    <a:lnTo>
                      <a:pt x="2306" y="6768"/>
                    </a:lnTo>
                    <a:cubicBezTo>
                      <a:pt x="2306" y="3760"/>
                      <a:pt x="3384" y="1204"/>
                      <a:pt x="4887" y="326"/>
                    </a:cubicBezTo>
                    <a:lnTo>
                      <a:pt x="4887" y="326"/>
                    </a:lnTo>
                    <a:cubicBezTo>
                      <a:pt x="5263" y="126"/>
                      <a:pt x="5639" y="1"/>
                      <a:pt x="6040" y="1"/>
                    </a:cubicBezTo>
                    <a:lnTo>
                      <a:pt x="6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6" name="Google Shape;1576;p32"/>
            <p:cNvGrpSpPr/>
            <p:nvPr/>
          </p:nvGrpSpPr>
          <p:grpSpPr>
            <a:xfrm>
              <a:off x="4314526" y="402095"/>
              <a:ext cx="325269" cy="511271"/>
              <a:chOff x="1471100" y="1593200"/>
              <a:chExt cx="235600" cy="370325"/>
            </a:xfrm>
          </p:grpSpPr>
          <p:sp>
            <p:nvSpPr>
              <p:cNvPr id="1577" name="Google Shape;1577;p32"/>
              <p:cNvSpPr/>
              <p:nvPr/>
            </p:nvSpPr>
            <p:spPr>
              <a:xfrm>
                <a:off x="1542525" y="1881425"/>
                <a:ext cx="82100" cy="82100"/>
              </a:xfrm>
              <a:custGeom>
                <a:avLst/>
                <a:gdLst/>
                <a:ahLst/>
                <a:cxnLst/>
                <a:rect l="l" t="t" r="r" b="b"/>
                <a:pathLst>
                  <a:path w="3284" h="3284" extrusionOk="0">
                    <a:moveTo>
                      <a:pt x="0" y="1630"/>
                    </a:moveTo>
                    <a:cubicBezTo>
                      <a:pt x="0" y="2557"/>
                      <a:pt x="727" y="3284"/>
                      <a:pt x="1629" y="3284"/>
                    </a:cubicBezTo>
                    <a:lnTo>
                      <a:pt x="1629" y="3284"/>
                    </a:lnTo>
                    <a:cubicBezTo>
                      <a:pt x="2532" y="3284"/>
                      <a:pt x="3283" y="2557"/>
                      <a:pt x="3283" y="1630"/>
                    </a:cubicBezTo>
                    <a:lnTo>
                      <a:pt x="3283" y="1630"/>
                    </a:lnTo>
                    <a:cubicBezTo>
                      <a:pt x="3283" y="727"/>
                      <a:pt x="2532" y="1"/>
                      <a:pt x="1629" y="1"/>
                    </a:cubicBezTo>
                    <a:lnTo>
                      <a:pt x="1629" y="1"/>
                    </a:lnTo>
                    <a:cubicBezTo>
                      <a:pt x="727" y="1"/>
                      <a:pt x="0" y="727"/>
                      <a:pt x="0" y="1630"/>
                    </a:cubicBez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32"/>
              <p:cNvSpPr/>
              <p:nvPr/>
            </p:nvSpPr>
            <p:spPr>
              <a:xfrm>
                <a:off x="1593275" y="1593200"/>
                <a:ext cx="113425" cy="339000"/>
              </a:xfrm>
              <a:custGeom>
                <a:avLst/>
                <a:gdLst/>
                <a:ahLst/>
                <a:cxnLst/>
                <a:rect l="l" t="t" r="r" b="b"/>
                <a:pathLst>
                  <a:path w="4537" h="13560" extrusionOk="0">
                    <a:moveTo>
                      <a:pt x="0" y="326"/>
                    </a:moveTo>
                    <a:cubicBezTo>
                      <a:pt x="1003" y="903"/>
                      <a:pt x="1805" y="2181"/>
                      <a:pt x="2231" y="3835"/>
                    </a:cubicBezTo>
                    <a:lnTo>
                      <a:pt x="2231" y="3835"/>
                    </a:lnTo>
                    <a:lnTo>
                      <a:pt x="4537" y="3835"/>
                    </a:lnTo>
                    <a:cubicBezTo>
                      <a:pt x="3935" y="1555"/>
                      <a:pt x="2657" y="1"/>
                      <a:pt x="1153" y="1"/>
                    </a:cubicBezTo>
                    <a:lnTo>
                      <a:pt x="1153" y="1"/>
                    </a:lnTo>
                    <a:cubicBezTo>
                      <a:pt x="752" y="1"/>
                      <a:pt x="376" y="126"/>
                      <a:pt x="0" y="326"/>
                    </a:cubicBezTo>
                    <a:close/>
                    <a:moveTo>
                      <a:pt x="0" y="13234"/>
                    </a:moveTo>
                    <a:cubicBezTo>
                      <a:pt x="376" y="13434"/>
                      <a:pt x="752" y="13560"/>
                      <a:pt x="1153" y="13560"/>
                    </a:cubicBezTo>
                    <a:lnTo>
                      <a:pt x="1153" y="13560"/>
                    </a:lnTo>
                    <a:cubicBezTo>
                      <a:pt x="1178" y="13560"/>
                      <a:pt x="1178" y="13560"/>
                      <a:pt x="1203" y="13560"/>
                    </a:cubicBezTo>
                    <a:lnTo>
                      <a:pt x="1203" y="13560"/>
                    </a:lnTo>
                    <a:cubicBezTo>
                      <a:pt x="1228" y="13434"/>
                      <a:pt x="1253" y="13309"/>
                      <a:pt x="1253" y="13159"/>
                    </a:cubicBezTo>
                    <a:lnTo>
                      <a:pt x="1253" y="13159"/>
                    </a:lnTo>
                    <a:cubicBezTo>
                      <a:pt x="1253" y="12858"/>
                      <a:pt x="1153" y="12557"/>
                      <a:pt x="1028" y="12332"/>
                    </a:cubicBezTo>
                    <a:lnTo>
                      <a:pt x="1028" y="12332"/>
                    </a:lnTo>
                    <a:cubicBezTo>
                      <a:pt x="702" y="12707"/>
                      <a:pt x="376" y="13008"/>
                      <a:pt x="0" y="132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32"/>
              <p:cNvSpPr/>
              <p:nvPr/>
            </p:nvSpPr>
            <p:spPr>
              <a:xfrm>
                <a:off x="1471100" y="1593200"/>
                <a:ext cx="151025" cy="339000"/>
              </a:xfrm>
              <a:custGeom>
                <a:avLst/>
                <a:gdLst/>
                <a:ahLst/>
                <a:cxnLst/>
                <a:rect l="l" t="t" r="r" b="b"/>
                <a:pathLst>
                  <a:path w="6041" h="13560" extrusionOk="0">
                    <a:moveTo>
                      <a:pt x="3734" y="1"/>
                    </a:moveTo>
                    <a:cubicBezTo>
                      <a:pt x="1679" y="1"/>
                      <a:pt x="0" y="3033"/>
                      <a:pt x="0" y="6768"/>
                    </a:cubicBezTo>
                    <a:lnTo>
                      <a:pt x="0" y="6768"/>
                    </a:lnTo>
                    <a:cubicBezTo>
                      <a:pt x="0" y="10527"/>
                      <a:pt x="1679" y="13560"/>
                      <a:pt x="3734" y="13560"/>
                    </a:cubicBezTo>
                    <a:lnTo>
                      <a:pt x="3734" y="13560"/>
                    </a:lnTo>
                    <a:lnTo>
                      <a:pt x="6040" y="13560"/>
                    </a:lnTo>
                    <a:cubicBezTo>
                      <a:pt x="5639" y="13560"/>
                      <a:pt x="5263" y="13434"/>
                      <a:pt x="4887" y="13234"/>
                    </a:cubicBezTo>
                    <a:lnTo>
                      <a:pt x="4887" y="13234"/>
                    </a:lnTo>
                    <a:cubicBezTo>
                      <a:pt x="3384" y="12357"/>
                      <a:pt x="2306" y="9800"/>
                      <a:pt x="2306" y="6768"/>
                    </a:cubicBezTo>
                    <a:lnTo>
                      <a:pt x="2306" y="6768"/>
                    </a:lnTo>
                    <a:cubicBezTo>
                      <a:pt x="2306" y="3760"/>
                      <a:pt x="3384" y="1204"/>
                      <a:pt x="4887" y="326"/>
                    </a:cubicBezTo>
                    <a:lnTo>
                      <a:pt x="4887" y="326"/>
                    </a:lnTo>
                    <a:cubicBezTo>
                      <a:pt x="5263" y="126"/>
                      <a:pt x="5639" y="1"/>
                      <a:pt x="6040" y="1"/>
                    </a:cubicBezTo>
                    <a:lnTo>
                      <a:pt x="6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80" name="Google Shape;1580;p32"/>
            <p:cNvGrpSpPr/>
            <p:nvPr/>
          </p:nvGrpSpPr>
          <p:grpSpPr>
            <a:xfrm>
              <a:off x="4818827" y="402095"/>
              <a:ext cx="325269" cy="511271"/>
              <a:chOff x="1471100" y="1593200"/>
              <a:chExt cx="235600" cy="370325"/>
            </a:xfrm>
          </p:grpSpPr>
          <p:sp>
            <p:nvSpPr>
              <p:cNvPr id="1581" name="Google Shape;1581;p32"/>
              <p:cNvSpPr/>
              <p:nvPr/>
            </p:nvSpPr>
            <p:spPr>
              <a:xfrm>
                <a:off x="1542525" y="1881425"/>
                <a:ext cx="82100" cy="82100"/>
              </a:xfrm>
              <a:custGeom>
                <a:avLst/>
                <a:gdLst/>
                <a:ahLst/>
                <a:cxnLst/>
                <a:rect l="l" t="t" r="r" b="b"/>
                <a:pathLst>
                  <a:path w="3284" h="3284" extrusionOk="0">
                    <a:moveTo>
                      <a:pt x="0" y="1630"/>
                    </a:moveTo>
                    <a:cubicBezTo>
                      <a:pt x="0" y="2557"/>
                      <a:pt x="727" y="3284"/>
                      <a:pt x="1629" y="3284"/>
                    </a:cubicBezTo>
                    <a:lnTo>
                      <a:pt x="1629" y="3284"/>
                    </a:lnTo>
                    <a:cubicBezTo>
                      <a:pt x="2532" y="3284"/>
                      <a:pt x="3283" y="2557"/>
                      <a:pt x="3283" y="1630"/>
                    </a:cubicBezTo>
                    <a:lnTo>
                      <a:pt x="3283" y="1630"/>
                    </a:lnTo>
                    <a:cubicBezTo>
                      <a:pt x="3283" y="727"/>
                      <a:pt x="2532" y="1"/>
                      <a:pt x="1629" y="1"/>
                    </a:cubicBezTo>
                    <a:lnTo>
                      <a:pt x="1629" y="1"/>
                    </a:lnTo>
                    <a:cubicBezTo>
                      <a:pt x="727" y="1"/>
                      <a:pt x="0" y="727"/>
                      <a:pt x="0" y="1630"/>
                    </a:cubicBez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32"/>
              <p:cNvSpPr/>
              <p:nvPr/>
            </p:nvSpPr>
            <p:spPr>
              <a:xfrm>
                <a:off x="1593275" y="1593200"/>
                <a:ext cx="113425" cy="339000"/>
              </a:xfrm>
              <a:custGeom>
                <a:avLst/>
                <a:gdLst/>
                <a:ahLst/>
                <a:cxnLst/>
                <a:rect l="l" t="t" r="r" b="b"/>
                <a:pathLst>
                  <a:path w="4537" h="13560" extrusionOk="0">
                    <a:moveTo>
                      <a:pt x="0" y="326"/>
                    </a:moveTo>
                    <a:cubicBezTo>
                      <a:pt x="1003" y="903"/>
                      <a:pt x="1805" y="2181"/>
                      <a:pt x="2231" y="3835"/>
                    </a:cubicBezTo>
                    <a:lnTo>
                      <a:pt x="2231" y="3835"/>
                    </a:lnTo>
                    <a:lnTo>
                      <a:pt x="4537" y="3835"/>
                    </a:lnTo>
                    <a:cubicBezTo>
                      <a:pt x="3935" y="1555"/>
                      <a:pt x="2657" y="1"/>
                      <a:pt x="1153" y="1"/>
                    </a:cubicBezTo>
                    <a:lnTo>
                      <a:pt x="1153" y="1"/>
                    </a:lnTo>
                    <a:cubicBezTo>
                      <a:pt x="752" y="1"/>
                      <a:pt x="376" y="126"/>
                      <a:pt x="0" y="326"/>
                    </a:cubicBezTo>
                    <a:close/>
                    <a:moveTo>
                      <a:pt x="0" y="13234"/>
                    </a:moveTo>
                    <a:cubicBezTo>
                      <a:pt x="376" y="13434"/>
                      <a:pt x="752" y="13560"/>
                      <a:pt x="1153" y="13560"/>
                    </a:cubicBezTo>
                    <a:lnTo>
                      <a:pt x="1153" y="13560"/>
                    </a:lnTo>
                    <a:cubicBezTo>
                      <a:pt x="1178" y="13560"/>
                      <a:pt x="1178" y="13560"/>
                      <a:pt x="1203" y="13560"/>
                    </a:cubicBezTo>
                    <a:lnTo>
                      <a:pt x="1203" y="13560"/>
                    </a:lnTo>
                    <a:cubicBezTo>
                      <a:pt x="1228" y="13434"/>
                      <a:pt x="1253" y="13309"/>
                      <a:pt x="1253" y="13159"/>
                    </a:cubicBezTo>
                    <a:lnTo>
                      <a:pt x="1253" y="13159"/>
                    </a:lnTo>
                    <a:cubicBezTo>
                      <a:pt x="1253" y="12858"/>
                      <a:pt x="1153" y="12557"/>
                      <a:pt x="1028" y="12332"/>
                    </a:cubicBezTo>
                    <a:lnTo>
                      <a:pt x="1028" y="12332"/>
                    </a:lnTo>
                    <a:cubicBezTo>
                      <a:pt x="702" y="12707"/>
                      <a:pt x="376" y="13008"/>
                      <a:pt x="0" y="132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32"/>
              <p:cNvSpPr/>
              <p:nvPr/>
            </p:nvSpPr>
            <p:spPr>
              <a:xfrm>
                <a:off x="1471100" y="1593200"/>
                <a:ext cx="151025" cy="339000"/>
              </a:xfrm>
              <a:custGeom>
                <a:avLst/>
                <a:gdLst/>
                <a:ahLst/>
                <a:cxnLst/>
                <a:rect l="l" t="t" r="r" b="b"/>
                <a:pathLst>
                  <a:path w="6041" h="13560" extrusionOk="0">
                    <a:moveTo>
                      <a:pt x="3734" y="1"/>
                    </a:moveTo>
                    <a:cubicBezTo>
                      <a:pt x="1679" y="1"/>
                      <a:pt x="0" y="3033"/>
                      <a:pt x="0" y="6768"/>
                    </a:cubicBezTo>
                    <a:lnTo>
                      <a:pt x="0" y="6768"/>
                    </a:lnTo>
                    <a:cubicBezTo>
                      <a:pt x="0" y="10527"/>
                      <a:pt x="1679" y="13560"/>
                      <a:pt x="3734" y="13560"/>
                    </a:cubicBezTo>
                    <a:lnTo>
                      <a:pt x="3734" y="13560"/>
                    </a:lnTo>
                    <a:lnTo>
                      <a:pt x="6040" y="13560"/>
                    </a:lnTo>
                    <a:cubicBezTo>
                      <a:pt x="5639" y="13560"/>
                      <a:pt x="5263" y="13434"/>
                      <a:pt x="4887" y="13234"/>
                    </a:cubicBezTo>
                    <a:lnTo>
                      <a:pt x="4887" y="13234"/>
                    </a:lnTo>
                    <a:cubicBezTo>
                      <a:pt x="3384" y="12357"/>
                      <a:pt x="2306" y="9800"/>
                      <a:pt x="2306" y="6768"/>
                    </a:cubicBezTo>
                    <a:lnTo>
                      <a:pt x="2306" y="6768"/>
                    </a:lnTo>
                    <a:cubicBezTo>
                      <a:pt x="2306" y="3760"/>
                      <a:pt x="3384" y="1204"/>
                      <a:pt x="4887" y="326"/>
                    </a:cubicBezTo>
                    <a:lnTo>
                      <a:pt x="4887" y="326"/>
                    </a:lnTo>
                    <a:cubicBezTo>
                      <a:pt x="5263" y="126"/>
                      <a:pt x="5639" y="1"/>
                      <a:pt x="6040" y="1"/>
                    </a:cubicBezTo>
                    <a:lnTo>
                      <a:pt x="6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84" name="Google Shape;1584;p32"/>
            <p:cNvGrpSpPr/>
            <p:nvPr/>
          </p:nvGrpSpPr>
          <p:grpSpPr>
            <a:xfrm>
              <a:off x="5323128" y="402095"/>
              <a:ext cx="325269" cy="511271"/>
              <a:chOff x="1471100" y="1593200"/>
              <a:chExt cx="235600" cy="370325"/>
            </a:xfrm>
          </p:grpSpPr>
          <p:sp>
            <p:nvSpPr>
              <p:cNvPr id="1585" name="Google Shape;1585;p32"/>
              <p:cNvSpPr/>
              <p:nvPr/>
            </p:nvSpPr>
            <p:spPr>
              <a:xfrm>
                <a:off x="1542525" y="1881425"/>
                <a:ext cx="82100" cy="82100"/>
              </a:xfrm>
              <a:custGeom>
                <a:avLst/>
                <a:gdLst/>
                <a:ahLst/>
                <a:cxnLst/>
                <a:rect l="l" t="t" r="r" b="b"/>
                <a:pathLst>
                  <a:path w="3284" h="3284" extrusionOk="0">
                    <a:moveTo>
                      <a:pt x="0" y="1630"/>
                    </a:moveTo>
                    <a:cubicBezTo>
                      <a:pt x="0" y="2557"/>
                      <a:pt x="727" y="3284"/>
                      <a:pt x="1629" y="3284"/>
                    </a:cubicBezTo>
                    <a:lnTo>
                      <a:pt x="1629" y="3284"/>
                    </a:lnTo>
                    <a:cubicBezTo>
                      <a:pt x="2532" y="3284"/>
                      <a:pt x="3283" y="2557"/>
                      <a:pt x="3283" y="1630"/>
                    </a:cubicBezTo>
                    <a:lnTo>
                      <a:pt x="3283" y="1630"/>
                    </a:lnTo>
                    <a:cubicBezTo>
                      <a:pt x="3283" y="727"/>
                      <a:pt x="2532" y="1"/>
                      <a:pt x="1629" y="1"/>
                    </a:cubicBezTo>
                    <a:lnTo>
                      <a:pt x="1629" y="1"/>
                    </a:lnTo>
                    <a:cubicBezTo>
                      <a:pt x="727" y="1"/>
                      <a:pt x="0" y="727"/>
                      <a:pt x="0" y="1630"/>
                    </a:cubicBez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32"/>
              <p:cNvSpPr/>
              <p:nvPr/>
            </p:nvSpPr>
            <p:spPr>
              <a:xfrm>
                <a:off x="1593275" y="1593200"/>
                <a:ext cx="113425" cy="339000"/>
              </a:xfrm>
              <a:custGeom>
                <a:avLst/>
                <a:gdLst/>
                <a:ahLst/>
                <a:cxnLst/>
                <a:rect l="l" t="t" r="r" b="b"/>
                <a:pathLst>
                  <a:path w="4537" h="13560" extrusionOk="0">
                    <a:moveTo>
                      <a:pt x="0" y="326"/>
                    </a:moveTo>
                    <a:cubicBezTo>
                      <a:pt x="1003" y="903"/>
                      <a:pt x="1805" y="2181"/>
                      <a:pt x="2231" y="3835"/>
                    </a:cubicBezTo>
                    <a:lnTo>
                      <a:pt x="2231" y="3835"/>
                    </a:lnTo>
                    <a:lnTo>
                      <a:pt x="4537" y="3835"/>
                    </a:lnTo>
                    <a:cubicBezTo>
                      <a:pt x="3935" y="1555"/>
                      <a:pt x="2657" y="1"/>
                      <a:pt x="1153" y="1"/>
                    </a:cubicBezTo>
                    <a:lnTo>
                      <a:pt x="1153" y="1"/>
                    </a:lnTo>
                    <a:cubicBezTo>
                      <a:pt x="752" y="1"/>
                      <a:pt x="376" y="126"/>
                      <a:pt x="0" y="326"/>
                    </a:cubicBezTo>
                    <a:close/>
                    <a:moveTo>
                      <a:pt x="0" y="13234"/>
                    </a:moveTo>
                    <a:cubicBezTo>
                      <a:pt x="376" y="13434"/>
                      <a:pt x="752" y="13560"/>
                      <a:pt x="1153" y="13560"/>
                    </a:cubicBezTo>
                    <a:lnTo>
                      <a:pt x="1153" y="13560"/>
                    </a:lnTo>
                    <a:cubicBezTo>
                      <a:pt x="1178" y="13560"/>
                      <a:pt x="1178" y="13560"/>
                      <a:pt x="1203" y="13560"/>
                    </a:cubicBezTo>
                    <a:lnTo>
                      <a:pt x="1203" y="13560"/>
                    </a:lnTo>
                    <a:cubicBezTo>
                      <a:pt x="1228" y="13434"/>
                      <a:pt x="1253" y="13309"/>
                      <a:pt x="1253" y="13159"/>
                    </a:cubicBezTo>
                    <a:lnTo>
                      <a:pt x="1253" y="13159"/>
                    </a:lnTo>
                    <a:cubicBezTo>
                      <a:pt x="1253" y="12858"/>
                      <a:pt x="1153" y="12557"/>
                      <a:pt x="1028" y="12332"/>
                    </a:cubicBezTo>
                    <a:lnTo>
                      <a:pt x="1028" y="12332"/>
                    </a:lnTo>
                    <a:cubicBezTo>
                      <a:pt x="702" y="12707"/>
                      <a:pt x="376" y="13008"/>
                      <a:pt x="0" y="132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32"/>
              <p:cNvSpPr/>
              <p:nvPr/>
            </p:nvSpPr>
            <p:spPr>
              <a:xfrm>
                <a:off x="1471100" y="1593200"/>
                <a:ext cx="151025" cy="339000"/>
              </a:xfrm>
              <a:custGeom>
                <a:avLst/>
                <a:gdLst/>
                <a:ahLst/>
                <a:cxnLst/>
                <a:rect l="l" t="t" r="r" b="b"/>
                <a:pathLst>
                  <a:path w="6041" h="13560" extrusionOk="0">
                    <a:moveTo>
                      <a:pt x="3734" y="1"/>
                    </a:moveTo>
                    <a:cubicBezTo>
                      <a:pt x="1679" y="1"/>
                      <a:pt x="0" y="3033"/>
                      <a:pt x="0" y="6768"/>
                    </a:cubicBezTo>
                    <a:lnTo>
                      <a:pt x="0" y="6768"/>
                    </a:lnTo>
                    <a:cubicBezTo>
                      <a:pt x="0" y="10527"/>
                      <a:pt x="1679" y="13560"/>
                      <a:pt x="3734" y="13560"/>
                    </a:cubicBezTo>
                    <a:lnTo>
                      <a:pt x="3734" y="13560"/>
                    </a:lnTo>
                    <a:lnTo>
                      <a:pt x="6040" y="13560"/>
                    </a:lnTo>
                    <a:cubicBezTo>
                      <a:pt x="5639" y="13560"/>
                      <a:pt x="5263" y="13434"/>
                      <a:pt x="4887" y="13234"/>
                    </a:cubicBezTo>
                    <a:lnTo>
                      <a:pt x="4887" y="13234"/>
                    </a:lnTo>
                    <a:cubicBezTo>
                      <a:pt x="3384" y="12357"/>
                      <a:pt x="2306" y="9800"/>
                      <a:pt x="2306" y="6768"/>
                    </a:cubicBezTo>
                    <a:lnTo>
                      <a:pt x="2306" y="6768"/>
                    </a:lnTo>
                    <a:cubicBezTo>
                      <a:pt x="2306" y="3760"/>
                      <a:pt x="3384" y="1204"/>
                      <a:pt x="4887" y="326"/>
                    </a:cubicBezTo>
                    <a:lnTo>
                      <a:pt x="4887" y="326"/>
                    </a:lnTo>
                    <a:cubicBezTo>
                      <a:pt x="5263" y="126"/>
                      <a:pt x="5639" y="1"/>
                      <a:pt x="6040" y="1"/>
                    </a:cubicBezTo>
                    <a:lnTo>
                      <a:pt x="6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88" name="Google Shape;1588;p32"/>
            <p:cNvGrpSpPr/>
            <p:nvPr/>
          </p:nvGrpSpPr>
          <p:grpSpPr>
            <a:xfrm>
              <a:off x="5827429" y="402095"/>
              <a:ext cx="325269" cy="511271"/>
              <a:chOff x="1471100" y="1593200"/>
              <a:chExt cx="235600" cy="370325"/>
            </a:xfrm>
          </p:grpSpPr>
          <p:sp>
            <p:nvSpPr>
              <p:cNvPr id="1589" name="Google Shape;1589;p32"/>
              <p:cNvSpPr/>
              <p:nvPr/>
            </p:nvSpPr>
            <p:spPr>
              <a:xfrm>
                <a:off x="1542525" y="1881425"/>
                <a:ext cx="82100" cy="82100"/>
              </a:xfrm>
              <a:custGeom>
                <a:avLst/>
                <a:gdLst/>
                <a:ahLst/>
                <a:cxnLst/>
                <a:rect l="l" t="t" r="r" b="b"/>
                <a:pathLst>
                  <a:path w="3284" h="3284" extrusionOk="0">
                    <a:moveTo>
                      <a:pt x="0" y="1630"/>
                    </a:moveTo>
                    <a:cubicBezTo>
                      <a:pt x="0" y="2557"/>
                      <a:pt x="727" y="3284"/>
                      <a:pt x="1629" y="3284"/>
                    </a:cubicBezTo>
                    <a:lnTo>
                      <a:pt x="1629" y="3284"/>
                    </a:lnTo>
                    <a:cubicBezTo>
                      <a:pt x="2532" y="3284"/>
                      <a:pt x="3283" y="2557"/>
                      <a:pt x="3283" y="1630"/>
                    </a:cubicBezTo>
                    <a:lnTo>
                      <a:pt x="3283" y="1630"/>
                    </a:lnTo>
                    <a:cubicBezTo>
                      <a:pt x="3283" y="727"/>
                      <a:pt x="2532" y="1"/>
                      <a:pt x="1629" y="1"/>
                    </a:cubicBezTo>
                    <a:lnTo>
                      <a:pt x="1629" y="1"/>
                    </a:lnTo>
                    <a:cubicBezTo>
                      <a:pt x="727" y="1"/>
                      <a:pt x="0" y="727"/>
                      <a:pt x="0" y="1630"/>
                    </a:cubicBez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32"/>
              <p:cNvSpPr/>
              <p:nvPr/>
            </p:nvSpPr>
            <p:spPr>
              <a:xfrm>
                <a:off x="1593275" y="1593200"/>
                <a:ext cx="113425" cy="339000"/>
              </a:xfrm>
              <a:custGeom>
                <a:avLst/>
                <a:gdLst/>
                <a:ahLst/>
                <a:cxnLst/>
                <a:rect l="l" t="t" r="r" b="b"/>
                <a:pathLst>
                  <a:path w="4537" h="13560" extrusionOk="0">
                    <a:moveTo>
                      <a:pt x="0" y="326"/>
                    </a:moveTo>
                    <a:cubicBezTo>
                      <a:pt x="1003" y="903"/>
                      <a:pt x="1805" y="2181"/>
                      <a:pt x="2231" y="3835"/>
                    </a:cubicBezTo>
                    <a:lnTo>
                      <a:pt x="2231" y="3835"/>
                    </a:lnTo>
                    <a:lnTo>
                      <a:pt x="4537" y="3835"/>
                    </a:lnTo>
                    <a:cubicBezTo>
                      <a:pt x="3935" y="1555"/>
                      <a:pt x="2657" y="1"/>
                      <a:pt x="1153" y="1"/>
                    </a:cubicBezTo>
                    <a:lnTo>
                      <a:pt x="1153" y="1"/>
                    </a:lnTo>
                    <a:cubicBezTo>
                      <a:pt x="752" y="1"/>
                      <a:pt x="376" y="126"/>
                      <a:pt x="0" y="326"/>
                    </a:cubicBezTo>
                    <a:close/>
                    <a:moveTo>
                      <a:pt x="0" y="13234"/>
                    </a:moveTo>
                    <a:cubicBezTo>
                      <a:pt x="376" y="13434"/>
                      <a:pt x="752" y="13560"/>
                      <a:pt x="1153" y="13560"/>
                    </a:cubicBezTo>
                    <a:lnTo>
                      <a:pt x="1153" y="13560"/>
                    </a:lnTo>
                    <a:cubicBezTo>
                      <a:pt x="1178" y="13560"/>
                      <a:pt x="1178" y="13560"/>
                      <a:pt x="1203" y="13560"/>
                    </a:cubicBezTo>
                    <a:lnTo>
                      <a:pt x="1203" y="13560"/>
                    </a:lnTo>
                    <a:cubicBezTo>
                      <a:pt x="1228" y="13434"/>
                      <a:pt x="1253" y="13309"/>
                      <a:pt x="1253" y="13159"/>
                    </a:cubicBezTo>
                    <a:lnTo>
                      <a:pt x="1253" y="13159"/>
                    </a:lnTo>
                    <a:cubicBezTo>
                      <a:pt x="1253" y="12858"/>
                      <a:pt x="1153" y="12557"/>
                      <a:pt x="1028" y="12332"/>
                    </a:cubicBezTo>
                    <a:lnTo>
                      <a:pt x="1028" y="12332"/>
                    </a:lnTo>
                    <a:cubicBezTo>
                      <a:pt x="702" y="12707"/>
                      <a:pt x="376" y="13008"/>
                      <a:pt x="0" y="132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32"/>
              <p:cNvSpPr/>
              <p:nvPr/>
            </p:nvSpPr>
            <p:spPr>
              <a:xfrm>
                <a:off x="1471100" y="1593200"/>
                <a:ext cx="151025" cy="339000"/>
              </a:xfrm>
              <a:custGeom>
                <a:avLst/>
                <a:gdLst/>
                <a:ahLst/>
                <a:cxnLst/>
                <a:rect l="l" t="t" r="r" b="b"/>
                <a:pathLst>
                  <a:path w="6041" h="13560" extrusionOk="0">
                    <a:moveTo>
                      <a:pt x="3734" y="1"/>
                    </a:moveTo>
                    <a:cubicBezTo>
                      <a:pt x="1679" y="1"/>
                      <a:pt x="0" y="3033"/>
                      <a:pt x="0" y="6768"/>
                    </a:cubicBezTo>
                    <a:lnTo>
                      <a:pt x="0" y="6768"/>
                    </a:lnTo>
                    <a:cubicBezTo>
                      <a:pt x="0" y="10527"/>
                      <a:pt x="1679" y="13560"/>
                      <a:pt x="3734" y="13560"/>
                    </a:cubicBezTo>
                    <a:lnTo>
                      <a:pt x="3734" y="13560"/>
                    </a:lnTo>
                    <a:lnTo>
                      <a:pt x="6040" y="13560"/>
                    </a:lnTo>
                    <a:cubicBezTo>
                      <a:pt x="5639" y="13560"/>
                      <a:pt x="5263" y="13434"/>
                      <a:pt x="4887" y="13234"/>
                    </a:cubicBezTo>
                    <a:lnTo>
                      <a:pt x="4887" y="13234"/>
                    </a:lnTo>
                    <a:cubicBezTo>
                      <a:pt x="3384" y="12357"/>
                      <a:pt x="2306" y="9800"/>
                      <a:pt x="2306" y="6768"/>
                    </a:cubicBezTo>
                    <a:lnTo>
                      <a:pt x="2306" y="6768"/>
                    </a:lnTo>
                    <a:cubicBezTo>
                      <a:pt x="2306" y="3760"/>
                      <a:pt x="3384" y="1204"/>
                      <a:pt x="4887" y="326"/>
                    </a:cubicBezTo>
                    <a:lnTo>
                      <a:pt x="4887" y="326"/>
                    </a:lnTo>
                    <a:cubicBezTo>
                      <a:pt x="5263" y="126"/>
                      <a:pt x="5639" y="1"/>
                      <a:pt x="6040" y="1"/>
                    </a:cubicBezTo>
                    <a:lnTo>
                      <a:pt x="6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2" name="Google Shape;1592;p32"/>
            <p:cNvGrpSpPr/>
            <p:nvPr/>
          </p:nvGrpSpPr>
          <p:grpSpPr>
            <a:xfrm>
              <a:off x="6331729" y="402095"/>
              <a:ext cx="325269" cy="511271"/>
              <a:chOff x="1471100" y="1593200"/>
              <a:chExt cx="235600" cy="370325"/>
            </a:xfrm>
          </p:grpSpPr>
          <p:sp>
            <p:nvSpPr>
              <p:cNvPr id="1593" name="Google Shape;1593;p32"/>
              <p:cNvSpPr/>
              <p:nvPr/>
            </p:nvSpPr>
            <p:spPr>
              <a:xfrm>
                <a:off x="1542525" y="1881425"/>
                <a:ext cx="82100" cy="82100"/>
              </a:xfrm>
              <a:custGeom>
                <a:avLst/>
                <a:gdLst/>
                <a:ahLst/>
                <a:cxnLst/>
                <a:rect l="l" t="t" r="r" b="b"/>
                <a:pathLst>
                  <a:path w="3284" h="3284" extrusionOk="0">
                    <a:moveTo>
                      <a:pt x="0" y="1630"/>
                    </a:moveTo>
                    <a:cubicBezTo>
                      <a:pt x="0" y="2557"/>
                      <a:pt x="727" y="3284"/>
                      <a:pt x="1629" y="3284"/>
                    </a:cubicBezTo>
                    <a:lnTo>
                      <a:pt x="1629" y="3284"/>
                    </a:lnTo>
                    <a:cubicBezTo>
                      <a:pt x="2532" y="3284"/>
                      <a:pt x="3283" y="2557"/>
                      <a:pt x="3283" y="1630"/>
                    </a:cubicBezTo>
                    <a:lnTo>
                      <a:pt x="3283" y="1630"/>
                    </a:lnTo>
                    <a:cubicBezTo>
                      <a:pt x="3283" y="727"/>
                      <a:pt x="2532" y="1"/>
                      <a:pt x="1629" y="1"/>
                    </a:cubicBezTo>
                    <a:lnTo>
                      <a:pt x="1629" y="1"/>
                    </a:lnTo>
                    <a:cubicBezTo>
                      <a:pt x="727" y="1"/>
                      <a:pt x="0" y="727"/>
                      <a:pt x="0" y="1630"/>
                    </a:cubicBez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32"/>
              <p:cNvSpPr/>
              <p:nvPr/>
            </p:nvSpPr>
            <p:spPr>
              <a:xfrm>
                <a:off x="1593275" y="1593200"/>
                <a:ext cx="113425" cy="339000"/>
              </a:xfrm>
              <a:custGeom>
                <a:avLst/>
                <a:gdLst/>
                <a:ahLst/>
                <a:cxnLst/>
                <a:rect l="l" t="t" r="r" b="b"/>
                <a:pathLst>
                  <a:path w="4537" h="13560" extrusionOk="0">
                    <a:moveTo>
                      <a:pt x="0" y="326"/>
                    </a:moveTo>
                    <a:cubicBezTo>
                      <a:pt x="1003" y="903"/>
                      <a:pt x="1805" y="2181"/>
                      <a:pt x="2231" y="3835"/>
                    </a:cubicBezTo>
                    <a:lnTo>
                      <a:pt x="2231" y="3835"/>
                    </a:lnTo>
                    <a:lnTo>
                      <a:pt x="4537" y="3835"/>
                    </a:lnTo>
                    <a:cubicBezTo>
                      <a:pt x="3935" y="1555"/>
                      <a:pt x="2657" y="1"/>
                      <a:pt x="1153" y="1"/>
                    </a:cubicBezTo>
                    <a:lnTo>
                      <a:pt x="1153" y="1"/>
                    </a:lnTo>
                    <a:cubicBezTo>
                      <a:pt x="752" y="1"/>
                      <a:pt x="376" y="126"/>
                      <a:pt x="0" y="326"/>
                    </a:cubicBezTo>
                    <a:close/>
                    <a:moveTo>
                      <a:pt x="0" y="13234"/>
                    </a:moveTo>
                    <a:cubicBezTo>
                      <a:pt x="376" y="13434"/>
                      <a:pt x="752" y="13560"/>
                      <a:pt x="1153" y="13560"/>
                    </a:cubicBezTo>
                    <a:lnTo>
                      <a:pt x="1153" y="13560"/>
                    </a:lnTo>
                    <a:cubicBezTo>
                      <a:pt x="1178" y="13560"/>
                      <a:pt x="1178" y="13560"/>
                      <a:pt x="1203" y="13560"/>
                    </a:cubicBezTo>
                    <a:lnTo>
                      <a:pt x="1203" y="13560"/>
                    </a:lnTo>
                    <a:cubicBezTo>
                      <a:pt x="1228" y="13434"/>
                      <a:pt x="1253" y="13309"/>
                      <a:pt x="1253" y="13159"/>
                    </a:cubicBezTo>
                    <a:lnTo>
                      <a:pt x="1253" y="13159"/>
                    </a:lnTo>
                    <a:cubicBezTo>
                      <a:pt x="1253" y="12858"/>
                      <a:pt x="1153" y="12557"/>
                      <a:pt x="1028" y="12332"/>
                    </a:cubicBezTo>
                    <a:lnTo>
                      <a:pt x="1028" y="12332"/>
                    </a:lnTo>
                    <a:cubicBezTo>
                      <a:pt x="702" y="12707"/>
                      <a:pt x="376" y="13008"/>
                      <a:pt x="0" y="132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32"/>
              <p:cNvSpPr/>
              <p:nvPr/>
            </p:nvSpPr>
            <p:spPr>
              <a:xfrm>
                <a:off x="1471100" y="1593200"/>
                <a:ext cx="151025" cy="339000"/>
              </a:xfrm>
              <a:custGeom>
                <a:avLst/>
                <a:gdLst/>
                <a:ahLst/>
                <a:cxnLst/>
                <a:rect l="l" t="t" r="r" b="b"/>
                <a:pathLst>
                  <a:path w="6041" h="13560" extrusionOk="0">
                    <a:moveTo>
                      <a:pt x="3734" y="1"/>
                    </a:moveTo>
                    <a:cubicBezTo>
                      <a:pt x="1679" y="1"/>
                      <a:pt x="0" y="3033"/>
                      <a:pt x="0" y="6768"/>
                    </a:cubicBezTo>
                    <a:lnTo>
                      <a:pt x="0" y="6768"/>
                    </a:lnTo>
                    <a:cubicBezTo>
                      <a:pt x="0" y="10527"/>
                      <a:pt x="1679" y="13560"/>
                      <a:pt x="3734" y="13560"/>
                    </a:cubicBezTo>
                    <a:lnTo>
                      <a:pt x="3734" y="13560"/>
                    </a:lnTo>
                    <a:lnTo>
                      <a:pt x="6040" y="13560"/>
                    </a:lnTo>
                    <a:cubicBezTo>
                      <a:pt x="5639" y="13560"/>
                      <a:pt x="5263" y="13434"/>
                      <a:pt x="4887" y="13234"/>
                    </a:cubicBezTo>
                    <a:lnTo>
                      <a:pt x="4887" y="13234"/>
                    </a:lnTo>
                    <a:cubicBezTo>
                      <a:pt x="3384" y="12357"/>
                      <a:pt x="2306" y="9800"/>
                      <a:pt x="2306" y="6768"/>
                    </a:cubicBezTo>
                    <a:lnTo>
                      <a:pt x="2306" y="6768"/>
                    </a:lnTo>
                    <a:cubicBezTo>
                      <a:pt x="2306" y="3760"/>
                      <a:pt x="3384" y="1204"/>
                      <a:pt x="4887" y="326"/>
                    </a:cubicBezTo>
                    <a:lnTo>
                      <a:pt x="4887" y="326"/>
                    </a:lnTo>
                    <a:cubicBezTo>
                      <a:pt x="5263" y="126"/>
                      <a:pt x="5639" y="1"/>
                      <a:pt x="6040" y="1"/>
                    </a:cubicBezTo>
                    <a:lnTo>
                      <a:pt x="6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6" name="Google Shape;1596;p32"/>
            <p:cNvGrpSpPr/>
            <p:nvPr/>
          </p:nvGrpSpPr>
          <p:grpSpPr>
            <a:xfrm>
              <a:off x="6836029" y="402095"/>
              <a:ext cx="325269" cy="511271"/>
              <a:chOff x="1471100" y="1593200"/>
              <a:chExt cx="235600" cy="370325"/>
            </a:xfrm>
          </p:grpSpPr>
          <p:sp>
            <p:nvSpPr>
              <p:cNvPr id="1597" name="Google Shape;1597;p32"/>
              <p:cNvSpPr/>
              <p:nvPr/>
            </p:nvSpPr>
            <p:spPr>
              <a:xfrm>
                <a:off x="1542525" y="1881425"/>
                <a:ext cx="82100" cy="82100"/>
              </a:xfrm>
              <a:custGeom>
                <a:avLst/>
                <a:gdLst/>
                <a:ahLst/>
                <a:cxnLst/>
                <a:rect l="l" t="t" r="r" b="b"/>
                <a:pathLst>
                  <a:path w="3284" h="3284" extrusionOk="0">
                    <a:moveTo>
                      <a:pt x="0" y="1630"/>
                    </a:moveTo>
                    <a:cubicBezTo>
                      <a:pt x="0" y="2557"/>
                      <a:pt x="727" y="3284"/>
                      <a:pt x="1629" y="3284"/>
                    </a:cubicBezTo>
                    <a:lnTo>
                      <a:pt x="1629" y="3284"/>
                    </a:lnTo>
                    <a:cubicBezTo>
                      <a:pt x="2532" y="3284"/>
                      <a:pt x="3283" y="2557"/>
                      <a:pt x="3283" y="1630"/>
                    </a:cubicBezTo>
                    <a:lnTo>
                      <a:pt x="3283" y="1630"/>
                    </a:lnTo>
                    <a:cubicBezTo>
                      <a:pt x="3283" y="727"/>
                      <a:pt x="2532" y="1"/>
                      <a:pt x="1629" y="1"/>
                    </a:cubicBezTo>
                    <a:lnTo>
                      <a:pt x="1629" y="1"/>
                    </a:lnTo>
                    <a:cubicBezTo>
                      <a:pt x="727" y="1"/>
                      <a:pt x="0" y="727"/>
                      <a:pt x="0" y="1630"/>
                    </a:cubicBez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32"/>
              <p:cNvSpPr/>
              <p:nvPr/>
            </p:nvSpPr>
            <p:spPr>
              <a:xfrm>
                <a:off x="1593275" y="1593200"/>
                <a:ext cx="113425" cy="339000"/>
              </a:xfrm>
              <a:custGeom>
                <a:avLst/>
                <a:gdLst/>
                <a:ahLst/>
                <a:cxnLst/>
                <a:rect l="l" t="t" r="r" b="b"/>
                <a:pathLst>
                  <a:path w="4537" h="13560" extrusionOk="0">
                    <a:moveTo>
                      <a:pt x="0" y="326"/>
                    </a:moveTo>
                    <a:cubicBezTo>
                      <a:pt x="1003" y="903"/>
                      <a:pt x="1805" y="2181"/>
                      <a:pt x="2231" y="3835"/>
                    </a:cubicBezTo>
                    <a:lnTo>
                      <a:pt x="2231" y="3835"/>
                    </a:lnTo>
                    <a:lnTo>
                      <a:pt x="4537" y="3835"/>
                    </a:lnTo>
                    <a:cubicBezTo>
                      <a:pt x="3935" y="1555"/>
                      <a:pt x="2657" y="1"/>
                      <a:pt x="1153" y="1"/>
                    </a:cubicBezTo>
                    <a:lnTo>
                      <a:pt x="1153" y="1"/>
                    </a:lnTo>
                    <a:cubicBezTo>
                      <a:pt x="752" y="1"/>
                      <a:pt x="376" y="126"/>
                      <a:pt x="0" y="326"/>
                    </a:cubicBezTo>
                    <a:close/>
                    <a:moveTo>
                      <a:pt x="0" y="13234"/>
                    </a:moveTo>
                    <a:cubicBezTo>
                      <a:pt x="376" y="13434"/>
                      <a:pt x="752" y="13560"/>
                      <a:pt x="1153" y="13560"/>
                    </a:cubicBezTo>
                    <a:lnTo>
                      <a:pt x="1153" y="13560"/>
                    </a:lnTo>
                    <a:cubicBezTo>
                      <a:pt x="1178" y="13560"/>
                      <a:pt x="1178" y="13560"/>
                      <a:pt x="1203" y="13560"/>
                    </a:cubicBezTo>
                    <a:lnTo>
                      <a:pt x="1203" y="13560"/>
                    </a:lnTo>
                    <a:cubicBezTo>
                      <a:pt x="1228" y="13434"/>
                      <a:pt x="1253" y="13309"/>
                      <a:pt x="1253" y="13159"/>
                    </a:cubicBezTo>
                    <a:lnTo>
                      <a:pt x="1253" y="13159"/>
                    </a:lnTo>
                    <a:cubicBezTo>
                      <a:pt x="1253" y="12858"/>
                      <a:pt x="1153" y="12557"/>
                      <a:pt x="1028" y="12332"/>
                    </a:cubicBezTo>
                    <a:lnTo>
                      <a:pt x="1028" y="12332"/>
                    </a:lnTo>
                    <a:cubicBezTo>
                      <a:pt x="702" y="12707"/>
                      <a:pt x="376" y="13008"/>
                      <a:pt x="0" y="132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32"/>
              <p:cNvSpPr/>
              <p:nvPr/>
            </p:nvSpPr>
            <p:spPr>
              <a:xfrm>
                <a:off x="1471100" y="1593200"/>
                <a:ext cx="151025" cy="339000"/>
              </a:xfrm>
              <a:custGeom>
                <a:avLst/>
                <a:gdLst/>
                <a:ahLst/>
                <a:cxnLst/>
                <a:rect l="l" t="t" r="r" b="b"/>
                <a:pathLst>
                  <a:path w="6041" h="13560" extrusionOk="0">
                    <a:moveTo>
                      <a:pt x="3734" y="1"/>
                    </a:moveTo>
                    <a:cubicBezTo>
                      <a:pt x="1679" y="1"/>
                      <a:pt x="0" y="3033"/>
                      <a:pt x="0" y="6768"/>
                    </a:cubicBezTo>
                    <a:lnTo>
                      <a:pt x="0" y="6768"/>
                    </a:lnTo>
                    <a:cubicBezTo>
                      <a:pt x="0" y="10527"/>
                      <a:pt x="1679" y="13560"/>
                      <a:pt x="3734" y="13560"/>
                    </a:cubicBezTo>
                    <a:lnTo>
                      <a:pt x="3734" y="13560"/>
                    </a:lnTo>
                    <a:lnTo>
                      <a:pt x="6040" y="13560"/>
                    </a:lnTo>
                    <a:cubicBezTo>
                      <a:pt x="5639" y="13560"/>
                      <a:pt x="5263" y="13434"/>
                      <a:pt x="4887" y="13234"/>
                    </a:cubicBezTo>
                    <a:lnTo>
                      <a:pt x="4887" y="13234"/>
                    </a:lnTo>
                    <a:cubicBezTo>
                      <a:pt x="3384" y="12357"/>
                      <a:pt x="2306" y="9800"/>
                      <a:pt x="2306" y="6768"/>
                    </a:cubicBezTo>
                    <a:lnTo>
                      <a:pt x="2306" y="6768"/>
                    </a:lnTo>
                    <a:cubicBezTo>
                      <a:pt x="2306" y="3760"/>
                      <a:pt x="3384" y="1204"/>
                      <a:pt x="4887" y="326"/>
                    </a:cubicBezTo>
                    <a:lnTo>
                      <a:pt x="4887" y="326"/>
                    </a:lnTo>
                    <a:cubicBezTo>
                      <a:pt x="5263" y="126"/>
                      <a:pt x="5639" y="1"/>
                      <a:pt x="6040" y="1"/>
                    </a:cubicBezTo>
                    <a:lnTo>
                      <a:pt x="6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00" name="Google Shape;1600;p32"/>
            <p:cNvGrpSpPr/>
            <p:nvPr/>
          </p:nvGrpSpPr>
          <p:grpSpPr>
            <a:xfrm>
              <a:off x="7340329" y="402095"/>
              <a:ext cx="325269" cy="511271"/>
              <a:chOff x="1471100" y="1593200"/>
              <a:chExt cx="235600" cy="370325"/>
            </a:xfrm>
          </p:grpSpPr>
          <p:sp>
            <p:nvSpPr>
              <p:cNvPr id="1601" name="Google Shape;1601;p32"/>
              <p:cNvSpPr/>
              <p:nvPr/>
            </p:nvSpPr>
            <p:spPr>
              <a:xfrm>
                <a:off x="1542525" y="1881425"/>
                <a:ext cx="82100" cy="82100"/>
              </a:xfrm>
              <a:custGeom>
                <a:avLst/>
                <a:gdLst/>
                <a:ahLst/>
                <a:cxnLst/>
                <a:rect l="l" t="t" r="r" b="b"/>
                <a:pathLst>
                  <a:path w="3284" h="3284" extrusionOk="0">
                    <a:moveTo>
                      <a:pt x="0" y="1630"/>
                    </a:moveTo>
                    <a:cubicBezTo>
                      <a:pt x="0" y="2557"/>
                      <a:pt x="727" y="3284"/>
                      <a:pt x="1629" y="3284"/>
                    </a:cubicBezTo>
                    <a:lnTo>
                      <a:pt x="1629" y="3284"/>
                    </a:lnTo>
                    <a:cubicBezTo>
                      <a:pt x="2532" y="3284"/>
                      <a:pt x="3283" y="2557"/>
                      <a:pt x="3283" y="1630"/>
                    </a:cubicBezTo>
                    <a:lnTo>
                      <a:pt x="3283" y="1630"/>
                    </a:lnTo>
                    <a:cubicBezTo>
                      <a:pt x="3283" y="727"/>
                      <a:pt x="2532" y="1"/>
                      <a:pt x="1629" y="1"/>
                    </a:cubicBezTo>
                    <a:lnTo>
                      <a:pt x="1629" y="1"/>
                    </a:lnTo>
                    <a:cubicBezTo>
                      <a:pt x="727" y="1"/>
                      <a:pt x="0" y="727"/>
                      <a:pt x="0" y="1630"/>
                    </a:cubicBez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32"/>
              <p:cNvSpPr/>
              <p:nvPr/>
            </p:nvSpPr>
            <p:spPr>
              <a:xfrm>
                <a:off x="1593275" y="1593200"/>
                <a:ext cx="113425" cy="339000"/>
              </a:xfrm>
              <a:custGeom>
                <a:avLst/>
                <a:gdLst/>
                <a:ahLst/>
                <a:cxnLst/>
                <a:rect l="l" t="t" r="r" b="b"/>
                <a:pathLst>
                  <a:path w="4537" h="13560" extrusionOk="0">
                    <a:moveTo>
                      <a:pt x="0" y="326"/>
                    </a:moveTo>
                    <a:cubicBezTo>
                      <a:pt x="1003" y="903"/>
                      <a:pt x="1805" y="2181"/>
                      <a:pt x="2231" y="3835"/>
                    </a:cubicBezTo>
                    <a:lnTo>
                      <a:pt x="2231" y="3835"/>
                    </a:lnTo>
                    <a:lnTo>
                      <a:pt x="4537" y="3835"/>
                    </a:lnTo>
                    <a:cubicBezTo>
                      <a:pt x="3935" y="1555"/>
                      <a:pt x="2657" y="1"/>
                      <a:pt x="1153" y="1"/>
                    </a:cubicBezTo>
                    <a:lnTo>
                      <a:pt x="1153" y="1"/>
                    </a:lnTo>
                    <a:cubicBezTo>
                      <a:pt x="752" y="1"/>
                      <a:pt x="376" y="126"/>
                      <a:pt x="0" y="326"/>
                    </a:cubicBezTo>
                    <a:close/>
                    <a:moveTo>
                      <a:pt x="0" y="13234"/>
                    </a:moveTo>
                    <a:cubicBezTo>
                      <a:pt x="376" y="13434"/>
                      <a:pt x="752" y="13560"/>
                      <a:pt x="1153" y="13560"/>
                    </a:cubicBezTo>
                    <a:lnTo>
                      <a:pt x="1153" y="13560"/>
                    </a:lnTo>
                    <a:cubicBezTo>
                      <a:pt x="1178" y="13560"/>
                      <a:pt x="1178" y="13560"/>
                      <a:pt x="1203" y="13560"/>
                    </a:cubicBezTo>
                    <a:lnTo>
                      <a:pt x="1203" y="13560"/>
                    </a:lnTo>
                    <a:cubicBezTo>
                      <a:pt x="1228" y="13434"/>
                      <a:pt x="1253" y="13309"/>
                      <a:pt x="1253" y="13159"/>
                    </a:cubicBezTo>
                    <a:lnTo>
                      <a:pt x="1253" y="13159"/>
                    </a:lnTo>
                    <a:cubicBezTo>
                      <a:pt x="1253" y="12858"/>
                      <a:pt x="1153" y="12557"/>
                      <a:pt x="1028" y="12332"/>
                    </a:cubicBezTo>
                    <a:lnTo>
                      <a:pt x="1028" y="12332"/>
                    </a:lnTo>
                    <a:cubicBezTo>
                      <a:pt x="702" y="12707"/>
                      <a:pt x="376" y="13008"/>
                      <a:pt x="0" y="132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32"/>
              <p:cNvSpPr/>
              <p:nvPr/>
            </p:nvSpPr>
            <p:spPr>
              <a:xfrm>
                <a:off x="1471100" y="1593200"/>
                <a:ext cx="151025" cy="339000"/>
              </a:xfrm>
              <a:custGeom>
                <a:avLst/>
                <a:gdLst/>
                <a:ahLst/>
                <a:cxnLst/>
                <a:rect l="l" t="t" r="r" b="b"/>
                <a:pathLst>
                  <a:path w="6041" h="13560" extrusionOk="0">
                    <a:moveTo>
                      <a:pt x="3734" y="1"/>
                    </a:moveTo>
                    <a:cubicBezTo>
                      <a:pt x="1679" y="1"/>
                      <a:pt x="0" y="3033"/>
                      <a:pt x="0" y="6768"/>
                    </a:cubicBezTo>
                    <a:lnTo>
                      <a:pt x="0" y="6768"/>
                    </a:lnTo>
                    <a:cubicBezTo>
                      <a:pt x="0" y="10527"/>
                      <a:pt x="1679" y="13560"/>
                      <a:pt x="3734" y="13560"/>
                    </a:cubicBezTo>
                    <a:lnTo>
                      <a:pt x="3734" y="13560"/>
                    </a:lnTo>
                    <a:lnTo>
                      <a:pt x="6040" y="13560"/>
                    </a:lnTo>
                    <a:cubicBezTo>
                      <a:pt x="5639" y="13560"/>
                      <a:pt x="5263" y="13434"/>
                      <a:pt x="4887" y="13234"/>
                    </a:cubicBezTo>
                    <a:lnTo>
                      <a:pt x="4887" y="13234"/>
                    </a:lnTo>
                    <a:cubicBezTo>
                      <a:pt x="3384" y="12357"/>
                      <a:pt x="2306" y="9800"/>
                      <a:pt x="2306" y="6768"/>
                    </a:cubicBezTo>
                    <a:lnTo>
                      <a:pt x="2306" y="6768"/>
                    </a:lnTo>
                    <a:cubicBezTo>
                      <a:pt x="2306" y="3760"/>
                      <a:pt x="3384" y="1204"/>
                      <a:pt x="4887" y="326"/>
                    </a:cubicBezTo>
                    <a:lnTo>
                      <a:pt x="4887" y="326"/>
                    </a:lnTo>
                    <a:cubicBezTo>
                      <a:pt x="5263" y="126"/>
                      <a:pt x="5639" y="1"/>
                      <a:pt x="6040" y="1"/>
                    </a:cubicBezTo>
                    <a:lnTo>
                      <a:pt x="6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04" name="Google Shape;1604;p32"/>
            <p:cNvGrpSpPr/>
            <p:nvPr/>
          </p:nvGrpSpPr>
          <p:grpSpPr>
            <a:xfrm>
              <a:off x="7844629" y="402095"/>
              <a:ext cx="325269" cy="511271"/>
              <a:chOff x="1471100" y="1593200"/>
              <a:chExt cx="235600" cy="370325"/>
            </a:xfrm>
          </p:grpSpPr>
          <p:sp>
            <p:nvSpPr>
              <p:cNvPr id="1605" name="Google Shape;1605;p32"/>
              <p:cNvSpPr/>
              <p:nvPr/>
            </p:nvSpPr>
            <p:spPr>
              <a:xfrm>
                <a:off x="1542525" y="1881425"/>
                <a:ext cx="82100" cy="82100"/>
              </a:xfrm>
              <a:custGeom>
                <a:avLst/>
                <a:gdLst/>
                <a:ahLst/>
                <a:cxnLst/>
                <a:rect l="l" t="t" r="r" b="b"/>
                <a:pathLst>
                  <a:path w="3284" h="3284" extrusionOk="0">
                    <a:moveTo>
                      <a:pt x="0" y="1630"/>
                    </a:moveTo>
                    <a:cubicBezTo>
                      <a:pt x="0" y="2557"/>
                      <a:pt x="727" y="3284"/>
                      <a:pt x="1629" y="3284"/>
                    </a:cubicBezTo>
                    <a:lnTo>
                      <a:pt x="1629" y="3284"/>
                    </a:lnTo>
                    <a:cubicBezTo>
                      <a:pt x="2532" y="3284"/>
                      <a:pt x="3283" y="2557"/>
                      <a:pt x="3283" y="1630"/>
                    </a:cubicBezTo>
                    <a:lnTo>
                      <a:pt x="3283" y="1630"/>
                    </a:lnTo>
                    <a:cubicBezTo>
                      <a:pt x="3283" y="727"/>
                      <a:pt x="2532" y="1"/>
                      <a:pt x="1629" y="1"/>
                    </a:cubicBezTo>
                    <a:lnTo>
                      <a:pt x="1629" y="1"/>
                    </a:lnTo>
                    <a:cubicBezTo>
                      <a:pt x="727" y="1"/>
                      <a:pt x="0" y="727"/>
                      <a:pt x="0" y="1630"/>
                    </a:cubicBez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32"/>
              <p:cNvSpPr/>
              <p:nvPr/>
            </p:nvSpPr>
            <p:spPr>
              <a:xfrm>
                <a:off x="1593275" y="1593200"/>
                <a:ext cx="113425" cy="339000"/>
              </a:xfrm>
              <a:custGeom>
                <a:avLst/>
                <a:gdLst/>
                <a:ahLst/>
                <a:cxnLst/>
                <a:rect l="l" t="t" r="r" b="b"/>
                <a:pathLst>
                  <a:path w="4537" h="13560" extrusionOk="0">
                    <a:moveTo>
                      <a:pt x="0" y="326"/>
                    </a:moveTo>
                    <a:cubicBezTo>
                      <a:pt x="1003" y="903"/>
                      <a:pt x="1805" y="2181"/>
                      <a:pt x="2231" y="3835"/>
                    </a:cubicBezTo>
                    <a:lnTo>
                      <a:pt x="2231" y="3835"/>
                    </a:lnTo>
                    <a:lnTo>
                      <a:pt x="4537" y="3835"/>
                    </a:lnTo>
                    <a:cubicBezTo>
                      <a:pt x="3935" y="1555"/>
                      <a:pt x="2657" y="1"/>
                      <a:pt x="1153" y="1"/>
                    </a:cubicBezTo>
                    <a:lnTo>
                      <a:pt x="1153" y="1"/>
                    </a:lnTo>
                    <a:cubicBezTo>
                      <a:pt x="752" y="1"/>
                      <a:pt x="376" y="126"/>
                      <a:pt x="0" y="326"/>
                    </a:cubicBezTo>
                    <a:close/>
                    <a:moveTo>
                      <a:pt x="0" y="13234"/>
                    </a:moveTo>
                    <a:cubicBezTo>
                      <a:pt x="376" y="13434"/>
                      <a:pt x="752" y="13560"/>
                      <a:pt x="1153" y="13560"/>
                    </a:cubicBezTo>
                    <a:lnTo>
                      <a:pt x="1153" y="13560"/>
                    </a:lnTo>
                    <a:cubicBezTo>
                      <a:pt x="1178" y="13560"/>
                      <a:pt x="1178" y="13560"/>
                      <a:pt x="1203" y="13560"/>
                    </a:cubicBezTo>
                    <a:lnTo>
                      <a:pt x="1203" y="13560"/>
                    </a:lnTo>
                    <a:cubicBezTo>
                      <a:pt x="1228" y="13434"/>
                      <a:pt x="1253" y="13309"/>
                      <a:pt x="1253" y="13159"/>
                    </a:cubicBezTo>
                    <a:lnTo>
                      <a:pt x="1253" y="13159"/>
                    </a:lnTo>
                    <a:cubicBezTo>
                      <a:pt x="1253" y="12858"/>
                      <a:pt x="1153" y="12557"/>
                      <a:pt x="1028" y="12332"/>
                    </a:cubicBezTo>
                    <a:lnTo>
                      <a:pt x="1028" y="12332"/>
                    </a:lnTo>
                    <a:cubicBezTo>
                      <a:pt x="702" y="12707"/>
                      <a:pt x="376" y="13008"/>
                      <a:pt x="0" y="132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32"/>
              <p:cNvSpPr/>
              <p:nvPr/>
            </p:nvSpPr>
            <p:spPr>
              <a:xfrm>
                <a:off x="1471100" y="1593200"/>
                <a:ext cx="151025" cy="339000"/>
              </a:xfrm>
              <a:custGeom>
                <a:avLst/>
                <a:gdLst/>
                <a:ahLst/>
                <a:cxnLst/>
                <a:rect l="l" t="t" r="r" b="b"/>
                <a:pathLst>
                  <a:path w="6041" h="13560" extrusionOk="0">
                    <a:moveTo>
                      <a:pt x="3734" y="1"/>
                    </a:moveTo>
                    <a:cubicBezTo>
                      <a:pt x="1679" y="1"/>
                      <a:pt x="0" y="3033"/>
                      <a:pt x="0" y="6768"/>
                    </a:cubicBezTo>
                    <a:lnTo>
                      <a:pt x="0" y="6768"/>
                    </a:lnTo>
                    <a:cubicBezTo>
                      <a:pt x="0" y="10527"/>
                      <a:pt x="1679" y="13560"/>
                      <a:pt x="3734" y="13560"/>
                    </a:cubicBezTo>
                    <a:lnTo>
                      <a:pt x="3734" y="13560"/>
                    </a:lnTo>
                    <a:lnTo>
                      <a:pt x="6040" y="13560"/>
                    </a:lnTo>
                    <a:cubicBezTo>
                      <a:pt x="5639" y="13560"/>
                      <a:pt x="5263" y="13434"/>
                      <a:pt x="4887" y="13234"/>
                    </a:cubicBezTo>
                    <a:lnTo>
                      <a:pt x="4887" y="13234"/>
                    </a:lnTo>
                    <a:cubicBezTo>
                      <a:pt x="3384" y="12357"/>
                      <a:pt x="2306" y="9800"/>
                      <a:pt x="2306" y="6768"/>
                    </a:cubicBezTo>
                    <a:lnTo>
                      <a:pt x="2306" y="6768"/>
                    </a:lnTo>
                    <a:cubicBezTo>
                      <a:pt x="2306" y="3760"/>
                      <a:pt x="3384" y="1204"/>
                      <a:pt x="4887" y="326"/>
                    </a:cubicBezTo>
                    <a:lnTo>
                      <a:pt x="4887" y="326"/>
                    </a:lnTo>
                    <a:cubicBezTo>
                      <a:pt x="5263" y="126"/>
                      <a:pt x="5639" y="1"/>
                      <a:pt x="6040" y="1"/>
                    </a:cubicBezTo>
                    <a:lnTo>
                      <a:pt x="6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608" name="Google Shape;1608;p32"/>
          <p:cNvSpPr/>
          <p:nvPr/>
        </p:nvSpPr>
        <p:spPr>
          <a:xfrm>
            <a:off x="715625" y="3406900"/>
            <a:ext cx="3073800" cy="1365600"/>
          </a:xfrm>
          <a:prstGeom prst="rect">
            <a:avLst/>
          </a:pr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32"/>
          <p:cNvSpPr/>
          <p:nvPr/>
        </p:nvSpPr>
        <p:spPr>
          <a:xfrm>
            <a:off x="4399950" y="3406900"/>
            <a:ext cx="4033800" cy="1365600"/>
          </a:xfrm>
          <a:prstGeom prst="rect">
            <a:avLst/>
          </a:pr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10" name="Google Shape;1610;p32"/>
          <p:cNvGrpSpPr/>
          <p:nvPr/>
        </p:nvGrpSpPr>
        <p:grpSpPr>
          <a:xfrm>
            <a:off x="4031919" y="3569172"/>
            <a:ext cx="531539" cy="1041063"/>
            <a:chOff x="4031919" y="3569172"/>
            <a:chExt cx="531539" cy="1041063"/>
          </a:xfrm>
        </p:grpSpPr>
        <p:grpSp>
          <p:nvGrpSpPr>
            <p:cNvPr id="1611" name="Google Shape;1611;p32"/>
            <p:cNvGrpSpPr/>
            <p:nvPr/>
          </p:nvGrpSpPr>
          <p:grpSpPr>
            <a:xfrm>
              <a:off x="4031919" y="3569172"/>
              <a:ext cx="531539" cy="155710"/>
              <a:chOff x="1780525" y="2859350"/>
              <a:chExt cx="387250" cy="113450"/>
            </a:xfrm>
          </p:grpSpPr>
          <p:sp>
            <p:nvSpPr>
              <p:cNvPr id="1612" name="Google Shape;1612;p32"/>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32"/>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32"/>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5" name="Google Shape;1615;p32"/>
            <p:cNvGrpSpPr/>
            <p:nvPr/>
          </p:nvGrpSpPr>
          <p:grpSpPr>
            <a:xfrm>
              <a:off x="4031919" y="3864286"/>
              <a:ext cx="531539" cy="155710"/>
              <a:chOff x="1780525" y="2859350"/>
              <a:chExt cx="387250" cy="113450"/>
            </a:xfrm>
          </p:grpSpPr>
          <p:sp>
            <p:nvSpPr>
              <p:cNvPr id="1616" name="Google Shape;1616;p32"/>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32"/>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32"/>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9" name="Google Shape;1619;p32"/>
            <p:cNvGrpSpPr/>
            <p:nvPr/>
          </p:nvGrpSpPr>
          <p:grpSpPr>
            <a:xfrm>
              <a:off x="4031919" y="4159400"/>
              <a:ext cx="531539" cy="155710"/>
              <a:chOff x="1780525" y="2859350"/>
              <a:chExt cx="387250" cy="113450"/>
            </a:xfrm>
          </p:grpSpPr>
          <p:sp>
            <p:nvSpPr>
              <p:cNvPr id="1620" name="Google Shape;1620;p32"/>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32"/>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32"/>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23" name="Google Shape;1623;p32"/>
            <p:cNvGrpSpPr/>
            <p:nvPr/>
          </p:nvGrpSpPr>
          <p:grpSpPr>
            <a:xfrm>
              <a:off x="4031919" y="4454525"/>
              <a:ext cx="531539" cy="155710"/>
              <a:chOff x="1780525" y="2859350"/>
              <a:chExt cx="387250" cy="113450"/>
            </a:xfrm>
          </p:grpSpPr>
          <p:sp>
            <p:nvSpPr>
              <p:cNvPr id="1624" name="Google Shape;1624;p32"/>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32"/>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32"/>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ackground 1">
  <p:cSld name="CUSTOM_7_1">
    <p:spTree>
      <p:nvGrpSpPr>
        <p:cNvPr id="1" name="Shape 1627"/>
        <p:cNvGrpSpPr/>
        <p:nvPr/>
      </p:nvGrpSpPr>
      <p:grpSpPr>
        <a:xfrm>
          <a:off x="0" y="0"/>
          <a:ext cx="0" cy="0"/>
          <a:chOff x="0" y="0"/>
          <a:chExt cx="0" cy="0"/>
        </a:xfrm>
      </p:grpSpPr>
      <p:grpSp>
        <p:nvGrpSpPr>
          <p:cNvPr id="1628" name="Google Shape;1628;p33"/>
          <p:cNvGrpSpPr/>
          <p:nvPr/>
        </p:nvGrpSpPr>
        <p:grpSpPr>
          <a:xfrm>
            <a:off x="7" y="-38100"/>
            <a:ext cx="9144000" cy="5219700"/>
            <a:chOff x="-43" y="-76200"/>
            <a:chExt cx="9144000" cy="5219700"/>
          </a:xfrm>
        </p:grpSpPr>
        <p:cxnSp>
          <p:nvCxnSpPr>
            <p:cNvPr id="1629" name="Google Shape;1629;p33"/>
            <p:cNvCxnSpPr/>
            <p:nvPr/>
          </p:nvCxnSpPr>
          <p:spPr>
            <a:xfrm>
              <a:off x="2158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630" name="Google Shape;1630;p33"/>
            <p:cNvCxnSpPr/>
            <p:nvPr/>
          </p:nvCxnSpPr>
          <p:spPr>
            <a:xfrm>
              <a:off x="51614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631" name="Google Shape;1631;p33"/>
            <p:cNvCxnSpPr/>
            <p:nvPr/>
          </p:nvCxnSpPr>
          <p:spPr>
            <a:xfrm>
              <a:off x="81645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632" name="Google Shape;1632;p33"/>
            <p:cNvCxnSpPr/>
            <p:nvPr/>
          </p:nvCxnSpPr>
          <p:spPr>
            <a:xfrm>
              <a:off x="111675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633" name="Google Shape;1633;p33"/>
            <p:cNvCxnSpPr/>
            <p:nvPr/>
          </p:nvCxnSpPr>
          <p:spPr>
            <a:xfrm>
              <a:off x="141705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634" name="Google Shape;1634;p33"/>
            <p:cNvCxnSpPr/>
            <p:nvPr/>
          </p:nvCxnSpPr>
          <p:spPr>
            <a:xfrm>
              <a:off x="171736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635" name="Google Shape;1635;p33"/>
            <p:cNvCxnSpPr/>
            <p:nvPr/>
          </p:nvCxnSpPr>
          <p:spPr>
            <a:xfrm>
              <a:off x="201766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636" name="Google Shape;1636;p33"/>
            <p:cNvCxnSpPr/>
            <p:nvPr/>
          </p:nvCxnSpPr>
          <p:spPr>
            <a:xfrm>
              <a:off x="231796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637" name="Google Shape;1637;p33"/>
            <p:cNvCxnSpPr/>
            <p:nvPr/>
          </p:nvCxnSpPr>
          <p:spPr>
            <a:xfrm>
              <a:off x="2618271"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638" name="Google Shape;1638;p33"/>
            <p:cNvCxnSpPr/>
            <p:nvPr/>
          </p:nvCxnSpPr>
          <p:spPr>
            <a:xfrm>
              <a:off x="291857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639" name="Google Shape;1639;p33"/>
            <p:cNvCxnSpPr/>
            <p:nvPr/>
          </p:nvCxnSpPr>
          <p:spPr>
            <a:xfrm>
              <a:off x="3218878"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640" name="Google Shape;1640;p33"/>
            <p:cNvCxnSpPr/>
            <p:nvPr/>
          </p:nvCxnSpPr>
          <p:spPr>
            <a:xfrm>
              <a:off x="351918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641" name="Google Shape;1641;p33"/>
            <p:cNvCxnSpPr/>
            <p:nvPr/>
          </p:nvCxnSpPr>
          <p:spPr>
            <a:xfrm>
              <a:off x="381948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642" name="Google Shape;1642;p33"/>
            <p:cNvCxnSpPr/>
            <p:nvPr/>
          </p:nvCxnSpPr>
          <p:spPr>
            <a:xfrm>
              <a:off x="411978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643" name="Google Shape;1643;p33"/>
            <p:cNvCxnSpPr/>
            <p:nvPr/>
          </p:nvCxnSpPr>
          <p:spPr>
            <a:xfrm>
              <a:off x="442009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644" name="Google Shape;1644;p33"/>
            <p:cNvCxnSpPr/>
            <p:nvPr/>
          </p:nvCxnSpPr>
          <p:spPr>
            <a:xfrm>
              <a:off x="4720395"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645" name="Google Shape;1645;p33"/>
            <p:cNvCxnSpPr/>
            <p:nvPr/>
          </p:nvCxnSpPr>
          <p:spPr>
            <a:xfrm>
              <a:off x="502069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646" name="Google Shape;1646;p33"/>
            <p:cNvCxnSpPr/>
            <p:nvPr/>
          </p:nvCxnSpPr>
          <p:spPr>
            <a:xfrm>
              <a:off x="5321002"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647" name="Google Shape;1647;p33"/>
            <p:cNvCxnSpPr/>
            <p:nvPr/>
          </p:nvCxnSpPr>
          <p:spPr>
            <a:xfrm>
              <a:off x="562130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648" name="Google Shape;1648;p33"/>
            <p:cNvCxnSpPr/>
            <p:nvPr/>
          </p:nvCxnSpPr>
          <p:spPr>
            <a:xfrm>
              <a:off x="5921609"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649" name="Google Shape;1649;p33"/>
            <p:cNvCxnSpPr/>
            <p:nvPr/>
          </p:nvCxnSpPr>
          <p:spPr>
            <a:xfrm>
              <a:off x="622191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650" name="Google Shape;1650;p33"/>
            <p:cNvCxnSpPr/>
            <p:nvPr/>
          </p:nvCxnSpPr>
          <p:spPr>
            <a:xfrm>
              <a:off x="652221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651" name="Google Shape;1651;p33"/>
            <p:cNvCxnSpPr/>
            <p:nvPr/>
          </p:nvCxnSpPr>
          <p:spPr>
            <a:xfrm>
              <a:off x="682252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652" name="Google Shape;1652;p33"/>
            <p:cNvCxnSpPr/>
            <p:nvPr/>
          </p:nvCxnSpPr>
          <p:spPr>
            <a:xfrm>
              <a:off x="712282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653" name="Google Shape;1653;p33"/>
            <p:cNvCxnSpPr/>
            <p:nvPr/>
          </p:nvCxnSpPr>
          <p:spPr>
            <a:xfrm>
              <a:off x="7423126"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654" name="Google Shape;1654;p33"/>
            <p:cNvCxnSpPr/>
            <p:nvPr/>
          </p:nvCxnSpPr>
          <p:spPr>
            <a:xfrm>
              <a:off x="772343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655" name="Google Shape;1655;p33"/>
            <p:cNvCxnSpPr/>
            <p:nvPr/>
          </p:nvCxnSpPr>
          <p:spPr>
            <a:xfrm>
              <a:off x="8023733"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656" name="Google Shape;1656;p33"/>
            <p:cNvCxnSpPr/>
            <p:nvPr/>
          </p:nvCxnSpPr>
          <p:spPr>
            <a:xfrm>
              <a:off x="8324037"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657" name="Google Shape;1657;p33"/>
            <p:cNvCxnSpPr/>
            <p:nvPr/>
          </p:nvCxnSpPr>
          <p:spPr>
            <a:xfrm>
              <a:off x="8624340"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658" name="Google Shape;1658;p33"/>
            <p:cNvCxnSpPr/>
            <p:nvPr/>
          </p:nvCxnSpPr>
          <p:spPr>
            <a:xfrm>
              <a:off x="8924644" y="-76200"/>
              <a:ext cx="0" cy="5219700"/>
            </a:xfrm>
            <a:prstGeom prst="straightConnector1">
              <a:avLst/>
            </a:prstGeom>
            <a:noFill/>
            <a:ln w="9525" cap="flat" cmpd="sng">
              <a:solidFill>
                <a:schemeClr val="dk2"/>
              </a:solidFill>
              <a:prstDash val="solid"/>
              <a:round/>
              <a:headEnd type="none" w="med" len="med"/>
              <a:tailEnd type="none" w="med" len="med"/>
            </a:ln>
          </p:spPr>
        </p:cxnSp>
        <p:cxnSp>
          <p:nvCxnSpPr>
            <p:cNvPr id="1659" name="Google Shape;1659;p33"/>
            <p:cNvCxnSpPr/>
            <p:nvPr/>
          </p:nvCxnSpPr>
          <p:spPr>
            <a:xfrm>
              <a:off x="-43" y="3069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660" name="Google Shape;1660;p33"/>
            <p:cNvCxnSpPr/>
            <p:nvPr/>
          </p:nvCxnSpPr>
          <p:spPr>
            <a:xfrm>
              <a:off x="-43" y="6105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661" name="Google Shape;1661;p33"/>
            <p:cNvCxnSpPr/>
            <p:nvPr/>
          </p:nvCxnSpPr>
          <p:spPr>
            <a:xfrm>
              <a:off x="-43" y="9142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662" name="Google Shape;1662;p33"/>
            <p:cNvCxnSpPr/>
            <p:nvPr/>
          </p:nvCxnSpPr>
          <p:spPr>
            <a:xfrm>
              <a:off x="-43" y="12178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663" name="Google Shape;1663;p33"/>
            <p:cNvCxnSpPr/>
            <p:nvPr/>
          </p:nvCxnSpPr>
          <p:spPr>
            <a:xfrm>
              <a:off x="-43" y="15215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664" name="Google Shape;1664;p33"/>
            <p:cNvCxnSpPr/>
            <p:nvPr/>
          </p:nvCxnSpPr>
          <p:spPr>
            <a:xfrm>
              <a:off x="-43" y="18251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665" name="Google Shape;1665;p33"/>
            <p:cNvCxnSpPr/>
            <p:nvPr/>
          </p:nvCxnSpPr>
          <p:spPr>
            <a:xfrm>
              <a:off x="-43" y="21288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666" name="Google Shape;1666;p33"/>
            <p:cNvCxnSpPr/>
            <p:nvPr/>
          </p:nvCxnSpPr>
          <p:spPr>
            <a:xfrm>
              <a:off x="-43" y="24324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667" name="Google Shape;1667;p33"/>
            <p:cNvCxnSpPr/>
            <p:nvPr/>
          </p:nvCxnSpPr>
          <p:spPr>
            <a:xfrm>
              <a:off x="-43" y="27361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668" name="Google Shape;1668;p33"/>
            <p:cNvCxnSpPr/>
            <p:nvPr/>
          </p:nvCxnSpPr>
          <p:spPr>
            <a:xfrm>
              <a:off x="-43" y="30397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669" name="Google Shape;1669;p33"/>
            <p:cNvCxnSpPr/>
            <p:nvPr/>
          </p:nvCxnSpPr>
          <p:spPr>
            <a:xfrm>
              <a:off x="-43" y="33434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670" name="Google Shape;1670;p33"/>
            <p:cNvCxnSpPr/>
            <p:nvPr/>
          </p:nvCxnSpPr>
          <p:spPr>
            <a:xfrm>
              <a:off x="-43" y="36470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671" name="Google Shape;1671;p33"/>
            <p:cNvCxnSpPr/>
            <p:nvPr/>
          </p:nvCxnSpPr>
          <p:spPr>
            <a:xfrm>
              <a:off x="-43" y="39507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672" name="Google Shape;1672;p33"/>
            <p:cNvCxnSpPr/>
            <p:nvPr/>
          </p:nvCxnSpPr>
          <p:spPr>
            <a:xfrm>
              <a:off x="-43" y="425435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673" name="Google Shape;1673;p33"/>
            <p:cNvCxnSpPr/>
            <p:nvPr/>
          </p:nvCxnSpPr>
          <p:spPr>
            <a:xfrm>
              <a:off x="-43" y="455800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674" name="Google Shape;1674;p33"/>
            <p:cNvCxnSpPr/>
            <p:nvPr/>
          </p:nvCxnSpPr>
          <p:spPr>
            <a:xfrm>
              <a:off x="-43" y="4861650"/>
              <a:ext cx="9144000" cy="0"/>
            </a:xfrm>
            <a:prstGeom prst="straightConnector1">
              <a:avLst/>
            </a:prstGeom>
            <a:noFill/>
            <a:ln w="9525" cap="flat" cmpd="sng">
              <a:solidFill>
                <a:schemeClr val="dk2"/>
              </a:solidFill>
              <a:prstDash val="solid"/>
              <a:round/>
              <a:headEnd type="none" w="med" len="med"/>
              <a:tailEnd type="none" w="med" len="med"/>
            </a:ln>
          </p:spPr>
        </p:cxnSp>
      </p:grpSp>
      <p:sp>
        <p:nvSpPr>
          <p:cNvPr id="1675" name="Google Shape;1675;p33"/>
          <p:cNvSpPr/>
          <p:nvPr/>
        </p:nvSpPr>
        <p:spPr>
          <a:xfrm>
            <a:off x="715625" y="543200"/>
            <a:ext cx="1862100" cy="3113700"/>
          </a:xfrm>
          <a:prstGeom prst="rect">
            <a:avLst/>
          </a:pr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33"/>
          <p:cNvSpPr/>
          <p:nvPr/>
        </p:nvSpPr>
        <p:spPr>
          <a:xfrm>
            <a:off x="5939225" y="2898150"/>
            <a:ext cx="2494500" cy="1757400"/>
          </a:xfrm>
          <a:prstGeom prst="rect">
            <a:avLst/>
          </a:pr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chemeClr val="dk1"/>
              </a:buClr>
              <a:buSzPts val="3000"/>
              <a:buFont typeface="Jua"/>
              <a:buNone/>
              <a:defRPr sz="3000">
                <a:solidFill>
                  <a:schemeClr val="dk1"/>
                </a:solidFill>
                <a:latin typeface="Jua"/>
                <a:ea typeface="Jua"/>
                <a:cs typeface="Jua"/>
                <a:sym typeface="Jua"/>
              </a:defRPr>
            </a:lvl1pPr>
            <a:lvl2pPr lvl="1">
              <a:spcBef>
                <a:spcPts val="0"/>
              </a:spcBef>
              <a:spcAft>
                <a:spcPts val="0"/>
              </a:spcAft>
              <a:buClr>
                <a:schemeClr val="dk1"/>
              </a:buClr>
              <a:buSzPts val="3000"/>
              <a:buFont typeface="Jua"/>
              <a:buNone/>
              <a:defRPr sz="3000">
                <a:solidFill>
                  <a:schemeClr val="dk1"/>
                </a:solidFill>
                <a:latin typeface="Jua"/>
                <a:ea typeface="Jua"/>
                <a:cs typeface="Jua"/>
                <a:sym typeface="Jua"/>
              </a:defRPr>
            </a:lvl2pPr>
            <a:lvl3pPr lvl="2">
              <a:spcBef>
                <a:spcPts val="0"/>
              </a:spcBef>
              <a:spcAft>
                <a:spcPts val="0"/>
              </a:spcAft>
              <a:buClr>
                <a:schemeClr val="dk1"/>
              </a:buClr>
              <a:buSzPts val="3000"/>
              <a:buFont typeface="Jua"/>
              <a:buNone/>
              <a:defRPr sz="3000">
                <a:solidFill>
                  <a:schemeClr val="dk1"/>
                </a:solidFill>
                <a:latin typeface="Jua"/>
                <a:ea typeface="Jua"/>
                <a:cs typeface="Jua"/>
                <a:sym typeface="Jua"/>
              </a:defRPr>
            </a:lvl3pPr>
            <a:lvl4pPr lvl="3">
              <a:spcBef>
                <a:spcPts val="0"/>
              </a:spcBef>
              <a:spcAft>
                <a:spcPts val="0"/>
              </a:spcAft>
              <a:buClr>
                <a:schemeClr val="dk1"/>
              </a:buClr>
              <a:buSzPts val="3000"/>
              <a:buFont typeface="Jua"/>
              <a:buNone/>
              <a:defRPr sz="3000">
                <a:solidFill>
                  <a:schemeClr val="dk1"/>
                </a:solidFill>
                <a:latin typeface="Jua"/>
                <a:ea typeface="Jua"/>
                <a:cs typeface="Jua"/>
                <a:sym typeface="Jua"/>
              </a:defRPr>
            </a:lvl4pPr>
            <a:lvl5pPr lvl="4">
              <a:spcBef>
                <a:spcPts val="0"/>
              </a:spcBef>
              <a:spcAft>
                <a:spcPts val="0"/>
              </a:spcAft>
              <a:buClr>
                <a:schemeClr val="dk1"/>
              </a:buClr>
              <a:buSzPts val="3000"/>
              <a:buFont typeface="Jua"/>
              <a:buNone/>
              <a:defRPr sz="3000">
                <a:solidFill>
                  <a:schemeClr val="dk1"/>
                </a:solidFill>
                <a:latin typeface="Jua"/>
                <a:ea typeface="Jua"/>
                <a:cs typeface="Jua"/>
                <a:sym typeface="Jua"/>
              </a:defRPr>
            </a:lvl5pPr>
            <a:lvl6pPr lvl="5">
              <a:spcBef>
                <a:spcPts val="0"/>
              </a:spcBef>
              <a:spcAft>
                <a:spcPts val="0"/>
              </a:spcAft>
              <a:buClr>
                <a:schemeClr val="dk1"/>
              </a:buClr>
              <a:buSzPts val="3000"/>
              <a:buFont typeface="Jua"/>
              <a:buNone/>
              <a:defRPr sz="3000">
                <a:solidFill>
                  <a:schemeClr val="dk1"/>
                </a:solidFill>
                <a:latin typeface="Jua"/>
                <a:ea typeface="Jua"/>
                <a:cs typeface="Jua"/>
                <a:sym typeface="Jua"/>
              </a:defRPr>
            </a:lvl6pPr>
            <a:lvl7pPr lvl="6">
              <a:spcBef>
                <a:spcPts val="0"/>
              </a:spcBef>
              <a:spcAft>
                <a:spcPts val="0"/>
              </a:spcAft>
              <a:buClr>
                <a:schemeClr val="dk1"/>
              </a:buClr>
              <a:buSzPts val="3000"/>
              <a:buFont typeface="Jua"/>
              <a:buNone/>
              <a:defRPr sz="3000">
                <a:solidFill>
                  <a:schemeClr val="dk1"/>
                </a:solidFill>
                <a:latin typeface="Jua"/>
                <a:ea typeface="Jua"/>
                <a:cs typeface="Jua"/>
                <a:sym typeface="Jua"/>
              </a:defRPr>
            </a:lvl7pPr>
            <a:lvl8pPr lvl="7">
              <a:spcBef>
                <a:spcPts val="0"/>
              </a:spcBef>
              <a:spcAft>
                <a:spcPts val="0"/>
              </a:spcAft>
              <a:buClr>
                <a:schemeClr val="dk1"/>
              </a:buClr>
              <a:buSzPts val="3000"/>
              <a:buFont typeface="Jua"/>
              <a:buNone/>
              <a:defRPr sz="3000">
                <a:solidFill>
                  <a:schemeClr val="dk1"/>
                </a:solidFill>
                <a:latin typeface="Jua"/>
                <a:ea typeface="Jua"/>
                <a:cs typeface="Jua"/>
                <a:sym typeface="Jua"/>
              </a:defRPr>
            </a:lvl8pPr>
            <a:lvl9pPr lvl="8">
              <a:spcBef>
                <a:spcPts val="0"/>
              </a:spcBef>
              <a:spcAft>
                <a:spcPts val="0"/>
              </a:spcAft>
              <a:buClr>
                <a:schemeClr val="dk1"/>
              </a:buClr>
              <a:buSzPts val="3000"/>
              <a:buFont typeface="Jua"/>
              <a:buNone/>
              <a:defRPr sz="3000">
                <a:solidFill>
                  <a:schemeClr val="dk1"/>
                </a:solidFill>
                <a:latin typeface="Jua"/>
                <a:ea typeface="Jua"/>
                <a:cs typeface="Jua"/>
                <a:sym typeface="Jua"/>
              </a:defRPr>
            </a:lvl9pPr>
          </a:lstStyle>
          <a:p>
            <a:endParaRPr/>
          </a:p>
        </p:txBody>
      </p:sp>
      <p:sp>
        <p:nvSpPr>
          <p:cNvPr id="7" name="Google Shape;7;p1"/>
          <p:cNvSpPr txBox="1">
            <a:spLocks noGrp="1"/>
          </p:cNvSpPr>
          <p:nvPr>
            <p:ph type="body" idx="1"/>
          </p:nvPr>
        </p:nvSpPr>
        <p:spPr>
          <a:xfrm>
            <a:off x="720000" y="1152475"/>
            <a:ext cx="77040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Nunito Medium"/>
              <a:buChar char="●"/>
              <a:defRPr>
                <a:solidFill>
                  <a:schemeClr val="dk1"/>
                </a:solidFill>
                <a:latin typeface="Nunito Medium"/>
                <a:ea typeface="Nunito Medium"/>
                <a:cs typeface="Nunito Medium"/>
                <a:sym typeface="Nunito Medium"/>
              </a:defRPr>
            </a:lvl1pPr>
            <a:lvl2pPr marL="914400" lvl="1" indent="-317500">
              <a:lnSpc>
                <a:spcPct val="115000"/>
              </a:lnSpc>
              <a:spcBef>
                <a:spcPts val="0"/>
              </a:spcBef>
              <a:spcAft>
                <a:spcPts val="0"/>
              </a:spcAft>
              <a:buClr>
                <a:schemeClr val="dk1"/>
              </a:buClr>
              <a:buSzPts val="1400"/>
              <a:buFont typeface="Nunito Medium"/>
              <a:buChar char="○"/>
              <a:defRPr>
                <a:solidFill>
                  <a:schemeClr val="dk1"/>
                </a:solidFill>
                <a:latin typeface="Nunito Medium"/>
                <a:ea typeface="Nunito Medium"/>
                <a:cs typeface="Nunito Medium"/>
                <a:sym typeface="Nunito Medium"/>
              </a:defRPr>
            </a:lvl2pPr>
            <a:lvl3pPr marL="1371600" lvl="2" indent="-317500">
              <a:lnSpc>
                <a:spcPct val="115000"/>
              </a:lnSpc>
              <a:spcBef>
                <a:spcPts val="0"/>
              </a:spcBef>
              <a:spcAft>
                <a:spcPts val="0"/>
              </a:spcAft>
              <a:buClr>
                <a:schemeClr val="dk1"/>
              </a:buClr>
              <a:buSzPts val="1400"/>
              <a:buFont typeface="Nunito Medium"/>
              <a:buChar char="■"/>
              <a:defRPr>
                <a:solidFill>
                  <a:schemeClr val="dk1"/>
                </a:solidFill>
                <a:latin typeface="Nunito Medium"/>
                <a:ea typeface="Nunito Medium"/>
                <a:cs typeface="Nunito Medium"/>
                <a:sym typeface="Nunito Medium"/>
              </a:defRPr>
            </a:lvl3pPr>
            <a:lvl4pPr marL="1828800" lvl="3" indent="-317500">
              <a:lnSpc>
                <a:spcPct val="115000"/>
              </a:lnSpc>
              <a:spcBef>
                <a:spcPts val="0"/>
              </a:spcBef>
              <a:spcAft>
                <a:spcPts val="0"/>
              </a:spcAft>
              <a:buClr>
                <a:schemeClr val="dk1"/>
              </a:buClr>
              <a:buSzPts val="1400"/>
              <a:buFont typeface="Nunito Medium"/>
              <a:buChar char="●"/>
              <a:defRPr>
                <a:solidFill>
                  <a:schemeClr val="dk1"/>
                </a:solidFill>
                <a:latin typeface="Nunito Medium"/>
                <a:ea typeface="Nunito Medium"/>
                <a:cs typeface="Nunito Medium"/>
                <a:sym typeface="Nunito Medium"/>
              </a:defRPr>
            </a:lvl4pPr>
            <a:lvl5pPr marL="2286000" lvl="4" indent="-317500">
              <a:lnSpc>
                <a:spcPct val="115000"/>
              </a:lnSpc>
              <a:spcBef>
                <a:spcPts val="0"/>
              </a:spcBef>
              <a:spcAft>
                <a:spcPts val="0"/>
              </a:spcAft>
              <a:buClr>
                <a:schemeClr val="dk1"/>
              </a:buClr>
              <a:buSzPts val="1400"/>
              <a:buFont typeface="Nunito Medium"/>
              <a:buChar char="○"/>
              <a:defRPr>
                <a:solidFill>
                  <a:schemeClr val="dk1"/>
                </a:solidFill>
                <a:latin typeface="Nunito Medium"/>
                <a:ea typeface="Nunito Medium"/>
                <a:cs typeface="Nunito Medium"/>
                <a:sym typeface="Nunito Medium"/>
              </a:defRPr>
            </a:lvl5pPr>
            <a:lvl6pPr marL="2743200" lvl="5" indent="-317500">
              <a:lnSpc>
                <a:spcPct val="115000"/>
              </a:lnSpc>
              <a:spcBef>
                <a:spcPts val="0"/>
              </a:spcBef>
              <a:spcAft>
                <a:spcPts val="0"/>
              </a:spcAft>
              <a:buClr>
                <a:schemeClr val="dk1"/>
              </a:buClr>
              <a:buSzPts val="1400"/>
              <a:buFont typeface="Nunito Medium"/>
              <a:buChar char="■"/>
              <a:defRPr>
                <a:solidFill>
                  <a:schemeClr val="dk1"/>
                </a:solidFill>
                <a:latin typeface="Nunito Medium"/>
                <a:ea typeface="Nunito Medium"/>
                <a:cs typeface="Nunito Medium"/>
                <a:sym typeface="Nunito Medium"/>
              </a:defRPr>
            </a:lvl6pPr>
            <a:lvl7pPr marL="3200400" lvl="6" indent="-317500">
              <a:lnSpc>
                <a:spcPct val="115000"/>
              </a:lnSpc>
              <a:spcBef>
                <a:spcPts val="0"/>
              </a:spcBef>
              <a:spcAft>
                <a:spcPts val="0"/>
              </a:spcAft>
              <a:buClr>
                <a:schemeClr val="dk1"/>
              </a:buClr>
              <a:buSzPts val="1400"/>
              <a:buFont typeface="Nunito Medium"/>
              <a:buChar char="●"/>
              <a:defRPr>
                <a:solidFill>
                  <a:schemeClr val="dk1"/>
                </a:solidFill>
                <a:latin typeface="Nunito Medium"/>
                <a:ea typeface="Nunito Medium"/>
                <a:cs typeface="Nunito Medium"/>
                <a:sym typeface="Nunito Medium"/>
              </a:defRPr>
            </a:lvl7pPr>
            <a:lvl8pPr marL="3657600" lvl="7" indent="-317500">
              <a:lnSpc>
                <a:spcPct val="115000"/>
              </a:lnSpc>
              <a:spcBef>
                <a:spcPts val="0"/>
              </a:spcBef>
              <a:spcAft>
                <a:spcPts val="0"/>
              </a:spcAft>
              <a:buClr>
                <a:schemeClr val="dk1"/>
              </a:buClr>
              <a:buSzPts val="1400"/>
              <a:buFont typeface="Nunito Medium"/>
              <a:buChar char="○"/>
              <a:defRPr>
                <a:solidFill>
                  <a:schemeClr val="dk1"/>
                </a:solidFill>
                <a:latin typeface="Nunito Medium"/>
                <a:ea typeface="Nunito Medium"/>
                <a:cs typeface="Nunito Medium"/>
                <a:sym typeface="Nunito Medium"/>
              </a:defRPr>
            </a:lvl8pPr>
            <a:lvl9pPr marL="4114800" lvl="8" indent="-317500">
              <a:lnSpc>
                <a:spcPct val="115000"/>
              </a:lnSpc>
              <a:spcBef>
                <a:spcPts val="0"/>
              </a:spcBef>
              <a:spcAft>
                <a:spcPts val="0"/>
              </a:spcAft>
              <a:buClr>
                <a:schemeClr val="dk1"/>
              </a:buClr>
              <a:buSzPts val="1400"/>
              <a:buFont typeface="Nunito Medium"/>
              <a:buChar char="■"/>
              <a:defRPr>
                <a:solidFill>
                  <a:schemeClr val="dk1"/>
                </a:solidFill>
                <a:latin typeface="Nunito Medium"/>
                <a:ea typeface="Nunito Medium"/>
                <a:cs typeface="Nunito Medium"/>
                <a:sym typeface="Nunito Mediu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6" r:id="rId17"/>
    <p:sldLayoutId id="2147483667" r:id="rId18"/>
    <p:sldLayoutId id="2147483668" r:id="rId19"/>
    <p:sldLayoutId id="2147483669" r:id="rId20"/>
    <p:sldLayoutId id="2147483670" r:id="rId21"/>
    <p:sldLayoutId id="2147483671" r:id="rId22"/>
    <p:sldLayoutId id="2147483672" r:id="rId23"/>
    <p:sldLayoutId id="2147483673" r:id="rId24"/>
    <p:sldLayoutId id="2147483674" r:id="rId25"/>
    <p:sldLayoutId id="2147483675" r:id="rId26"/>
    <p:sldLayoutId id="2147483676" r:id="rId27"/>
    <p:sldLayoutId id="2147483677" r:id="rId28"/>
    <p:sldLayoutId id="2147483678" r:id="rId29"/>
    <p:sldLayoutId id="2147483679" r:id="rId3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s://www.freepik.com/?utm_source=slidesgo_template&amp;utm_medium=referral-link&amp;utm_campaign=promo-slide&amp;utm_term=slidesgo&amp;utm_content=freepik" TargetMode="External"/><Relationship Id="rId3" Type="http://schemas.openxmlformats.org/officeDocument/2006/relationships/slide" Target="slide31.xml"/><Relationship Id="rId7" Type="http://schemas.openxmlformats.org/officeDocument/2006/relationships/hyperlink" Target="http://bit.ly/33VAFh3" TargetMode="External"/><Relationship Id="rId12" Type="http://schemas.openxmlformats.org/officeDocument/2006/relationships/hyperlink" Target="https://www.videvo.net/?utm_source=slidesgo_template&amp;utm_medium=referral-link&amp;utm_campaign=sg_resources&amp;utm_content=videvo" TargetMode="Externa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hyperlink" Target="http://bit.ly/30B07Gq" TargetMode="External"/><Relationship Id="rId11" Type="http://schemas.openxmlformats.org/officeDocument/2006/relationships/hyperlink" Target="https://wepik.com/?utm_source=slidesgo_template&amp;utm_medium=referral-link&amp;utm_campaign=promo-slide&amp;utm_term=slidesgo&amp;utm_content=wepik" TargetMode="External"/><Relationship Id="rId5" Type="http://schemas.openxmlformats.org/officeDocument/2006/relationships/hyperlink" Target="https://bit.ly/3A1uf1Q" TargetMode="External"/><Relationship Id="rId10" Type="http://schemas.openxmlformats.org/officeDocument/2006/relationships/hyperlink" Target="https://storyset.com/?utm_source=slidesgo_template&amp;utm_medium=referral-link&amp;utm_campaign=promo-slide&amp;utm_term=slidesgo&amp;utm_content=storyset" TargetMode="External"/><Relationship Id="rId4" Type="http://schemas.openxmlformats.org/officeDocument/2006/relationships/hyperlink" Target="https://slidesgo.com/slidesgo-school/presentation-tips/how-to-edit-the-master-slides-in-our-templates?utm_source=slidesgo_template&amp;utm_medium=referral-link&amp;utm_campaign=how-to-edit-the-master-slides-in-our-templates&amp;utm_term=slidesgo-school&amp;utm_content=how-to-edit-the-master-slides-in-our-templates" TargetMode="External"/><Relationship Id="rId9" Type="http://schemas.openxmlformats.org/officeDocument/2006/relationships/hyperlink" Target="https://www.flaticon.com/?utm_source=slidesgo_template&amp;utm_medium=referral-link&amp;utm_campaign=promo-slide&amp;utm_term=slidesgo&amp;utm_content=flaticon"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17.xml"/><Relationship Id="rId1" Type="http://schemas.openxmlformats.org/officeDocument/2006/relationships/slideLayout" Target="../slideLayouts/slideLayout25.xml"/><Relationship Id="rId5" Type="http://schemas.openxmlformats.org/officeDocument/2006/relationships/image" Target="../media/image3.png"/><Relationship Id="rId4" Type="http://schemas.openxmlformats.org/officeDocument/2006/relationships/hyperlink" Target="https://docs.google.com/spreadsheets/d/1DiorGT_sTIBarguRlVf_RnlvHF1Xt90G3zObFl1aGyA/copy#gid=1316229513"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0.xml"/></Relationships>
</file>

<file path=ppt/slides/_rels/slide3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86"/>
        <p:cNvGrpSpPr/>
        <p:nvPr/>
      </p:nvGrpSpPr>
      <p:grpSpPr>
        <a:xfrm>
          <a:off x="0" y="0"/>
          <a:ext cx="0" cy="0"/>
          <a:chOff x="0" y="0"/>
          <a:chExt cx="0" cy="0"/>
        </a:xfrm>
      </p:grpSpPr>
      <p:sp>
        <p:nvSpPr>
          <p:cNvPr id="1687" name="Google Shape;1687;p37"/>
          <p:cNvSpPr/>
          <p:nvPr/>
        </p:nvSpPr>
        <p:spPr>
          <a:xfrm>
            <a:off x="448600" y="748150"/>
            <a:ext cx="1555800" cy="1934100"/>
          </a:xfrm>
          <a:prstGeom prst="rect">
            <a:avLst/>
          </a:pr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37"/>
          <p:cNvSpPr/>
          <p:nvPr/>
        </p:nvSpPr>
        <p:spPr>
          <a:xfrm>
            <a:off x="2281225" y="748138"/>
            <a:ext cx="6334200" cy="3638400"/>
          </a:xfrm>
          <a:prstGeom prst="rect">
            <a:avLst/>
          </a:pr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37"/>
          <p:cNvSpPr txBox="1">
            <a:spLocks noGrp="1"/>
          </p:cNvSpPr>
          <p:nvPr>
            <p:ph type="subTitle" idx="1"/>
          </p:nvPr>
        </p:nvSpPr>
        <p:spPr>
          <a:xfrm>
            <a:off x="2465575" y="3299975"/>
            <a:ext cx="3767100" cy="41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Here is where your presentation begins</a:t>
            </a:r>
            <a:endParaRPr/>
          </a:p>
        </p:txBody>
      </p:sp>
      <p:sp>
        <p:nvSpPr>
          <p:cNvPr id="1690" name="Google Shape;1690;p37"/>
          <p:cNvSpPr txBox="1">
            <a:spLocks noGrp="1"/>
          </p:cNvSpPr>
          <p:nvPr>
            <p:ph type="ctrTitle"/>
          </p:nvPr>
        </p:nvSpPr>
        <p:spPr>
          <a:xfrm>
            <a:off x="2465575" y="1179263"/>
            <a:ext cx="5965500" cy="1934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Educational Workshop:</a:t>
            </a:r>
            <a:r>
              <a:rPr lang="en" sz="5000"/>
              <a:t> </a:t>
            </a:r>
            <a:r>
              <a:rPr lang="en" sz="5500"/>
              <a:t>Learning Situation</a:t>
            </a:r>
            <a:endParaRPr sz="5500">
              <a:solidFill>
                <a:schemeClr val="dk1"/>
              </a:solidFill>
            </a:endParaRPr>
          </a:p>
        </p:txBody>
      </p:sp>
      <p:grpSp>
        <p:nvGrpSpPr>
          <p:cNvPr id="1691" name="Google Shape;1691;p37"/>
          <p:cNvGrpSpPr/>
          <p:nvPr/>
        </p:nvGrpSpPr>
        <p:grpSpPr>
          <a:xfrm>
            <a:off x="782792" y="879145"/>
            <a:ext cx="835554" cy="1623982"/>
            <a:chOff x="3359175" y="3441775"/>
            <a:chExt cx="845275" cy="1642875"/>
          </a:xfrm>
        </p:grpSpPr>
        <p:sp>
          <p:nvSpPr>
            <p:cNvPr id="1692" name="Google Shape;1692;p37"/>
            <p:cNvSpPr/>
            <p:nvPr/>
          </p:nvSpPr>
          <p:spPr>
            <a:xfrm>
              <a:off x="3527100" y="4589650"/>
              <a:ext cx="627200" cy="495000"/>
            </a:xfrm>
            <a:custGeom>
              <a:avLst/>
              <a:gdLst/>
              <a:ahLst/>
              <a:cxnLst/>
              <a:rect l="l" t="t" r="r" b="b"/>
              <a:pathLst>
                <a:path w="25088" h="19800" extrusionOk="0">
                  <a:moveTo>
                    <a:pt x="18647" y="0"/>
                  </a:moveTo>
                  <a:cubicBezTo>
                    <a:pt x="18421" y="276"/>
                    <a:pt x="18171" y="551"/>
                    <a:pt x="17920" y="777"/>
                  </a:cubicBezTo>
                  <a:cubicBezTo>
                    <a:pt x="17970" y="852"/>
                    <a:pt x="18020" y="927"/>
                    <a:pt x="18121" y="1003"/>
                  </a:cubicBezTo>
                  <a:lnTo>
                    <a:pt x="18822" y="1504"/>
                  </a:lnTo>
                  <a:lnTo>
                    <a:pt x="17419" y="1178"/>
                  </a:lnTo>
                  <a:cubicBezTo>
                    <a:pt x="16968" y="1529"/>
                    <a:pt x="16491" y="1805"/>
                    <a:pt x="16015" y="2005"/>
                  </a:cubicBezTo>
                  <a:cubicBezTo>
                    <a:pt x="16040" y="2005"/>
                    <a:pt x="16040" y="2005"/>
                    <a:pt x="16040" y="2030"/>
                  </a:cubicBezTo>
                  <a:lnTo>
                    <a:pt x="17444" y="2832"/>
                  </a:lnTo>
                  <a:lnTo>
                    <a:pt x="17444" y="2832"/>
                  </a:lnTo>
                  <a:lnTo>
                    <a:pt x="15238" y="2306"/>
                  </a:lnTo>
                  <a:cubicBezTo>
                    <a:pt x="14436" y="2582"/>
                    <a:pt x="13584" y="2707"/>
                    <a:pt x="12682" y="2757"/>
                  </a:cubicBezTo>
                  <a:cubicBezTo>
                    <a:pt x="12732" y="2807"/>
                    <a:pt x="12807" y="2882"/>
                    <a:pt x="12907" y="2907"/>
                  </a:cubicBezTo>
                  <a:lnTo>
                    <a:pt x="14587" y="3659"/>
                  </a:lnTo>
                  <a:lnTo>
                    <a:pt x="14587" y="3659"/>
                  </a:lnTo>
                  <a:lnTo>
                    <a:pt x="11354" y="2782"/>
                  </a:lnTo>
                  <a:lnTo>
                    <a:pt x="6993" y="2782"/>
                  </a:lnTo>
                  <a:cubicBezTo>
                    <a:pt x="6667" y="2782"/>
                    <a:pt x="6366" y="2732"/>
                    <a:pt x="6040" y="2682"/>
                  </a:cubicBezTo>
                  <a:lnTo>
                    <a:pt x="6040" y="2682"/>
                  </a:lnTo>
                  <a:cubicBezTo>
                    <a:pt x="7444" y="3158"/>
                    <a:pt x="9198" y="3684"/>
                    <a:pt x="10501" y="4311"/>
                  </a:cubicBezTo>
                  <a:cubicBezTo>
                    <a:pt x="7745" y="3233"/>
                    <a:pt x="4637" y="2607"/>
                    <a:pt x="4461" y="2506"/>
                  </a:cubicBezTo>
                  <a:lnTo>
                    <a:pt x="4436" y="2531"/>
                  </a:lnTo>
                  <a:cubicBezTo>
                    <a:pt x="4249" y="2448"/>
                    <a:pt x="4096" y="2404"/>
                    <a:pt x="3963" y="2404"/>
                  </a:cubicBezTo>
                  <a:cubicBezTo>
                    <a:pt x="3777" y="2404"/>
                    <a:pt x="3630" y="2491"/>
                    <a:pt x="3484" y="2682"/>
                  </a:cubicBezTo>
                  <a:cubicBezTo>
                    <a:pt x="3258" y="2932"/>
                    <a:pt x="3359" y="3283"/>
                    <a:pt x="3684" y="3459"/>
                  </a:cubicBezTo>
                  <a:cubicBezTo>
                    <a:pt x="3760" y="3509"/>
                    <a:pt x="6767" y="4411"/>
                    <a:pt x="9549" y="5865"/>
                  </a:cubicBezTo>
                  <a:lnTo>
                    <a:pt x="3735" y="3935"/>
                  </a:lnTo>
                  <a:cubicBezTo>
                    <a:pt x="3630" y="3887"/>
                    <a:pt x="3518" y="3864"/>
                    <a:pt x="3407" y="3864"/>
                  </a:cubicBezTo>
                  <a:cubicBezTo>
                    <a:pt x="3172" y="3864"/>
                    <a:pt x="2943" y="3965"/>
                    <a:pt x="2807" y="4135"/>
                  </a:cubicBezTo>
                  <a:cubicBezTo>
                    <a:pt x="2607" y="4386"/>
                    <a:pt x="2707" y="4712"/>
                    <a:pt x="3008" y="4887"/>
                  </a:cubicBezTo>
                  <a:lnTo>
                    <a:pt x="13033" y="9699"/>
                  </a:lnTo>
                  <a:lnTo>
                    <a:pt x="2958" y="5890"/>
                  </a:lnTo>
                  <a:cubicBezTo>
                    <a:pt x="2846" y="5850"/>
                    <a:pt x="2729" y="5830"/>
                    <a:pt x="2615" y="5830"/>
                  </a:cubicBezTo>
                  <a:cubicBezTo>
                    <a:pt x="2371" y="5830"/>
                    <a:pt x="2142" y="5920"/>
                    <a:pt x="2005" y="6090"/>
                  </a:cubicBezTo>
                  <a:cubicBezTo>
                    <a:pt x="1805" y="6366"/>
                    <a:pt x="1905" y="6692"/>
                    <a:pt x="2206" y="6867"/>
                  </a:cubicBezTo>
                  <a:lnTo>
                    <a:pt x="13459" y="12281"/>
                  </a:lnTo>
                  <a:lnTo>
                    <a:pt x="2782" y="7744"/>
                  </a:lnTo>
                  <a:cubicBezTo>
                    <a:pt x="2670" y="7696"/>
                    <a:pt x="2552" y="7674"/>
                    <a:pt x="2438" y="7674"/>
                  </a:cubicBezTo>
                  <a:cubicBezTo>
                    <a:pt x="2195" y="7674"/>
                    <a:pt x="1966" y="7775"/>
                    <a:pt x="1830" y="7945"/>
                  </a:cubicBezTo>
                  <a:cubicBezTo>
                    <a:pt x="1654" y="8196"/>
                    <a:pt x="1755" y="8547"/>
                    <a:pt x="2055" y="8697"/>
                  </a:cubicBezTo>
                  <a:lnTo>
                    <a:pt x="9073" y="12406"/>
                  </a:lnTo>
                  <a:lnTo>
                    <a:pt x="9073" y="12406"/>
                  </a:lnTo>
                  <a:lnTo>
                    <a:pt x="2331" y="9499"/>
                  </a:lnTo>
                  <a:cubicBezTo>
                    <a:pt x="2227" y="9459"/>
                    <a:pt x="2116" y="9439"/>
                    <a:pt x="2005" y="9439"/>
                  </a:cubicBezTo>
                  <a:cubicBezTo>
                    <a:pt x="1770" y="9439"/>
                    <a:pt x="1540" y="9529"/>
                    <a:pt x="1404" y="9699"/>
                  </a:cubicBezTo>
                  <a:cubicBezTo>
                    <a:pt x="1203" y="9975"/>
                    <a:pt x="1303" y="10301"/>
                    <a:pt x="1604" y="10476"/>
                  </a:cubicBezTo>
                  <a:lnTo>
                    <a:pt x="9349" y="14887"/>
                  </a:lnTo>
                  <a:lnTo>
                    <a:pt x="1629" y="11704"/>
                  </a:lnTo>
                  <a:cubicBezTo>
                    <a:pt x="1517" y="11664"/>
                    <a:pt x="1400" y="11645"/>
                    <a:pt x="1287" y="11645"/>
                  </a:cubicBezTo>
                  <a:cubicBezTo>
                    <a:pt x="1046" y="11645"/>
                    <a:pt x="821" y="11734"/>
                    <a:pt x="702" y="11905"/>
                  </a:cubicBezTo>
                  <a:cubicBezTo>
                    <a:pt x="501" y="12181"/>
                    <a:pt x="602" y="12506"/>
                    <a:pt x="902" y="12682"/>
                  </a:cubicBezTo>
                  <a:lnTo>
                    <a:pt x="6316" y="15740"/>
                  </a:lnTo>
                  <a:lnTo>
                    <a:pt x="1429" y="13885"/>
                  </a:lnTo>
                  <a:cubicBezTo>
                    <a:pt x="1336" y="13856"/>
                    <a:pt x="1236" y="13842"/>
                    <a:pt x="1138" y="13842"/>
                  </a:cubicBezTo>
                  <a:cubicBezTo>
                    <a:pt x="892" y="13842"/>
                    <a:pt x="652" y="13931"/>
                    <a:pt x="526" y="14110"/>
                  </a:cubicBezTo>
                  <a:cubicBezTo>
                    <a:pt x="326" y="14361"/>
                    <a:pt x="426" y="14687"/>
                    <a:pt x="702" y="14862"/>
                  </a:cubicBezTo>
                  <a:lnTo>
                    <a:pt x="3735" y="16667"/>
                  </a:lnTo>
                  <a:lnTo>
                    <a:pt x="1053" y="15740"/>
                  </a:lnTo>
                  <a:cubicBezTo>
                    <a:pt x="958" y="15703"/>
                    <a:pt x="858" y="15686"/>
                    <a:pt x="761" y="15686"/>
                  </a:cubicBezTo>
                  <a:cubicBezTo>
                    <a:pt x="525" y="15686"/>
                    <a:pt x="300" y="15788"/>
                    <a:pt x="176" y="15965"/>
                  </a:cubicBezTo>
                  <a:cubicBezTo>
                    <a:pt x="0" y="16191"/>
                    <a:pt x="50" y="16516"/>
                    <a:pt x="326" y="16692"/>
                  </a:cubicBezTo>
                  <a:lnTo>
                    <a:pt x="1454" y="17444"/>
                  </a:lnTo>
                  <a:lnTo>
                    <a:pt x="1203" y="17369"/>
                  </a:lnTo>
                  <a:cubicBezTo>
                    <a:pt x="1113" y="17339"/>
                    <a:pt x="1021" y="17324"/>
                    <a:pt x="931" y="17324"/>
                  </a:cubicBezTo>
                  <a:cubicBezTo>
                    <a:pt x="719" y="17324"/>
                    <a:pt x="517" y="17403"/>
                    <a:pt x="376" y="17544"/>
                  </a:cubicBezTo>
                  <a:cubicBezTo>
                    <a:pt x="201" y="17770"/>
                    <a:pt x="201" y="18045"/>
                    <a:pt x="401" y="18246"/>
                  </a:cubicBezTo>
                  <a:lnTo>
                    <a:pt x="1554" y="19374"/>
                  </a:lnTo>
                  <a:cubicBezTo>
                    <a:pt x="1679" y="19513"/>
                    <a:pt x="1874" y="19582"/>
                    <a:pt x="2074" y="19582"/>
                  </a:cubicBezTo>
                  <a:cubicBezTo>
                    <a:pt x="2234" y="19582"/>
                    <a:pt x="2398" y="19538"/>
                    <a:pt x="2531" y="19449"/>
                  </a:cubicBezTo>
                  <a:cubicBezTo>
                    <a:pt x="2682" y="19349"/>
                    <a:pt x="2782" y="19223"/>
                    <a:pt x="2782" y="19073"/>
                  </a:cubicBezTo>
                  <a:lnTo>
                    <a:pt x="5013" y="19750"/>
                  </a:lnTo>
                  <a:cubicBezTo>
                    <a:pt x="5088" y="19775"/>
                    <a:pt x="5188" y="19800"/>
                    <a:pt x="5263" y="19800"/>
                  </a:cubicBezTo>
                  <a:cubicBezTo>
                    <a:pt x="5514" y="19800"/>
                    <a:pt x="5740" y="19699"/>
                    <a:pt x="5865" y="19524"/>
                  </a:cubicBezTo>
                  <a:cubicBezTo>
                    <a:pt x="6040" y="19273"/>
                    <a:pt x="5965" y="18973"/>
                    <a:pt x="5714" y="18797"/>
                  </a:cubicBezTo>
                  <a:lnTo>
                    <a:pt x="5088" y="18396"/>
                  </a:lnTo>
                  <a:lnTo>
                    <a:pt x="8772" y="19674"/>
                  </a:lnTo>
                  <a:cubicBezTo>
                    <a:pt x="8867" y="19711"/>
                    <a:pt x="8967" y="19728"/>
                    <a:pt x="9064" y="19728"/>
                  </a:cubicBezTo>
                  <a:cubicBezTo>
                    <a:pt x="9300" y="19728"/>
                    <a:pt x="9525" y="19626"/>
                    <a:pt x="9649" y="19449"/>
                  </a:cubicBezTo>
                  <a:cubicBezTo>
                    <a:pt x="9850" y="19198"/>
                    <a:pt x="9750" y="18872"/>
                    <a:pt x="9474" y="18697"/>
                  </a:cubicBezTo>
                  <a:lnTo>
                    <a:pt x="7068" y="17268"/>
                  </a:lnTo>
                  <a:lnTo>
                    <a:pt x="7068" y="17268"/>
                  </a:lnTo>
                  <a:lnTo>
                    <a:pt x="12958" y="19474"/>
                  </a:lnTo>
                  <a:cubicBezTo>
                    <a:pt x="13053" y="19510"/>
                    <a:pt x="13154" y="19528"/>
                    <a:pt x="13255" y="19528"/>
                  </a:cubicBezTo>
                  <a:cubicBezTo>
                    <a:pt x="13498" y="19528"/>
                    <a:pt x="13736" y="19426"/>
                    <a:pt x="13860" y="19248"/>
                  </a:cubicBezTo>
                  <a:cubicBezTo>
                    <a:pt x="14060" y="18998"/>
                    <a:pt x="13960" y="18672"/>
                    <a:pt x="13659" y="18496"/>
                  </a:cubicBezTo>
                  <a:lnTo>
                    <a:pt x="9900" y="16366"/>
                  </a:lnTo>
                  <a:lnTo>
                    <a:pt x="17444" y="19474"/>
                  </a:lnTo>
                  <a:cubicBezTo>
                    <a:pt x="17546" y="19513"/>
                    <a:pt x="17655" y="19533"/>
                    <a:pt x="17762" y="19533"/>
                  </a:cubicBezTo>
                  <a:cubicBezTo>
                    <a:pt x="17998" y="19533"/>
                    <a:pt x="18226" y="19438"/>
                    <a:pt x="18346" y="19248"/>
                  </a:cubicBezTo>
                  <a:cubicBezTo>
                    <a:pt x="18547" y="18998"/>
                    <a:pt x="18471" y="18672"/>
                    <a:pt x="18171" y="18496"/>
                  </a:cubicBezTo>
                  <a:lnTo>
                    <a:pt x="11454" y="14687"/>
                  </a:lnTo>
                  <a:lnTo>
                    <a:pt x="22256" y="19298"/>
                  </a:lnTo>
                  <a:cubicBezTo>
                    <a:pt x="22360" y="19347"/>
                    <a:pt x="22473" y="19369"/>
                    <a:pt x="22583" y="19369"/>
                  </a:cubicBezTo>
                  <a:cubicBezTo>
                    <a:pt x="22818" y="19369"/>
                    <a:pt x="23047" y="19268"/>
                    <a:pt x="23183" y="19098"/>
                  </a:cubicBezTo>
                  <a:cubicBezTo>
                    <a:pt x="23384" y="18822"/>
                    <a:pt x="23283" y="18496"/>
                    <a:pt x="22958" y="18321"/>
                  </a:cubicBezTo>
                  <a:lnTo>
                    <a:pt x="15765" y="14562"/>
                  </a:lnTo>
                  <a:lnTo>
                    <a:pt x="15765" y="14562"/>
                  </a:lnTo>
                  <a:lnTo>
                    <a:pt x="24161" y="18146"/>
                  </a:lnTo>
                  <a:cubicBezTo>
                    <a:pt x="24311" y="18196"/>
                    <a:pt x="24461" y="18196"/>
                    <a:pt x="24612" y="18196"/>
                  </a:cubicBezTo>
                  <a:cubicBezTo>
                    <a:pt x="24587" y="17795"/>
                    <a:pt x="24587" y="17394"/>
                    <a:pt x="24587" y="16993"/>
                  </a:cubicBezTo>
                  <a:lnTo>
                    <a:pt x="15790" y="12206"/>
                  </a:lnTo>
                  <a:lnTo>
                    <a:pt x="15790" y="12206"/>
                  </a:lnTo>
                  <a:lnTo>
                    <a:pt x="24411" y="15965"/>
                  </a:lnTo>
                  <a:cubicBezTo>
                    <a:pt x="24461" y="15990"/>
                    <a:pt x="24512" y="16015"/>
                    <a:pt x="24587" y="16015"/>
                  </a:cubicBezTo>
                  <a:cubicBezTo>
                    <a:pt x="24612" y="15589"/>
                    <a:pt x="24662" y="15188"/>
                    <a:pt x="24737" y="14787"/>
                  </a:cubicBezTo>
                  <a:lnTo>
                    <a:pt x="16266" y="10125"/>
                  </a:lnTo>
                  <a:lnTo>
                    <a:pt x="23960" y="13509"/>
                  </a:lnTo>
                  <a:cubicBezTo>
                    <a:pt x="24065" y="13557"/>
                    <a:pt x="24179" y="13580"/>
                    <a:pt x="24293" y="13580"/>
                  </a:cubicBezTo>
                  <a:cubicBezTo>
                    <a:pt x="24533" y="13580"/>
                    <a:pt x="24768" y="13479"/>
                    <a:pt x="24888" y="13308"/>
                  </a:cubicBezTo>
                  <a:cubicBezTo>
                    <a:pt x="25088" y="13033"/>
                    <a:pt x="24988" y="12707"/>
                    <a:pt x="24687" y="12531"/>
                  </a:cubicBezTo>
                  <a:lnTo>
                    <a:pt x="14161" y="6968"/>
                  </a:lnTo>
                  <a:lnTo>
                    <a:pt x="14161" y="6968"/>
                  </a:lnTo>
                  <a:cubicBezTo>
                    <a:pt x="16065" y="7694"/>
                    <a:pt x="18321" y="8572"/>
                    <a:pt x="21053" y="9599"/>
                  </a:cubicBezTo>
                  <a:cubicBezTo>
                    <a:pt x="22456" y="10151"/>
                    <a:pt x="23384" y="10501"/>
                    <a:pt x="23459" y="10526"/>
                  </a:cubicBezTo>
                  <a:cubicBezTo>
                    <a:pt x="23556" y="10571"/>
                    <a:pt x="23661" y="10591"/>
                    <a:pt x="23766" y="10591"/>
                  </a:cubicBezTo>
                  <a:cubicBezTo>
                    <a:pt x="24016" y="10591"/>
                    <a:pt x="24263" y="10477"/>
                    <a:pt x="24386" y="10301"/>
                  </a:cubicBezTo>
                  <a:cubicBezTo>
                    <a:pt x="24612" y="9950"/>
                    <a:pt x="24512" y="9775"/>
                    <a:pt x="24086" y="9524"/>
                  </a:cubicBezTo>
                  <a:cubicBezTo>
                    <a:pt x="24086" y="9524"/>
                    <a:pt x="24060" y="9499"/>
                    <a:pt x="24010" y="9499"/>
                  </a:cubicBezTo>
                  <a:cubicBezTo>
                    <a:pt x="23835" y="9399"/>
                    <a:pt x="23634" y="9298"/>
                    <a:pt x="23359" y="9173"/>
                  </a:cubicBezTo>
                  <a:lnTo>
                    <a:pt x="21329" y="8196"/>
                  </a:lnTo>
                  <a:cubicBezTo>
                    <a:pt x="19649" y="7394"/>
                    <a:pt x="17419" y="6316"/>
                    <a:pt x="15188" y="5238"/>
                  </a:cubicBezTo>
                  <a:lnTo>
                    <a:pt x="14161" y="4737"/>
                  </a:lnTo>
                  <a:lnTo>
                    <a:pt x="22958" y="7469"/>
                  </a:lnTo>
                  <a:cubicBezTo>
                    <a:pt x="23045" y="7502"/>
                    <a:pt x="23138" y="7518"/>
                    <a:pt x="23230" y="7518"/>
                  </a:cubicBezTo>
                  <a:cubicBezTo>
                    <a:pt x="23480" y="7518"/>
                    <a:pt x="23725" y="7402"/>
                    <a:pt x="23835" y="7218"/>
                  </a:cubicBezTo>
                  <a:cubicBezTo>
                    <a:pt x="24010" y="6942"/>
                    <a:pt x="23885" y="6617"/>
                    <a:pt x="23584" y="6466"/>
                  </a:cubicBezTo>
                  <a:lnTo>
                    <a:pt x="19173" y="4562"/>
                  </a:lnTo>
                  <a:lnTo>
                    <a:pt x="22106" y="5288"/>
                  </a:lnTo>
                  <a:cubicBezTo>
                    <a:pt x="22182" y="5312"/>
                    <a:pt x="22260" y="5323"/>
                    <a:pt x="22336" y="5323"/>
                  </a:cubicBezTo>
                  <a:cubicBezTo>
                    <a:pt x="22586" y="5323"/>
                    <a:pt x="22823" y="5205"/>
                    <a:pt x="22958" y="5013"/>
                  </a:cubicBezTo>
                  <a:cubicBezTo>
                    <a:pt x="23108" y="4762"/>
                    <a:pt x="23033" y="4461"/>
                    <a:pt x="22757" y="4311"/>
                  </a:cubicBezTo>
                  <a:lnTo>
                    <a:pt x="20376" y="2907"/>
                  </a:lnTo>
                  <a:lnTo>
                    <a:pt x="21880" y="3233"/>
                  </a:lnTo>
                  <a:cubicBezTo>
                    <a:pt x="21951" y="3250"/>
                    <a:pt x="22022" y="3258"/>
                    <a:pt x="22091" y="3258"/>
                  </a:cubicBezTo>
                  <a:cubicBezTo>
                    <a:pt x="22339" y="3258"/>
                    <a:pt x="22564" y="3154"/>
                    <a:pt x="22682" y="2958"/>
                  </a:cubicBezTo>
                  <a:cubicBezTo>
                    <a:pt x="22832" y="2732"/>
                    <a:pt x="22782" y="2431"/>
                    <a:pt x="22532" y="2281"/>
                  </a:cubicBezTo>
                  <a:lnTo>
                    <a:pt x="21128" y="1303"/>
                  </a:lnTo>
                  <a:cubicBezTo>
                    <a:pt x="21329" y="1228"/>
                    <a:pt x="21504" y="1053"/>
                    <a:pt x="21529" y="852"/>
                  </a:cubicBezTo>
                  <a:cubicBezTo>
                    <a:pt x="21579" y="551"/>
                    <a:pt x="21329" y="276"/>
                    <a:pt x="20928" y="226"/>
                  </a:cubicBezTo>
                  <a:lnTo>
                    <a:pt x="1867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37"/>
            <p:cNvSpPr/>
            <p:nvPr/>
          </p:nvSpPr>
          <p:spPr>
            <a:xfrm>
              <a:off x="3359175" y="4050175"/>
              <a:ext cx="845275" cy="1000650"/>
            </a:xfrm>
            <a:custGeom>
              <a:avLst/>
              <a:gdLst/>
              <a:ahLst/>
              <a:cxnLst/>
              <a:rect l="l" t="t" r="r" b="b"/>
              <a:pathLst>
                <a:path w="33811" h="40026" extrusionOk="0">
                  <a:moveTo>
                    <a:pt x="32181" y="3835"/>
                  </a:moveTo>
                  <a:lnTo>
                    <a:pt x="32181" y="3835"/>
                  </a:lnTo>
                  <a:cubicBezTo>
                    <a:pt x="32808" y="4361"/>
                    <a:pt x="32432" y="5063"/>
                    <a:pt x="32482" y="5664"/>
                  </a:cubicBezTo>
                  <a:cubicBezTo>
                    <a:pt x="31830" y="5088"/>
                    <a:pt x="31705" y="4361"/>
                    <a:pt x="32181" y="3835"/>
                  </a:cubicBezTo>
                  <a:close/>
                  <a:moveTo>
                    <a:pt x="1604" y="3308"/>
                  </a:moveTo>
                  <a:lnTo>
                    <a:pt x="1604" y="3308"/>
                  </a:lnTo>
                  <a:cubicBezTo>
                    <a:pt x="1880" y="4186"/>
                    <a:pt x="1604" y="5063"/>
                    <a:pt x="702" y="6015"/>
                  </a:cubicBezTo>
                  <a:cubicBezTo>
                    <a:pt x="677" y="5188"/>
                    <a:pt x="827" y="4461"/>
                    <a:pt x="1128" y="3785"/>
                  </a:cubicBezTo>
                  <a:cubicBezTo>
                    <a:pt x="1228" y="3559"/>
                    <a:pt x="1329" y="3333"/>
                    <a:pt x="1604" y="3308"/>
                  </a:cubicBezTo>
                  <a:close/>
                  <a:moveTo>
                    <a:pt x="17053" y="579"/>
                  </a:moveTo>
                  <a:cubicBezTo>
                    <a:pt x="20009" y="579"/>
                    <a:pt x="22969" y="1570"/>
                    <a:pt x="25339" y="3534"/>
                  </a:cubicBezTo>
                  <a:cubicBezTo>
                    <a:pt x="31304" y="8521"/>
                    <a:pt x="31003" y="17519"/>
                    <a:pt x="24637" y="21980"/>
                  </a:cubicBezTo>
                  <a:cubicBezTo>
                    <a:pt x="22291" y="23623"/>
                    <a:pt x="19816" y="24441"/>
                    <a:pt x="17267" y="24441"/>
                  </a:cubicBezTo>
                  <a:cubicBezTo>
                    <a:pt x="15460" y="24441"/>
                    <a:pt x="13616" y="24030"/>
                    <a:pt x="11755" y="23208"/>
                  </a:cubicBezTo>
                  <a:cubicBezTo>
                    <a:pt x="8246" y="21679"/>
                    <a:pt x="5915" y="19048"/>
                    <a:pt x="4938" y="15313"/>
                  </a:cubicBezTo>
                  <a:cubicBezTo>
                    <a:pt x="4687" y="14386"/>
                    <a:pt x="4612" y="13434"/>
                    <a:pt x="4512" y="12857"/>
                  </a:cubicBezTo>
                  <a:cubicBezTo>
                    <a:pt x="4637" y="8772"/>
                    <a:pt x="6091" y="5739"/>
                    <a:pt x="8948" y="3434"/>
                  </a:cubicBezTo>
                  <a:cubicBezTo>
                    <a:pt x="11277" y="1526"/>
                    <a:pt x="14164" y="579"/>
                    <a:pt x="17053" y="579"/>
                  </a:cubicBezTo>
                  <a:close/>
                  <a:moveTo>
                    <a:pt x="17029" y="0"/>
                  </a:moveTo>
                  <a:cubicBezTo>
                    <a:pt x="13620" y="0"/>
                    <a:pt x="10190" y="1264"/>
                    <a:pt x="7569" y="3885"/>
                  </a:cubicBezTo>
                  <a:cubicBezTo>
                    <a:pt x="4512" y="6967"/>
                    <a:pt x="3359" y="10752"/>
                    <a:pt x="4261" y="15013"/>
                  </a:cubicBezTo>
                  <a:cubicBezTo>
                    <a:pt x="4988" y="18471"/>
                    <a:pt x="6993" y="21078"/>
                    <a:pt x="9950" y="22958"/>
                  </a:cubicBezTo>
                  <a:cubicBezTo>
                    <a:pt x="10126" y="23058"/>
                    <a:pt x="10326" y="23183"/>
                    <a:pt x="10477" y="23283"/>
                  </a:cubicBezTo>
                  <a:cubicBezTo>
                    <a:pt x="10025" y="24336"/>
                    <a:pt x="9574" y="25364"/>
                    <a:pt x="9073" y="26491"/>
                  </a:cubicBezTo>
                  <a:cubicBezTo>
                    <a:pt x="8296" y="25614"/>
                    <a:pt x="7494" y="24862"/>
                    <a:pt x="6842" y="24010"/>
                  </a:cubicBezTo>
                  <a:cubicBezTo>
                    <a:pt x="5865" y="22732"/>
                    <a:pt x="4963" y="21404"/>
                    <a:pt x="4136" y="20025"/>
                  </a:cubicBezTo>
                  <a:cubicBezTo>
                    <a:pt x="1830" y="16191"/>
                    <a:pt x="727" y="12030"/>
                    <a:pt x="777" y="7594"/>
                  </a:cubicBezTo>
                  <a:cubicBezTo>
                    <a:pt x="777" y="7143"/>
                    <a:pt x="903" y="6767"/>
                    <a:pt x="1178" y="6416"/>
                  </a:cubicBezTo>
                  <a:cubicBezTo>
                    <a:pt x="1404" y="6115"/>
                    <a:pt x="1629" y="5815"/>
                    <a:pt x="1830" y="5489"/>
                  </a:cubicBezTo>
                  <a:cubicBezTo>
                    <a:pt x="2231" y="4862"/>
                    <a:pt x="2356" y="4186"/>
                    <a:pt x="2306" y="3459"/>
                  </a:cubicBezTo>
                  <a:cubicBezTo>
                    <a:pt x="2281" y="3133"/>
                    <a:pt x="2156" y="2857"/>
                    <a:pt x="1830" y="2732"/>
                  </a:cubicBezTo>
                  <a:cubicBezTo>
                    <a:pt x="1747" y="2700"/>
                    <a:pt x="1670" y="2686"/>
                    <a:pt x="1596" y="2686"/>
                  </a:cubicBezTo>
                  <a:cubicBezTo>
                    <a:pt x="1379" y="2686"/>
                    <a:pt x="1196" y="2808"/>
                    <a:pt x="1028" y="2957"/>
                  </a:cubicBezTo>
                  <a:cubicBezTo>
                    <a:pt x="878" y="3108"/>
                    <a:pt x="752" y="3283"/>
                    <a:pt x="677" y="3459"/>
                  </a:cubicBezTo>
                  <a:cubicBezTo>
                    <a:pt x="251" y="4461"/>
                    <a:pt x="0" y="5489"/>
                    <a:pt x="226" y="6566"/>
                  </a:cubicBezTo>
                  <a:cubicBezTo>
                    <a:pt x="251" y="6717"/>
                    <a:pt x="226" y="6892"/>
                    <a:pt x="226" y="7043"/>
                  </a:cubicBezTo>
                  <a:cubicBezTo>
                    <a:pt x="151" y="9248"/>
                    <a:pt x="301" y="11454"/>
                    <a:pt x="852" y="13584"/>
                  </a:cubicBezTo>
                  <a:cubicBezTo>
                    <a:pt x="2131" y="18496"/>
                    <a:pt x="4612" y="22732"/>
                    <a:pt x="8196" y="26291"/>
                  </a:cubicBezTo>
                  <a:cubicBezTo>
                    <a:pt x="8772" y="26842"/>
                    <a:pt x="8898" y="27293"/>
                    <a:pt x="8647" y="28045"/>
                  </a:cubicBezTo>
                  <a:cubicBezTo>
                    <a:pt x="7670" y="31228"/>
                    <a:pt x="6918" y="34461"/>
                    <a:pt x="6717" y="37795"/>
                  </a:cubicBezTo>
                  <a:cubicBezTo>
                    <a:pt x="6667" y="38421"/>
                    <a:pt x="6742" y="39048"/>
                    <a:pt x="6767" y="39649"/>
                  </a:cubicBezTo>
                  <a:cubicBezTo>
                    <a:pt x="6767" y="39725"/>
                    <a:pt x="6767" y="39800"/>
                    <a:pt x="6817" y="39825"/>
                  </a:cubicBezTo>
                  <a:cubicBezTo>
                    <a:pt x="6943" y="39900"/>
                    <a:pt x="7068" y="39975"/>
                    <a:pt x="7193" y="40025"/>
                  </a:cubicBezTo>
                  <a:cubicBezTo>
                    <a:pt x="7269" y="39925"/>
                    <a:pt x="7369" y="39800"/>
                    <a:pt x="7369" y="39699"/>
                  </a:cubicBezTo>
                  <a:cubicBezTo>
                    <a:pt x="7143" y="38547"/>
                    <a:pt x="7294" y="37419"/>
                    <a:pt x="7419" y="36266"/>
                  </a:cubicBezTo>
                  <a:cubicBezTo>
                    <a:pt x="7644" y="33910"/>
                    <a:pt x="8246" y="31629"/>
                    <a:pt x="8847" y="29349"/>
                  </a:cubicBezTo>
                  <a:cubicBezTo>
                    <a:pt x="9299" y="27745"/>
                    <a:pt x="9800" y="26166"/>
                    <a:pt x="10477" y="24612"/>
                  </a:cubicBezTo>
                  <a:cubicBezTo>
                    <a:pt x="10627" y="24261"/>
                    <a:pt x="10827" y="23910"/>
                    <a:pt x="10978" y="23584"/>
                  </a:cubicBezTo>
                  <a:cubicBezTo>
                    <a:pt x="13179" y="24491"/>
                    <a:pt x="15289" y="24953"/>
                    <a:pt x="17312" y="24953"/>
                  </a:cubicBezTo>
                  <a:cubicBezTo>
                    <a:pt x="20771" y="24953"/>
                    <a:pt x="23979" y="23601"/>
                    <a:pt x="26968" y="20802"/>
                  </a:cubicBezTo>
                  <a:cubicBezTo>
                    <a:pt x="27294" y="21479"/>
                    <a:pt x="27620" y="22105"/>
                    <a:pt x="27945" y="22732"/>
                  </a:cubicBezTo>
                  <a:cubicBezTo>
                    <a:pt x="29198" y="25188"/>
                    <a:pt x="30000" y="27795"/>
                    <a:pt x="30452" y="30501"/>
                  </a:cubicBezTo>
                  <a:cubicBezTo>
                    <a:pt x="30828" y="32632"/>
                    <a:pt x="30978" y="34787"/>
                    <a:pt x="31204" y="36918"/>
                  </a:cubicBezTo>
                  <a:cubicBezTo>
                    <a:pt x="31254" y="37519"/>
                    <a:pt x="31229" y="38121"/>
                    <a:pt x="31229" y="38722"/>
                  </a:cubicBezTo>
                  <a:cubicBezTo>
                    <a:pt x="31229" y="39023"/>
                    <a:pt x="31229" y="39324"/>
                    <a:pt x="31254" y="39624"/>
                  </a:cubicBezTo>
                  <a:cubicBezTo>
                    <a:pt x="31254" y="39813"/>
                    <a:pt x="31298" y="40002"/>
                    <a:pt x="31513" y="40002"/>
                  </a:cubicBezTo>
                  <a:cubicBezTo>
                    <a:pt x="31526" y="40002"/>
                    <a:pt x="31540" y="40002"/>
                    <a:pt x="31554" y="40000"/>
                  </a:cubicBezTo>
                  <a:cubicBezTo>
                    <a:pt x="31805" y="40000"/>
                    <a:pt x="31830" y="39800"/>
                    <a:pt x="31830" y="39624"/>
                  </a:cubicBezTo>
                  <a:cubicBezTo>
                    <a:pt x="31830" y="38822"/>
                    <a:pt x="31855" y="37995"/>
                    <a:pt x="31805" y="37193"/>
                  </a:cubicBezTo>
                  <a:cubicBezTo>
                    <a:pt x="31680" y="35790"/>
                    <a:pt x="31554" y="34361"/>
                    <a:pt x="31379" y="32933"/>
                  </a:cubicBezTo>
                  <a:cubicBezTo>
                    <a:pt x="31229" y="31730"/>
                    <a:pt x="31053" y="30501"/>
                    <a:pt x="30828" y="29298"/>
                  </a:cubicBezTo>
                  <a:cubicBezTo>
                    <a:pt x="30652" y="28371"/>
                    <a:pt x="30326" y="27469"/>
                    <a:pt x="30076" y="26567"/>
                  </a:cubicBezTo>
                  <a:cubicBezTo>
                    <a:pt x="29975" y="26291"/>
                    <a:pt x="30000" y="26065"/>
                    <a:pt x="30151" y="25840"/>
                  </a:cubicBezTo>
                  <a:cubicBezTo>
                    <a:pt x="30953" y="24537"/>
                    <a:pt x="31554" y="23158"/>
                    <a:pt x="32056" y="21729"/>
                  </a:cubicBezTo>
                  <a:cubicBezTo>
                    <a:pt x="33033" y="18897"/>
                    <a:pt x="33559" y="16015"/>
                    <a:pt x="33710" y="13033"/>
                  </a:cubicBezTo>
                  <a:cubicBezTo>
                    <a:pt x="33810" y="11078"/>
                    <a:pt x="33710" y="9123"/>
                    <a:pt x="33183" y="7218"/>
                  </a:cubicBezTo>
                  <a:cubicBezTo>
                    <a:pt x="33033" y="6717"/>
                    <a:pt x="32983" y="6216"/>
                    <a:pt x="33083" y="5689"/>
                  </a:cubicBezTo>
                  <a:cubicBezTo>
                    <a:pt x="33158" y="5263"/>
                    <a:pt x="33133" y="4837"/>
                    <a:pt x="33108" y="4411"/>
                  </a:cubicBezTo>
                  <a:cubicBezTo>
                    <a:pt x="33083" y="4211"/>
                    <a:pt x="33008" y="3985"/>
                    <a:pt x="32908" y="3785"/>
                  </a:cubicBezTo>
                  <a:cubicBezTo>
                    <a:pt x="32749" y="3512"/>
                    <a:pt x="32508" y="3301"/>
                    <a:pt x="32184" y="3301"/>
                  </a:cubicBezTo>
                  <a:cubicBezTo>
                    <a:pt x="32151" y="3301"/>
                    <a:pt x="32116" y="3304"/>
                    <a:pt x="32081" y="3308"/>
                  </a:cubicBezTo>
                  <a:cubicBezTo>
                    <a:pt x="31705" y="3358"/>
                    <a:pt x="31454" y="3634"/>
                    <a:pt x="31404" y="3985"/>
                  </a:cubicBezTo>
                  <a:cubicBezTo>
                    <a:pt x="31329" y="4286"/>
                    <a:pt x="31304" y="4612"/>
                    <a:pt x="31404" y="4862"/>
                  </a:cubicBezTo>
                  <a:cubicBezTo>
                    <a:pt x="31554" y="5313"/>
                    <a:pt x="31830" y="5739"/>
                    <a:pt x="32056" y="6140"/>
                  </a:cubicBezTo>
                  <a:cubicBezTo>
                    <a:pt x="32181" y="6416"/>
                    <a:pt x="32407" y="6642"/>
                    <a:pt x="32482" y="6917"/>
                  </a:cubicBezTo>
                  <a:cubicBezTo>
                    <a:pt x="32858" y="8020"/>
                    <a:pt x="33033" y="9198"/>
                    <a:pt x="33108" y="10351"/>
                  </a:cubicBezTo>
                  <a:cubicBezTo>
                    <a:pt x="33284" y="12983"/>
                    <a:pt x="33008" y="15589"/>
                    <a:pt x="32457" y="18145"/>
                  </a:cubicBezTo>
                  <a:cubicBezTo>
                    <a:pt x="31955" y="20476"/>
                    <a:pt x="31204" y="22707"/>
                    <a:pt x="30101" y="24787"/>
                  </a:cubicBezTo>
                  <a:cubicBezTo>
                    <a:pt x="30000" y="24988"/>
                    <a:pt x="29875" y="25138"/>
                    <a:pt x="29775" y="25313"/>
                  </a:cubicBezTo>
                  <a:cubicBezTo>
                    <a:pt x="28948" y="23609"/>
                    <a:pt x="28146" y="21980"/>
                    <a:pt x="27344" y="20301"/>
                  </a:cubicBezTo>
                  <a:cubicBezTo>
                    <a:pt x="27469" y="20151"/>
                    <a:pt x="27569" y="20000"/>
                    <a:pt x="27695" y="19825"/>
                  </a:cubicBezTo>
                  <a:cubicBezTo>
                    <a:pt x="31003" y="15489"/>
                    <a:pt x="31053" y="9649"/>
                    <a:pt x="27770" y="5288"/>
                  </a:cubicBezTo>
                  <a:cubicBezTo>
                    <a:pt x="25173" y="1817"/>
                    <a:pt x="21116" y="0"/>
                    <a:pt x="170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37"/>
            <p:cNvSpPr/>
            <p:nvPr/>
          </p:nvSpPr>
          <p:spPr>
            <a:xfrm>
              <a:off x="3571575" y="3441775"/>
              <a:ext cx="451775" cy="559000"/>
            </a:xfrm>
            <a:custGeom>
              <a:avLst/>
              <a:gdLst/>
              <a:ahLst/>
              <a:cxnLst/>
              <a:rect l="l" t="t" r="r" b="b"/>
              <a:pathLst>
                <a:path w="18071" h="22360" extrusionOk="0">
                  <a:moveTo>
                    <a:pt x="12131" y="7694"/>
                  </a:moveTo>
                  <a:lnTo>
                    <a:pt x="12131" y="7694"/>
                  </a:lnTo>
                  <a:cubicBezTo>
                    <a:pt x="12457" y="8346"/>
                    <a:pt x="12031" y="9048"/>
                    <a:pt x="11078" y="9449"/>
                  </a:cubicBezTo>
                  <a:cubicBezTo>
                    <a:pt x="11053" y="8747"/>
                    <a:pt x="11529" y="7970"/>
                    <a:pt x="12131" y="7694"/>
                  </a:cubicBezTo>
                  <a:close/>
                  <a:moveTo>
                    <a:pt x="6116" y="9474"/>
                  </a:moveTo>
                  <a:lnTo>
                    <a:pt x="6116" y="9474"/>
                  </a:lnTo>
                  <a:cubicBezTo>
                    <a:pt x="6492" y="9574"/>
                    <a:pt x="6667" y="9825"/>
                    <a:pt x="6868" y="10125"/>
                  </a:cubicBezTo>
                  <a:cubicBezTo>
                    <a:pt x="6291" y="10125"/>
                    <a:pt x="6141" y="10000"/>
                    <a:pt x="6116" y="9474"/>
                  </a:cubicBezTo>
                  <a:close/>
                  <a:moveTo>
                    <a:pt x="9048" y="562"/>
                  </a:moveTo>
                  <a:cubicBezTo>
                    <a:pt x="10663" y="562"/>
                    <a:pt x="12199" y="1004"/>
                    <a:pt x="13635" y="1930"/>
                  </a:cubicBezTo>
                  <a:cubicBezTo>
                    <a:pt x="15389" y="3108"/>
                    <a:pt x="16492" y="4737"/>
                    <a:pt x="16717" y="6892"/>
                  </a:cubicBezTo>
                  <a:cubicBezTo>
                    <a:pt x="16843" y="8271"/>
                    <a:pt x="16492" y="9549"/>
                    <a:pt x="15740" y="10727"/>
                  </a:cubicBezTo>
                  <a:cubicBezTo>
                    <a:pt x="15113" y="11780"/>
                    <a:pt x="14261" y="12582"/>
                    <a:pt x="13184" y="13158"/>
                  </a:cubicBezTo>
                  <a:cubicBezTo>
                    <a:pt x="12858" y="13359"/>
                    <a:pt x="12657" y="13584"/>
                    <a:pt x="12582" y="13935"/>
                  </a:cubicBezTo>
                  <a:cubicBezTo>
                    <a:pt x="12482" y="14461"/>
                    <a:pt x="12382" y="15013"/>
                    <a:pt x="12332" y="15539"/>
                  </a:cubicBezTo>
                  <a:cubicBezTo>
                    <a:pt x="12231" y="16191"/>
                    <a:pt x="12206" y="16817"/>
                    <a:pt x="12131" y="17519"/>
                  </a:cubicBezTo>
                  <a:cubicBezTo>
                    <a:pt x="11805" y="17569"/>
                    <a:pt x="11529" y="17619"/>
                    <a:pt x="11254" y="17644"/>
                  </a:cubicBezTo>
                  <a:cubicBezTo>
                    <a:pt x="11078" y="17669"/>
                    <a:pt x="10928" y="17669"/>
                    <a:pt x="10778" y="17669"/>
                  </a:cubicBezTo>
                  <a:cubicBezTo>
                    <a:pt x="10051" y="15765"/>
                    <a:pt x="10051" y="12281"/>
                    <a:pt x="10803" y="10176"/>
                  </a:cubicBezTo>
                  <a:cubicBezTo>
                    <a:pt x="10953" y="10125"/>
                    <a:pt x="11128" y="10075"/>
                    <a:pt x="11279" y="10025"/>
                  </a:cubicBezTo>
                  <a:cubicBezTo>
                    <a:pt x="11931" y="9749"/>
                    <a:pt x="12457" y="9348"/>
                    <a:pt x="12682" y="8672"/>
                  </a:cubicBezTo>
                  <a:cubicBezTo>
                    <a:pt x="12808" y="8371"/>
                    <a:pt x="12833" y="7995"/>
                    <a:pt x="12783" y="7694"/>
                  </a:cubicBezTo>
                  <a:cubicBezTo>
                    <a:pt x="12714" y="7298"/>
                    <a:pt x="12455" y="7079"/>
                    <a:pt x="12137" y="7079"/>
                  </a:cubicBezTo>
                  <a:cubicBezTo>
                    <a:pt x="11993" y="7079"/>
                    <a:pt x="11836" y="7124"/>
                    <a:pt x="11680" y="7218"/>
                  </a:cubicBezTo>
                  <a:cubicBezTo>
                    <a:pt x="11254" y="7444"/>
                    <a:pt x="11003" y="7845"/>
                    <a:pt x="10803" y="8271"/>
                  </a:cubicBezTo>
                  <a:cubicBezTo>
                    <a:pt x="10627" y="8672"/>
                    <a:pt x="10477" y="9123"/>
                    <a:pt x="10276" y="9599"/>
                  </a:cubicBezTo>
                  <a:cubicBezTo>
                    <a:pt x="10026" y="9474"/>
                    <a:pt x="9800" y="9374"/>
                    <a:pt x="9625" y="9248"/>
                  </a:cubicBezTo>
                  <a:cubicBezTo>
                    <a:pt x="9374" y="9098"/>
                    <a:pt x="9299" y="8872"/>
                    <a:pt x="9399" y="8572"/>
                  </a:cubicBezTo>
                  <a:cubicBezTo>
                    <a:pt x="9524" y="8171"/>
                    <a:pt x="9575" y="7744"/>
                    <a:pt x="9650" y="7318"/>
                  </a:cubicBezTo>
                  <a:cubicBezTo>
                    <a:pt x="9650" y="7243"/>
                    <a:pt x="9650" y="7168"/>
                    <a:pt x="9650" y="7093"/>
                  </a:cubicBezTo>
                  <a:cubicBezTo>
                    <a:pt x="9600" y="6592"/>
                    <a:pt x="9399" y="6291"/>
                    <a:pt x="9073" y="6291"/>
                  </a:cubicBezTo>
                  <a:cubicBezTo>
                    <a:pt x="9055" y="6289"/>
                    <a:pt x="9038" y="6289"/>
                    <a:pt x="9021" y="6289"/>
                  </a:cubicBezTo>
                  <a:cubicBezTo>
                    <a:pt x="8726" y="6289"/>
                    <a:pt x="8544" y="6495"/>
                    <a:pt x="8497" y="6993"/>
                  </a:cubicBezTo>
                  <a:cubicBezTo>
                    <a:pt x="8447" y="7469"/>
                    <a:pt x="8422" y="7970"/>
                    <a:pt x="8547" y="8421"/>
                  </a:cubicBezTo>
                  <a:cubicBezTo>
                    <a:pt x="8672" y="8847"/>
                    <a:pt x="8572" y="9173"/>
                    <a:pt x="8321" y="9474"/>
                  </a:cubicBezTo>
                  <a:cubicBezTo>
                    <a:pt x="8121" y="9674"/>
                    <a:pt x="7895" y="9875"/>
                    <a:pt x="7645" y="10100"/>
                  </a:cubicBezTo>
                  <a:cubicBezTo>
                    <a:pt x="7419" y="9850"/>
                    <a:pt x="7269" y="9624"/>
                    <a:pt x="7093" y="9449"/>
                  </a:cubicBezTo>
                  <a:cubicBezTo>
                    <a:pt x="6893" y="9273"/>
                    <a:pt x="6692" y="9098"/>
                    <a:pt x="6467" y="8973"/>
                  </a:cubicBezTo>
                  <a:cubicBezTo>
                    <a:pt x="6354" y="8910"/>
                    <a:pt x="6229" y="8872"/>
                    <a:pt x="6103" y="8872"/>
                  </a:cubicBezTo>
                  <a:cubicBezTo>
                    <a:pt x="5978" y="8872"/>
                    <a:pt x="5853" y="8910"/>
                    <a:pt x="5740" y="8998"/>
                  </a:cubicBezTo>
                  <a:cubicBezTo>
                    <a:pt x="5489" y="9198"/>
                    <a:pt x="5439" y="9474"/>
                    <a:pt x="5489" y="9775"/>
                  </a:cubicBezTo>
                  <a:cubicBezTo>
                    <a:pt x="5590" y="10201"/>
                    <a:pt x="5865" y="10501"/>
                    <a:pt x="6266" y="10627"/>
                  </a:cubicBezTo>
                  <a:cubicBezTo>
                    <a:pt x="6592" y="10752"/>
                    <a:pt x="6943" y="10802"/>
                    <a:pt x="7344" y="10877"/>
                  </a:cubicBezTo>
                  <a:cubicBezTo>
                    <a:pt x="7770" y="11529"/>
                    <a:pt x="8021" y="12306"/>
                    <a:pt x="8021" y="13108"/>
                  </a:cubicBezTo>
                  <a:cubicBezTo>
                    <a:pt x="8021" y="14486"/>
                    <a:pt x="7971" y="15840"/>
                    <a:pt x="7920" y="17218"/>
                  </a:cubicBezTo>
                  <a:cubicBezTo>
                    <a:pt x="7920" y="17318"/>
                    <a:pt x="7870" y="17444"/>
                    <a:pt x="7795" y="17619"/>
                  </a:cubicBezTo>
                  <a:cubicBezTo>
                    <a:pt x="7394" y="17519"/>
                    <a:pt x="7018" y="17419"/>
                    <a:pt x="6642" y="17318"/>
                  </a:cubicBezTo>
                  <a:cubicBezTo>
                    <a:pt x="6342" y="17243"/>
                    <a:pt x="6367" y="16943"/>
                    <a:pt x="6316" y="16717"/>
                  </a:cubicBezTo>
                  <a:cubicBezTo>
                    <a:pt x="6166" y="16040"/>
                    <a:pt x="6041" y="15338"/>
                    <a:pt x="5865" y="14662"/>
                  </a:cubicBezTo>
                  <a:cubicBezTo>
                    <a:pt x="5715" y="14035"/>
                    <a:pt x="5339" y="13584"/>
                    <a:pt x="4712" y="13283"/>
                  </a:cubicBezTo>
                  <a:cubicBezTo>
                    <a:pt x="3885" y="12907"/>
                    <a:pt x="3209" y="12306"/>
                    <a:pt x="2607" y="11604"/>
                  </a:cubicBezTo>
                  <a:cubicBezTo>
                    <a:pt x="477" y="9098"/>
                    <a:pt x="552" y="5614"/>
                    <a:pt x="2783" y="3183"/>
                  </a:cubicBezTo>
                  <a:cubicBezTo>
                    <a:pt x="4061" y="1805"/>
                    <a:pt x="5615" y="1003"/>
                    <a:pt x="7444" y="702"/>
                  </a:cubicBezTo>
                  <a:cubicBezTo>
                    <a:pt x="7987" y="609"/>
                    <a:pt x="8522" y="562"/>
                    <a:pt x="9048" y="562"/>
                  </a:cubicBezTo>
                  <a:close/>
                  <a:moveTo>
                    <a:pt x="9048" y="9599"/>
                  </a:moveTo>
                  <a:cubicBezTo>
                    <a:pt x="9374" y="9775"/>
                    <a:pt x="9725" y="9975"/>
                    <a:pt x="10076" y="10176"/>
                  </a:cubicBezTo>
                  <a:cubicBezTo>
                    <a:pt x="9925" y="11404"/>
                    <a:pt x="9675" y="12632"/>
                    <a:pt x="9675" y="13885"/>
                  </a:cubicBezTo>
                  <a:cubicBezTo>
                    <a:pt x="9650" y="15138"/>
                    <a:pt x="9900" y="16416"/>
                    <a:pt x="10026" y="17694"/>
                  </a:cubicBezTo>
                  <a:lnTo>
                    <a:pt x="8447" y="17694"/>
                  </a:lnTo>
                  <a:cubicBezTo>
                    <a:pt x="8522" y="15288"/>
                    <a:pt x="9073" y="12882"/>
                    <a:pt x="7996" y="10752"/>
                  </a:cubicBezTo>
                  <a:cubicBezTo>
                    <a:pt x="8372" y="10326"/>
                    <a:pt x="8697" y="9950"/>
                    <a:pt x="9048" y="9599"/>
                  </a:cubicBezTo>
                  <a:close/>
                  <a:moveTo>
                    <a:pt x="6542" y="17870"/>
                  </a:moveTo>
                  <a:lnTo>
                    <a:pt x="6542" y="17870"/>
                  </a:lnTo>
                  <a:cubicBezTo>
                    <a:pt x="7625" y="18181"/>
                    <a:pt x="8716" y="18308"/>
                    <a:pt x="9821" y="18308"/>
                  </a:cubicBezTo>
                  <a:cubicBezTo>
                    <a:pt x="10584" y="18308"/>
                    <a:pt x="11353" y="18248"/>
                    <a:pt x="12131" y="18146"/>
                  </a:cubicBezTo>
                  <a:lnTo>
                    <a:pt x="12131" y="18146"/>
                  </a:lnTo>
                  <a:cubicBezTo>
                    <a:pt x="12056" y="18547"/>
                    <a:pt x="11805" y="18572"/>
                    <a:pt x="11605" y="18597"/>
                  </a:cubicBezTo>
                  <a:cubicBezTo>
                    <a:pt x="10903" y="18697"/>
                    <a:pt x="10226" y="18822"/>
                    <a:pt x="9524" y="18847"/>
                  </a:cubicBezTo>
                  <a:cubicBezTo>
                    <a:pt x="8647" y="18847"/>
                    <a:pt x="7795" y="18697"/>
                    <a:pt x="6968" y="18421"/>
                  </a:cubicBezTo>
                  <a:cubicBezTo>
                    <a:pt x="6717" y="18346"/>
                    <a:pt x="6442" y="18296"/>
                    <a:pt x="6542" y="17870"/>
                  </a:cubicBezTo>
                  <a:close/>
                  <a:moveTo>
                    <a:pt x="6542" y="18847"/>
                  </a:moveTo>
                  <a:cubicBezTo>
                    <a:pt x="7631" y="19210"/>
                    <a:pt x="8703" y="19397"/>
                    <a:pt x="9778" y="19397"/>
                  </a:cubicBezTo>
                  <a:cubicBezTo>
                    <a:pt x="10558" y="19397"/>
                    <a:pt x="11340" y="19298"/>
                    <a:pt x="12131" y="19098"/>
                  </a:cubicBezTo>
                  <a:cubicBezTo>
                    <a:pt x="12131" y="19148"/>
                    <a:pt x="12156" y="19198"/>
                    <a:pt x="12181" y="19248"/>
                  </a:cubicBezTo>
                  <a:cubicBezTo>
                    <a:pt x="12081" y="19323"/>
                    <a:pt x="11981" y="19449"/>
                    <a:pt x="11855" y="19499"/>
                  </a:cubicBezTo>
                  <a:cubicBezTo>
                    <a:pt x="11429" y="19649"/>
                    <a:pt x="11003" y="19825"/>
                    <a:pt x="10552" y="19900"/>
                  </a:cubicBezTo>
                  <a:cubicBezTo>
                    <a:pt x="10145" y="19973"/>
                    <a:pt x="9740" y="20010"/>
                    <a:pt x="9337" y="20010"/>
                  </a:cubicBezTo>
                  <a:cubicBezTo>
                    <a:pt x="8503" y="20010"/>
                    <a:pt x="7680" y="19853"/>
                    <a:pt x="6868" y="19549"/>
                  </a:cubicBezTo>
                  <a:cubicBezTo>
                    <a:pt x="6542" y="19449"/>
                    <a:pt x="6517" y="19223"/>
                    <a:pt x="6542" y="18847"/>
                  </a:cubicBezTo>
                  <a:close/>
                  <a:moveTo>
                    <a:pt x="6993" y="20226"/>
                  </a:moveTo>
                  <a:lnTo>
                    <a:pt x="6993" y="20226"/>
                  </a:lnTo>
                  <a:cubicBezTo>
                    <a:pt x="8287" y="20470"/>
                    <a:pt x="8932" y="20583"/>
                    <a:pt x="9509" y="20583"/>
                  </a:cubicBezTo>
                  <a:cubicBezTo>
                    <a:pt x="10117" y="20583"/>
                    <a:pt x="10648" y="20457"/>
                    <a:pt x="11780" y="20226"/>
                  </a:cubicBezTo>
                  <a:lnTo>
                    <a:pt x="11780" y="20226"/>
                  </a:lnTo>
                  <a:cubicBezTo>
                    <a:pt x="11630" y="20953"/>
                    <a:pt x="10803" y="21629"/>
                    <a:pt x="9850" y="21755"/>
                  </a:cubicBezTo>
                  <a:cubicBezTo>
                    <a:pt x="9724" y="21774"/>
                    <a:pt x="9597" y="21784"/>
                    <a:pt x="9470" y="21784"/>
                  </a:cubicBezTo>
                  <a:cubicBezTo>
                    <a:pt x="8466" y="21784"/>
                    <a:pt x="7483" y="21183"/>
                    <a:pt x="6993" y="20226"/>
                  </a:cubicBezTo>
                  <a:close/>
                  <a:moveTo>
                    <a:pt x="9199" y="0"/>
                  </a:moveTo>
                  <a:cubicBezTo>
                    <a:pt x="6768" y="0"/>
                    <a:pt x="4737" y="652"/>
                    <a:pt x="3058" y="2130"/>
                  </a:cubicBezTo>
                  <a:cubicBezTo>
                    <a:pt x="903" y="4035"/>
                    <a:pt x="1" y="6416"/>
                    <a:pt x="727" y="9248"/>
                  </a:cubicBezTo>
                  <a:cubicBezTo>
                    <a:pt x="1279" y="11379"/>
                    <a:pt x="2682" y="12882"/>
                    <a:pt x="4612" y="13885"/>
                  </a:cubicBezTo>
                  <a:cubicBezTo>
                    <a:pt x="4988" y="14085"/>
                    <a:pt x="5189" y="14336"/>
                    <a:pt x="5314" y="14712"/>
                  </a:cubicBezTo>
                  <a:cubicBezTo>
                    <a:pt x="5740" y="15965"/>
                    <a:pt x="5865" y="17243"/>
                    <a:pt x="5915" y="18521"/>
                  </a:cubicBezTo>
                  <a:cubicBezTo>
                    <a:pt x="5966" y="19775"/>
                    <a:pt x="6367" y="20802"/>
                    <a:pt x="7344" y="21579"/>
                  </a:cubicBezTo>
                  <a:cubicBezTo>
                    <a:pt x="7961" y="22068"/>
                    <a:pt x="8650" y="22359"/>
                    <a:pt x="9412" y="22359"/>
                  </a:cubicBezTo>
                  <a:cubicBezTo>
                    <a:pt x="9547" y="22359"/>
                    <a:pt x="9685" y="22350"/>
                    <a:pt x="9825" y="22331"/>
                  </a:cubicBezTo>
                  <a:cubicBezTo>
                    <a:pt x="11605" y="22105"/>
                    <a:pt x="12808" y="20677"/>
                    <a:pt x="12733" y="18847"/>
                  </a:cubicBezTo>
                  <a:cubicBezTo>
                    <a:pt x="12707" y="18521"/>
                    <a:pt x="12682" y="18171"/>
                    <a:pt x="12707" y="17820"/>
                  </a:cubicBezTo>
                  <a:cubicBezTo>
                    <a:pt x="12783" y="16717"/>
                    <a:pt x="12883" y="15614"/>
                    <a:pt x="12983" y="14511"/>
                  </a:cubicBezTo>
                  <a:cubicBezTo>
                    <a:pt x="13033" y="14085"/>
                    <a:pt x="13259" y="13810"/>
                    <a:pt x="13635" y="13584"/>
                  </a:cubicBezTo>
                  <a:cubicBezTo>
                    <a:pt x="14186" y="13208"/>
                    <a:pt x="14712" y="12807"/>
                    <a:pt x="15189" y="12356"/>
                  </a:cubicBezTo>
                  <a:cubicBezTo>
                    <a:pt x="18071" y="9499"/>
                    <a:pt x="17996" y="5088"/>
                    <a:pt x="15038" y="2331"/>
                  </a:cubicBezTo>
                  <a:cubicBezTo>
                    <a:pt x="13359" y="727"/>
                    <a:pt x="11304" y="25"/>
                    <a:pt x="91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37"/>
            <p:cNvSpPr/>
            <p:nvPr/>
          </p:nvSpPr>
          <p:spPr>
            <a:xfrm>
              <a:off x="3393625" y="3632350"/>
              <a:ext cx="123475" cy="22475"/>
            </a:xfrm>
            <a:custGeom>
              <a:avLst/>
              <a:gdLst/>
              <a:ahLst/>
              <a:cxnLst/>
              <a:rect l="l" t="t" r="r" b="b"/>
              <a:pathLst>
                <a:path w="4939" h="899" extrusionOk="0">
                  <a:moveTo>
                    <a:pt x="4628" y="1"/>
                  </a:moveTo>
                  <a:cubicBezTo>
                    <a:pt x="4557" y="1"/>
                    <a:pt x="4482" y="12"/>
                    <a:pt x="4412" y="21"/>
                  </a:cubicBezTo>
                  <a:cubicBezTo>
                    <a:pt x="4011" y="71"/>
                    <a:pt x="3610" y="121"/>
                    <a:pt x="3209" y="172"/>
                  </a:cubicBezTo>
                  <a:cubicBezTo>
                    <a:pt x="2281" y="247"/>
                    <a:pt x="1329" y="322"/>
                    <a:pt x="402" y="397"/>
                  </a:cubicBezTo>
                  <a:cubicBezTo>
                    <a:pt x="226" y="397"/>
                    <a:pt x="51" y="397"/>
                    <a:pt x="26" y="623"/>
                  </a:cubicBezTo>
                  <a:cubicBezTo>
                    <a:pt x="1" y="873"/>
                    <a:pt x="201" y="898"/>
                    <a:pt x="402" y="898"/>
                  </a:cubicBezTo>
                  <a:lnTo>
                    <a:pt x="1053" y="898"/>
                  </a:lnTo>
                  <a:cubicBezTo>
                    <a:pt x="1053" y="898"/>
                    <a:pt x="1053" y="898"/>
                    <a:pt x="1053" y="873"/>
                  </a:cubicBezTo>
                  <a:cubicBezTo>
                    <a:pt x="1830" y="823"/>
                    <a:pt x="2582" y="798"/>
                    <a:pt x="3359" y="723"/>
                  </a:cubicBezTo>
                  <a:cubicBezTo>
                    <a:pt x="3735" y="698"/>
                    <a:pt x="4111" y="648"/>
                    <a:pt x="4487" y="573"/>
                  </a:cubicBezTo>
                  <a:cubicBezTo>
                    <a:pt x="4688" y="548"/>
                    <a:pt x="4938" y="497"/>
                    <a:pt x="4888" y="222"/>
                  </a:cubicBezTo>
                  <a:cubicBezTo>
                    <a:pt x="4872" y="42"/>
                    <a:pt x="4759" y="1"/>
                    <a:pt x="46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37"/>
            <p:cNvSpPr/>
            <p:nvPr/>
          </p:nvSpPr>
          <p:spPr>
            <a:xfrm>
              <a:off x="3410550" y="3500650"/>
              <a:ext cx="114675" cy="48275"/>
            </a:xfrm>
            <a:custGeom>
              <a:avLst/>
              <a:gdLst/>
              <a:ahLst/>
              <a:cxnLst/>
              <a:rect l="l" t="t" r="r" b="b"/>
              <a:pathLst>
                <a:path w="4587" h="1931" extrusionOk="0">
                  <a:moveTo>
                    <a:pt x="301" y="1"/>
                  </a:moveTo>
                  <a:cubicBezTo>
                    <a:pt x="201" y="26"/>
                    <a:pt x="51" y="76"/>
                    <a:pt x="26" y="151"/>
                  </a:cubicBezTo>
                  <a:cubicBezTo>
                    <a:pt x="0" y="227"/>
                    <a:pt x="76" y="377"/>
                    <a:pt x="151" y="452"/>
                  </a:cubicBezTo>
                  <a:cubicBezTo>
                    <a:pt x="201" y="527"/>
                    <a:pt x="326" y="552"/>
                    <a:pt x="401" y="577"/>
                  </a:cubicBezTo>
                  <a:cubicBezTo>
                    <a:pt x="1479" y="978"/>
                    <a:pt x="2557" y="1354"/>
                    <a:pt x="3635" y="1730"/>
                  </a:cubicBezTo>
                  <a:cubicBezTo>
                    <a:pt x="3810" y="1805"/>
                    <a:pt x="3985" y="1856"/>
                    <a:pt x="4261" y="1931"/>
                  </a:cubicBezTo>
                  <a:cubicBezTo>
                    <a:pt x="4336" y="1856"/>
                    <a:pt x="4462" y="1755"/>
                    <a:pt x="4587" y="1655"/>
                  </a:cubicBezTo>
                  <a:cubicBezTo>
                    <a:pt x="4487" y="1555"/>
                    <a:pt x="4437" y="1379"/>
                    <a:pt x="4311" y="1354"/>
                  </a:cubicBezTo>
                  <a:cubicBezTo>
                    <a:pt x="3083" y="903"/>
                    <a:pt x="1830" y="502"/>
                    <a:pt x="602" y="76"/>
                  </a:cubicBezTo>
                  <a:cubicBezTo>
                    <a:pt x="502" y="51"/>
                    <a:pt x="401" y="1"/>
                    <a:pt x="3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37"/>
            <p:cNvSpPr/>
            <p:nvPr/>
          </p:nvSpPr>
          <p:spPr>
            <a:xfrm>
              <a:off x="3445000" y="3726825"/>
              <a:ext cx="94025" cy="63325"/>
            </a:xfrm>
            <a:custGeom>
              <a:avLst/>
              <a:gdLst/>
              <a:ahLst/>
              <a:cxnLst/>
              <a:rect l="l" t="t" r="r" b="b"/>
              <a:pathLst>
                <a:path w="3761" h="2533" extrusionOk="0">
                  <a:moveTo>
                    <a:pt x="3435" y="1"/>
                  </a:moveTo>
                  <a:cubicBezTo>
                    <a:pt x="3348" y="1"/>
                    <a:pt x="3254" y="48"/>
                    <a:pt x="3159" y="102"/>
                  </a:cubicBezTo>
                  <a:cubicBezTo>
                    <a:pt x="3034" y="177"/>
                    <a:pt x="2908" y="227"/>
                    <a:pt x="2783" y="302"/>
                  </a:cubicBezTo>
                  <a:cubicBezTo>
                    <a:pt x="1981" y="829"/>
                    <a:pt x="1179" y="1355"/>
                    <a:pt x="377" y="1881"/>
                  </a:cubicBezTo>
                  <a:cubicBezTo>
                    <a:pt x="277" y="1931"/>
                    <a:pt x="151" y="2007"/>
                    <a:pt x="76" y="2082"/>
                  </a:cubicBezTo>
                  <a:cubicBezTo>
                    <a:pt x="26" y="2157"/>
                    <a:pt x="1" y="2282"/>
                    <a:pt x="26" y="2358"/>
                  </a:cubicBezTo>
                  <a:cubicBezTo>
                    <a:pt x="51" y="2433"/>
                    <a:pt x="176" y="2458"/>
                    <a:pt x="252" y="2533"/>
                  </a:cubicBezTo>
                  <a:cubicBezTo>
                    <a:pt x="377" y="2458"/>
                    <a:pt x="502" y="2408"/>
                    <a:pt x="602" y="2358"/>
                  </a:cubicBezTo>
                  <a:cubicBezTo>
                    <a:pt x="1029" y="2107"/>
                    <a:pt x="1455" y="1856"/>
                    <a:pt x="1881" y="1581"/>
                  </a:cubicBezTo>
                  <a:cubicBezTo>
                    <a:pt x="2407" y="1255"/>
                    <a:pt x="2933" y="904"/>
                    <a:pt x="3460" y="578"/>
                  </a:cubicBezTo>
                  <a:cubicBezTo>
                    <a:pt x="3610" y="478"/>
                    <a:pt x="3760" y="353"/>
                    <a:pt x="3635" y="127"/>
                  </a:cubicBezTo>
                  <a:cubicBezTo>
                    <a:pt x="3577" y="35"/>
                    <a:pt x="3509" y="1"/>
                    <a:pt x="34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37"/>
            <p:cNvSpPr/>
            <p:nvPr/>
          </p:nvSpPr>
          <p:spPr>
            <a:xfrm>
              <a:off x="4025850" y="3735925"/>
              <a:ext cx="93375" cy="62375"/>
            </a:xfrm>
            <a:custGeom>
              <a:avLst/>
              <a:gdLst/>
              <a:ahLst/>
              <a:cxnLst/>
              <a:rect l="l" t="t" r="r" b="b"/>
              <a:pathLst>
                <a:path w="3735" h="2495" extrusionOk="0">
                  <a:moveTo>
                    <a:pt x="385" y="1"/>
                  </a:moveTo>
                  <a:cubicBezTo>
                    <a:pt x="311" y="1"/>
                    <a:pt x="240" y="37"/>
                    <a:pt x="176" y="139"/>
                  </a:cubicBezTo>
                  <a:cubicBezTo>
                    <a:pt x="0" y="415"/>
                    <a:pt x="301" y="490"/>
                    <a:pt x="476" y="615"/>
                  </a:cubicBezTo>
                  <a:cubicBezTo>
                    <a:pt x="1303" y="1192"/>
                    <a:pt x="2156" y="1768"/>
                    <a:pt x="3008" y="2344"/>
                  </a:cubicBezTo>
                  <a:cubicBezTo>
                    <a:pt x="3108" y="2420"/>
                    <a:pt x="3208" y="2495"/>
                    <a:pt x="3308" y="2495"/>
                  </a:cubicBezTo>
                  <a:cubicBezTo>
                    <a:pt x="3434" y="2495"/>
                    <a:pt x="3534" y="2395"/>
                    <a:pt x="3734" y="2294"/>
                  </a:cubicBezTo>
                  <a:cubicBezTo>
                    <a:pt x="3534" y="2119"/>
                    <a:pt x="3434" y="1968"/>
                    <a:pt x="3308" y="1868"/>
                  </a:cubicBezTo>
                  <a:cubicBezTo>
                    <a:pt x="2456" y="1292"/>
                    <a:pt x="1604" y="740"/>
                    <a:pt x="752" y="189"/>
                  </a:cubicBezTo>
                  <a:cubicBezTo>
                    <a:pt x="641" y="110"/>
                    <a:pt x="510" y="1"/>
                    <a:pt x="3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37"/>
            <p:cNvSpPr/>
            <p:nvPr/>
          </p:nvSpPr>
          <p:spPr>
            <a:xfrm>
              <a:off x="4036500" y="3528125"/>
              <a:ext cx="93375" cy="59200"/>
            </a:xfrm>
            <a:custGeom>
              <a:avLst/>
              <a:gdLst/>
              <a:ahLst/>
              <a:cxnLst/>
              <a:rect l="l" t="t" r="r" b="b"/>
              <a:pathLst>
                <a:path w="3735" h="2368" extrusionOk="0">
                  <a:moveTo>
                    <a:pt x="3325" y="1"/>
                  </a:moveTo>
                  <a:cubicBezTo>
                    <a:pt x="3232" y="1"/>
                    <a:pt x="3122" y="85"/>
                    <a:pt x="3033" y="130"/>
                  </a:cubicBezTo>
                  <a:cubicBezTo>
                    <a:pt x="2657" y="356"/>
                    <a:pt x="2281" y="581"/>
                    <a:pt x="1905" y="832"/>
                  </a:cubicBezTo>
                  <a:cubicBezTo>
                    <a:pt x="1329" y="1183"/>
                    <a:pt x="752" y="1534"/>
                    <a:pt x="176" y="1909"/>
                  </a:cubicBezTo>
                  <a:cubicBezTo>
                    <a:pt x="100" y="1960"/>
                    <a:pt x="0" y="2160"/>
                    <a:pt x="25" y="2185"/>
                  </a:cubicBezTo>
                  <a:cubicBezTo>
                    <a:pt x="126" y="2285"/>
                    <a:pt x="251" y="2336"/>
                    <a:pt x="376" y="2361"/>
                  </a:cubicBezTo>
                  <a:cubicBezTo>
                    <a:pt x="385" y="2365"/>
                    <a:pt x="396" y="2367"/>
                    <a:pt x="408" y="2367"/>
                  </a:cubicBezTo>
                  <a:cubicBezTo>
                    <a:pt x="461" y="2367"/>
                    <a:pt x="536" y="2326"/>
                    <a:pt x="577" y="2285"/>
                  </a:cubicBezTo>
                  <a:cubicBezTo>
                    <a:pt x="1529" y="1709"/>
                    <a:pt x="2481" y="1133"/>
                    <a:pt x="3409" y="556"/>
                  </a:cubicBezTo>
                  <a:cubicBezTo>
                    <a:pt x="3509" y="481"/>
                    <a:pt x="3584" y="356"/>
                    <a:pt x="3735" y="205"/>
                  </a:cubicBezTo>
                  <a:cubicBezTo>
                    <a:pt x="3584" y="105"/>
                    <a:pt x="3484" y="5"/>
                    <a:pt x="3359" y="5"/>
                  </a:cubicBezTo>
                  <a:cubicBezTo>
                    <a:pt x="3348" y="2"/>
                    <a:pt x="3337" y="1"/>
                    <a:pt x="33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37"/>
            <p:cNvSpPr/>
            <p:nvPr/>
          </p:nvSpPr>
          <p:spPr>
            <a:xfrm>
              <a:off x="4046525" y="3662325"/>
              <a:ext cx="94625" cy="15825"/>
            </a:xfrm>
            <a:custGeom>
              <a:avLst/>
              <a:gdLst/>
              <a:ahLst/>
              <a:cxnLst/>
              <a:rect l="l" t="t" r="r" b="b"/>
              <a:pathLst>
                <a:path w="3785" h="633" extrusionOk="0">
                  <a:moveTo>
                    <a:pt x="3283" y="0"/>
                  </a:moveTo>
                  <a:cubicBezTo>
                    <a:pt x="2506" y="25"/>
                    <a:pt x="1755" y="25"/>
                    <a:pt x="978" y="50"/>
                  </a:cubicBezTo>
                  <a:cubicBezTo>
                    <a:pt x="752" y="75"/>
                    <a:pt x="501" y="75"/>
                    <a:pt x="276" y="125"/>
                  </a:cubicBezTo>
                  <a:cubicBezTo>
                    <a:pt x="176" y="151"/>
                    <a:pt x="75" y="251"/>
                    <a:pt x="0" y="326"/>
                  </a:cubicBezTo>
                  <a:cubicBezTo>
                    <a:pt x="75" y="426"/>
                    <a:pt x="151" y="552"/>
                    <a:pt x="251" y="602"/>
                  </a:cubicBezTo>
                  <a:cubicBezTo>
                    <a:pt x="313" y="627"/>
                    <a:pt x="382" y="633"/>
                    <a:pt x="454" y="633"/>
                  </a:cubicBezTo>
                  <a:cubicBezTo>
                    <a:pt x="527" y="633"/>
                    <a:pt x="602" y="627"/>
                    <a:pt x="677" y="627"/>
                  </a:cubicBezTo>
                  <a:lnTo>
                    <a:pt x="1830" y="627"/>
                  </a:lnTo>
                  <a:lnTo>
                    <a:pt x="1830" y="552"/>
                  </a:lnTo>
                  <a:lnTo>
                    <a:pt x="3334" y="552"/>
                  </a:lnTo>
                  <a:cubicBezTo>
                    <a:pt x="3534" y="552"/>
                    <a:pt x="3785" y="552"/>
                    <a:pt x="3785" y="276"/>
                  </a:cubicBezTo>
                  <a:cubicBezTo>
                    <a:pt x="3785" y="0"/>
                    <a:pt x="3534" y="25"/>
                    <a:pt x="33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37"/>
            <p:cNvSpPr/>
            <p:nvPr/>
          </p:nvSpPr>
          <p:spPr>
            <a:xfrm>
              <a:off x="3651150" y="4258225"/>
              <a:ext cx="283225" cy="137200"/>
            </a:xfrm>
            <a:custGeom>
              <a:avLst/>
              <a:gdLst/>
              <a:ahLst/>
              <a:cxnLst/>
              <a:rect l="l" t="t" r="r" b="b"/>
              <a:pathLst>
                <a:path w="11329" h="5488" extrusionOk="0">
                  <a:moveTo>
                    <a:pt x="10727" y="801"/>
                  </a:moveTo>
                  <a:lnTo>
                    <a:pt x="10727" y="801"/>
                  </a:lnTo>
                  <a:cubicBezTo>
                    <a:pt x="10677" y="1077"/>
                    <a:pt x="10677" y="1227"/>
                    <a:pt x="10627" y="1377"/>
                  </a:cubicBezTo>
                  <a:cubicBezTo>
                    <a:pt x="10079" y="3508"/>
                    <a:pt x="8252" y="4858"/>
                    <a:pt x="6103" y="4858"/>
                  </a:cubicBezTo>
                  <a:cubicBezTo>
                    <a:pt x="5699" y="4858"/>
                    <a:pt x="5283" y="4810"/>
                    <a:pt x="4863" y="4711"/>
                  </a:cubicBezTo>
                  <a:cubicBezTo>
                    <a:pt x="3033" y="4260"/>
                    <a:pt x="1730" y="3132"/>
                    <a:pt x="878" y="1453"/>
                  </a:cubicBezTo>
                  <a:cubicBezTo>
                    <a:pt x="853" y="1402"/>
                    <a:pt x="853" y="1327"/>
                    <a:pt x="828" y="1277"/>
                  </a:cubicBezTo>
                  <a:cubicBezTo>
                    <a:pt x="828" y="1277"/>
                    <a:pt x="853" y="1252"/>
                    <a:pt x="878" y="1177"/>
                  </a:cubicBezTo>
                  <a:cubicBezTo>
                    <a:pt x="2233" y="1832"/>
                    <a:pt x="3664" y="2069"/>
                    <a:pt x="5137" y="2069"/>
                  </a:cubicBezTo>
                  <a:cubicBezTo>
                    <a:pt x="5354" y="2069"/>
                    <a:pt x="5572" y="2064"/>
                    <a:pt x="5790" y="2054"/>
                  </a:cubicBezTo>
                  <a:cubicBezTo>
                    <a:pt x="7469" y="2004"/>
                    <a:pt x="9098" y="1653"/>
                    <a:pt x="10727" y="801"/>
                  </a:cubicBezTo>
                  <a:close/>
                  <a:moveTo>
                    <a:pt x="11069" y="1"/>
                  </a:moveTo>
                  <a:cubicBezTo>
                    <a:pt x="10948" y="1"/>
                    <a:pt x="10765" y="90"/>
                    <a:pt x="10627" y="149"/>
                  </a:cubicBezTo>
                  <a:cubicBezTo>
                    <a:pt x="10076" y="400"/>
                    <a:pt x="9550" y="726"/>
                    <a:pt x="8998" y="926"/>
                  </a:cubicBezTo>
                  <a:cubicBezTo>
                    <a:pt x="7820" y="1337"/>
                    <a:pt x="6617" y="1506"/>
                    <a:pt x="5407" y="1506"/>
                  </a:cubicBezTo>
                  <a:cubicBezTo>
                    <a:pt x="4917" y="1506"/>
                    <a:pt x="4426" y="1478"/>
                    <a:pt x="3935" y="1427"/>
                  </a:cubicBezTo>
                  <a:cubicBezTo>
                    <a:pt x="2833" y="1327"/>
                    <a:pt x="1780" y="1077"/>
                    <a:pt x="853" y="450"/>
                  </a:cubicBezTo>
                  <a:cubicBezTo>
                    <a:pt x="731" y="374"/>
                    <a:pt x="619" y="316"/>
                    <a:pt x="499" y="316"/>
                  </a:cubicBezTo>
                  <a:cubicBezTo>
                    <a:pt x="421" y="316"/>
                    <a:pt x="340" y="341"/>
                    <a:pt x="251" y="400"/>
                  </a:cubicBezTo>
                  <a:cubicBezTo>
                    <a:pt x="1" y="600"/>
                    <a:pt x="26" y="801"/>
                    <a:pt x="101" y="1052"/>
                  </a:cubicBezTo>
                  <a:cubicBezTo>
                    <a:pt x="878" y="3533"/>
                    <a:pt x="3484" y="5438"/>
                    <a:pt x="6116" y="5488"/>
                  </a:cubicBezTo>
                  <a:cubicBezTo>
                    <a:pt x="6667" y="5387"/>
                    <a:pt x="7219" y="5337"/>
                    <a:pt x="7745" y="5162"/>
                  </a:cubicBezTo>
                  <a:cubicBezTo>
                    <a:pt x="9775" y="4560"/>
                    <a:pt x="11304" y="2555"/>
                    <a:pt x="11329" y="550"/>
                  </a:cubicBezTo>
                  <a:cubicBezTo>
                    <a:pt x="11329" y="375"/>
                    <a:pt x="11279" y="99"/>
                    <a:pt x="11154" y="24"/>
                  </a:cubicBezTo>
                  <a:cubicBezTo>
                    <a:pt x="11132" y="8"/>
                    <a:pt x="11103" y="1"/>
                    <a:pt x="110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37"/>
            <p:cNvSpPr/>
            <p:nvPr/>
          </p:nvSpPr>
          <p:spPr>
            <a:xfrm>
              <a:off x="3626725" y="4194250"/>
              <a:ext cx="38225" cy="47050"/>
            </a:xfrm>
            <a:custGeom>
              <a:avLst/>
              <a:gdLst/>
              <a:ahLst/>
              <a:cxnLst/>
              <a:rect l="l" t="t" r="r" b="b"/>
              <a:pathLst>
                <a:path w="1529" h="1882" extrusionOk="0">
                  <a:moveTo>
                    <a:pt x="715" y="0"/>
                  </a:moveTo>
                  <a:cubicBezTo>
                    <a:pt x="702" y="0"/>
                    <a:pt x="690" y="1"/>
                    <a:pt x="677" y="1"/>
                  </a:cubicBezTo>
                  <a:cubicBezTo>
                    <a:pt x="301" y="27"/>
                    <a:pt x="0" y="428"/>
                    <a:pt x="0" y="929"/>
                  </a:cubicBezTo>
                  <a:cubicBezTo>
                    <a:pt x="25" y="1480"/>
                    <a:pt x="376" y="1881"/>
                    <a:pt x="827" y="1881"/>
                  </a:cubicBezTo>
                  <a:cubicBezTo>
                    <a:pt x="1253" y="1881"/>
                    <a:pt x="1529" y="1480"/>
                    <a:pt x="1529" y="929"/>
                  </a:cubicBezTo>
                  <a:cubicBezTo>
                    <a:pt x="1505" y="417"/>
                    <a:pt x="1149" y="0"/>
                    <a:pt x="7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37"/>
            <p:cNvSpPr/>
            <p:nvPr/>
          </p:nvSpPr>
          <p:spPr>
            <a:xfrm>
              <a:off x="3911175" y="4183550"/>
              <a:ext cx="33875" cy="44625"/>
            </a:xfrm>
            <a:custGeom>
              <a:avLst/>
              <a:gdLst/>
              <a:ahLst/>
              <a:cxnLst/>
              <a:rect l="l" t="t" r="r" b="b"/>
              <a:pathLst>
                <a:path w="1355" h="1785" extrusionOk="0">
                  <a:moveTo>
                    <a:pt x="636" y="1"/>
                  </a:moveTo>
                  <a:cubicBezTo>
                    <a:pt x="617" y="1"/>
                    <a:pt x="597" y="2"/>
                    <a:pt x="577" y="3"/>
                  </a:cubicBezTo>
                  <a:cubicBezTo>
                    <a:pt x="276" y="54"/>
                    <a:pt x="76" y="204"/>
                    <a:pt x="26" y="505"/>
                  </a:cubicBezTo>
                  <a:cubicBezTo>
                    <a:pt x="1" y="780"/>
                    <a:pt x="1" y="1056"/>
                    <a:pt x="51" y="1307"/>
                  </a:cubicBezTo>
                  <a:cubicBezTo>
                    <a:pt x="99" y="1546"/>
                    <a:pt x="215" y="1785"/>
                    <a:pt x="486" y="1785"/>
                  </a:cubicBezTo>
                  <a:cubicBezTo>
                    <a:pt x="499" y="1785"/>
                    <a:pt x="513" y="1784"/>
                    <a:pt x="527" y="1783"/>
                  </a:cubicBezTo>
                  <a:cubicBezTo>
                    <a:pt x="828" y="1783"/>
                    <a:pt x="1078" y="1683"/>
                    <a:pt x="1229" y="1382"/>
                  </a:cubicBezTo>
                  <a:cubicBezTo>
                    <a:pt x="1304" y="1257"/>
                    <a:pt x="1304" y="1081"/>
                    <a:pt x="1354" y="906"/>
                  </a:cubicBezTo>
                  <a:cubicBezTo>
                    <a:pt x="1279" y="730"/>
                    <a:pt x="1254" y="530"/>
                    <a:pt x="1154" y="354"/>
                  </a:cubicBezTo>
                  <a:cubicBezTo>
                    <a:pt x="1037" y="145"/>
                    <a:pt x="878" y="1"/>
                    <a:pt x="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04" name="Google Shape;1704;p37"/>
          <p:cNvGrpSpPr/>
          <p:nvPr/>
        </p:nvGrpSpPr>
        <p:grpSpPr>
          <a:xfrm>
            <a:off x="2512046" y="604569"/>
            <a:ext cx="5872577" cy="511271"/>
            <a:chOff x="2512046" y="824082"/>
            <a:chExt cx="5872577" cy="511271"/>
          </a:xfrm>
        </p:grpSpPr>
        <p:grpSp>
          <p:nvGrpSpPr>
            <p:cNvPr id="1705" name="Google Shape;1705;p37"/>
            <p:cNvGrpSpPr/>
            <p:nvPr/>
          </p:nvGrpSpPr>
          <p:grpSpPr>
            <a:xfrm>
              <a:off x="2512046" y="824082"/>
              <a:ext cx="325269" cy="511271"/>
              <a:chOff x="1471100" y="1593200"/>
              <a:chExt cx="235600" cy="370325"/>
            </a:xfrm>
          </p:grpSpPr>
          <p:sp>
            <p:nvSpPr>
              <p:cNvPr id="1706" name="Google Shape;1706;p37"/>
              <p:cNvSpPr/>
              <p:nvPr/>
            </p:nvSpPr>
            <p:spPr>
              <a:xfrm>
                <a:off x="1542525" y="1881425"/>
                <a:ext cx="82100" cy="82100"/>
              </a:xfrm>
              <a:custGeom>
                <a:avLst/>
                <a:gdLst/>
                <a:ahLst/>
                <a:cxnLst/>
                <a:rect l="l" t="t" r="r" b="b"/>
                <a:pathLst>
                  <a:path w="3284" h="3284" extrusionOk="0">
                    <a:moveTo>
                      <a:pt x="0" y="1630"/>
                    </a:moveTo>
                    <a:cubicBezTo>
                      <a:pt x="0" y="2557"/>
                      <a:pt x="727" y="3284"/>
                      <a:pt x="1629" y="3284"/>
                    </a:cubicBezTo>
                    <a:lnTo>
                      <a:pt x="1629" y="3284"/>
                    </a:lnTo>
                    <a:cubicBezTo>
                      <a:pt x="2532" y="3284"/>
                      <a:pt x="3283" y="2557"/>
                      <a:pt x="3283" y="1630"/>
                    </a:cubicBezTo>
                    <a:lnTo>
                      <a:pt x="3283" y="1630"/>
                    </a:lnTo>
                    <a:cubicBezTo>
                      <a:pt x="3283" y="727"/>
                      <a:pt x="2532" y="1"/>
                      <a:pt x="1629" y="1"/>
                    </a:cubicBezTo>
                    <a:lnTo>
                      <a:pt x="1629" y="1"/>
                    </a:lnTo>
                    <a:cubicBezTo>
                      <a:pt x="727" y="1"/>
                      <a:pt x="0" y="727"/>
                      <a:pt x="0" y="1630"/>
                    </a:cubicBez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37"/>
              <p:cNvSpPr/>
              <p:nvPr/>
            </p:nvSpPr>
            <p:spPr>
              <a:xfrm>
                <a:off x="1593275" y="1593200"/>
                <a:ext cx="113425" cy="339000"/>
              </a:xfrm>
              <a:custGeom>
                <a:avLst/>
                <a:gdLst/>
                <a:ahLst/>
                <a:cxnLst/>
                <a:rect l="l" t="t" r="r" b="b"/>
                <a:pathLst>
                  <a:path w="4537" h="13560" extrusionOk="0">
                    <a:moveTo>
                      <a:pt x="0" y="326"/>
                    </a:moveTo>
                    <a:cubicBezTo>
                      <a:pt x="1003" y="903"/>
                      <a:pt x="1805" y="2181"/>
                      <a:pt x="2231" y="3835"/>
                    </a:cubicBezTo>
                    <a:lnTo>
                      <a:pt x="2231" y="3835"/>
                    </a:lnTo>
                    <a:lnTo>
                      <a:pt x="4537" y="3835"/>
                    </a:lnTo>
                    <a:cubicBezTo>
                      <a:pt x="3935" y="1555"/>
                      <a:pt x="2657" y="1"/>
                      <a:pt x="1153" y="1"/>
                    </a:cubicBezTo>
                    <a:lnTo>
                      <a:pt x="1153" y="1"/>
                    </a:lnTo>
                    <a:cubicBezTo>
                      <a:pt x="752" y="1"/>
                      <a:pt x="376" y="126"/>
                      <a:pt x="0" y="326"/>
                    </a:cubicBezTo>
                    <a:close/>
                    <a:moveTo>
                      <a:pt x="0" y="13234"/>
                    </a:moveTo>
                    <a:cubicBezTo>
                      <a:pt x="376" y="13434"/>
                      <a:pt x="752" y="13560"/>
                      <a:pt x="1153" y="13560"/>
                    </a:cubicBezTo>
                    <a:lnTo>
                      <a:pt x="1153" y="13560"/>
                    </a:lnTo>
                    <a:cubicBezTo>
                      <a:pt x="1178" y="13560"/>
                      <a:pt x="1178" y="13560"/>
                      <a:pt x="1203" y="13560"/>
                    </a:cubicBezTo>
                    <a:lnTo>
                      <a:pt x="1203" y="13560"/>
                    </a:lnTo>
                    <a:cubicBezTo>
                      <a:pt x="1228" y="13434"/>
                      <a:pt x="1253" y="13309"/>
                      <a:pt x="1253" y="13159"/>
                    </a:cubicBezTo>
                    <a:lnTo>
                      <a:pt x="1253" y="13159"/>
                    </a:lnTo>
                    <a:cubicBezTo>
                      <a:pt x="1253" y="12858"/>
                      <a:pt x="1153" y="12557"/>
                      <a:pt x="1028" y="12332"/>
                    </a:cubicBezTo>
                    <a:lnTo>
                      <a:pt x="1028" y="12332"/>
                    </a:lnTo>
                    <a:cubicBezTo>
                      <a:pt x="702" y="12707"/>
                      <a:pt x="376" y="13008"/>
                      <a:pt x="0" y="132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37"/>
              <p:cNvSpPr/>
              <p:nvPr/>
            </p:nvSpPr>
            <p:spPr>
              <a:xfrm>
                <a:off x="1471100" y="1593200"/>
                <a:ext cx="151025" cy="339000"/>
              </a:xfrm>
              <a:custGeom>
                <a:avLst/>
                <a:gdLst/>
                <a:ahLst/>
                <a:cxnLst/>
                <a:rect l="l" t="t" r="r" b="b"/>
                <a:pathLst>
                  <a:path w="6041" h="13560" extrusionOk="0">
                    <a:moveTo>
                      <a:pt x="3734" y="1"/>
                    </a:moveTo>
                    <a:cubicBezTo>
                      <a:pt x="1679" y="1"/>
                      <a:pt x="0" y="3033"/>
                      <a:pt x="0" y="6768"/>
                    </a:cubicBezTo>
                    <a:lnTo>
                      <a:pt x="0" y="6768"/>
                    </a:lnTo>
                    <a:cubicBezTo>
                      <a:pt x="0" y="10527"/>
                      <a:pt x="1679" y="13560"/>
                      <a:pt x="3734" y="13560"/>
                    </a:cubicBezTo>
                    <a:lnTo>
                      <a:pt x="3734" y="13560"/>
                    </a:lnTo>
                    <a:lnTo>
                      <a:pt x="6040" y="13560"/>
                    </a:lnTo>
                    <a:cubicBezTo>
                      <a:pt x="5639" y="13560"/>
                      <a:pt x="5263" y="13434"/>
                      <a:pt x="4887" y="13234"/>
                    </a:cubicBezTo>
                    <a:lnTo>
                      <a:pt x="4887" y="13234"/>
                    </a:lnTo>
                    <a:cubicBezTo>
                      <a:pt x="3384" y="12357"/>
                      <a:pt x="2306" y="9800"/>
                      <a:pt x="2306" y="6768"/>
                    </a:cubicBezTo>
                    <a:lnTo>
                      <a:pt x="2306" y="6768"/>
                    </a:lnTo>
                    <a:cubicBezTo>
                      <a:pt x="2306" y="3760"/>
                      <a:pt x="3384" y="1204"/>
                      <a:pt x="4887" y="326"/>
                    </a:cubicBezTo>
                    <a:lnTo>
                      <a:pt x="4887" y="326"/>
                    </a:lnTo>
                    <a:cubicBezTo>
                      <a:pt x="5263" y="126"/>
                      <a:pt x="5639" y="1"/>
                      <a:pt x="6040" y="1"/>
                    </a:cubicBezTo>
                    <a:lnTo>
                      <a:pt x="6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09" name="Google Shape;1709;p37"/>
            <p:cNvGrpSpPr/>
            <p:nvPr/>
          </p:nvGrpSpPr>
          <p:grpSpPr>
            <a:xfrm>
              <a:off x="3016346" y="824082"/>
              <a:ext cx="325269" cy="511271"/>
              <a:chOff x="1471100" y="1593200"/>
              <a:chExt cx="235600" cy="370325"/>
            </a:xfrm>
          </p:grpSpPr>
          <p:sp>
            <p:nvSpPr>
              <p:cNvPr id="1710" name="Google Shape;1710;p37"/>
              <p:cNvSpPr/>
              <p:nvPr/>
            </p:nvSpPr>
            <p:spPr>
              <a:xfrm>
                <a:off x="1542525" y="1881425"/>
                <a:ext cx="82100" cy="82100"/>
              </a:xfrm>
              <a:custGeom>
                <a:avLst/>
                <a:gdLst/>
                <a:ahLst/>
                <a:cxnLst/>
                <a:rect l="l" t="t" r="r" b="b"/>
                <a:pathLst>
                  <a:path w="3284" h="3284" extrusionOk="0">
                    <a:moveTo>
                      <a:pt x="0" y="1630"/>
                    </a:moveTo>
                    <a:cubicBezTo>
                      <a:pt x="0" y="2557"/>
                      <a:pt x="727" y="3284"/>
                      <a:pt x="1629" y="3284"/>
                    </a:cubicBezTo>
                    <a:lnTo>
                      <a:pt x="1629" y="3284"/>
                    </a:lnTo>
                    <a:cubicBezTo>
                      <a:pt x="2532" y="3284"/>
                      <a:pt x="3283" y="2557"/>
                      <a:pt x="3283" y="1630"/>
                    </a:cubicBezTo>
                    <a:lnTo>
                      <a:pt x="3283" y="1630"/>
                    </a:lnTo>
                    <a:cubicBezTo>
                      <a:pt x="3283" y="727"/>
                      <a:pt x="2532" y="1"/>
                      <a:pt x="1629" y="1"/>
                    </a:cubicBezTo>
                    <a:lnTo>
                      <a:pt x="1629" y="1"/>
                    </a:lnTo>
                    <a:cubicBezTo>
                      <a:pt x="727" y="1"/>
                      <a:pt x="0" y="727"/>
                      <a:pt x="0" y="1630"/>
                    </a:cubicBez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37"/>
              <p:cNvSpPr/>
              <p:nvPr/>
            </p:nvSpPr>
            <p:spPr>
              <a:xfrm>
                <a:off x="1593275" y="1593200"/>
                <a:ext cx="113425" cy="339000"/>
              </a:xfrm>
              <a:custGeom>
                <a:avLst/>
                <a:gdLst/>
                <a:ahLst/>
                <a:cxnLst/>
                <a:rect l="l" t="t" r="r" b="b"/>
                <a:pathLst>
                  <a:path w="4537" h="13560" extrusionOk="0">
                    <a:moveTo>
                      <a:pt x="0" y="326"/>
                    </a:moveTo>
                    <a:cubicBezTo>
                      <a:pt x="1003" y="903"/>
                      <a:pt x="1805" y="2181"/>
                      <a:pt x="2231" y="3835"/>
                    </a:cubicBezTo>
                    <a:lnTo>
                      <a:pt x="2231" y="3835"/>
                    </a:lnTo>
                    <a:lnTo>
                      <a:pt x="4537" y="3835"/>
                    </a:lnTo>
                    <a:cubicBezTo>
                      <a:pt x="3935" y="1555"/>
                      <a:pt x="2657" y="1"/>
                      <a:pt x="1153" y="1"/>
                    </a:cubicBezTo>
                    <a:lnTo>
                      <a:pt x="1153" y="1"/>
                    </a:lnTo>
                    <a:cubicBezTo>
                      <a:pt x="752" y="1"/>
                      <a:pt x="376" y="126"/>
                      <a:pt x="0" y="326"/>
                    </a:cubicBezTo>
                    <a:close/>
                    <a:moveTo>
                      <a:pt x="0" y="13234"/>
                    </a:moveTo>
                    <a:cubicBezTo>
                      <a:pt x="376" y="13434"/>
                      <a:pt x="752" y="13560"/>
                      <a:pt x="1153" y="13560"/>
                    </a:cubicBezTo>
                    <a:lnTo>
                      <a:pt x="1153" y="13560"/>
                    </a:lnTo>
                    <a:cubicBezTo>
                      <a:pt x="1178" y="13560"/>
                      <a:pt x="1178" y="13560"/>
                      <a:pt x="1203" y="13560"/>
                    </a:cubicBezTo>
                    <a:lnTo>
                      <a:pt x="1203" y="13560"/>
                    </a:lnTo>
                    <a:cubicBezTo>
                      <a:pt x="1228" y="13434"/>
                      <a:pt x="1253" y="13309"/>
                      <a:pt x="1253" y="13159"/>
                    </a:cubicBezTo>
                    <a:lnTo>
                      <a:pt x="1253" y="13159"/>
                    </a:lnTo>
                    <a:cubicBezTo>
                      <a:pt x="1253" y="12858"/>
                      <a:pt x="1153" y="12557"/>
                      <a:pt x="1028" y="12332"/>
                    </a:cubicBezTo>
                    <a:lnTo>
                      <a:pt x="1028" y="12332"/>
                    </a:lnTo>
                    <a:cubicBezTo>
                      <a:pt x="702" y="12707"/>
                      <a:pt x="376" y="13008"/>
                      <a:pt x="0" y="132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37"/>
              <p:cNvSpPr/>
              <p:nvPr/>
            </p:nvSpPr>
            <p:spPr>
              <a:xfrm>
                <a:off x="1471100" y="1593200"/>
                <a:ext cx="151025" cy="339000"/>
              </a:xfrm>
              <a:custGeom>
                <a:avLst/>
                <a:gdLst/>
                <a:ahLst/>
                <a:cxnLst/>
                <a:rect l="l" t="t" r="r" b="b"/>
                <a:pathLst>
                  <a:path w="6041" h="13560" extrusionOk="0">
                    <a:moveTo>
                      <a:pt x="3734" y="1"/>
                    </a:moveTo>
                    <a:cubicBezTo>
                      <a:pt x="1679" y="1"/>
                      <a:pt x="0" y="3033"/>
                      <a:pt x="0" y="6768"/>
                    </a:cubicBezTo>
                    <a:lnTo>
                      <a:pt x="0" y="6768"/>
                    </a:lnTo>
                    <a:cubicBezTo>
                      <a:pt x="0" y="10527"/>
                      <a:pt x="1679" y="13560"/>
                      <a:pt x="3734" y="13560"/>
                    </a:cubicBezTo>
                    <a:lnTo>
                      <a:pt x="3734" y="13560"/>
                    </a:lnTo>
                    <a:lnTo>
                      <a:pt x="6040" y="13560"/>
                    </a:lnTo>
                    <a:cubicBezTo>
                      <a:pt x="5639" y="13560"/>
                      <a:pt x="5263" y="13434"/>
                      <a:pt x="4887" y="13234"/>
                    </a:cubicBezTo>
                    <a:lnTo>
                      <a:pt x="4887" y="13234"/>
                    </a:lnTo>
                    <a:cubicBezTo>
                      <a:pt x="3384" y="12357"/>
                      <a:pt x="2306" y="9800"/>
                      <a:pt x="2306" y="6768"/>
                    </a:cubicBezTo>
                    <a:lnTo>
                      <a:pt x="2306" y="6768"/>
                    </a:lnTo>
                    <a:cubicBezTo>
                      <a:pt x="2306" y="3760"/>
                      <a:pt x="3384" y="1204"/>
                      <a:pt x="4887" y="326"/>
                    </a:cubicBezTo>
                    <a:lnTo>
                      <a:pt x="4887" y="326"/>
                    </a:lnTo>
                    <a:cubicBezTo>
                      <a:pt x="5263" y="126"/>
                      <a:pt x="5639" y="1"/>
                      <a:pt x="6040" y="1"/>
                    </a:cubicBezTo>
                    <a:lnTo>
                      <a:pt x="6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13" name="Google Shape;1713;p37"/>
            <p:cNvGrpSpPr/>
            <p:nvPr/>
          </p:nvGrpSpPr>
          <p:grpSpPr>
            <a:xfrm>
              <a:off x="3520647" y="824082"/>
              <a:ext cx="325269" cy="511271"/>
              <a:chOff x="1471100" y="1593200"/>
              <a:chExt cx="235600" cy="370325"/>
            </a:xfrm>
          </p:grpSpPr>
          <p:sp>
            <p:nvSpPr>
              <p:cNvPr id="1714" name="Google Shape;1714;p37"/>
              <p:cNvSpPr/>
              <p:nvPr/>
            </p:nvSpPr>
            <p:spPr>
              <a:xfrm>
                <a:off x="1542525" y="1881425"/>
                <a:ext cx="82100" cy="82100"/>
              </a:xfrm>
              <a:custGeom>
                <a:avLst/>
                <a:gdLst/>
                <a:ahLst/>
                <a:cxnLst/>
                <a:rect l="l" t="t" r="r" b="b"/>
                <a:pathLst>
                  <a:path w="3284" h="3284" extrusionOk="0">
                    <a:moveTo>
                      <a:pt x="0" y="1630"/>
                    </a:moveTo>
                    <a:cubicBezTo>
                      <a:pt x="0" y="2557"/>
                      <a:pt x="727" y="3284"/>
                      <a:pt x="1629" y="3284"/>
                    </a:cubicBezTo>
                    <a:lnTo>
                      <a:pt x="1629" y="3284"/>
                    </a:lnTo>
                    <a:cubicBezTo>
                      <a:pt x="2532" y="3284"/>
                      <a:pt x="3283" y="2557"/>
                      <a:pt x="3283" y="1630"/>
                    </a:cubicBezTo>
                    <a:lnTo>
                      <a:pt x="3283" y="1630"/>
                    </a:lnTo>
                    <a:cubicBezTo>
                      <a:pt x="3283" y="727"/>
                      <a:pt x="2532" y="1"/>
                      <a:pt x="1629" y="1"/>
                    </a:cubicBezTo>
                    <a:lnTo>
                      <a:pt x="1629" y="1"/>
                    </a:lnTo>
                    <a:cubicBezTo>
                      <a:pt x="727" y="1"/>
                      <a:pt x="0" y="727"/>
                      <a:pt x="0" y="1630"/>
                    </a:cubicBez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37"/>
              <p:cNvSpPr/>
              <p:nvPr/>
            </p:nvSpPr>
            <p:spPr>
              <a:xfrm>
                <a:off x="1593275" y="1593200"/>
                <a:ext cx="113425" cy="339000"/>
              </a:xfrm>
              <a:custGeom>
                <a:avLst/>
                <a:gdLst/>
                <a:ahLst/>
                <a:cxnLst/>
                <a:rect l="l" t="t" r="r" b="b"/>
                <a:pathLst>
                  <a:path w="4537" h="13560" extrusionOk="0">
                    <a:moveTo>
                      <a:pt x="0" y="326"/>
                    </a:moveTo>
                    <a:cubicBezTo>
                      <a:pt x="1003" y="903"/>
                      <a:pt x="1805" y="2181"/>
                      <a:pt x="2231" y="3835"/>
                    </a:cubicBezTo>
                    <a:lnTo>
                      <a:pt x="2231" y="3835"/>
                    </a:lnTo>
                    <a:lnTo>
                      <a:pt x="4537" y="3835"/>
                    </a:lnTo>
                    <a:cubicBezTo>
                      <a:pt x="3935" y="1555"/>
                      <a:pt x="2657" y="1"/>
                      <a:pt x="1153" y="1"/>
                    </a:cubicBezTo>
                    <a:lnTo>
                      <a:pt x="1153" y="1"/>
                    </a:lnTo>
                    <a:cubicBezTo>
                      <a:pt x="752" y="1"/>
                      <a:pt x="376" y="126"/>
                      <a:pt x="0" y="326"/>
                    </a:cubicBezTo>
                    <a:close/>
                    <a:moveTo>
                      <a:pt x="0" y="13234"/>
                    </a:moveTo>
                    <a:cubicBezTo>
                      <a:pt x="376" y="13434"/>
                      <a:pt x="752" y="13560"/>
                      <a:pt x="1153" y="13560"/>
                    </a:cubicBezTo>
                    <a:lnTo>
                      <a:pt x="1153" y="13560"/>
                    </a:lnTo>
                    <a:cubicBezTo>
                      <a:pt x="1178" y="13560"/>
                      <a:pt x="1178" y="13560"/>
                      <a:pt x="1203" y="13560"/>
                    </a:cubicBezTo>
                    <a:lnTo>
                      <a:pt x="1203" y="13560"/>
                    </a:lnTo>
                    <a:cubicBezTo>
                      <a:pt x="1228" y="13434"/>
                      <a:pt x="1253" y="13309"/>
                      <a:pt x="1253" y="13159"/>
                    </a:cubicBezTo>
                    <a:lnTo>
                      <a:pt x="1253" y="13159"/>
                    </a:lnTo>
                    <a:cubicBezTo>
                      <a:pt x="1253" y="12858"/>
                      <a:pt x="1153" y="12557"/>
                      <a:pt x="1028" y="12332"/>
                    </a:cubicBezTo>
                    <a:lnTo>
                      <a:pt x="1028" y="12332"/>
                    </a:lnTo>
                    <a:cubicBezTo>
                      <a:pt x="702" y="12707"/>
                      <a:pt x="376" y="13008"/>
                      <a:pt x="0" y="132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37"/>
              <p:cNvSpPr/>
              <p:nvPr/>
            </p:nvSpPr>
            <p:spPr>
              <a:xfrm>
                <a:off x="1471100" y="1593200"/>
                <a:ext cx="151025" cy="339000"/>
              </a:xfrm>
              <a:custGeom>
                <a:avLst/>
                <a:gdLst/>
                <a:ahLst/>
                <a:cxnLst/>
                <a:rect l="l" t="t" r="r" b="b"/>
                <a:pathLst>
                  <a:path w="6041" h="13560" extrusionOk="0">
                    <a:moveTo>
                      <a:pt x="3734" y="1"/>
                    </a:moveTo>
                    <a:cubicBezTo>
                      <a:pt x="1679" y="1"/>
                      <a:pt x="0" y="3033"/>
                      <a:pt x="0" y="6768"/>
                    </a:cubicBezTo>
                    <a:lnTo>
                      <a:pt x="0" y="6768"/>
                    </a:lnTo>
                    <a:cubicBezTo>
                      <a:pt x="0" y="10527"/>
                      <a:pt x="1679" y="13560"/>
                      <a:pt x="3734" y="13560"/>
                    </a:cubicBezTo>
                    <a:lnTo>
                      <a:pt x="3734" y="13560"/>
                    </a:lnTo>
                    <a:lnTo>
                      <a:pt x="6040" y="13560"/>
                    </a:lnTo>
                    <a:cubicBezTo>
                      <a:pt x="5639" y="13560"/>
                      <a:pt x="5263" y="13434"/>
                      <a:pt x="4887" y="13234"/>
                    </a:cubicBezTo>
                    <a:lnTo>
                      <a:pt x="4887" y="13234"/>
                    </a:lnTo>
                    <a:cubicBezTo>
                      <a:pt x="3384" y="12357"/>
                      <a:pt x="2306" y="9800"/>
                      <a:pt x="2306" y="6768"/>
                    </a:cubicBezTo>
                    <a:lnTo>
                      <a:pt x="2306" y="6768"/>
                    </a:lnTo>
                    <a:cubicBezTo>
                      <a:pt x="2306" y="3760"/>
                      <a:pt x="3384" y="1204"/>
                      <a:pt x="4887" y="326"/>
                    </a:cubicBezTo>
                    <a:lnTo>
                      <a:pt x="4887" y="326"/>
                    </a:lnTo>
                    <a:cubicBezTo>
                      <a:pt x="5263" y="126"/>
                      <a:pt x="5639" y="1"/>
                      <a:pt x="6040" y="1"/>
                    </a:cubicBezTo>
                    <a:lnTo>
                      <a:pt x="6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17" name="Google Shape;1717;p37"/>
            <p:cNvGrpSpPr/>
            <p:nvPr/>
          </p:nvGrpSpPr>
          <p:grpSpPr>
            <a:xfrm>
              <a:off x="4024948" y="824082"/>
              <a:ext cx="325269" cy="511271"/>
              <a:chOff x="1471100" y="1593200"/>
              <a:chExt cx="235600" cy="370325"/>
            </a:xfrm>
          </p:grpSpPr>
          <p:sp>
            <p:nvSpPr>
              <p:cNvPr id="1718" name="Google Shape;1718;p37"/>
              <p:cNvSpPr/>
              <p:nvPr/>
            </p:nvSpPr>
            <p:spPr>
              <a:xfrm>
                <a:off x="1542525" y="1881425"/>
                <a:ext cx="82100" cy="82100"/>
              </a:xfrm>
              <a:custGeom>
                <a:avLst/>
                <a:gdLst/>
                <a:ahLst/>
                <a:cxnLst/>
                <a:rect l="l" t="t" r="r" b="b"/>
                <a:pathLst>
                  <a:path w="3284" h="3284" extrusionOk="0">
                    <a:moveTo>
                      <a:pt x="0" y="1630"/>
                    </a:moveTo>
                    <a:cubicBezTo>
                      <a:pt x="0" y="2557"/>
                      <a:pt x="727" y="3284"/>
                      <a:pt x="1629" y="3284"/>
                    </a:cubicBezTo>
                    <a:lnTo>
                      <a:pt x="1629" y="3284"/>
                    </a:lnTo>
                    <a:cubicBezTo>
                      <a:pt x="2532" y="3284"/>
                      <a:pt x="3283" y="2557"/>
                      <a:pt x="3283" y="1630"/>
                    </a:cubicBezTo>
                    <a:lnTo>
                      <a:pt x="3283" y="1630"/>
                    </a:lnTo>
                    <a:cubicBezTo>
                      <a:pt x="3283" y="727"/>
                      <a:pt x="2532" y="1"/>
                      <a:pt x="1629" y="1"/>
                    </a:cubicBezTo>
                    <a:lnTo>
                      <a:pt x="1629" y="1"/>
                    </a:lnTo>
                    <a:cubicBezTo>
                      <a:pt x="727" y="1"/>
                      <a:pt x="0" y="727"/>
                      <a:pt x="0" y="1630"/>
                    </a:cubicBez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37"/>
              <p:cNvSpPr/>
              <p:nvPr/>
            </p:nvSpPr>
            <p:spPr>
              <a:xfrm>
                <a:off x="1593275" y="1593200"/>
                <a:ext cx="113425" cy="339000"/>
              </a:xfrm>
              <a:custGeom>
                <a:avLst/>
                <a:gdLst/>
                <a:ahLst/>
                <a:cxnLst/>
                <a:rect l="l" t="t" r="r" b="b"/>
                <a:pathLst>
                  <a:path w="4537" h="13560" extrusionOk="0">
                    <a:moveTo>
                      <a:pt x="0" y="326"/>
                    </a:moveTo>
                    <a:cubicBezTo>
                      <a:pt x="1003" y="903"/>
                      <a:pt x="1805" y="2181"/>
                      <a:pt x="2231" y="3835"/>
                    </a:cubicBezTo>
                    <a:lnTo>
                      <a:pt x="2231" y="3835"/>
                    </a:lnTo>
                    <a:lnTo>
                      <a:pt x="4537" y="3835"/>
                    </a:lnTo>
                    <a:cubicBezTo>
                      <a:pt x="3935" y="1555"/>
                      <a:pt x="2657" y="1"/>
                      <a:pt x="1153" y="1"/>
                    </a:cubicBezTo>
                    <a:lnTo>
                      <a:pt x="1153" y="1"/>
                    </a:lnTo>
                    <a:cubicBezTo>
                      <a:pt x="752" y="1"/>
                      <a:pt x="376" y="126"/>
                      <a:pt x="0" y="326"/>
                    </a:cubicBezTo>
                    <a:close/>
                    <a:moveTo>
                      <a:pt x="0" y="13234"/>
                    </a:moveTo>
                    <a:cubicBezTo>
                      <a:pt x="376" y="13434"/>
                      <a:pt x="752" y="13560"/>
                      <a:pt x="1153" y="13560"/>
                    </a:cubicBezTo>
                    <a:lnTo>
                      <a:pt x="1153" y="13560"/>
                    </a:lnTo>
                    <a:cubicBezTo>
                      <a:pt x="1178" y="13560"/>
                      <a:pt x="1178" y="13560"/>
                      <a:pt x="1203" y="13560"/>
                    </a:cubicBezTo>
                    <a:lnTo>
                      <a:pt x="1203" y="13560"/>
                    </a:lnTo>
                    <a:cubicBezTo>
                      <a:pt x="1228" y="13434"/>
                      <a:pt x="1253" y="13309"/>
                      <a:pt x="1253" y="13159"/>
                    </a:cubicBezTo>
                    <a:lnTo>
                      <a:pt x="1253" y="13159"/>
                    </a:lnTo>
                    <a:cubicBezTo>
                      <a:pt x="1253" y="12858"/>
                      <a:pt x="1153" y="12557"/>
                      <a:pt x="1028" y="12332"/>
                    </a:cubicBezTo>
                    <a:lnTo>
                      <a:pt x="1028" y="12332"/>
                    </a:lnTo>
                    <a:cubicBezTo>
                      <a:pt x="702" y="12707"/>
                      <a:pt x="376" y="13008"/>
                      <a:pt x="0" y="132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37"/>
              <p:cNvSpPr/>
              <p:nvPr/>
            </p:nvSpPr>
            <p:spPr>
              <a:xfrm>
                <a:off x="1471100" y="1593200"/>
                <a:ext cx="151025" cy="339000"/>
              </a:xfrm>
              <a:custGeom>
                <a:avLst/>
                <a:gdLst/>
                <a:ahLst/>
                <a:cxnLst/>
                <a:rect l="l" t="t" r="r" b="b"/>
                <a:pathLst>
                  <a:path w="6041" h="13560" extrusionOk="0">
                    <a:moveTo>
                      <a:pt x="3734" y="1"/>
                    </a:moveTo>
                    <a:cubicBezTo>
                      <a:pt x="1679" y="1"/>
                      <a:pt x="0" y="3033"/>
                      <a:pt x="0" y="6768"/>
                    </a:cubicBezTo>
                    <a:lnTo>
                      <a:pt x="0" y="6768"/>
                    </a:lnTo>
                    <a:cubicBezTo>
                      <a:pt x="0" y="10527"/>
                      <a:pt x="1679" y="13560"/>
                      <a:pt x="3734" y="13560"/>
                    </a:cubicBezTo>
                    <a:lnTo>
                      <a:pt x="3734" y="13560"/>
                    </a:lnTo>
                    <a:lnTo>
                      <a:pt x="6040" y="13560"/>
                    </a:lnTo>
                    <a:cubicBezTo>
                      <a:pt x="5639" y="13560"/>
                      <a:pt x="5263" y="13434"/>
                      <a:pt x="4887" y="13234"/>
                    </a:cubicBezTo>
                    <a:lnTo>
                      <a:pt x="4887" y="13234"/>
                    </a:lnTo>
                    <a:cubicBezTo>
                      <a:pt x="3384" y="12357"/>
                      <a:pt x="2306" y="9800"/>
                      <a:pt x="2306" y="6768"/>
                    </a:cubicBezTo>
                    <a:lnTo>
                      <a:pt x="2306" y="6768"/>
                    </a:lnTo>
                    <a:cubicBezTo>
                      <a:pt x="2306" y="3760"/>
                      <a:pt x="3384" y="1204"/>
                      <a:pt x="4887" y="326"/>
                    </a:cubicBezTo>
                    <a:lnTo>
                      <a:pt x="4887" y="326"/>
                    </a:lnTo>
                    <a:cubicBezTo>
                      <a:pt x="5263" y="126"/>
                      <a:pt x="5639" y="1"/>
                      <a:pt x="6040" y="1"/>
                    </a:cubicBezTo>
                    <a:lnTo>
                      <a:pt x="6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21" name="Google Shape;1721;p37"/>
            <p:cNvGrpSpPr/>
            <p:nvPr/>
          </p:nvGrpSpPr>
          <p:grpSpPr>
            <a:xfrm>
              <a:off x="4529249" y="824082"/>
              <a:ext cx="325269" cy="511271"/>
              <a:chOff x="1471100" y="1593200"/>
              <a:chExt cx="235600" cy="370325"/>
            </a:xfrm>
          </p:grpSpPr>
          <p:sp>
            <p:nvSpPr>
              <p:cNvPr id="1722" name="Google Shape;1722;p37"/>
              <p:cNvSpPr/>
              <p:nvPr/>
            </p:nvSpPr>
            <p:spPr>
              <a:xfrm>
                <a:off x="1542525" y="1881425"/>
                <a:ext cx="82100" cy="82100"/>
              </a:xfrm>
              <a:custGeom>
                <a:avLst/>
                <a:gdLst/>
                <a:ahLst/>
                <a:cxnLst/>
                <a:rect l="l" t="t" r="r" b="b"/>
                <a:pathLst>
                  <a:path w="3284" h="3284" extrusionOk="0">
                    <a:moveTo>
                      <a:pt x="0" y="1630"/>
                    </a:moveTo>
                    <a:cubicBezTo>
                      <a:pt x="0" y="2557"/>
                      <a:pt x="727" y="3284"/>
                      <a:pt x="1629" y="3284"/>
                    </a:cubicBezTo>
                    <a:lnTo>
                      <a:pt x="1629" y="3284"/>
                    </a:lnTo>
                    <a:cubicBezTo>
                      <a:pt x="2532" y="3284"/>
                      <a:pt x="3283" y="2557"/>
                      <a:pt x="3283" y="1630"/>
                    </a:cubicBezTo>
                    <a:lnTo>
                      <a:pt x="3283" y="1630"/>
                    </a:lnTo>
                    <a:cubicBezTo>
                      <a:pt x="3283" y="727"/>
                      <a:pt x="2532" y="1"/>
                      <a:pt x="1629" y="1"/>
                    </a:cubicBezTo>
                    <a:lnTo>
                      <a:pt x="1629" y="1"/>
                    </a:lnTo>
                    <a:cubicBezTo>
                      <a:pt x="727" y="1"/>
                      <a:pt x="0" y="727"/>
                      <a:pt x="0" y="1630"/>
                    </a:cubicBez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37"/>
              <p:cNvSpPr/>
              <p:nvPr/>
            </p:nvSpPr>
            <p:spPr>
              <a:xfrm>
                <a:off x="1593275" y="1593200"/>
                <a:ext cx="113425" cy="339000"/>
              </a:xfrm>
              <a:custGeom>
                <a:avLst/>
                <a:gdLst/>
                <a:ahLst/>
                <a:cxnLst/>
                <a:rect l="l" t="t" r="r" b="b"/>
                <a:pathLst>
                  <a:path w="4537" h="13560" extrusionOk="0">
                    <a:moveTo>
                      <a:pt x="0" y="326"/>
                    </a:moveTo>
                    <a:cubicBezTo>
                      <a:pt x="1003" y="903"/>
                      <a:pt x="1805" y="2181"/>
                      <a:pt x="2231" y="3835"/>
                    </a:cubicBezTo>
                    <a:lnTo>
                      <a:pt x="2231" y="3835"/>
                    </a:lnTo>
                    <a:lnTo>
                      <a:pt x="4537" y="3835"/>
                    </a:lnTo>
                    <a:cubicBezTo>
                      <a:pt x="3935" y="1555"/>
                      <a:pt x="2657" y="1"/>
                      <a:pt x="1153" y="1"/>
                    </a:cubicBezTo>
                    <a:lnTo>
                      <a:pt x="1153" y="1"/>
                    </a:lnTo>
                    <a:cubicBezTo>
                      <a:pt x="752" y="1"/>
                      <a:pt x="376" y="126"/>
                      <a:pt x="0" y="326"/>
                    </a:cubicBezTo>
                    <a:close/>
                    <a:moveTo>
                      <a:pt x="0" y="13234"/>
                    </a:moveTo>
                    <a:cubicBezTo>
                      <a:pt x="376" y="13434"/>
                      <a:pt x="752" y="13560"/>
                      <a:pt x="1153" y="13560"/>
                    </a:cubicBezTo>
                    <a:lnTo>
                      <a:pt x="1153" y="13560"/>
                    </a:lnTo>
                    <a:cubicBezTo>
                      <a:pt x="1178" y="13560"/>
                      <a:pt x="1178" y="13560"/>
                      <a:pt x="1203" y="13560"/>
                    </a:cubicBezTo>
                    <a:lnTo>
                      <a:pt x="1203" y="13560"/>
                    </a:lnTo>
                    <a:cubicBezTo>
                      <a:pt x="1228" y="13434"/>
                      <a:pt x="1253" y="13309"/>
                      <a:pt x="1253" y="13159"/>
                    </a:cubicBezTo>
                    <a:lnTo>
                      <a:pt x="1253" y="13159"/>
                    </a:lnTo>
                    <a:cubicBezTo>
                      <a:pt x="1253" y="12858"/>
                      <a:pt x="1153" y="12557"/>
                      <a:pt x="1028" y="12332"/>
                    </a:cubicBezTo>
                    <a:lnTo>
                      <a:pt x="1028" y="12332"/>
                    </a:lnTo>
                    <a:cubicBezTo>
                      <a:pt x="702" y="12707"/>
                      <a:pt x="376" y="13008"/>
                      <a:pt x="0" y="132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37"/>
              <p:cNvSpPr/>
              <p:nvPr/>
            </p:nvSpPr>
            <p:spPr>
              <a:xfrm>
                <a:off x="1471100" y="1593200"/>
                <a:ext cx="151025" cy="339000"/>
              </a:xfrm>
              <a:custGeom>
                <a:avLst/>
                <a:gdLst/>
                <a:ahLst/>
                <a:cxnLst/>
                <a:rect l="l" t="t" r="r" b="b"/>
                <a:pathLst>
                  <a:path w="6041" h="13560" extrusionOk="0">
                    <a:moveTo>
                      <a:pt x="3734" y="1"/>
                    </a:moveTo>
                    <a:cubicBezTo>
                      <a:pt x="1679" y="1"/>
                      <a:pt x="0" y="3033"/>
                      <a:pt x="0" y="6768"/>
                    </a:cubicBezTo>
                    <a:lnTo>
                      <a:pt x="0" y="6768"/>
                    </a:lnTo>
                    <a:cubicBezTo>
                      <a:pt x="0" y="10527"/>
                      <a:pt x="1679" y="13560"/>
                      <a:pt x="3734" y="13560"/>
                    </a:cubicBezTo>
                    <a:lnTo>
                      <a:pt x="3734" y="13560"/>
                    </a:lnTo>
                    <a:lnTo>
                      <a:pt x="6040" y="13560"/>
                    </a:lnTo>
                    <a:cubicBezTo>
                      <a:pt x="5639" y="13560"/>
                      <a:pt x="5263" y="13434"/>
                      <a:pt x="4887" y="13234"/>
                    </a:cubicBezTo>
                    <a:lnTo>
                      <a:pt x="4887" y="13234"/>
                    </a:lnTo>
                    <a:cubicBezTo>
                      <a:pt x="3384" y="12357"/>
                      <a:pt x="2306" y="9800"/>
                      <a:pt x="2306" y="6768"/>
                    </a:cubicBezTo>
                    <a:lnTo>
                      <a:pt x="2306" y="6768"/>
                    </a:lnTo>
                    <a:cubicBezTo>
                      <a:pt x="2306" y="3760"/>
                      <a:pt x="3384" y="1204"/>
                      <a:pt x="4887" y="326"/>
                    </a:cubicBezTo>
                    <a:lnTo>
                      <a:pt x="4887" y="326"/>
                    </a:lnTo>
                    <a:cubicBezTo>
                      <a:pt x="5263" y="126"/>
                      <a:pt x="5639" y="1"/>
                      <a:pt x="6040" y="1"/>
                    </a:cubicBezTo>
                    <a:lnTo>
                      <a:pt x="6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25" name="Google Shape;1725;p37"/>
            <p:cNvGrpSpPr/>
            <p:nvPr/>
          </p:nvGrpSpPr>
          <p:grpSpPr>
            <a:xfrm>
              <a:off x="5033550" y="824082"/>
              <a:ext cx="325269" cy="511271"/>
              <a:chOff x="1471100" y="1593200"/>
              <a:chExt cx="235600" cy="370325"/>
            </a:xfrm>
          </p:grpSpPr>
          <p:sp>
            <p:nvSpPr>
              <p:cNvPr id="1726" name="Google Shape;1726;p37"/>
              <p:cNvSpPr/>
              <p:nvPr/>
            </p:nvSpPr>
            <p:spPr>
              <a:xfrm>
                <a:off x="1542525" y="1881425"/>
                <a:ext cx="82100" cy="82100"/>
              </a:xfrm>
              <a:custGeom>
                <a:avLst/>
                <a:gdLst/>
                <a:ahLst/>
                <a:cxnLst/>
                <a:rect l="l" t="t" r="r" b="b"/>
                <a:pathLst>
                  <a:path w="3284" h="3284" extrusionOk="0">
                    <a:moveTo>
                      <a:pt x="0" y="1630"/>
                    </a:moveTo>
                    <a:cubicBezTo>
                      <a:pt x="0" y="2557"/>
                      <a:pt x="727" y="3284"/>
                      <a:pt x="1629" y="3284"/>
                    </a:cubicBezTo>
                    <a:lnTo>
                      <a:pt x="1629" y="3284"/>
                    </a:lnTo>
                    <a:cubicBezTo>
                      <a:pt x="2532" y="3284"/>
                      <a:pt x="3283" y="2557"/>
                      <a:pt x="3283" y="1630"/>
                    </a:cubicBezTo>
                    <a:lnTo>
                      <a:pt x="3283" y="1630"/>
                    </a:lnTo>
                    <a:cubicBezTo>
                      <a:pt x="3283" y="727"/>
                      <a:pt x="2532" y="1"/>
                      <a:pt x="1629" y="1"/>
                    </a:cubicBezTo>
                    <a:lnTo>
                      <a:pt x="1629" y="1"/>
                    </a:lnTo>
                    <a:cubicBezTo>
                      <a:pt x="727" y="1"/>
                      <a:pt x="0" y="727"/>
                      <a:pt x="0" y="1630"/>
                    </a:cubicBez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37"/>
              <p:cNvSpPr/>
              <p:nvPr/>
            </p:nvSpPr>
            <p:spPr>
              <a:xfrm>
                <a:off x="1593275" y="1593200"/>
                <a:ext cx="113425" cy="339000"/>
              </a:xfrm>
              <a:custGeom>
                <a:avLst/>
                <a:gdLst/>
                <a:ahLst/>
                <a:cxnLst/>
                <a:rect l="l" t="t" r="r" b="b"/>
                <a:pathLst>
                  <a:path w="4537" h="13560" extrusionOk="0">
                    <a:moveTo>
                      <a:pt x="0" y="326"/>
                    </a:moveTo>
                    <a:cubicBezTo>
                      <a:pt x="1003" y="903"/>
                      <a:pt x="1805" y="2181"/>
                      <a:pt x="2231" y="3835"/>
                    </a:cubicBezTo>
                    <a:lnTo>
                      <a:pt x="2231" y="3835"/>
                    </a:lnTo>
                    <a:lnTo>
                      <a:pt x="4537" y="3835"/>
                    </a:lnTo>
                    <a:cubicBezTo>
                      <a:pt x="3935" y="1555"/>
                      <a:pt x="2657" y="1"/>
                      <a:pt x="1153" y="1"/>
                    </a:cubicBezTo>
                    <a:lnTo>
                      <a:pt x="1153" y="1"/>
                    </a:lnTo>
                    <a:cubicBezTo>
                      <a:pt x="752" y="1"/>
                      <a:pt x="376" y="126"/>
                      <a:pt x="0" y="326"/>
                    </a:cubicBezTo>
                    <a:close/>
                    <a:moveTo>
                      <a:pt x="0" y="13234"/>
                    </a:moveTo>
                    <a:cubicBezTo>
                      <a:pt x="376" y="13434"/>
                      <a:pt x="752" y="13560"/>
                      <a:pt x="1153" y="13560"/>
                    </a:cubicBezTo>
                    <a:lnTo>
                      <a:pt x="1153" y="13560"/>
                    </a:lnTo>
                    <a:cubicBezTo>
                      <a:pt x="1178" y="13560"/>
                      <a:pt x="1178" y="13560"/>
                      <a:pt x="1203" y="13560"/>
                    </a:cubicBezTo>
                    <a:lnTo>
                      <a:pt x="1203" y="13560"/>
                    </a:lnTo>
                    <a:cubicBezTo>
                      <a:pt x="1228" y="13434"/>
                      <a:pt x="1253" y="13309"/>
                      <a:pt x="1253" y="13159"/>
                    </a:cubicBezTo>
                    <a:lnTo>
                      <a:pt x="1253" y="13159"/>
                    </a:lnTo>
                    <a:cubicBezTo>
                      <a:pt x="1253" y="12858"/>
                      <a:pt x="1153" y="12557"/>
                      <a:pt x="1028" y="12332"/>
                    </a:cubicBezTo>
                    <a:lnTo>
                      <a:pt x="1028" y="12332"/>
                    </a:lnTo>
                    <a:cubicBezTo>
                      <a:pt x="702" y="12707"/>
                      <a:pt x="376" y="13008"/>
                      <a:pt x="0" y="132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37"/>
              <p:cNvSpPr/>
              <p:nvPr/>
            </p:nvSpPr>
            <p:spPr>
              <a:xfrm>
                <a:off x="1471100" y="1593200"/>
                <a:ext cx="151025" cy="339000"/>
              </a:xfrm>
              <a:custGeom>
                <a:avLst/>
                <a:gdLst/>
                <a:ahLst/>
                <a:cxnLst/>
                <a:rect l="l" t="t" r="r" b="b"/>
                <a:pathLst>
                  <a:path w="6041" h="13560" extrusionOk="0">
                    <a:moveTo>
                      <a:pt x="3734" y="1"/>
                    </a:moveTo>
                    <a:cubicBezTo>
                      <a:pt x="1679" y="1"/>
                      <a:pt x="0" y="3033"/>
                      <a:pt x="0" y="6768"/>
                    </a:cubicBezTo>
                    <a:lnTo>
                      <a:pt x="0" y="6768"/>
                    </a:lnTo>
                    <a:cubicBezTo>
                      <a:pt x="0" y="10527"/>
                      <a:pt x="1679" y="13560"/>
                      <a:pt x="3734" y="13560"/>
                    </a:cubicBezTo>
                    <a:lnTo>
                      <a:pt x="3734" y="13560"/>
                    </a:lnTo>
                    <a:lnTo>
                      <a:pt x="6040" y="13560"/>
                    </a:lnTo>
                    <a:cubicBezTo>
                      <a:pt x="5639" y="13560"/>
                      <a:pt x="5263" y="13434"/>
                      <a:pt x="4887" y="13234"/>
                    </a:cubicBezTo>
                    <a:lnTo>
                      <a:pt x="4887" y="13234"/>
                    </a:lnTo>
                    <a:cubicBezTo>
                      <a:pt x="3384" y="12357"/>
                      <a:pt x="2306" y="9800"/>
                      <a:pt x="2306" y="6768"/>
                    </a:cubicBezTo>
                    <a:lnTo>
                      <a:pt x="2306" y="6768"/>
                    </a:lnTo>
                    <a:cubicBezTo>
                      <a:pt x="2306" y="3760"/>
                      <a:pt x="3384" y="1204"/>
                      <a:pt x="4887" y="326"/>
                    </a:cubicBezTo>
                    <a:lnTo>
                      <a:pt x="4887" y="326"/>
                    </a:lnTo>
                    <a:cubicBezTo>
                      <a:pt x="5263" y="126"/>
                      <a:pt x="5639" y="1"/>
                      <a:pt x="6040" y="1"/>
                    </a:cubicBezTo>
                    <a:lnTo>
                      <a:pt x="6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29" name="Google Shape;1729;p37"/>
            <p:cNvGrpSpPr/>
            <p:nvPr/>
          </p:nvGrpSpPr>
          <p:grpSpPr>
            <a:xfrm>
              <a:off x="5537850" y="824082"/>
              <a:ext cx="325269" cy="511271"/>
              <a:chOff x="1471100" y="1593200"/>
              <a:chExt cx="235600" cy="370325"/>
            </a:xfrm>
          </p:grpSpPr>
          <p:sp>
            <p:nvSpPr>
              <p:cNvPr id="1730" name="Google Shape;1730;p37"/>
              <p:cNvSpPr/>
              <p:nvPr/>
            </p:nvSpPr>
            <p:spPr>
              <a:xfrm>
                <a:off x="1542525" y="1881425"/>
                <a:ext cx="82100" cy="82100"/>
              </a:xfrm>
              <a:custGeom>
                <a:avLst/>
                <a:gdLst/>
                <a:ahLst/>
                <a:cxnLst/>
                <a:rect l="l" t="t" r="r" b="b"/>
                <a:pathLst>
                  <a:path w="3284" h="3284" extrusionOk="0">
                    <a:moveTo>
                      <a:pt x="0" y="1630"/>
                    </a:moveTo>
                    <a:cubicBezTo>
                      <a:pt x="0" y="2557"/>
                      <a:pt x="727" y="3284"/>
                      <a:pt x="1629" y="3284"/>
                    </a:cubicBezTo>
                    <a:lnTo>
                      <a:pt x="1629" y="3284"/>
                    </a:lnTo>
                    <a:cubicBezTo>
                      <a:pt x="2532" y="3284"/>
                      <a:pt x="3283" y="2557"/>
                      <a:pt x="3283" y="1630"/>
                    </a:cubicBezTo>
                    <a:lnTo>
                      <a:pt x="3283" y="1630"/>
                    </a:lnTo>
                    <a:cubicBezTo>
                      <a:pt x="3283" y="727"/>
                      <a:pt x="2532" y="1"/>
                      <a:pt x="1629" y="1"/>
                    </a:cubicBezTo>
                    <a:lnTo>
                      <a:pt x="1629" y="1"/>
                    </a:lnTo>
                    <a:cubicBezTo>
                      <a:pt x="727" y="1"/>
                      <a:pt x="0" y="727"/>
                      <a:pt x="0" y="1630"/>
                    </a:cubicBez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37"/>
              <p:cNvSpPr/>
              <p:nvPr/>
            </p:nvSpPr>
            <p:spPr>
              <a:xfrm>
                <a:off x="1593275" y="1593200"/>
                <a:ext cx="113425" cy="339000"/>
              </a:xfrm>
              <a:custGeom>
                <a:avLst/>
                <a:gdLst/>
                <a:ahLst/>
                <a:cxnLst/>
                <a:rect l="l" t="t" r="r" b="b"/>
                <a:pathLst>
                  <a:path w="4537" h="13560" extrusionOk="0">
                    <a:moveTo>
                      <a:pt x="0" y="326"/>
                    </a:moveTo>
                    <a:cubicBezTo>
                      <a:pt x="1003" y="903"/>
                      <a:pt x="1805" y="2181"/>
                      <a:pt x="2231" y="3835"/>
                    </a:cubicBezTo>
                    <a:lnTo>
                      <a:pt x="2231" y="3835"/>
                    </a:lnTo>
                    <a:lnTo>
                      <a:pt x="4537" y="3835"/>
                    </a:lnTo>
                    <a:cubicBezTo>
                      <a:pt x="3935" y="1555"/>
                      <a:pt x="2657" y="1"/>
                      <a:pt x="1153" y="1"/>
                    </a:cubicBezTo>
                    <a:lnTo>
                      <a:pt x="1153" y="1"/>
                    </a:lnTo>
                    <a:cubicBezTo>
                      <a:pt x="752" y="1"/>
                      <a:pt x="376" y="126"/>
                      <a:pt x="0" y="326"/>
                    </a:cubicBezTo>
                    <a:close/>
                    <a:moveTo>
                      <a:pt x="0" y="13234"/>
                    </a:moveTo>
                    <a:cubicBezTo>
                      <a:pt x="376" y="13434"/>
                      <a:pt x="752" y="13560"/>
                      <a:pt x="1153" y="13560"/>
                    </a:cubicBezTo>
                    <a:lnTo>
                      <a:pt x="1153" y="13560"/>
                    </a:lnTo>
                    <a:cubicBezTo>
                      <a:pt x="1178" y="13560"/>
                      <a:pt x="1178" y="13560"/>
                      <a:pt x="1203" y="13560"/>
                    </a:cubicBezTo>
                    <a:lnTo>
                      <a:pt x="1203" y="13560"/>
                    </a:lnTo>
                    <a:cubicBezTo>
                      <a:pt x="1228" y="13434"/>
                      <a:pt x="1253" y="13309"/>
                      <a:pt x="1253" y="13159"/>
                    </a:cubicBezTo>
                    <a:lnTo>
                      <a:pt x="1253" y="13159"/>
                    </a:lnTo>
                    <a:cubicBezTo>
                      <a:pt x="1253" y="12858"/>
                      <a:pt x="1153" y="12557"/>
                      <a:pt x="1028" y="12332"/>
                    </a:cubicBezTo>
                    <a:lnTo>
                      <a:pt x="1028" y="12332"/>
                    </a:lnTo>
                    <a:cubicBezTo>
                      <a:pt x="702" y="12707"/>
                      <a:pt x="376" y="13008"/>
                      <a:pt x="0" y="132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37"/>
              <p:cNvSpPr/>
              <p:nvPr/>
            </p:nvSpPr>
            <p:spPr>
              <a:xfrm>
                <a:off x="1471100" y="1593200"/>
                <a:ext cx="151025" cy="339000"/>
              </a:xfrm>
              <a:custGeom>
                <a:avLst/>
                <a:gdLst/>
                <a:ahLst/>
                <a:cxnLst/>
                <a:rect l="l" t="t" r="r" b="b"/>
                <a:pathLst>
                  <a:path w="6041" h="13560" extrusionOk="0">
                    <a:moveTo>
                      <a:pt x="3734" y="1"/>
                    </a:moveTo>
                    <a:cubicBezTo>
                      <a:pt x="1679" y="1"/>
                      <a:pt x="0" y="3033"/>
                      <a:pt x="0" y="6768"/>
                    </a:cubicBezTo>
                    <a:lnTo>
                      <a:pt x="0" y="6768"/>
                    </a:lnTo>
                    <a:cubicBezTo>
                      <a:pt x="0" y="10527"/>
                      <a:pt x="1679" y="13560"/>
                      <a:pt x="3734" y="13560"/>
                    </a:cubicBezTo>
                    <a:lnTo>
                      <a:pt x="3734" y="13560"/>
                    </a:lnTo>
                    <a:lnTo>
                      <a:pt x="6040" y="13560"/>
                    </a:lnTo>
                    <a:cubicBezTo>
                      <a:pt x="5639" y="13560"/>
                      <a:pt x="5263" y="13434"/>
                      <a:pt x="4887" y="13234"/>
                    </a:cubicBezTo>
                    <a:lnTo>
                      <a:pt x="4887" y="13234"/>
                    </a:lnTo>
                    <a:cubicBezTo>
                      <a:pt x="3384" y="12357"/>
                      <a:pt x="2306" y="9800"/>
                      <a:pt x="2306" y="6768"/>
                    </a:cubicBezTo>
                    <a:lnTo>
                      <a:pt x="2306" y="6768"/>
                    </a:lnTo>
                    <a:cubicBezTo>
                      <a:pt x="2306" y="3760"/>
                      <a:pt x="3384" y="1204"/>
                      <a:pt x="4887" y="326"/>
                    </a:cubicBezTo>
                    <a:lnTo>
                      <a:pt x="4887" y="326"/>
                    </a:lnTo>
                    <a:cubicBezTo>
                      <a:pt x="5263" y="126"/>
                      <a:pt x="5639" y="1"/>
                      <a:pt x="6040" y="1"/>
                    </a:cubicBezTo>
                    <a:lnTo>
                      <a:pt x="6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33" name="Google Shape;1733;p37"/>
            <p:cNvGrpSpPr/>
            <p:nvPr/>
          </p:nvGrpSpPr>
          <p:grpSpPr>
            <a:xfrm>
              <a:off x="6042151" y="824082"/>
              <a:ext cx="325269" cy="511271"/>
              <a:chOff x="1471100" y="1593200"/>
              <a:chExt cx="235600" cy="370325"/>
            </a:xfrm>
          </p:grpSpPr>
          <p:sp>
            <p:nvSpPr>
              <p:cNvPr id="1734" name="Google Shape;1734;p37"/>
              <p:cNvSpPr/>
              <p:nvPr/>
            </p:nvSpPr>
            <p:spPr>
              <a:xfrm>
                <a:off x="1542525" y="1881425"/>
                <a:ext cx="82100" cy="82100"/>
              </a:xfrm>
              <a:custGeom>
                <a:avLst/>
                <a:gdLst/>
                <a:ahLst/>
                <a:cxnLst/>
                <a:rect l="l" t="t" r="r" b="b"/>
                <a:pathLst>
                  <a:path w="3284" h="3284" extrusionOk="0">
                    <a:moveTo>
                      <a:pt x="0" y="1630"/>
                    </a:moveTo>
                    <a:cubicBezTo>
                      <a:pt x="0" y="2557"/>
                      <a:pt x="727" y="3284"/>
                      <a:pt x="1629" y="3284"/>
                    </a:cubicBezTo>
                    <a:lnTo>
                      <a:pt x="1629" y="3284"/>
                    </a:lnTo>
                    <a:cubicBezTo>
                      <a:pt x="2532" y="3284"/>
                      <a:pt x="3283" y="2557"/>
                      <a:pt x="3283" y="1630"/>
                    </a:cubicBezTo>
                    <a:lnTo>
                      <a:pt x="3283" y="1630"/>
                    </a:lnTo>
                    <a:cubicBezTo>
                      <a:pt x="3283" y="727"/>
                      <a:pt x="2532" y="1"/>
                      <a:pt x="1629" y="1"/>
                    </a:cubicBezTo>
                    <a:lnTo>
                      <a:pt x="1629" y="1"/>
                    </a:lnTo>
                    <a:cubicBezTo>
                      <a:pt x="727" y="1"/>
                      <a:pt x="0" y="727"/>
                      <a:pt x="0" y="1630"/>
                    </a:cubicBez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37"/>
              <p:cNvSpPr/>
              <p:nvPr/>
            </p:nvSpPr>
            <p:spPr>
              <a:xfrm>
                <a:off x="1593275" y="1593200"/>
                <a:ext cx="113425" cy="339000"/>
              </a:xfrm>
              <a:custGeom>
                <a:avLst/>
                <a:gdLst/>
                <a:ahLst/>
                <a:cxnLst/>
                <a:rect l="l" t="t" r="r" b="b"/>
                <a:pathLst>
                  <a:path w="4537" h="13560" extrusionOk="0">
                    <a:moveTo>
                      <a:pt x="0" y="326"/>
                    </a:moveTo>
                    <a:cubicBezTo>
                      <a:pt x="1003" y="903"/>
                      <a:pt x="1805" y="2181"/>
                      <a:pt x="2231" y="3835"/>
                    </a:cubicBezTo>
                    <a:lnTo>
                      <a:pt x="2231" y="3835"/>
                    </a:lnTo>
                    <a:lnTo>
                      <a:pt x="4537" y="3835"/>
                    </a:lnTo>
                    <a:cubicBezTo>
                      <a:pt x="3935" y="1555"/>
                      <a:pt x="2657" y="1"/>
                      <a:pt x="1153" y="1"/>
                    </a:cubicBezTo>
                    <a:lnTo>
                      <a:pt x="1153" y="1"/>
                    </a:lnTo>
                    <a:cubicBezTo>
                      <a:pt x="752" y="1"/>
                      <a:pt x="376" y="126"/>
                      <a:pt x="0" y="326"/>
                    </a:cubicBezTo>
                    <a:close/>
                    <a:moveTo>
                      <a:pt x="0" y="13234"/>
                    </a:moveTo>
                    <a:cubicBezTo>
                      <a:pt x="376" y="13434"/>
                      <a:pt x="752" y="13560"/>
                      <a:pt x="1153" y="13560"/>
                    </a:cubicBezTo>
                    <a:lnTo>
                      <a:pt x="1153" y="13560"/>
                    </a:lnTo>
                    <a:cubicBezTo>
                      <a:pt x="1178" y="13560"/>
                      <a:pt x="1178" y="13560"/>
                      <a:pt x="1203" y="13560"/>
                    </a:cubicBezTo>
                    <a:lnTo>
                      <a:pt x="1203" y="13560"/>
                    </a:lnTo>
                    <a:cubicBezTo>
                      <a:pt x="1228" y="13434"/>
                      <a:pt x="1253" y="13309"/>
                      <a:pt x="1253" y="13159"/>
                    </a:cubicBezTo>
                    <a:lnTo>
                      <a:pt x="1253" y="13159"/>
                    </a:lnTo>
                    <a:cubicBezTo>
                      <a:pt x="1253" y="12858"/>
                      <a:pt x="1153" y="12557"/>
                      <a:pt x="1028" y="12332"/>
                    </a:cubicBezTo>
                    <a:lnTo>
                      <a:pt x="1028" y="12332"/>
                    </a:lnTo>
                    <a:cubicBezTo>
                      <a:pt x="702" y="12707"/>
                      <a:pt x="376" y="13008"/>
                      <a:pt x="0" y="132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37"/>
              <p:cNvSpPr/>
              <p:nvPr/>
            </p:nvSpPr>
            <p:spPr>
              <a:xfrm>
                <a:off x="1471100" y="1593200"/>
                <a:ext cx="151025" cy="339000"/>
              </a:xfrm>
              <a:custGeom>
                <a:avLst/>
                <a:gdLst/>
                <a:ahLst/>
                <a:cxnLst/>
                <a:rect l="l" t="t" r="r" b="b"/>
                <a:pathLst>
                  <a:path w="6041" h="13560" extrusionOk="0">
                    <a:moveTo>
                      <a:pt x="3734" y="1"/>
                    </a:moveTo>
                    <a:cubicBezTo>
                      <a:pt x="1679" y="1"/>
                      <a:pt x="0" y="3033"/>
                      <a:pt x="0" y="6768"/>
                    </a:cubicBezTo>
                    <a:lnTo>
                      <a:pt x="0" y="6768"/>
                    </a:lnTo>
                    <a:cubicBezTo>
                      <a:pt x="0" y="10527"/>
                      <a:pt x="1679" y="13560"/>
                      <a:pt x="3734" y="13560"/>
                    </a:cubicBezTo>
                    <a:lnTo>
                      <a:pt x="3734" y="13560"/>
                    </a:lnTo>
                    <a:lnTo>
                      <a:pt x="6040" y="13560"/>
                    </a:lnTo>
                    <a:cubicBezTo>
                      <a:pt x="5639" y="13560"/>
                      <a:pt x="5263" y="13434"/>
                      <a:pt x="4887" y="13234"/>
                    </a:cubicBezTo>
                    <a:lnTo>
                      <a:pt x="4887" y="13234"/>
                    </a:lnTo>
                    <a:cubicBezTo>
                      <a:pt x="3384" y="12357"/>
                      <a:pt x="2306" y="9800"/>
                      <a:pt x="2306" y="6768"/>
                    </a:cubicBezTo>
                    <a:lnTo>
                      <a:pt x="2306" y="6768"/>
                    </a:lnTo>
                    <a:cubicBezTo>
                      <a:pt x="2306" y="3760"/>
                      <a:pt x="3384" y="1204"/>
                      <a:pt x="4887" y="326"/>
                    </a:cubicBezTo>
                    <a:lnTo>
                      <a:pt x="4887" y="326"/>
                    </a:lnTo>
                    <a:cubicBezTo>
                      <a:pt x="5263" y="126"/>
                      <a:pt x="5639" y="1"/>
                      <a:pt x="6040" y="1"/>
                    </a:cubicBezTo>
                    <a:lnTo>
                      <a:pt x="6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37" name="Google Shape;1737;p37"/>
            <p:cNvGrpSpPr/>
            <p:nvPr/>
          </p:nvGrpSpPr>
          <p:grpSpPr>
            <a:xfrm>
              <a:off x="6546452" y="824082"/>
              <a:ext cx="325269" cy="511271"/>
              <a:chOff x="1471100" y="1593200"/>
              <a:chExt cx="235600" cy="370325"/>
            </a:xfrm>
          </p:grpSpPr>
          <p:sp>
            <p:nvSpPr>
              <p:cNvPr id="1738" name="Google Shape;1738;p37"/>
              <p:cNvSpPr/>
              <p:nvPr/>
            </p:nvSpPr>
            <p:spPr>
              <a:xfrm>
                <a:off x="1542525" y="1881425"/>
                <a:ext cx="82100" cy="82100"/>
              </a:xfrm>
              <a:custGeom>
                <a:avLst/>
                <a:gdLst/>
                <a:ahLst/>
                <a:cxnLst/>
                <a:rect l="l" t="t" r="r" b="b"/>
                <a:pathLst>
                  <a:path w="3284" h="3284" extrusionOk="0">
                    <a:moveTo>
                      <a:pt x="0" y="1630"/>
                    </a:moveTo>
                    <a:cubicBezTo>
                      <a:pt x="0" y="2557"/>
                      <a:pt x="727" y="3284"/>
                      <a:pt x="1629" y="3284"/>
                    </a:cubicBezTo>
                    <a:lnTo>
                      <a:pt x="1629" y="3284"/>
                    </a:lnTo>
                    <a:cubicBezTo>
                      <a:pt x="2532" y="3284"/>
                      <a:pt x="3283" y="2557"/>
                      <a:pt x="3283" y="1630"/>
                    </a:cubicBezTo>
                    <a:lnTo>
                      <a:pt x="3283" y="1630"/>
                    </a:lnTo>
                    <a:cubicBezTo>
                      <a:pt x="3283" y="727"/>
                      <a:pt x="2532" y="1"/>
                      <a:pt x="1629" y="1"/>
                    </a:cubicBezTo>
                    <a:lnTo>
                      <a:pt x="1629" y="1"/>
                    </a:lnTo>
                    <a:cubicBezTo>
                      <a:pt x="727" y="1"/>
                      <a:pt x="0" y="727"/>
                      <a:pt x="0" y="1630"/>
                    </a:cubicBez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37"/>
              <p:cNvSpPr/>
              <p:nvPr/>
            </p:nvSpPr>
            <p:spPr>
              <a:xfrm>
                <a:off x="1593275" y="1593200"/>
                <a:ext cx="113425" cy="339000"/>
              </a:xfrm>
              <a:custGeom>
                <a:avLst/>
                <a:gdLst/>
                <a:ahLst/>
                <a:cxnLst/>
                <a:rect l="l" t="t" r="r" b="b"/>
                <a:pathLst>
                  <a:path w="4537" h="13560" extrusionOk="0">
                    <a:moveTo>
                      <a:pt x="0" y="326"/>
                    </a:moveTo>
                    <a:cubicBezTo>
                      <a:pt x="1003" y="903"/>
                      <a:pt x="1805" y="2181"/>
                      <a:pt x="2231" y="3835"/>
                    </a:cubicBezTo>
                    <a:lnTo>
                      <a:pt x="2231" y="3835"/>
                    </a:lnTo>
                    <a:lnTo>
                      <a:pt x="4537" y="3835"/>
                    </a:lnTo>
                    <a:cubicBezTo>
                      <a:pt x="3935" y="1555"/>
                      <a:pt x="2657" y="1"/>
                      <a:pt x="1153" y="1"/>
                    </a:cubicBezTo>
                    <a:lnTo>
                      <a:pt x="1153" y="1"/>
                    </a:lnTo>
                    <a:cubicBezTo>
                      <a:pt x="752" y="1"/>
                      <a:pt x="376" y="126"/>
                      <a:pt x="0" y="326"/>
                    </a:cubicBezTo>
                    <a:close/>
                    <a:moveTo>
                      <a:pt x="0" y="13234"/>
                    </a:moveTo>
                    <a:cubicBezTo>
                      <a:pt x="376" y="13434"/>
                      <a:pt x="752" y="13560"/>
                      <a:pt x="1153" y="13560"/>
                    </a:cubicBezTo>
                    <a:lnTo>
                      <a:pt x="1153" y="13560"/>
                    </a:lnTo>
                    <a:cubicBezTo>
                      <a:pt x="1178" y="13560"/>
                      <a:pt x="1178" y="13560"/>
                      <a:pt x="1203" y="13560"/>
                    </a:cubicBezTo>
                    <a:lnTo>
                      <a:pt x="1203" y="13560"/>
                    </a:lnTo>
                    <a:cubicBezTo>
                      <a:pt x="1228" y="13434"/>
                      <a:pt x="1253" y="13309"/>
                      <a:pt x="1253" y="13159"/>
                    </a:cubicBezTo>
                    <a:lnTo>
                      <a:pt x="1253" y="13159"/>
                    </a:lnTo>
                    <a:cubicBezTo>
                      <a:pt x="1253" y="12858"/>
                      <a:pt x="1153" y="12557"/>
                      <a:pt x="1028" y="12332"/>
                    </a:cubicBezTo>
                    <a:lnTo>
                      <a:pt x="1028" y="12332"/>
                    </a:lnTo>
                    <a:cubicBezTo>
                      <a:pt x="702" y="12707"/>
                      <a:pt x="376" y="13008"/>
                      <a:pt x="0" y="132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37"/>
              <p:cNvSpPr/>
              <p:nvPr/>
            </p:nvSpPr>
            <p:spPr>
              <a:xfrm>
                <a:off x="1471100" y="1593200"/>
                <a:ext cx="151025" cy="339000"/>
              </a:xfrm>
              <a:custGeom>
                <a:avLst/>
                <a:gdLst/>
                <a:ahLst/>
                <a:cxnLst/>
                <a:rect l="l" t="t" r="r" b="b"/>
                <a:pathLst>
                  <a:path w="6041" h="13560" extrusionOk="0">
                    <a:moveTo>
                      <a:pt x="3734" y="1"/>
                    </a:moveTo>
                    <a:cubicBezTo>
                      <a:pt x="1679" y="1"/>
                      <a:pt x="0" y="3033"/>
                      <a:pt x="0" y="6768"/>
                    </a:cubicBezTo>
                    <a:lnTo>
                      <a:pt x="0" y="6768"/>
                    </a:lnTo>
                    <a:cubicBezTo>
                      <a:pt x="0" y="10527"/>
                      <a:pt x="1679" y="13560"/>
                      <a:pt x="3734" y="13560"/>
                    </a:cubicBezTo>
                    <a:lnTo>
                      <a:pt x="3734" y="13560"/>
                    </a:lnTo>
                    <a:lnTo>
                      <a:pt x="6040" y="13560"/>
                    </a:lnTo>
                    <a:cubicBezTo>
                      <a:pt x="5639" y="13560"/>
                      <a:pt x="5263" y="13434"/>
                      <a:pt x="4887" y="13234"/>
                    </a:cubicBezTo>
                    <a:lnTo>
                      <a:pt x="4887" y="13234"/>
                    </a:lnTo>
                    <a:cubicBezTo>
                      <a:pt x="3384" y="12357"/>
                      <a:pt x="2306" y="9800"/>
                      <a:pt x="2306" y="6768"/>
                    </a:cubicBezTo>
                    <a:lnTo>
                      <a:pt x="2306" y="6768"/>
                    </a:lnTo>
                    <a:cubicBezTo>
                      <a:pt x="2306" y="3760"/>
                      <a:pt x="3384" y="1204"/>
                      <a:pt x="4887" y="326"/>
                    </a:cubicBezTo>
                    <a:lnTo>
                      <a:pt x="4887" y="326"/>
                    </a:lnTo>
                    <a:cubicBezTo>
                      <a:pt x="5263" y="126"/>
                      <a:pt x="5639" y="1"/>
                      <a:pt x="6040" y="1"/>
                    </a:cubicBezTo>
                    <a:lnTo>
                      <a:pt x="6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1" name="Google Shape;1741;p37"/>
            <p:cNvGrpSpPr/>
            <p:nvPr/>
          </p:nvGrpSpPr>
          <p:grpSpPr>
            <a:xfrm>
              <a:off x="7050753" y="824082"/>
              <a:ext cx="325269" cy="511271"/>
              <a:chOff x="1471100" y="1593200"/>
              <a:chExt cx="235600" cy="370325"/>
            </a:xfrm>
          </p:grpSpPr>
          <p:sp>
            <p:nvSpPr>
              <p:cNvPr id="1742" name="Google Shape;1742;p37"/>
              <p:cNvSpPr/>
              <p:nvPr/>
            </p:nvSpPr>
            <p:spPr>
              <a:xfrm>
                <a:off x="1542525" y="1881425"/>
                <a:ext cx="82100" cy="82100"/>
              </a:xfrm>
              <a:custGeom>
                <a:avLst/>
                <a:gdLst/>
                <a:ahLst/>
                <a:cxnLst/>
                <a:rect l="l" t="t" r="r" b="b"/>
                <a:pathLst>
                  <a:path w="3284" h="3284" extrusionOk="0">
                    <a:moveTo>
                      <a:pt x="0" y="1630"/>
                    </a:moveTo>
                    <a:cubicBezTo>
                      <a:pt x="0" y="2557"/>
                      <a:pt x="727" y="3284"/>
                      <a:pt x="1629" y="3284"/>
                    </a:cubicBezTo>
                    <a:lnTo>
                      <a:pt x="1629" y="3284"/>
                    </a:lnTo>
                    <a:cubicBezTo>
                      <a:pt x="2532" y="3284"/>
                      <a:pt x="3283" y="2557"/>
                      <a:pt x="3283" y="1630"/>
                    </a:cubicBezTo>
                    <a:lnTo>
                      <a:pt x="3283" y="1630"/>
                    </a:lnTo>
                    <a:cubicBezTo>
                      <a:pt x="3283" y="727"/>
                      <a:pt x="2532" y="1"/>
                      <a:pt x="1629" y="1"/>
                    </a:cubicBezTo>
                    <a:lnTo>
                      <a:pt x="1629" y="1"/>
                    </a:lnTo>
                    <a:cubicBezTo>
                      <a:pt x="727" y="1"/>
                      <a:pt x="0" y="727"/>
                      <a:pt x="0" y="1630"/>
                    </a:cubicBez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37"/>
              <p:cNvSpPr/>
              <p:nvPr/>
            </p:nvSpPr>
            <p:spPr>
              <a:xfrm>
                <a:off x="1593275" y="1593200"/>
                <a:ext cx="113425" cy="339000"/>
              </a:xfrm>
              <a:custGeom>
                <a:avLst/>
                <a:gdLst/>
                <a:ahLst/>
                <a:cxnLst/>
                <a:rect l="l" t="t" r="r" b="b"/>
                <a:pathLst>
                  <a:path w="4537" h="13560" extrusionOk="0">
                    <a:moveTo>
                      <a:pt x="0" y="326"/>
                    </a:moveTo>
                    <a:cubicBezTo>
                      <a:pt x="1003" y="903"/>
                      <a:pt x="1805" y="2181"/>
                      <a:pt x="2231" y="3835"/>
                    </a:cubicBezTo>
                    <a:lnTo>
                      <a:pt x="2231" y="3835"/>
                    </a:lnTo>
                    <a:lnTo>
                      <a:pt x="4537" y="3835"/>
                    </a:lnTo>
                    <a:cubicBezTo>
                      <a:pt x="3935" y="1555"/>
                      <a:pt x="2657" y="1"/>
                      <a:pt x="1153" y="1"/>
                    </a:cubicBezTo>
                    <a:lnTo>
                      <a:pt x="1153" y="1"/>
                    </a:lnTo>
                    <a:cubicBezTo>
                      <a:pt x="752" y="1"/>
                      <a:pt x="376" y="126"/>
                      <a:pt x="0" y="326"/>
                    </a:cubicBezTo>
                    <a:close/>
                    <a:moveTo>
                      <a:pt x="0" y="13234"/>
                    </a:moveTo>
                    <a:cubicBezTo>
                      <a:pt x="376" y="13434"/>
                      <a:pt x="752" y="13560"/>
                      <a:pt x="1153" y="13560"/>
                    </a:cubicBezTo>
                    <a:lnTo>
                      <a:pt x="1153" y="13560"/>
                    </a:lnTo>
                    <a:cubicBezTo>
                      <a:pt x="1178" y="13560"/>
                      <a:pt x="1178" y="13560"/>
                      <a:pt x="1203" y="13560"/>
                    </a:cubicBezTo>
                    <a:lnTo>
                      <a:pt x="1203" y="13560"/>
                    </a:lnTo>
                    <a:cubicBezTo>
                      <a:pt x="1228" y="13434"/>
                      <a:pt x="1253" y="13309"/>
                      <a:pt x="1253" y="13159"/>
                    </a:cubicBezTo>
                    <a:lnTo>
                      <a:pt x="1253" y="13159"/>
                    </a:lnTo>
                    <a:cubicBezTo>
                      <a:pt x="1253" y="12858"/>
                      <a:pt x="1153" y="12557"/>
                      <a:pt x="1028" y="12332"/>
                    </a:cubicBezTo>
                    <a:lnTo>
                      <a:pt x="1028" y="12332"/>
                    </a:lnTo>
                    <a:cubicBezTo>
                      <a:pt x="702" y="12707"/>
                      <a:pt x="376" y="13008"/>
                      <a:pt x="0" y="132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37"/>
              <p:cNvSpPr/>
              <p:nvPr/>
            </p:nvSpPr>
            <p:spPr>
              <a:xfrm>
                <a:off x="1471100" y="1593200"/>
                <a:ext cx="151025" cy="339000"/>
              </a:xfrm>
              <a:custGeom>
                <a:avLst/>
                <a:gdLst/>
                <a:ahLst/>
                <a:cxnLst/>
                <a:rect l="l" t="t" r="r" b="b"/>
                <a:pathLst>
                  <a:path w="6041" h="13560" extrusionOk="0">
                    <a:moveTo>
                      <a:pt x="3734" y="1"/>
                    </a:moveTo>
                    <a:cubicBezTo>
                      <a:pt x="1679" y="1"/>
                      <a:pt x="0" y="3033"/>
                      <a:pt x="0" y="6768"/>
                    </a:cubicBezTo>
                    <a:lnTo>
                      <a:pt x="0" y="6768"/>
                    </a:lnTo>
                    <a:cubicBezTo>
                      <a:pt x="0" y="10527"/>
                      <a:pt x="1679" y="13560"/>
                      <a:pt x="3734" y="13560"/>
                    </a:cubicBezTo>
                    <a:lnTo>
                      <a:pt x="3734" y="13560"/>
                    </a:lnTo>
                    <a:lnTo>
                      <a:pt x="6040" y="13560"/>
                    </a:lnTo>
                    <a:cubicBezTo>
                      <a:pt x="5639" y="13560"/>
                      <a:pt x="5263" y="13434"/>
                      <a:pt x="4887" y="13234"/>
                    </a:cubicBezTo>
                    <a:lnTo>
                      <a:pt x="4887" y="13234"/>
                    </a:lnTo>
                    <a:cubicBezTo>
                      <a:pt x="3384" y="12357"/>
                      <a:pt x="2306" y="9800"/>
                      <a:pt x="2306" y="6768"/>
                    </a:cubicBezTo>
                    <a:lnTo>
                      <a:pt x="2306" y="6768"/>
                    </a:lnTo>
                    <a:cubicBezTo>
                      <a:pt x="2306" y="3760"/>
                      <a:pt x="3384" y="1204"/>
                      <a:pt x="4887" y="326"/>
                    </a:cubicBezTo>
                    <a:lnTo>
                      <a:pt x="4887" y="326"/>
                    </a:lnTo>
                    <a:cubicBezTo>
                      <a:pt x="5263" y="126"/>
                      <a:pt x="5639" y="1"/>
                      <a:pt x="6040" y="1"/>
                    </a:cubicBezTo>
                    <a:lnTo>
                      <a:pt x="6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5" name="Google Shape;1745;p37"/>
            <p:cNvGrpSpPr/>
            <p:nvPr/>
          </p:nvGrpSpPr>
          <p:grpSpPr>
            <a:xfrm>
              <a:off x="7555054" y="824082"/>
              <a:ext cx="325269" cy="511271"/>
              <a:chOff x="1471100" y="1593200"/>
              <a:chExt cx="235600" cy="370325"/>
            </a:xfrm>
          </p:grpSpPr>
          <p:sp>
            <p:nvSpPr>
              <p:cNvPr id="1746" name="Google Shape;1746;p37"/>
              <p:cNvSpPr/>
              <p:nvPr/>
            </p:nvSpPr>
            <p:spPr>
              <a:xfrm>
                <a:off x="1542525" y="1881425"/>
                <a:ext cx="82100" cy="82100"/>
              </a:xfrm>
              <a:custGeom>
                <a:avLst/>
                <a:gdLst/>
                <a:ahLst/>
                <a:cxnLst/>
                <a:rect l="l" t="t" r="r" b="b"/>
                <a:pathLst>
                  <a:path w="3284" h="3284" extrusionOk="0">
                    <a:moveTo>
                      <a:pt x="0" y="1630"/>
                    </a:moveTo>
                    <a:cubicBezTo>
                      <a:pt x="0" y="2557"/>
                      <a:pt x="727" y="3284"/>
                      <a:pt x="1629" y="3284"/>
                    </a:cubicBezTo>
                    <a:lnTo>
                      <a:pt x="1629" y="3284"/>
                    </a:lnTo>
                    <a:cubicBezTo>
                      <a:pt x="2532" y="3284"/>
                      <a:pt x="3283" y="2557"/>
                      <a:pt x="3283" y="1630"/>
                    </a:cubicBezTo>
                    <a:lnTo>
                      <a:pt x="3283" y="1630"/>
                    </a:lnTo>
                    <a:cubicBezTo>
                      <a:pt x="3283" y="727"/>
                      <a:pt x="2532" y="1"/>
                      <a:pt x="1629" y="1"/>
                    </a:cubicBezTo>
                    <a:lnTo>
                      <a:pt x="1629" y="1"/>
                    </a:lnTo>
                    <a:cubicBezTo>
                      <a:pt x="727" y="1"/>
                      <a:pt x="0" y="727"/>
                      <a:pt x="0" y="1630"/>
                    </a:cubicBez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37"/>
              <p:cNvSpPr/>
              <p:nvPr/>
            </p:nvSpPr>
            <p:spPr>
              <a:xfrm>
                <a:off x="1593275" y="1593200"/>
                <a:ext cx="113425" cy="339000"/>
              </a:xfrm>
              <a:custGeom>
                <a:avLst/>
                <a:gdLst/>
                <a:ahLst/>
                <a:cxnLst/>
                <a:rect l="l" t="t" r="r" b="b"/>
                <a:pathLst>
                  <a:path w="4537" h="13560" extrusionOk="0">
                    <a:moveTo>
                      <a:pt x="0" y="326"/>
                    </a:moveTo>
                    <a:cubicBezTo>
                      <a:pt x="1003" y="903"/>
                      <a:pt x="1805" y="2181"/>
                      <a:pt x="2231" y="3835"/>
                    </a:cubicBezTo>
                    <a:lnTo>
                      <a:pt x="2231" y="3835"/>
                    </a:lnTo>
                    <a:lnTo>
                      <a:pt x="4537" y="3835"/>
                    </a:lnTo>
                    <a:cubicBezTo>
                      <a:pt x="3935" y="1555"/>
                      <a:pt x="2657" y="1"/>
                      <a:pt x="1153" y="1"/>
                    </a:cubicBezTo>
                    <a:lnTo>
                      <a:pt x="1153" y="1"/>
                    </a:lnTo>
                    <a:cubicBezTo>
                      <a:pt x="752" y="1"/>
                      <a:pt x="376" y="126"/>
                      <a:pt x="0" y="326"/>
                    </a:cubicBezTo>
                    <a:close/>
                    <a:moveTo>
                      <a:pt x="0" y="13234"/>
                    </a:moveTo>
                    <a:cubicBezTo>
                      <a:pt x="376" y="13434"/>
                      <a:pt x="752" y="13560"/>
                      <a:pt x="1153" y="13560"/>
                    </a:cubicBezTo>
                    <a:lnTo>
                      <a:pt x="1153" y="13560"/>
                    </a:lnTo>
                    <a:cubicBezTo>
                      <a:pt x="1178" y="13560"/>
                      <a:pt x="1178" y="13560"/>
                      <a:pt x="1203" y="13560"/>
                    </a:cubicBezTo>
                    <a:lnTo>
                      <a:pt x="1203" y="13560"/>
                    </a:lnTo>
                    <a:cubicBezTo>
                      <a:pt x="1228" y="13434"/>
                      <a:pt x="1253" y="13309"/>
                      <a:pt x="1253" y="13159"/>
                    </a:cubicBezTo>
                    <a:lnTo>
                      <a:pt x="1253" y="13159"/>
                    </a:lnTo>
                    <a:cubicBezTo>
                      <a:pt x="1253" y="12858"/>
                      <a:pt x="1153" y="12557"/>
                      <a:pt x="1028" y="12332"/>
                    </a:cubicBezTo>
                    <a:lnTo>
                      <a:pt x="1028" y="12332"/>
                    </a:lnTo>
                    <a:cubicBezTo>
                      <a:pt x="702" y="12707"/>
                      <a:pt x="376" y="13008"/>
                      <a:pt x="0" y="132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37"/>
              <p:cNvSpPr/>
              <p:nvPr/>
            </p:nvSpPr>
            <p:spPr>
              <a:xfrm>
                <a:off x="1471100" y="1593200"/>
                <a:ext cx="151025" cy="339000"/>
              </a:xfrm>
              <a:custGeom>
                <a:avLst/>
                <a:gdLst/>
                <a:ahLst/>
                <a:cxnLst/>
                <a:rect l="l" t="t" r="r" b="b"/>
                <a:pathLst>
                  <a:path w="6041" h="13560" extrusionOk="0">
                    <a:moveTo>
                      <a:pt x="3734" y="1"/>
                    </a:moveTo>
                    <a:cubicBezTo>
                      <a:pt x="1679" y="1"/>
                      <a:pt x="0" y="3033"/>
                      <a:pt x="0" y="6768"/>
                    </a:cubicBezTo>
                    <a:lnTo>
                      <a:pt x="0" y="6768"/>
                    </a:lnTo>
                    <a:cubicBezTo>
                      <a:pt x="0" y="10527"/>
                      <a:pt x="1679" y="13560"/>
                      <a:pt x="3734" y="13560"/>
                    </a:cubicBezTo>
                    <a:lnTo>
                      <a:pt x="3734" y="13560"/>
                    </a:lnTo>
                    <a:lnTo>
                      <a:pt x="6040" y="13560"/>
                    </a:lnTo>
                    <a:cubicBezTo>
                      <a:pt x="5639" y="13560"/>
                      <a:pt x="5263" y="13434"/>
                      <a:pt x="4887" y="13234"/>
                    </a:cubicBezTo>
                    <a:lnTo>
                      <a:pt x="4887" y="13234"/>
                    </a:lnTo>
                    <a:cubicBezTo>
                      <a:pt x="3384" y="12357"/>
                      <a:pt x="2306" y="9800"/>
                      <a:pt x="2306" y="6768"/>
                    </a:cubicBezTo>
                    <a:lnTo>
                      <a:pt x="2306" y="6768"/>
                    </a:lnTo>
                    <a:cubicBezTo>
                      <a:pt x="2306" y="3760"/>
                      <a:pt x="3384" y="1204"/>
                      <a:pt x="4887" y="326"/>
                    </a:cubicBezTo>
                    <a:lnTo>
                      <a:pt x="4887" y="326"/>
                    </a:lnTo>
                    <a:cubicBezTo>
                      <a:pt x="5263" y="126"/>
                      <a:pt x="5639" y="1"/>
                      <a:pt x="6040" y="1"/>
                    </a:cubicBezTo>
                    <a:lnTo>
                      <a:pt x="6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9" name="Google Shape;1749;p37"/>
            <p:cNvGrpSpPr/>
            <p:nvPr/>
          </p:nvGrpSpPr>
          <p:grpSpPr>
            <a:xfrm>
              <a:off x="8059354" y="824082"/>
              <a:ext cx="325269" cy="511271"/>
              <a:chOff x="1471100" y="1593200"/>
              <a:chExt cx="235600" cy="370325"/>
            </a:xfrm>
          </p:grpSpPr>
          <p:sp>
            <p:nvSpPr>
              <p:cNvPr id="1750" name="Google Shape;1750;p37"/>
              <p:cNvSpPr/>
              <p:nvPr/>
            </p:nvSpPr>
            <p:spPr>
              <a:xfrm>
                <a:off x="1542525" y="1881425"/>
                <a:ext cx="82100" cy="82100"/>
              </a:xfrm>
              <a:custGeom>
                <a:avLst/>
                <a:gdLst/>
                <a:ahLst/>
                <a:cxnLst/>
                <a:rect l="l" t="t" r="r" b="b"/>
                <a:pathLst>
                  <a:path w="3284" h="3284" extrusionOk="0">
                    <a:moveTo>
                      <a:pt x="0" y="1630"/>
                    </a:moveTo>
                    <a:cubicBezTo>
                      <a:pt x="0" y="2557"/>
                      <a:pt x="727" y="3284"/>
                      <a:pt x="1629" y="3284"/>
                    </a:cubicBezTo>
                    <a:lnTo>
                      <a:pt x="1629" y="3284"/>
                    </a:lnTo>
                    <a:cubicBezTo>
                      <a:pt x="2532" y="3284"/>
                      <a:pt x="3283" y="2557"/>
                      <a:pt x="3283" y="1630"/>
                    </a:cubicBezTo>
                    <a:lnTo>
                      <a:pt x="3283" y="1630"/>
                    </a:lnTo>
                    <a:cubicBezTo>
                      <a:pt x="3283" y="727"/>
                      <a:pt x="2532" y="1"/>
                      <a:pt x="1629" y="1"/>
                    </a:cubicBezTo>
                    <a:lnTo>
                      <a:pt x="1629" y="1"/>
                    </a:lnTo>
                    <a:cubicBezTo>
                      <a:pt x="727" y="1"/>
                      <a:pt x="0" y="727"/>
                      <a:pt x="0" y="1630"/>
                    </a:cubicBez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37"/>
              <p:cNvSpPr/>
              <p:nvPr/>
            </p:nvSpPr>
            <p:spPr>
              <a:xfrm>
                <a:off x="1593275" y="1593200"/>
                <a:ext cx="113425" cy="339000"/>
              </a:xfrm>
              <a:custGeom>
                <a:avLst/>
                <a:gdLst/>
                <a:ahLst/>
                <a:cxnLst/>
                <a:rect l="l" t="t" r="r" b="b"/>
                <a:pathLst>
                  <a:path w="4537" h="13560" extrusionOk="0">
                    <a:moveTo>
                      <a:pt x="0" y="326"/>
                    </a:moveTo>
                    <a:cubicBezTo>
                      <a:pt x="1003" y="903"/>
                      <a:pt x="1805" y="2181"/>
                      <a:pt x="2231" y="3835"/>
                    </a:cubicBezTo>
                    <a:lnTo>
                      <a:pt x="2231" y="3835"/>
                    </a:lnTo>
                    <a:lnTo>
                      <a:pt x="4537" y="3835"/>
                    </a:lnTo>
                    <a:cubicBezTo>
                      <a:pt x="3935" y="1555"/>
                      <a:pt x="2657" y="1"/>
                      <a:pt x="1153" y="1"/>
                    </a:cubicBezTo>
                    <a:lnTo>
                      <a:pt x="1153" y="1"/>
                    </a:lnTo>
                    <a:cubicBezTo>
                      <a:pt x="752" y="1"/>
                      <a:pt x="376" y="126"/>
                      <a:pt x="0" y="326"/>
                    </a:cubicBezTo>
                    <a:close/>
                    <a:moveTo>
                      <a:pt x="0" y="13234"/>
                    </a:moveTo>
                    <a:cubicBezTo>
                      <a:pt x="376" y="13434"/>
                      <a:pt x="752" y="13560"/>
                      <a:pt x="1153" y="13560"/>
                    </a:cubicBezTo>
                    <a:lnTo>
                      <a:pt x="1153" y="13560"/>
                    </a:lnTo>
                    <a:cubicBezTo>
                      <a:pt x="1178" y="13560"/>
                      <a:pt x="1178" y="13560"/>
                      <a:pt x="1203" y="13560"/>
                    </a:cubicBezTo>
                    <a:lnTo>
                      <a:pt x="1203" y="13560"/>
                    </a:lnTo>
                    <a:cubicBezTo>
                      <a:pt x="1228" y="13434"/>
                      <a:pt x="1253" y="13309"/>
                      <a:pt x="1253" y="13159"/>
                    </a:cubicBezTo>
                    <a:lnTo>
                      <a:pt x="1253" y="13159"/>
                    </a:lnTo>
                    <a:cubicBezTo>
                      <a:pt x="1253" y="12858"/>
                      <a:pt x="1153" y="12557"/>
                      <a:pt x="1028" y="12332"/>
                    </a:cubicBezTo>
                    <a:lnTo>
                      <a:pt x="1028" y="12332"/>
                    </a:lnTo>
                    <a:cubicBezTo>
                      <a:pt x="702" y="12707"/>
                      <a:pt x="376" y="13008"/>
                      <a:pt x="0" y="132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37"/>
              <p:cNvSpPr/>
              <p:nvPr/>
            </p:nvSpPr>
            <p:spPr>
              <a:xfrm>
                <a:off x="1471100" y="1593200"/>
                <a:ext cx="151025" cy="339000"/>
              </a:xfrm>
              <a:custGeom>
                <a:avLst/>
                <a:gdLst/>
                <a:ahLst/>
                <a:cxnLst/>
                <a:rect l="l" t="t" r="r" b="b"/>
                <a:pathLst>
                  <a:path w="6041" h="13560" extrusionOk="0">
                    <a:moveTo>
                      <a:pt x="3734" y="1"/>
                    </a:moveTo>
                    <a:cubicBezTo>
                      <a:pt x="1679" y="1"/>
                      <a:pt x="0" y="3033"/>
                      <a:pt x="0" y="6768"/>
                    </a:cubicBezTo>
                    <a:lnTo>
                      <a:pt x="0" y="6768"/>
                    </a:lnTo>
                    <a:cubicBezTo>
                      <a:pt x="0" y="10527"/>
                      <a:pt x="1679" y="13560"/>
                      <a:pt x="3734" y="13560"/>
                    </a:cubicBezTo>
                    <a:lnTo>
                      <a:pt x="3734" y="13560"/>
                    </a:lnTo>
                    <a:lnTo>
                      <a:pt x="6040" y="13560"/>
                    </a:lnTo>
                    <a:cubicBezTo>
                      <a:pt x="5639" y="13560"/>
                      <a:pt x="5263" y="13434"/>
                      <a:pt x="4887" y="13234"/>
                    </a:cubicBezTo>
                    <a:lnTo>
                      <a:pt x="4887" y="13234"/>
                    </a:lnTo>
                    <a:cubicBezTo>
                      <a:pt x="3384" y="12357"/>
                      <a:pt x="2306" y="9800"/>
                      <a:pt x="2306" y="6768"/>
                    </a:cubicBezTo>
                    <a:lnTo>
                      <a:pt x="2306" y="6768"/>
                    </a:lnTo>
                    <a:cubicBezTo>
                      <a:pt x="2306" y="3760"/>
                      <a:pt x="3384" y="1204"/>
                      <a:pt x="4887" y="326"/>
                    </a:cubicBezTo>
                    <a:lnTo>
                      <a:pt x="4887" y="326"/>
                    </a:lnTo>
                    <a:cubicBezTo>
                      <a:pt x="5263" y="126"/>
                      <a:pt x="5639" y="1"/>
                      <a:pt x="6040" y="1"/>
                    </a:cubicBezTo>
                    <a:lnTo>
                      <a:pt x="6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753" name="Google Shape;1753;p37"/>
          <p:cNvSpPr/>
          <p:nvPr/>
        </p:nvSpPr>
        <p:spPr>
          <a:xfrm>
            <a:off x="6528550" y="3253000"/>
            <a:ext cx="2239500" cy="1516200"/>
          </a:xfrm>
          <a:prstGeom prst="rect">
            <a:avLst/>
          </a:pr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37"/>
          <p:cNvSpPr/>
          <p:nvPr/>
        </p:nvSpPr>
        <p:spPr>
          <a:xfrm>
            <a:off x="448600" y="2939975"/>
            <a:ext cx="1555800" cy="1446600"/>
          </a:xfrm>
          <a:prstGeom prst="rect">
            <a:avLst/>
          </a:pr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55" name="Google Shape;1755;p37"/>
          <p:cNvGrpSpPr/>
          <p:nvPr/>
        </p:nvGrpSpPr>
        <p:grpSpPr>
          <a:xfrm flipH="1">
            <a:off x="6860375" y="3481575"/>
            <a:ext cx="1575850" cy="1059050"/>
            <a:chOff x="1614175" y="702900"/>
            <a:chExt cx="1575850" cy="1059050"/>
          </a:xfrm>
        </p:grpSpPr>
        <p:sp>
          <p:nvSpPr>
            <p:cNvPr id="1756" name="Google Shape;1756;p37"/>
            <p:cNvSpPr/>
            <p:nvPr/>
          </p:nvSpPr>
          <p:spPr>
            <a:xfrm>
              <a:off x="1792750" y="1266850"/>
              <a:ext cx="638500" cy="495100"/>
            </a:xfrm>
            <a:custGeom>
              <a:avLst/>
              <a:gdLst/>
              <a:ahLst/>
              <a:cxnLst/>
              <a:rect l="l" t="t" r="r" b="b"/>
              <a:pathLst>
                <a:path w="25540" h="19804" extrusionOk="0">
                  <a:moveTo>
                    <a:pt x="18596" y="1"/>
                  </a:moveTo>
                  <a:cubicBezTo>
                    <a:pt x="18322" y="1"/>
                    <a:pt x="18060" y="123"/>
                    <a:pt x="17945" y="330"/>
                  </a:cubicBezTo>
                  <a:cubicBezTo>
                    <a:pt x="17795" y="581"/>
                    <a:pt x="17870" y="831"/>
                    <a:pt x="18121" y="1007"/>
                  </a:cubicBezTo>
                  <a:lnTo>
                    <a:pt x="18848" y="1508"/>
                  </a:lnTo>
                  <a:lnTo>
                    <a:pt x="18848" y="1508"/>
                  </a:lnTo>
                  <a:lnTo>
                    <a:pt x="16642" y="1032"/>
                  </a:lnTo>
                  <a:cubicBezTo>
                    <a:pt x="16579" y="1017"/>
                    <a:pt x="16514" y="1010"/>
                    <a:pt x="16451" y="1010"/>
                  </a:cubicBezTo>
                  <a:cubicBezTo>
                    <a:pt x="16187" y="1010"/>
                    <a:pt x="15936" y="1131"/>
                    <a:pt x="15815" y="1332"/>
                  </a:cubicBezTo>
                  <a:cubicBezTo>
                    <a:pt x="15690" y="1558"/>
                    <a:pt x="15765" y="1859"/>
                    <a:pt x="16041" y="2034"/>
                  </a:cubicBezTo>
                  <a:lnTo>
                    <a:pt x="17444" y="2836"/>
                  </a:lnTo>
                  <a:lnTo>
                    <a:pt x="17444" y="2836"/>
                  </a:lnTo>
                  <a:lnTo>
                    <a:pt x="13509" y="1909"/>
                  </a:lnTo>
                  <a:cubicBezTo>
                    <a:pt x="13427" y="1885"/>
                    <a:pt x="13343" y="1874"/>
                    <a:pt x="13262" y="1874"/>
                  </a:cubicBezTo>
                  <a:cubicBezTo>
                    <a:pt x="12994" y="1874"/>
                    <a:pt x="12747" y="1993"/>
                    <a:pt x="12632" y="2185"/>
                  </a:cubicBezTo>
                  <a:cubicBezTo>
                    <a:pt x="12482" y="2460"/>
                    <a:pt x="12582" y="2761"/>
                    <a:pt x="12908" y="2911"/>
                  </a:cubicBezTo>
                  <a:lnTo>
                    <a:pt x="14587" y="3663"/>
                  </a:lnTo>
                  <a:lnTo>
                    <a:pt x="5213" y="1107"/>
                  </a:lnTo>
                  <a:cubicBezTo>
                    <a:pt x="5121" y="1074"/>
                    <a:pt x="5026" y="1058"/>
                    <a:pt x="4934" y="1058"/>
                  </a:cubicBezTo>
                  <a:cubicBezTo>
                    <a:pt x="4678" y="1058"/>
                    <a:pt x="4440" y="1180"/>
                    <a:pt x="4311" y="1383"/>
                  </a:cubicBezTo>
                  <a:cubicBezTo>
                    <a:pt x="4161" y="1633"/>
                    <a:pt x="4286" y="1959"/>
                    <a:pt x="4587" y="2109"/>
                  </a:cubicBezTo>
                  <a:cubicBezTo>
                    <a:pt x="6015" y="2811"/>
                    <a:pt x="8697" y="3438"/>
                    <a:pt x="10502" y="4315"/>
                  </a:cubicBezTo>
                  <a:cubicBezTo>
                    <a:pt x="7745" y="3237"/>
                    <a:pt x="4637" y="2611"/>
                    <a:pt x="4462" y="2510"/>
                  </a:cubicBezTo>
                  <a:lnTo>
                    <a:pt x="4436" y="2535"/>
                  </a:lnTo>
                  <a:cubicBezTo>
                    <a:pt x="4249" y="2452"/>
                    <a:pt x="4096" y="2408"/>
                    <a:pt x="3963" y="2408"/>
                  </a:cubicBezTo>
                  <a:cubicBezTo>
                    <a:pt x="3777" y="2408"/>
                    <a:pt x="3631" y="2495"/>
                    <a:pt x="3484" y="2686"/>
                  </a:cubicBezTo>
                  <a:cubicBezTo>
                    <a:pt x="3259" y="2936"/>
                    <a:pt x="3359" y="3287"/>
                    <a:pt x="3685" y="3463"/>
                  </a:cubicBezTo>
                  <a:cubicBezTo>
                    <a:pt x="3760" y="3513"/>
                    <a:pt x="6792" y="4415"/>
                    <a:pt x="9549" y="5869"/>
                  </a:cubicBezTo>
                  <a:lnTo>
                    <a:pt x="3735" y="3939"/>
                  </a:lnTo>
                  <a:cubicBezTo>
                    <a:pt x="3630" y="3891"/>
                    <a:pt x="3518" y="3868"/>
                    <a:pt x="3407" y="3868"/>
                  </a:cubicBezTo>
                  <a:cubicBezTo>
                    <a:pt x="3172" y="3868"/>
                    <a:pt x="2944" y="3969"/>
                    <a:pt x="2807" y="4139"/>
                  </a:cubicBezTo>
                  <a:cubicBezTo>
                    <a:pt x="2607" y="4390"/>
                    <a:pt x="2707" y="4716"/>
                    <a:pt x="3008" y="4891"/>
                  </a:cubicBezTo>
                  <a:lnTo>
                    <a:pt x="13033" y="9703"/>
                  </a:lnTo>
                  <a:lnTo>
                    <a:pt x="2958" y="5894"/>
                  </a:lnTo>
                  <a:cubicBezTo>
                    <a:pt x="2854" y="5854"/>
                    <a:pt x="2740" y="5834"/>
                    <a:pt x="2626" y="5834"/>
                  </a:cubicBezTo>
                  <a:cubicBezTo>
                    <a:pt x="2383" y="5834"/>
                    <a:pt x="2142" y="5924"/>
                    <a:pt x="2005" y="6094"/>
                  </a:cubicBezTo>
                  <a:cubicBezTo>
                    <a:pt x="1830" y="6370"/>
                    <a:pt x="1905" y="6696"/>
                    <a:pt x="2231" y="6871"/>
                  </a:cubicBezTo>
                  <a:lnTo>
                    <a:pt x="13459" y="12285"/>
                  </a:lnTo>
                  <a:lnTo>
                    <a:pt x="2782" y="7749"/>
                  </a:lnTo>
                  <a:cubicBezTo>
                    <a:pt x="2678" y="7700"/>
                    <a:pt x="2563" y="7678"/>
                    <a:pt x="2450" y="7678"/>
                  </a:cubicBezTo>
                  <a:cubicBezTo>
                    <a:pt x="2209" y="7678"/>
                    <a:pt x="1974" y="7779"/>
                    <a:pt x="1855" y="7949"/>
                  </a:cubicBezTo>
                  <a:cubicBezTo>
                    <a:pt x="1654" y="8200"/>
                    <a:pt x="1755" y="8551"/>
                    <a:pt x="2055" y="8701"/>
                  </a:cubicBezTo>
                  <a:lnTo>
                    <a:pt x="9098" y="12410"/>
                  </a:lnTo>
                  <a:lnTo>
                    <a:pt x="9098" y="12410"/>
                  </a:lnTo>
                  <a:lnTo>
                    <a:pt x="2331" y="9503"/>
                  </a:lnTo>
                  <a:cubicBezTo>
                    <a:pt x="2229" y="9464"/>
                    <a:pt x="2120" y="9444"/>
                    <a:pt x="2012" y="9444"/>
                  </a:cubicBezTo>
                  <a:cubicBezTo>
                    <a:pt x="1774" y="9444"/>
                    <a:pt x="1542" y="9539"/>
                    <a:pt x="1404" y="9728"/>
                  </a:cubicBezTo>
                  <a:cubicBezTo>
                    <a:pt x="1228" y="9979"/>
                    <a:pt x="1304" y="10305"/>
                    <a:pt x="1604" y="10480"/>
                  </a:cubicBezTo>
                  <a:lnTo>
                    <a:pt x="9374" y="14891"/>
                  </a:lnTo>
                  <a:lnTo>
                    <a:pt x="1629" y="11708"/>
                  </a:lnTo>
                  <a:cubicBezTo>
                    <a:pt x="1526" y="11668"/>
                    <a:pt x="1414" y="11649"/>
                    <a:pt x="1304" y="11649"/>
                  </a:cubicBezTo>
                  <a:cubicBezTo>
                    <a:pt x="1068" y="11649"/>
                    <a:pt x="839" y="11738"/>
                    <a:pt x="702" y="11909"/>
                  </a:cubicBezTo>
                  <a:cubicBezTo>
                    <a:pt x="502" y="12185"/>
                    <a:pt x="602" y="12510"/>
                    <a:pt x="903" y="12686"/>
                  </a:cubicBezTo>
                  <a:lnTo>
                    <a:pt x="6316" y="15744"/>
                  </a:lnTo>
                  <a:lnTo>
                    <a:pt x="1429" y="13889"/>
                  </a:lnTo>
                  <a:cubicBezTo>
                    <a:pt x="1336" y="13860"/>
                    <a:pt x="1237" y="13846"/>
                    <a:pt x="1138" y="13846"/>
                  </a:cubicBezTo>
                  <a:cubicBezTo>
                    <a:pt x="892" y="13846"/>
                    <a:pt x="652" y="13935"/>
                    <a:pt x="527" y="14114"/>
                  </a:cubicBezTo>
                  <a:cubicBezTo>
                    <a:pt x="351" y="14365"/>
                    <a:pt x="426" y="14691"/>
                    <a:pt x="702" y="14866"/>
                  </a:cubicBezTo>
                  <a:lnTo>
                    <a:pt x="3735" y="16671"/>
                  </a:lnTo>
                  <a:lnTo>
                    <a:pt x="1053" y="15744"/>
                  </a:lnTo>
                  <a:cubicBezTo>
                    <a:pt x="958" y="15707"/>
                    <a:pt x="858" y="15690"/>
                    <a:pt x="761" y="15690"/>
                  </a:cubicBezTo>
                  <a:cubicBezTo>
                    <a:pt x="525" y="15690"/>
                    <a:pt x="300" y="15792"/>
                    <a:pt x="176" y="15969"/>
                  </a:cubicBezTo>
                  <a:cubicBezTo>
                    <a:pt x="0" y="16195"/>
                    <a:pt x="50" y="16520"/>
                    <a:pt x="326" y="16696"/>
                  </a:cubicBezTo>
                  <a:lnTo>
                    <a:pt x="1454" y="17448"/>
                  </a:lnTo>
                  <a:lnTo>
                    <a:pt x="1203" y="17373"/>
                  </a:lnTo>
                  <a:cubicBezTo>
                    <a:pt x="1114" y="17343"/>
                    <a:pt x="1022" y="17328"/>
                    <a:pt x="931" y="17328"/>
                  </a:cubicBezTo>
                  <a:cubicBezTo>
                    <a:pt x="719" y="17328"/>
                    <a:pt x="517" y="17407"/>
                    <a:pt x="376" y="17548"/>
                  </a:cubicBezTo>
                  <a:cubicBezTo>
                    <a:pt x="201" y="17774"/>
                    <a:pt x="201" y="18049"/>
                    <a:pt x="401" y="18250"/>
                  </a:cubicBezTo>
                  <a:lnTo>
                    <a:pt x="1554" y="19378"/>
                  </a:lnTo>
                  <a:cubicBezTo>
                    <a:pt x="1693" y="19517"/>
                    <a:pt x="1887" y="19587"/>
                    <a:pt x="2083" y="19587"/>
                  </a:cubicBezTo>
                  <a:cubicBezTo>
                    <a:pt x="2240" y="19587"/>
                    <a:pt x="2398" y="19542"/>
                    <a:pt x="2532" y="19453"/>
                  </a:cubicBezTo>
                  <a:cubicBezTo>
                    <a:pt x="2682" y="19353"/>
                    <a:pt x="2782" y="19227"/>
                    <a:pt x="2807" y="19077"/>
                  </a:cubicBezTo>
                  <a:lnTo>
                    <a:pt x="5013" y="19754"/>
                  </a:lnTo>
                  <a:cubicBezTo>
                    <a:pt x="5088" y="19779"/>
                    <a:pt x="5188" y="19804"/>
                    <a:pt x="5264" y="19804"/>
                  </a:cubicBezTo>
                  <a:cubicBezTo>
                    <a:pt x="5514" y="19804"/>
                    <a:pt x="5740" y="19703"/>
                    <a:pt x="5865" y="19528"/>
                  </a:cubicBezTo>
                  <a:cubicBezTo>
                    <a:pt x="6040" y="19277"/>
                    <a:pt x="5990" y="18977"/>
                    <a:pt x="5715" y="18801"/>
                  </a:cubicBezTo>
                  <a:lnTo>
                    <a:pt x="5088" y="18400"/>
                  </a:lnTo>
                  <a:lnTo>
                    <a:pt x="8772" y="19678"/>
                  </a:lnTo>
                  <a:cubicBezTo>
                    <a:pt x="8867" y="19715"/>
                    <a:pt x="8967" y="19732"/>
                    <a:pt x="9065" y="19732"/>
                  </a:cubicBezTo>
                  <a:cubicBezTo>
                    <a:pt x="9303" y="19732"/>
                    <a:pt x="9533" y="19630"/>
                    <a:pt x="9675" y="19453"/>
                  </a:cubicBezTo>
                  <a:cubicBezTo>
                    <a:pt x="9850" y="19202"/>
                    <a:pt x="9775" y="18876"/>
                    <a:pt x="9474" y="18701"/>
                  </a:cubicBezTo>
                  <a:lnTo>
                    <a:pt x="7068" y="17272"/>
                  </a:lnTo>
                  <a:lnTo>
                    <a:pt x="12958" y="19478"/>
                  </a:lnTo>
                  <a:cubicBezTo>
                    <a:pt x="13060" y="19514"/>
                    <a:pt x="13165" y="19532"/>
                    <a:pt x="13266" y="19532"/>
                  </a:cubicBezTo>
                  <a:cubicBezTo>
                    <a:pt x="13511" y="19532"/>
                    <a:pt x="13736" y="19430"/>
                    <a:pt x="13860" y="19252"/>
                  </a:cubicBezTo>
                  <a:cubicBezTo>
                    <a:pt x="14061" y="19002"/>
                    <a:pt x="13960" y="18676"/>
                    <a:pt x="13660" y="18500"/>
                  </a:cubicBezTo>
                  <a:lnTo>
                    <a:pt x="9900" y="16370"/>
                  </a:lnTo>
                  <a:lnTo>
                    <a:pt x="17444" y="19478"/>
                  </a:lnTo>
                  <a:cubicBezTo>
                    <a:pt x="17546" y="19517"/>
                    <a:pt x="17655" y="19537"/>
                    <a:pt x="17763" y="19537"/>
                  </a:cubicBezTo>
                  <a:cubicBezTo>
                    <a:pt x="18001" y="19537"/>
                    <a:pt x="18234" y="19442"/>
                    <a:pt x="18371" y="19252"/>
                  </a:cubicBezTo>
                  <a:cubicBezTo>
                    <a:pt x="18547" y="19002"/>
                    <a:pt x="18472" y="18676"/>
                    <a:pt x="18171" y="18500"/>
                  </a:cubicBezTo>
                  <a:lnTo>
                    <a:pt x="11454" y="14691"/>
                  </a:lnTo>
                  <a:lnTo>
                    <a:pt x="22256" y="19302"/>
                  </a:lnTo>
                  <a:cubicBezTo>
                    <a:pt x="22361" y="19351"/>
                    <a:pt x="22475" y="19373"/>
                    <a:pt x="22589" y="19373"/>
                  </a:cubicBezTo>
                  <a:cubicBezTo>
                    <a:pt x="22829" y="19373"/>
                    <a:pt x="23064" y="19272"/>
                    <a:pt x="23183" y="19102"/>
                  </a:cubicBezTo>
                  <a:cubicBezTo>
                    <a:pt x="23384" y="18826"/>
                    <a:pt x="23284" y="18500"/>
                    <a:pt x="22958" y="18350"/>
                  </a:cubicBezTo>
                  <a:lnTo>
                    <a:pt x="15765" y="14566"/>
                  </a:lnTo>
                  <a:lnTo>
                    <a:pt x="15765" y="14566"/>
                  </a:lnTo>
                  <a:lnTo>
                    <a:pt x="24161" y="18150"/>
                  </a:lnTo>
                  <a:cubicBezTo>
                    <a:pt x="24263" y="18189"/>
                    <a:pt x="24374" y="18208"/>
                    <a:pt x="24485" y="18208"/>
                  </a:cubicBezTo>
                  <a:cubicBezTo>
                    <a:pt x="24729" y="18208"/>
                    <a:pt x="24968" y="18114"/>
                    <a:pt x="25088" y="17924"/>
                  </a:cubicBezTo>
                  <a:cubicBezTo>
                    <a:pt x="25289" y="17673"/>
                    <a:pt x="25188" y="17348"/>
                    <a:pt x="24888" y="17172"/>
                  </a:cubicBezTo>
                  <a:lnTo>
                    <a:pt x="15790" y="12210"/>
                  </a:lnTo>
                  <a:lnTo>
                    <a:pt x="15790" y="12210"/>
                  </a:lnTo>
                  <a:lnTo>
                    <a:pt x="24412" y="15969"/>
                  </a:lnTo>
                  <a:cubicBezTo>
                    <a:pt x="24516" y="16017"/>
                    <a:pt x="24628" y="16040"/>
                    <a:pt x="24739" y="16040"/>
                  </a:cubicBezTo>
                  <a:cubicBezTo>
                    <a:pt x="24974" y="16040"/>
                    <a:pt x="25203" y="15939"/>
                    <a:pt x="25339" y="15769"/>
                  </a:cubicBezTo>
                  <a:cubicBezTo>
                    <a:pt x="25539" y="15518"/>
                    <a:pt x="25439" y="15192"/>
                    <a:pt x="25138" y="15017"/>
                  </a:cubicBezTo>
                  <a:lnTo>
                    <a:pt x="16291" y="10129"/>
                  </a:lnTo>
                  <a:lnTo>
                    <a:pt x="16291" y="10129"/>
                  </a:lnTo>
                  <a:lnTo>
                    <a:pt x="23960" y="13513"/>
                  </a:lnTo>
                  <a:cubicBezTo>
                    <a:pt x="24065" y="13561"/>
                    <a:pt x="24180" y="13584"/>
                    <a:pt x="24294" y="13584"/>
                  </a:cubicBezTo>
                  <a:cubicBezTo>
                    <a:pt x="24536" y="13584"/>
                    <a:pt x="24777" y="13483"/>
                    <a:pt x="24913" y="13312"/>
                  </a:cubicBezTo>
                  <a:cubicBezTo>
                    <a:pt x="25088" y="13037"/>
                    <a:pt x="25013" y="12711"/>
                    <a:pt x="24687" y="12536"/>
                  </a:cubicBezTo>
                  <a:lnTo>
                    <a:pt x="14161" y="6972"/>
                  </a:lnTo>
                  <a:lnTo>
                    <a:pt x="14161" y="6972"/>
                  </a:lnTo>
                  <a:cubicBezTo>
                    <a:pt x="16066" y="7698"/>
                    <a:pt x="18346" y="8576"/>
                    <a:pt x="21053" y="9603"/>
                  </a:cubicBezTo>
                  <a:cubicBezTo>
                    <a:pt x="22457" y="10155"/>
                    <a:pt x="23384" y="10505"/>
                    <a:pt x="23459" y="10530"/>
                  </a:cubicBezTo>
                  <a:cubicBezTo>
                    <a:pt x="23562" y="10578"/>
                    <a:pt x="23674" y="10600"/>
                    <a:pt x="23786" y="10600"/>
                  </a:cubicBezTo>
                  <a:cubicBezTo>
                    <a:pt x="24028" y="10600"/>
                    <a:pt x="24266" y="10494"/>
                    <a:pt x="24386" y="10305"/>
                  </a:cubicBezTo>
                  <a:cubicBezTo>
                    <a:pt x="24612" y="9954"/>
                    <a:pt x="24512" y="9779"/>
                    <a:pt x="24086" y="9528"/>
                  </a:cubicBezTo>
                  <a:cubicBezTo>
                    <a:pt x="24086" y="9528"/>
                    <a:pt x="24061" y="9503"/>
                    <a:pt x="24011" y="9503"/>
                  </a:cubicBezTo>
                  <a:cubicBezTo>
                    <a:pt x="23835" y="9403"/>
                    <a:pt x="23635" y="9302"/>
                    <a:pt x="23359" y="9177"/>
                  </a:cubicBezTo>
                  <a:lnTo>
                    <a:pt x="21329" y="8200"/>
                  </a:lnTo>
                  <a:cubicBezTo>
                    <a:pt x="19675" y="7398"/>
                    <a:pt x="17419" y="6320"/>
                    <a:pt x="15188" y="5242"/>
                  </a:cubicBezTo>
                  <a:lnTo>
                    <a:pt x="14161" y="4741"/>
                  </a:lnTo>
                  <a:lnTo>
                    <a:pt x="22958" y="7473"/>
                  </a:lnTo>
                  <a:cubicBezTo>
                    <a:pt x="23045" y="7506"/>
                    <a:pt x="23138" y="7522"/>
                    <a:pt x="23230" y="7522"/>
                  </a:cubicBezTo>
                  <a:cubicBezTo>
                    <a:pt x="23482" y="7522"/>
                    <a:pt x="23732" y="7406"/>
                    <a:pt x="23860" y="7222"/>
                  </a:cubicBezTo>
                  <a:cubicBezTo>
                    <a:pt x="24011" y="6946"/>
                    <a:pt x="23885" y="6621"/>
                    <a:pt x="23584" y="6470"/>
                  </a:cubicBezTo>
                  <a:lnTo>
                    <a:pt x="19198" y="4566"/>
                  </a:lnTo>
                  <a:lnTo>
                    <a:pt x="19198" y="4566"/>
                  </a:lnTo>
                  <a:lnTo>
                    <a:pt x="22106" y="5292"/>
                  </a:lnTo>
                  <a:cubicBezTo>
                    <a:pt x="22182" y="5316"/>
                    <a:pt x="22260" y="5327"/>
                    <a:pt x="22336" y="5327"/>
                  </a:cubicBezTo>
                  <a:cubicBezTo>
                    <a:pt x="22586" y="5327"/>
                    <a:pt x="22824" y="5209"/>
                    <a:pt x="22958" y="5017"/>
                  </a:cubicBezTo>
                  <a:cubicBezTo>
                    <a:pt x="23133" y="4766"/>
                    <a:pt x="23033" y="4465"/>
                    <a:pt x="22757" y="4315"/>
                  </a:cubicBezTo>
                  <a:lnTo>
                    <a:pt x="20376" y="2911"/>
                  </a:lnTo>
                  <a:lnTo>
                    <a:pt x="21880" y="3237"/>
                  </a:lnTo>
                  <a:cubicBezTo>
                    <a:pt x="21951" y="3254"/>
                    <a:pt x="22022" y="3262"/>
                    <a:pt x="22091" y="3262"/>
                  </a:cubicBezTo>
                  <a:cubicBezTo>
                    <a:pt x="22341" y="3262"/>
                    <a:pt x="22570" y="3158"/>
                    <a:pt x="22707" y="2962"/>
                  </a:cubicBezTo>
                  <a:cubicBezTo>
                    <a:pt x="22858" y="2736"/>
                    <a:pt x="22782" y="2435"/>
                    <a:pt x="22532" y="2285"/>
                  </a:cubicBezTo>
                  <a:lnTo>
                    <a:pt x="21128" y="1307"/>
                  </a:lnTo>
                  <a:cubicBezTo>
                    <a:pt x="21329" y="1232"/>
                    <a:pt x="21504" y="1057"/>
                    <a:pt x="21529" y="856"/>
                  </a:cubicBezTo>
                  <a:cubicBezTo>
                    <a:pt x="21579" y="555"/>
                    <a:pt x="21329" y="280"/>
                    <a:pt x="20928" y="230"/>
                  </a:cubicBezTo>
                  <a:lnTo>
                    <a:pt x="18672" y="4"/>
                  </a:lnTo>
                  <a:cubicBezTo>
                    <a:pt x="18647" y="2"/>
                    <a:pt x="18621" y="1"/>
                    <a:pt x="1859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37"/>
            <p:cNvSpPr/>
            <p:nvPr/>
          </p:nvSpPr>
          <p:spPr>
            <a:xfrm>
              <a:off x="1614175" y="702900"/>
              <a:ext cx="1432350" cy="1021450"/>
            </a:xfrm>
            <a:custGeom>
              <a:avLst/>
              <a:gdLst/>
              <a:ahLst/>
              <a:cxnLst/>
              <a:rect l="l" t="t" r="r" b="b"/>
              <a:pathLst>
                <a:path w="57294" h="40858" extrusionOk="0">
                  <a:moveTo>
                    <a:pt x="1379" y="6998"/>
                  </a:moveTo>
                  <a:lnTo>
                    <a:pt x="1379" y="6998"/>
                  </a:lnTo>
                  <a:cubicBezTo>
                    <a:pt x="1554" y="8026"/>
                    <a:pt x="1254" y="8803"/>
                    <a:pt x="777" y="9605"/>
                  </a:cubicBezTo>
                  <a:cubicBezTo>
                    <a:pt x="401" y="8828"/>
                    <a:pt x="677" y="7524"/>
                    <a:pt x="1379" y="6998"/>
                  </a:cubicBezTo>
                  <a:close/>
                  <a:moveTo>
                    <a:pt x="53795" y="12031"/>
                  </a:moveTo>
                  <a:cubicBezTo>
                    <a:pt x="53981" y="12031"/>
                    <a:pt x="54169" y="12057"/>
                    <a:pt x="54362" y="12111"/>
                  </a:cubicBezTo>
                  <a:cubicBezTo>
                    <a:pt x="54988" y="12286"/>
                    <a:pt x="55439" y="12662"/>
                    <a:pt x="55565" y="13314"/>
                  </a:cubicBezTo>
                  <a:cubicBezTo>
                    <a:pt x="55690" y="13966"/>
                    <a:pt x="55364" y="14442"/>
                    <a:pt x="54863" y="14818"/>
                  </a:cubicBezTo>
                  <a:cubicBezTo>
                    <a:pt x="54474" y="15100"/>
                    <a:pt x="54061" y="15246"/>
                    <a:pt x="53614" y="15246"/>
                  </a:cubicBezTo>
                  <a:cubicBezTo>
                    <a:pt x="53426" y="15246"/>
                    <a:pt x="53233" y="15220"/>
                    <a:pt x="53033" y="15169"/>
                  </a:cubicBezTo>
                  <a:cubicBezTo>
                    <a:pt x="52808" y="15118"/>
                    <a:pt x="52682" y="14993"/>
                    <a:pt x="52682" y="14768"/>
                  </a:cubicBezTo>
                  <a:cubicBezTo>
                    <a:pt x="52632" y="13966"/>
                    <a:pt x="52582" y="13189"/>
                    <a:pt x="52532" y="12387"/>
                  </a:cubicBezTo>
                  <a:cubicBezTo>
                    <a:pt x="52966" y="12161"/>
                    <a:pt x="53376" y="12031"/>
                    <a:pt x="53795" y="12031"/>
                  </a:cubicBezTo>
                  <a:close/>
                  <a:moveTo>
                    <a:pt x="35138" y="13239"/>
                  </a:moveTo>
                  <a:lnTo>
                    <a:pt x="35138" y="13239"/>
                  </a:lnTo>
                  <a:cubicBezTo>
                    <a:pt x="34687" y="15144"/>
                    <a:pt x="34662" y="16923"/>
                    <a:pt x="35214" y="18677"/>
                  </a:cubicBezTo>
                  <a:cubicBezTo>
                    <a:pt x="35062" y="18700"/>
                    <a:pt x="34950" y="18716"/>
                    <a:pt x="34861" y="18716"/>
                  </a:cubicBezTo>
                  <a:cubicBezTo>
                    <a:pt x="34658" y="18716"/>
                    <a:pt x="34584" y="18631"/>
                    <a:pt x="34462" y="18352"/>
                  </a:cubicBezTo>
                  <a:cubicBezTo>
                    <a:pt x="33860" y="16973"/>
                    <a:pt x="33710" y="15545"/>
                    <a:pt x="33986" y="14091"/>
                  </a:cubicBezTo>
                  <a:cubicBezTo>
                    <a:pt x="34036" y="13865"/>
                    <a:pt x="34161" y="13690"/>
                    <a:pt x="34387" y="13590"/>
                  </a:cubicBezTo>
                  <a:cubicBezTo>
                    <a:pt x="34587" y="13514"/>
                    <a:pt x="34788" y="13414"/>
                    <a:pt x="35138" y="13239"/>
                  </a:cubicBezTo>
                  <a:close/>
                  <a:moveTo>
                    <a:pt x="52958" y="5570"/>
                  </a:moveTo>
                  <a:cubicBezTo>
                    <a:pt x="52081" y="8151"/>
                    <a:pt x="51905" y="10732"/>
                    <a:pt x="52006" y="13339"/>
                  </a:cubicBezTo>
                  <a:cubicBezTo>
                    <a:pt x="52131" y="15920"/>
                    <a:pt x="52432" y="18502"/>
                    <a:pt x="53660" y="20933"/>
                  </a:cubicBezTo>
                  <a:cubicBezTo>
                    <a:pt x="47720" y="20231"/>
                    <a:pt x="41830" y="19555"/>
                    <a:pt x="35915" y="18853"/>
                  </a:cubicBezTo>
                  <a:cubicBezTo>
                    <a:pt x="35389" y="17449"/>
                    <a:pt x="35239" y="16021"/>
                    <a:pt x="35439" y="14567"/>
                  </a:cubicBezTo>
                  <a:cubicBezTo>
                    <a:pt x="35489" y="14166"/>
                    <a:pt x="35590" y="13815"/>
                    <a:pt x="35640" y="13414"/>
                  </a:cubicBezTo>
                  <a:cubicBezTo>
                    <a:pt x="35665" y="13088"/>
                    <a:pt x="35840" y="12888"/>
                    <a:pt x="36141" y="12763"/>
                  </a:cubicBezTo>
                  <a:cubicBezTo>
                    <a:pt x="37695" y="12061"/>
                    <a:pt x="39224" y="11359"/>
                    <a:pt x="40778" y="10657"/>
                  </a:cubicBezTo>
                  <a:cubicBezTo>
                    <a:pt x="44261" y="9053"/>
                    <a:pt x="47795" y="7575"/>
                    <a:pt x="51404" y="6221"/>
                  </a:cubicBezTo>
                  <a:cubicBezTo>
                    <a:pt x="51880" y="6046"/>
                    <a:pt x="52357" y="5820"/>
                    <a:pt x="52958" y="5570"/>
                  </a:cubicBezTo>
                  <a:close/>
                  <a:moveTo>
                    <a:pt x="54322" y="5011"/>
                  </a:moveTo>
                  <a:cubicBezTo>
                    <a:pt x="54499" y="5011"/>
                    <a:pt x="54684" y="5130"/>
                    <a:pt x="54863" y="5369"/>
                  </a:cubicBezTo>
                  <a:cubicBezTo>
                    <a:pt x="55114" y="5695"/>
                    <a:pt x="55314" y="6096"/>
                    <a:pt x="55489" y="6472"/>
                  </a:cubicBezTo>
                  <a:cubicBezTo>
                    <a:pt x="56016" y="7800"/>
                    <a:pt x="56266" y="9179"/>
                    <a:pt x="56417" y="10582"/>
                  </a:cubicBezTo>
                  <a:cubicBezTo>
                    <a:pt x="56667" y="12737"/>
                    <a:pt x="56718" y="14893"/>
                    <a:pt x="56417" y="17023"/>
                  </a:cubicBezTo>
                  <a:cubicBezTo>
                    <a:pt x="56291" y="17976"/>
                    <a:pt x="56066" y="18878"/>
                    <a:pt x="55815" y="19805"/>
                  </a:cubicBezTo>
                  <a:cubicBezTo>
                    <a:pt x="55715" y="20156"/>
                    <a:pt x="55515" y="20507"/>
                    <a:pt x="55289" y="20808"/>
                  </a:cubicBezTo>
                  <a:cubicBezTo>
                    <a:pt x="55149" y="20986"/>
                    <a:pt x="55002" y="21074"/>
                    <a:pt x="54852" y="21074"/>
                  </a:cubicBezTo>
                  <a:cubicBezTo>
                    <a:pt x="54707" y="21074"/>
                    <a:pt x="54559" y="20993"/>
                    <a:pt x="54412" y="20833"/>
                  </a:cubicBezTo>
                  <a:cubicBezTo>
                    <a:pt x="54161" y="20532"/>
                    <a:pt x="53936" y="20181"/>
                    <a:pt x="53785" y="19830"/>
                  </a:cubicBezTo>
                  <a:cubicBezTo>
                    <a:pt x="53334" y="18828"/>
                    <a:pt x="53109" y="17750"/>
                    <a:pt x="52933" y="16672"/>
                  </a:cubicBezTo>
                  <a:cubicBezTo>
                    <a:pt x="52883" y="16397"/>
                    <a:pt x="52858" y="16096"/>
                    <a:pt x="52808" y="15720"/>
                  </a:cubicBezTo>
                  <a:lnTo>
                    <a:pt x="52808" y="15720"/>
                  </a:lnTo>
                  <a:cubicBezTo>
                    <a:pt x="53081" y="15784"/>
                    <a:pt x="53337" y="15814"/>
                    <a:pt x="53582" y="15814"/>
                  </a:cubicBezTo>
                  <a:cubicBezTo>
                    <a:pt x="54011" y="15814"/>
                    <a:pt x="54405" y="15720"/>
                    <a:pt x="54788" y="15545"/>
                  </a:cubicBezTo>
                  <a:cubicBezTo>
                    <a:pt x="55840" y="15043"/>
                    <a:pt x="56392" y="13966"/>
                    <a:pt x="56066" y="12963"/>
                  </a:cubicBezTo>
                  <a:cubicBezTo>
                    <a:pt x="55815" y="12136"/>
                    <a:pt x="55013" y="11534"/>
                    <a:pt x="54061" y="11484"/>
                  </a:cubicBezTo>
                  <a:cubicBezTo>
                    <a:pt x="54009" y="11482"/>
                    <a:pt x="53958" y="11480"/>
                    <a:pt x="53906" y="11480"/>
                  </a:cubicBezTo>
                  <a:cubicBezTo>
                    <a:pt x="53481" y="11480"/>
                    <a:pt x="53052" y="11565"/>
                    <a:pt x="52582" y="11610"/>
                  </a:cubicBezTo>
                  <a:cubicBezTo>
                    <a:pt x="52582" y="11309"/>
                    <a:pt x="52582" y="11008"/>
                    <a:pt x="52582" y="10682"/>
                  </a:cubicBezTo>
                  <a:cubicBezTo>
                    <a:pt x="52657" y="9379"/>
                    <a:pt x="52783" y="8076"/>
                    <a:pt x="53184" y="6823"/>
                  </a:cubicBezTo>
                  <a:cubicBezTo>
                    <a:pt x="53334" y="6346"/>
                    <a:pt x="53535" y="5870"/>
                    <a:pt x="53785" y="5444"/>
                  </a:cubicBezTo>
                  <a:cubicBezTo>
                    <a:pt x="53943" y="5155"/>
                    <a:pt x="54128" y="5011"/>
                    <a:pt x="54322" y="5011"/>
                  </a:cubicBezTo>
                  <a:close/>
                  <a:moveTo>
                    <a:pt x="40303" y="22173"/>
                  </a:moveTo>
                  <a:cubicBezTo>
                    <a:pt x="40412" y="22173"/>
                    <a:pt x="40529" y="22195"/>
                    <a:pt x="40652" y="22236"/>
                  </a:cubicBezTo>
                  <a:cubicBezTo>
                    <a:pt x="40953" y="22362"/>
                    <a:pt x="41053" y="22537"/>
                    <a:pt x="41128" y="22913"/>
                  </a:cubicBezTo>
                  <a:cubicBezTo>
                    <a:pt x="40978" y="23314"/>
                    <a:pt x="40853" y="23715"/>
                    <a:pt x="40702" y="24091"/>
                  </a:cubicBezTo>
                  <a:cubicBezTo>
                    <a:pt x="40577" y="24321"/>
                    <a:pt x="40364" y="24429"/>
                    <a:pt x="40121" y="24429"/>
                  </a:cubicBezTo>
                  <a:cubicBezTo>
                    <a:pt x="40074" y="24429"/>
                    <a:pt x="40025" y="24425"/>
                    <a:pt x="39976" y="24417"/>
                  </a:cubicBezTo>
                  <a:cubicBezTo>
                    <a:pt x="39650" y="24367"/>
                    <a:pt x="39499" y="24141"/>
                    <a:pt x="39449" y="23840"/>
                  </a:cubicBezTo>
                  <a:cubicBezTo>
                    <a:pt x="39374" y="23364"/>
                    <a:pt x="39449" y="22888"/>
                    <a:pt x="39750" y="22487"/>
                  </a:cubicBezTo>
                  <a:cubicBezTo>
                    <a:pt x="39885" y="22268"/>
                    <a:pt x="40077" y="22173"/>
                    <a:pt x="40303" y="22173"/>
                  </a:cubicBezTo>
                  <a:close/>
                  <a:moveTo>
                    <a:pt x="38447" y="19730"/>
                  </a:moveTo>
                  <a:cubicBezTo>
                    <a:pt x="38973" y="19805"/>
                    <a:pt x="39374" y="19855"/>
                    <a:pt x="39875" y="19905"/>
                  </a:cubicBezTo>
                  <a:cubicBezTo>
                    <a:pt x="39850" y="20457"/>
                    <a:pt x="39825" y="20958"/>
                    <a:pt x="39800" y="21484"/>
                  </a:cubicBezTo>
                  <a:cubicBezTo>
                    <a:pt x="39775" y="21610"/>
                    <a:pt x="39675" y="21785"/>
                    <a:pt x="39550" y="21860"/>
                  </a:cubicBezTo>
                  <a:cubicBezTo>
                    <a:pt x="38948" y="22437"/>
                    <a:pt x="38798" y="23139"/>
                    <a:pt x="38898" y="23915"/>
                  </a:cubicBezTo>
                  <a:cubicBezTo>
                    <a:pt x="38948" y="24191"/>
                    <a:pt x="39123" y="24492"/>
                    <a:pt x="39324" y="24692"/>
                  </a:cubicBezTo>
                  <a:cubicBezTo>
                    <a:pt x="39600" y="24943"/>
                    <a:pt x="39675" y="25194"/>
                    <a:pt x="39600" y="25520"/>
                  </a:cubicBezTo>
                  <a:cubicBezTo>
                    <a:pt x="39550" y="25720"/>
                    <a:pt x="39524" y="25921"/>
                    <a:pt x="39474" y="26121"/>
                  </a:cubicBezTo>
                  <a:cubicBezTo>
                    <a:pt x="39249" y="26227"/>
                    <a:pt x="39024" y="26256"/>
                    <a:pt x="38787" y="26256"/>
                  </a:cubicBezTo>
                  <a:cubicBezTo>
                    <a:pt x="38576" y="26256"/>
                    <a:pt x="38357" y="26233"/>
                    <a:pt x="38121" y="26221"/>
                  </a:cubicBezTo>
                  <a:cubicBezTo>
                    <a:pt x="37920" y="24066"/>
                    <a:pt x="38196" y="21961"/>
                    <a:pt x="38447" y="19730"/>
                  </a:cubicBezTo>
                  <a:close/>
                  <a:moveTo>
                    <a:pt x="17892" y="0"/>
                  </a:moveTo>
                  <a:cubicBezTo>
                    <a:pt x="16267" y="0"/>
                    <a:pt x="14604" y="314"/>
                    <a:pt x="12983" y="983"/>
                  </a:cubicBezTo>
                  <a:cubicBezTo>
                    <a:pt x="12858" y="1033"/>
                    <a:pt x="12757" y="1083"/>
                    <a:pt x="12657" y="1133"/>
                  </a:cubicBezTo>
                  <a:cubicBezTo>
                    <a:pt x="12507" y="1234"/>
                    <a:pt x="12356" y="1359"/>
                    <a:pt x="12507" y="1534"/>
                  </a:cubicBezTo>
                  <a:cubicBezTo>
                    <a:pt x="12569" y="1596"/>
                    <a:pt x="12698" y="1641"/>
                    <a:pt x="12826" y="1641"/>
                  </a:cubicBezTo>
                  <a:cubicBezTo>
                    <a:pt x="12854" y="1641"/>
                    <a:pt x="12881" y="1639"/>
                    <a:pt x="12908" y="1635"/>
                  </a:cubicBezTo>
                  <a:cubicBezTo>
                    <a:pt x="13058" y="1610"/>
                    <a:pt x="13209" y="1534"/>
                    <a:pt x="13359" y="1459"/>
                  </a:cubicBezTo>
                  <a:cubicBezTo>
                    <a:pt x="14832" y="889"/>
                    <a:pt x="16345" y="588"/>
                    <a:pt x="17889" y="588"/>
                  </a:cubicBezTo>
                  <a:cubicBezTo>
                    <a:pt x="18447" y="588"/>
                    <a:pt x="19009" y="628"/>
                    <a:pt x="19574" y="707"/>
                  </a:cubicBezTo>
                  <a:cubicBezTo>
                    <a:pt x="26291" y="1660"/>
                    <a:pt x="30953" y="8026"/>
                    <a:pt x="29825" y="14717"/>
                  </a:cubicBezTo>
                  <a:cubicBezTo>
                    <a:pt x="28803" y="20681"/>
                    <a:pt x="23635" y="24817"/>
                    <a:pt x="17876" y="24817"/>
                  </a:cubicBezTo>
                  <a:cubicBezTo>
                    <a:pt x="16859" y="24817"/>
                    <a:pt x="15822" y="24688"/>
                    <a:pt x="14787" y="24417"/>
                  </a:cubicBezTo>
                  <a:cubicBezTo>
                    <a:pt x="9499" y="23038"/>
                    <a:pt x="5790" y="18226"/>
                    <a:pt x="5765" y="12763"/>
                  </a:cubicBezTo>
                  <a:cubicBezTo>
                    <a:pt x="5765" y="9855"/>
                    <a:pt x="6692" y="7274"/>
                    <a:pt x="8522" y="5018"/>
                  </a:cubicBezTo>
                  <a:cubicBezTo>
                    <a:pt x="8622" y="4893"/>
                    <a:pt x="8722" y="4768"/>
                    <a:pt x="8797" y="4617"/>
                  </a:cubicBezTo>
                  <a:cubicBezTo>
                    <a:pt x="8823" y="4542"/>
                    <a:pt x="8797" y="4367"/>
                    <a:pt x="8722" y="4316"/>
                  </a:cubicBezTo>
                  <a:cubicBezTo>
                    <a:pt x="8681" y="4275"/>
                    <a:pt x="8609" y="4256"/>
                    <a:pt x="8540" y="4256"/>
                  </a:cubicBezTo>
                  <a:cubicBezTo>
                    <a:pt x="8484" y="4256"/>
                    <a:pt x="8430" y="4269"/>
                    <a:pt x="8396" y="4291"/>
                  </a:cubicBezTo>
                  <a:cubicBezTo>
                    <a:pt x="8271" y="4367"/>
                    <a:pt x="8171" y="4517"/>
                    <a:pt x="8071" y="4617"/>
                  </a:cubicBezTo>
                  <a:cubicBezTo>
                    <a:pt x="6341" y="6722"/>
                    <a:pt x="5339" y="9128"/>
                    <a:pt x="5214" y="11810"/>
                  </a:cubicBezTo>
                  <a:cubicBezTo>
                    <a:pt x="4963" y="16572"/>
                    <a:pt x="6818" y="20382"/>
                    <a:pt x="10702" y="23189"/>
                  </a:cubicBezTo>
                  <a:cubicBezTo>
                    <a:pt x="10853" y="23289"/>
                    <a:pt x="11028" y="23414"/>
                    <a:pt x="11178" y="23514"/>
                  </a:cubicBezTo>
                  <a:cubicBezTo>
                    <a:pt x="10602" y="24768"/>
                    <a:pt x="10051" y="25996"/>
                    <a:pt x="9474" y="27249"/>
                  </a:cubicBezTo>
                  <a:cubicBezTo>
                    <a:pt x="9299" y="27174"/>
                    <a:pt x="9123" y="27098"/>
                    <a:pt x="8973" y="27023"/>
                  </a:cubicBezTo>
                  <a:cubicBezTo>
                    <a:pt x="7319" y="26171"/>
                    <a:pt x="5940" y="24968"/>
                    <a:pt x="4813" y="23489"/>
                  </a:cubicBezTo>
                  <a:cubicBezTo>
                    <a:pt x="2005" y="19780"/>
                    <a:pt x="853" y="15570"/>
                    <a:pt x="953" y="10983"/>
                  </a:cubicBezTo>
                  <a:cubicBezTo>
                    <a:pt x="953" y="10632"/>
                    <a:pt x="1053" y="10281"/>
                    <a:pt x="1254" y="9956"/>
                  </a:cubicBezTo>
                  <a:cubicBezTo>
                    <a:pt x="1604" y="9379"/>
                    <a:pt x="1905" y="8753"/>
                    <a:pt x="1980" y="8051"/>
                  </a:cubicBezTo>
                  <a:cubicBezTo>
                    <a:pt x="2005" y="7725"/>
                    <a:pt x="2056" y="7374"/>
                    <a:pt x="1980" y="7048"/>
                  </a:cubicBezTo>
                  <a:cubicBezTo>
                    <a:pt x="1902" y="6654"/>
                    <a:pt x="1655" y="6439"/>
                    <a:pt x="1370" y="6439"/>
                  </a:cubicBezTo>
                  <a:cubicBezTo>
                    <a:pt x="1202" y="6439"/>
                    <a:pt x="1020" y="6514"/>
                    <a:pt x="853" y="6672"/>
                  </a:cubicBezTo>
                  <a:cubicBezTo>
                    <a:pt x="627" y="6873"/>
                    <a:pt x="427" y="7148"/>
                    <a:pt x="326" y="7449"/>
                  </a:cubicBezTo>
                  <a:cubicBezTo>
                    <a:pt x="0" y="8251"/>
                    <a:pt x="26" y="9103"/>
                    <a:pt x="201" y="9956"/>
                  </a:cubicBezTo>
                  <a:cubicBezTo>
                    <a:pt x="276" y="10281"/>
                    <a:pt x="351" y="10607"/>
                    <a:pt x="351" y="10958"/>
                  </a:cubicBezTo>
                  <a:cubicBezTo>
                    <a:pt x="401" y="11785"/>
                    <a:pt x="376" y="12637"/>
                    <a:pt x="452" y="13489"/>
                  </a:cubicBezTo>
                  <a:cubicBezTo>
                    <a:pt x="702" y="16447"/>
                    <a:pt x="1529" y="19254"/>
                    <a:pt x="3033" y="21835"/>
                  </a:cubicBezTo>
                  <a:cubicBezTo>
                    <a:pt x="4487" y="24367"/>
                    <a:pt x="6417" y="26422"/>
                    <a:pt x="9098" y="27725"/>
                  </a:cubicBezTo>
                  <a:cubicBezTo>
                    <a:pt x="9148" y="27750"/>
                    <a:pt x="9224" y="27800"/>
                    <a:pt x="9324" y="27875"/>
                  </a:cubicBezTo>
                  <a:cubicBezTo>
                    <a:pt x="9224" y="28276"/>
                    <a:pt x="9123" y="28652"/>
                    <a:pt x="8998" y="29028"/>
                  </a:cubicBezTo>
                  <a:cubicBezTo>
                    <a:pt x="7945" y="32261"/>
                    <a:pt x="7494" y="35570"/>
                    <a:pt x="7269" y="38953"/>
                  </a:cubicBezTo>
                  <a:cubicBezTo>
                    <a:pt x="7244" y="39329"/>
                    <a:pt x="7294" y="39755"/>
                    <a:pt x="7319" y="40156"/>
                  </a:cubicBezTo>
                  <a:cubicBezTo>
                    <a:pt x="7342" y="40317"/>
                    <a:pt x="7427" y="40435"/>
                    <a:pt x="7595" y="40435"/>
                  </a:cubicBezTo>
                  <a:cubicBezTo>
                    <a:pt x="7611" y="40435"/>
                    <a:pt x="7627" y="40434"/>
                    <a:pt x="7645" y="40432"/>
                  </a:cubicBezTo>
                  <a:cubicBezTo>
                    <a:pt x="7820" y="40407"/>
                    <a:pt x="7870" y="40256"/>
                    <a:pt x="7870" y="40081"/>
                  </a:cubicBezTo>
                  <a:cubicBezTo>
                    <a:pt x="7870" y="39705"/>
                    <a:pt x="7820" y="39329"/>
                    <a:pt x="7845" y="38928"/>
                  </a:cubicBezTo>
                  <a:cubicBezTo>
                    <a:pt x="7970" y="37525"/>
                    <a:pt x="8096" y="36121"/>
                    <a:pt x="8271" y="34743"/>
                  </a:cubicBezTo>
                  <a:cubicBezTo>
                    <a:pt x="8597" y="32387"/>
                    <a:pt x="9198" y="30106"/>
                    <a:pt x="9950" y="27875"/>
                  </a:cubicBezTo>
                  <a:cubicBezTo>
                    <a:pt x="10376" y="26647"/>
                    <a:pt x="10928" y="25469"/>
                    <a:pt x="11454" y="24266"/>
                  </a:cubicBezTo>
                  <a:cubicBezTo>
                    <a:pt x="11504" y="24091"/>
                    <a:pt x="11630" y="23966"/>
                    <a:pt x="11680" y="23865"/>
                  </a:cubicBezTo>
                  <a:cubicBezTo>
                    <a:pt x="13900" y="24886"/>
                    <a:pt x="16018" y="25396"/>
                    <a:pt x="18045" y="25396"/>
                  </a:cubicBezTo>
                  <a:cubicBezTo>
                    <a:pt x="21439" y="25396"/>
                    <a:pt x="24575" y="23965"/>
                    <a:pt x="27494" y="21108"/>
                  </a:cubicBezTo>
                  <a:cubicBezTo>
                    <a:pt x="27895" y="21860"/>
                    <a:pt x="28271" y="22537"/>
                    <a:pt x="28622" y="23239"/>
                  </a:cubicBezTo>
                  <a:cubicBezTo>
                    <a:pt x="29925" y="26021"/>
                    <a:pt x="30727" y="28978"/>
                    <a:pt x="31279" y="31986"/>
                  </a:cubicBezTo>
                  <a:cubicBezTo>
                    <a:pt x="31780" y="34743"/>
                    <a:pt x="32081" y="37500"/>
                    <a:pt x="31780" y="40282"/>
                  </a:cubicBezTo>
                  <a:cubicBezTo>
                    <a:pt x="31780" y="40382"/>
                    <a:pt x="31755" y="40507"/>
                    <a:pt x="31780" y="40582"/>
                  </a:cubicBezTo>
                  <a:cubicBezTo>
                    <a:pt x="31830" y="40683"/>
                    <a:pt x="31930" y="40858"/>
                    <a:pt x="32031" y="40858"/>
                  </a:cubicBezTo>
                  <a:cubicBezTo>
                    <a:pt x="32131" y="40858"/>
                    <a:pt x="32256" y="40733"/>
                    <a:pt x="32306" y="40632"/>
                  </a:cubicBezTo>
                  <a:cubicBezTo>
                    <a:pt x="32357" y="40557"/>
                    <a:pt x="32357" y="40432"/>
                    <a:pt x="32357" y="40332"/>
                  </a:cubicBezTo>
                  <a:cubicBezTo>
                    <a:pt x="32407" y="39680"/>
                    <a:pt x="32482" y="39053"/>
                    <a:pt x="32482" y="38402"/>
                  </a:cubicBezTo>
                  <a:cubicBezTo>
                    <a:pt x="32482" y="35094"/>
                    <a:pt x="31956" y="31860"/>
                    <a:pt x="31154" y="28677"/>
                  </a:cubicBezTo>
                  <a:cubicBezTo>
                    <a:pt x="31128" y="28552"/>
                    <a:pt x="31103" y="28427"/>
                    <a:pt x="31078" y="28226"/>
                  </a:cubicBezTo>
                  <a:lnTo>
                    <a:pt x="31078" y="28226"/>
                  </a:lnTo>
                  <a:cubicBezTo>
                    <a:pt x="31630" y="28878"/>
                    <a:pt x="32106" y="29429"/>
                    <a:pt x="32632" y="29981"/>
                  </a:cubicBezTo>
                  <a:cubicBezTo>
                    <a:pt x="33334" y="30733"/>
                    <a:pt x="34136" y="31359"/>
                    <a:pt x="35113" y="31735"/>
                  </a:cubicBezTo>
                  <a:cubicBezTo>
                    <a:pt x="35396" y="31847"/>
                    <a:pt x="35673" y="31902"/>
                    <a:pt x="35941" y="31902"/>
                  </a:cubicBezTo>
                  <a:cubicBezTo>
                    <a:pt x="36454" y="31902"/>
                    <a:pt x="36932" y="31696"/>
                    <a:pt x="37344" y="31284"/>
                  </a:cubicBezTo>
                  <a:cubicBezTo>
                    <a:pt x="37670" y="30958"/>
                    <a:pt x="37996" y="30607"/>
                    <a:pt x="38221" y="30231"/>
                  </a:cubicBezTo>
                  <a:cubicBezTo>
                    <a:pt x="39149" y="28677"/>
                    <a:pt x="40076" y="27149"/>
                    <a:pt x="40377" y="25344"/>
                  </a:cubicBezTo>
                  <a:cubicBezTo>
                    <a:pt x="40402" y="25194"/>
                    <a:pt x="40477" y="24993"/>
                    <a:pt x="40602" y="24943"/>
                  </a:cubicBezTo>
                  <a:cubicBezTo>
                    <a:pt x="41379" y="24492"/>
                    <a:pt x="41580" y="23715"/>
                    <a:pt x="41655" y="22938"/>
                  </a:cubicBezTo>
                  <a:cubicBezTo>
                    <a:pt x="41730" y="22136"/>
                    <a:pt x="41379" y="21835"/>
                    <a:pt x="40828" y="21710"/>
                  </a:cubicBezTo>
                  <a:cubicBezTo>
                    <a:pt x="40677" y="21685"/>
                    <a:pt x="40552" y="21635"/>
                    <a:pt x="40402" y="21560"/>
                  </a:cubicBezTo>
                  <a:cubicBezTo>
                    <a:pt x="40402" y="21033"/>
                    <a:pt x="40301" y="20507"/>
                    <a:pt x="40527" y="19981"/>
                  </a:cubicBezTo>
                  <a:cubicBezTo>
                    <a:pt x="40652" y="20006"/>
                    <a:pt x="40753" y="20006"/>
                    <a:pt x="40853" y="20006"/>
                  </a:cubicBezTo>
                  <a:cubicBezTo>
                    <a:pt x="42006" y="20131"/>
                    <a:pt x="43159" y="20281"/>
                    <a:pt x="44311" y="20432"/>
                  </a:cubicBezTo>
                  <a:cubicBezTo>
                    <a:pt x="47745" y="20833"/>
                    <a:pt x="51154" y="21209"/>
                    <a:pt x="54587" y="21635"/>
                  </a:cubicBezTo>
                  <a:cubicBezTo>
                    <a:pt x="54650" y="21642"/>
                    <a:pt x="54711" y="21645"/>
                    <a:pt x="54772" y="21645"/>
                  </a:cubicBezTo>
                  <a:cubicBezTo>
                    <a:pt x="55147" y="21645"/>
                    <a:pt x="55474" y="21507"/>
                    <a:pt x="55690" y="21184"/>
                  </a:cubicBezTo>
                  <a:cubicBezTo>
                    <a:pt x="55941" y="20858"/>
                    <a:pt x="56166" y="20482"/>
                    <a:pt x="56317" y="20106"/>
                  </a:cubicBezTo>
                  <a:cubicBezTo>
                    <a:pt x="56743" y="19053"/>
                    <a:pt x="56918" y="17925"/>
                    <a:pt x="57043" y="16798"/>
                  </a:cubicBezTo>
                  <a:cubicBezTo>
                    <a:pt x="57294" y="14492"/>
                    <a:pt x="57219" y="12186"/>
                    <a:pt x="56918" y="9880"/>
                  </a:cubicBezTo>
                  <a:cubicBezTo>
                    <a:pt x="56718" y="8577"/>
                    <a:pt x="56492" y="7274"/>
                    <a:pt x="55941" y="6096"/>
                  </a:cubicBezTo>
                  <a:cubicBezTo>
                    <a:pt x="55715" y="5620"/>
                    <a:pt x="55414" y="5169"/>
                    <a:pt x="55088" y="4768"/>
                  </a:cubicBezTo>
                  <a:cubicBezTo>
                    <a:pt x="54908" y="4537"/>
                    <a:pt x="54651" y="4426"/>
                    <a:pt x="54376" y="4426"/>
                  </a:cubicBezTo>
                  <a:cubicBezTo>
                    <a:pt x="54232" y="4426"/>
                    <a:pt x="54082" y="4457"/>
                    <a:pt x="53936" y="4517"/>
                  </a:cubicBezTo>
                  <a:cubicBezTo>
                    <a:pt x="52657" y="5043"/>
                    <a:pt x="51379" y="5595"/>
                    <a:pt x="50076" y="6096"/>
                  </a:cubicBezTo>
                  <a:cubicBezTo>
                    <a:pt x="45489" y="7875"/>
                    <a:pt x="40978" y="9905"/>
                    <a:pt x="36517" y="11986"/>
                  </a:cubicBezTo>
                  <a:cubicBezTo>
                    <a:pt x="35640" y="12387"/>
                    <a:pt x="34788" y="12838"/>
                    <a:pt x="33910" y="13264"/>
                  </a:cubicBezTo>
                  <a:cubicBezTo>
                    <a:pt x="33635" y="13414"/>
                    <a:pt x="33484" y="13615"/>
                    <a:pt x="33459" y="13915"/>
                  </a:cubicBezTo>
                  <a:cubicBezTo>
                    <a:pt x="33409" y="14342"/>
                    <a:pt x="33309" y="14768"/>
                    <a:pt x="33309" y="15169"/>
                  </a:cubicBezTo>
                  <a:cubicBezTo>
                    <a:pt x="33259" y="16372"/>
                    <a:pt x="33434" y="17499"/>
                    <a:pt x="33935" y="18602"/>
                  </a:cubicBezTo>
                  <a:cubicBezTo>
                    <a:pt x="34161" y="19053"/>
                    <a:pt x="34437" y="19329"/>
                    <a:pt x="34988" y="19354"/>
                  </a:cubicBezTo>
                  <a:cubicBezTo>
                    <a:pt x="35489" y="19354"/>
                    <a:pt x="35991" y="19429"/>
                    <a:pt x="36492" y="19504"/>
                  </a:cubicBezTo>
                  <a:cubicBezTo>
                    <a:pt x="36943" y="19555"/>
                    <a:pt x="37419" y="19630"/>
                    <a:pt x="37895" y="19680"/>
                  </a:cubicBezTo>
                  <a:cubicBezTo>
                    <a:pt x="37770" y="21033"/>
                    <a:pt x="37620" y="22286"/>
                    <a:pt x="37519" y="23540"/>
                  </a:cubicBezTo>
                  <a:cubicBezTo>
                    <a:pt x="37469" y="24392"/>
                    <a:pt x="37469" y="25244"/>
                    <a:pt x="37519" y="26071"/>
                  </a:cubicBezTo>
                  <a:cubicBezTo>
                    <a:pt x="37545" y="26748"/>
                    <a:pt x="37695" y="26823"/>
                    <a:pt x="38347" y="26848"/>
                  </a:cubicBezTo>
                  <a:lnTo>
                    <a:pt x="39424" y="26848"/>
                  </a:lnTo>
                  <a:cubicBezTo>
                    <a:pt x="39073" y="27525"/>
                    <a:pt x="38773" y="28151"/>
                    <a:pt x="38447" y="28728"/>
                  </a:cubicBezTo>
                  <a:cubicBezTo>
                    <a:pt x="38071" y="29354"/>
                    <a:pt x="37695" y="29981"/>
                    <a:pt x="37244" y="30557"/>
                  </a:cubicBezTo>
                  <a:cubicBezTo>
                    <a:pt x="36823" y="31083"/>
                    <a:pt x="36412" y="31329"/>
                    <a:pt x="35934" y="31329"/>
                  </a:cubicBezTo>
                  <a:cubicBezTo>
                    <a:pt x="35614" y="31329"/>
                    <a:pt x="35265" y="31219"/>
                    <a:pt x="34863" y="31008"/>
                  </a:cubicBezTo>
                  <a:cubicBezTo>
                    <a:pt x="34763" y="30958"/>
                    <a:pt x="34662" y="30883"/>
                    <a:pt x="34562" y="30808"/>
                  </a:cubicBezTo>
                  <a:cubicBezTo>
                    <a:pt x="33409" y="30131"/>
                    <a:pt x="32557" y="29129"/>
                    <a:pt x="31755" y="28101"/>
                  </a:cubicBezTo>
                  <a:cubicBezTo>
                    <a:pt x="30978" y="27073"/>
                    <a:pt x="30326" y="26021"/>
                    <a:pt x="29900" y="24793"/>
                  </a:cubicBezTo>
                  <a:cubicBezTo>
                    <a:pt x="29374" y="23339"/>
                    <a:pt x="28697" y="21936"/>
                    <a:pt x="27820" y="20607"/>
                  </a:cubicBezTo>
                  <a:cubicBezTo>
                    <a:pt x="27920" y="20482"/>
                    <a:pt x="27971" y="20382"/>
                    <a:pt x="28046" y="20281"/>
                  </a:cubicBezTo>
                  <a:cubicBezTo>
                    <a:pt x="30226" y="17274"/>
                    <a:pt x="31028" y="13915"/>
                    <a:pt x="30326" y="10281"/>
                  </a:cubicBezTo>
                  <a:cubicBezTo>
                    <a:pt x="29129" y="4081"/>
                    <a:pt x="23754" y="0"/>
                    <a:pt x="178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37"/>
            <p:cNvSpPr/>
            <p:nvPr/>
          </p:nvSpPr>
          <p:spPr>
            <a:xfrm>
              <a:off x="2095375" y="1002525"/>
              <a:ext cx="205550" cy="135725"/>
            </a:xfrm>
            <a:custGeom>
              <a:avLst/>
              <a:gdLst/>
              <a:ahLst/>
              <a:cxnLst/>
              <a:rect l="l" t="t" r="r" b="b"/>
              <a:pathLst>
                <a:path w="8222" h="5429" extrusionOk="0">
                  <a:moveTo>
                    <a:pt x="7520" y="1028"/>
                  </a:moveTo>
                  <a:lnTo>
                    <a:pt x="7520" y="1028"/>
                  </a:lnTo>
                  <a:cubicBezTo>
                    <a:pt x="7895" y="2532"/>
                    <a:pt x="6993" y="4637"/>
                    <a:pt x="4988" y="4813"/>
                  </a:cubicBezTo>
                  <a:cubicBezTo>
                    <a:pt x="4844" y="4828"/>
                    <a:pt x="4703" y="4835"/>
                    <a:pt x="4564" y="4835"/>
                  </a:cubicBezTo>
                  <a:cubicBezTo>
                    <a:pt x="3302" y="4835"/>
                    <a:pt x="2255" y="4235"/>
                    <a:pt x="1329" y="3309"/>
                  </a:cubicBezTo>
                  <a:lnTo>
                    <a:pt x="1329" y="3309"/>
                  </a:lnTo>
                  <a:cubicBezTo>
                    <a:pt x="1676" y="3344"/>
                    <a:pt x="2017" y="3363"/>
                    <a:pt x="2350" y="3363"/>
                  </a:cubicBezTo>
                  <a:cubicBezTo>
                    <a:pt x="4371" y="3363"/>
                    <a:pt x="6121" y="2685"/>
                    <a:pt x="7520" y="1028"/>
                  </a:cubicBezTo>
                  <a:close/>
                  <a:moveTo>
                    <a:pt x="7645" y="1"/>
                  </a:moveTo>
                  <a:cubicBezTo>
                    <a:pt x="7570" y="1"/>
                    <a:pt x="7394" y="151"/>
                    <a:pt x="7319" y="276"/>
                  </a:cubicBezTo>
                  <a:cubicBezTo>
                    <a:pt x="6191" y="2006"/>
                    <a:pt x="4537" y="2707"/>
                    <a:pt x="2532" y="2758"/>
                  </a:cubicBezTo>
                  <a:cubicBezTo>
                    <a:pt x="2485" y="2759"/>
                    <a:pt x="2439" y="2760"/>
                    <a:pt x="2393" y="2760"/>
                  </a:cubicBezTo>
                  <a:cubicBezTo>
                    <a:pt x="1715" y="2760"/>
                    <a:pt x="1060" y="2593"/>
                    <a:pt x="427" y="2382"/>
                  </a:cubicBezTo>
                  <a:cubicBezTo>
                    <a:pt x="402" y="2372"/>
                    <a:pt x="376" y="2368"/>
                    <a:pt x="348" y="2368"/>
                  </a:cubicBezTo>
                  <a:cubicBezTo>
                    <a:pt x="235" y="2368"/>
                    <a:pt x="102" y="2437"/>
                    <a:pt x="1" y="2457"/>
                  </a:cubicBezTo>
                  <a:cubicBezTo>
                    <a:pt x="26" y="2582"/>
                    <a:pt x="1" y="2732"/>
                    <a:pt x="76" y="2833"/>
                  </a:cubicBezTo>
                  <a:cubicBezTo>
                    <a:pt x="928" y="4011"/>
                    <a:pt x="2031" y="4863"/>
                    <a:pt x="3434" y="5264"/>
                  </a:cubicBezTo>
                  <a:cubicBezTo>
                    <a:pt x="3836" y="5375"/>
                    <a:pt x="4228" y="5429"/>
                    <a:pt x="4605" y="5429"/>
                  </a:cubicBezTo>
                  <a:cubicBezTo>
                    <a:pt x="6346" y="5429"/>
                    <a:pt x="7750" y="4286"/>
                    <a:pt x="8121" y="2432"/>
                  </a:cubicBezTo>
                  <a:cubicBezTo>
                    <a:pt x="8171" y="2131"/>
                    <a:pt x="8196" y="1830"/>
                    <a:pt x="8221" y="1555"/>
                  </a:cubicBezTo>
                  <a:cubicBezTo>
                    <a:pt x="8196" y="1229"/>
                    <a:pt x="8171" y="928"/>
                    <a:pt x="8121" y="627"/>
                  </a:cubicBezTo>
                  <a:cubicBezTo>
                    <a:pt x="8121" y="527"/>
                    <a:pt x="8096" y="402"/>
                    <a:pt x="8046" y="326"/>
                  </a:cubicBezTo>
                  <a:cubicBezTo>
                    <a:pt x="7946" y="201"/>
                    <a:pt x="7795" y="51"/>
                    <a:pt x="76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37"/>
            <p:cNvSpPr/>
            <p:nvPr/>
          </p:nvSpPr>
          <p:spPr>
            <a:xfrm>
              <a:off x="3077225" y="862500"/>
              <a:ext cx="109675" cy="69250"/>
            </a:xfrm>
            <a:custGeom>
              <a:avLst/>
              <a:gdLst/>
              <a:ahLst/>
              <a:cxnLst/>
              <a:rect l="l" t="t" r="r" b="b"/>
              <a:pathLst>
                <a:path w="4387" h="2770" extrusionOk="0">
                  <a:moveTo>
                    <a:pt x="4014" y="1"/>
                  </a:moveTo>
                  <a:cubicBezTo>
                    <a:pt x="3891" y="1"/>
                    <a:pt x="3754" y="78"/>
                    <a:pt x="3634" y="138"/>
                  </a:cubicBezTo>
                  <a:cubicBezTo>
                    <a:pt x="3609" y="163"/>
                    <a:pt x="3559" y="163"/>
                    <a:pt x="3534" y="188"/>
                  </a:cubicBezTo>
                  <a:cubicBezTo>
                    <a:pt x="2506" y="815"/>
                    <a:pt x="1479" y="1466"/>
                    <a:pt x="451" y="2093"/>
                  </a:cubicBezTo>
                  <a:cubicBezTo>
                    <a:pt x="326" y="2168"/>
                    <a:pt x="201" y="2293"/>
                    <a:pt x="100" y="2419"/>
                  </a:cubicBezTo>
                  <a:cubicBezTo>
                    <a:pt x="0" y="2544"/>
                    <a:pt x="125" y="2770"/>
                    <a:pt x="351" y="2770"/>
                  </a:cubicBezTo>
                  <a:cubicBezTo>
                    <a:pt x="426" y="2719"/>
                    <a:pt x="551" y="2644"/>
                    <a:pt x="677" y="2569"/>
                  </a:cubicBezTo>
                  <a:cubicBezTo>
                    <a:pt x="1754" y="1917"/>
                    <a:pt x="2832" y="1266"/>
                    <a:pt x="3935" y="614"/>
                  </a:cubicBezTo>
                  <a:cubicBezTo>
                    <a:pt x="4110" y="514"/>
                    <a:pt x="4386" y="439"/>
                    <a:pt x="4236" y="138"/>
                  </a:cubicBezTo>
                  <a:cubicBezTo>
                    <a:pt x="4175" y="37"/>
                    <a:pt x="4098" y="1"/>
                    <a:pt x="40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37"/>
            <p:cNvSpPr/>
            <p:nvPr/>
          </p:nvSpPr>
          <p:spPr>
            <a:xfrm>
              <a:off x="2046500" y="987500"/>
              <a:ext cx="40125" cy="45775"/>
            </a:xfrm>
            <a:custGeom>
              <a:avLst/>
              <a:gdLst/>
              <a:ahLst/>
              <a:cxnLst/>
              <a:rect l="l" t="t" r="r" b="b"/>
              <a:pathLst>
                <a:path w="1605" h="1831" extrusionOk="0">
                  <a:moveTo>
                    <a:pt x="803" y="0"/>
                  </a:moveTo>
                  <a:cubicBezTo>
                    <a:pt x="352" y="0"/>
                    <a:pt x="1" y="351"/>
                    <a:pt x="1" y="802"/>
                  </a:cubicBezTo>
                  <a:cubicBezTo>
                    <a:pt x="25" y="1364"/>
                    <a:pt x="431" y="1831"/>
                    <a:pt x="869" y="1831"/>
                  </a:cubicBezTo>
                  <a:cubicBezTo>
                    <a:pt x="880" y="1831"/>
                    <a:pt x="892" y="1830"/>
                    <a:pt x="903" y="1830"/>
                  </a:cubicBezTo>
                  <a:cubicBezTo>
                    <a:pt x="1279" y="1805"/>
                    <a:pt x="1605" y="1379"/>
                    <a:pt x="1605" y="978"/>
                  </a:cubicBezTo>
                  <a:cubicBezTo>
                    <a:pt x="1605" y="501"/>
                    <a:pt x="1204" y="0"/>
                    <a:pt x="8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37"/>
            <p:cNvSpPr/>
            <p:nvPr/>
          </p:nvSpPr>
          <p:spPr>
            <a:xfrm>
              <a:off x="2253900" y="935475"/>
              <a:ext cx="43875" cy="44050"/>
            </a:xfrm>
            <a:custGeom>
              <a:avLst/>
              <a:gdLst/>
              <a:ahLst/>
              <a:cxnLst/>
              <a:rect l="l" t="t" r="r" b="b"/>
              <a:pathLst>
                <a:path w="1755" h="1762" extrusionOk="0">
                  <a:moveTo>
                    <a:pt x="803" y="1"/>
                  </a:moveTo>
                  <a:cubicBezTo>
                    <a:pt x="702" y="51"/>
                    <a:pt x="502" y="101"/>
                    <a:pt x="377" y="226"/>
                  </a:cubicBezTo>
                  <a:cubicBezTo>
                    <a:pt x="1" y="653"/>
                    <a:pt x="176" y="1429"/>
                    <a:pt x="677" y="1655"/>
                  </a:cubicBezTo>
                  <a:cubicBezTo>
                    <a:pt x="815" y="1718"/>
                    <a:pt x="959" y="1762"/>
                    <a:pt x="1097" y="1762"/>
                  </a:cubicBezTo>
                  <a:cubicBezTo>
                    <a:pt x="1235" y="1762"/>
                    <a:pt x="1366" y="1718"/>
                    <a:pt x="1479" y="1605"/>
                  </a:cubicBezTo>
                  <a:cubicBezTo>
                    <a:pt x="1755" y="1329"/>
                    <a:pt x="1730" y="978"/>
                    <a:pt x="1630" y="653"/>
                  </a:cubicBezTo>
                  <a:cubicBezTo>
                    <a:pt x="1504" y="302"/>
                    <a:pt x="1304" y="51"/>
                    <a:pt x="8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37"/>
            <p:cNvSpPr/>
            <p:nvPr/>
          </p:nvSpPr>
          <p:spPr>
            <a:xfrm>
              <a:off x="3085350" y="1145375"/>
              <a:ext cx="94650" cy="42025"/>
            </a:xfrm>
            <a:custGeom>
              <a:avLst/>
              <a:gdLst/>
              <a:ahLst/>
              <a:cxnLst/>
              <a:rect l="l" t="t" r="r" b="b"/>
              <a:pathLst>
                <a:path w="3786" h="1681" extrusionOk="0">
                  <a:moveTo>
                    <a:pt x="327" y="1"/>
                  </a:moveTo>
                  <a:cubicBezTo>
                    <a:pt x="226" y="51"/>
                    <a:pt x="126" y="126"/>
                    <a:pt x="1" y="201"/>
                  </a:cubicBezTo>
                  <a:cubicBezTo>
                    <a:pt x="51" y="302"/>
                    <a:pt x="101" y="402"/>
                    <a:pt x="176" y="477"/>
                  </a:cubicBezTo>
                  <a:cubicBezTo>
                    <a:pt x="252" y="527"/>
                    <a:pt x="377" y="552"/>
                    <a:pt x="452" y="577"/>
                  </a:cubicBezTo>
                  <a:cubicBezTo>
                    <a:pt x="1354" y="903"/>
                    <a:pt x="2231" y="1254"/>
                    <a:pt x="3109" y="1580"/>
                  </a:cubicBezTo>
                  <a:cubicBezTo>
                    <a:pt x="3234" y="1605"/>
                    <a:pt x="3334" y="1680"/>
                    <a:pt x="3460" y="1680"/>
                  </a:cubicBezTo>
                  <a:cubicBezTo>
                    <a:pt x="3535" y="1655"/>
                    <a:pt x="3635" y="1555"/>
                    <a:pt x="3785" y="1455"/>
                  </a:cubicBezTo>
                  <a:cubicBezTo>
                    <a:pt x="3560" y="1279"/>
                    <a:pt x="3409" y="1104"/>
                    <a:pt x="3234" y="1028"/>
                  </a:cubicBezTo>
                  <a:cubicBezTo>
                    <a:pt x="2332" y="678"/>
                    <a:pt x="1404" y="377"/>
                    <a:pt x="502" y="51"/>
                  </a:cubicBezTo>
                  <a:cubicBezTo>
                    <a:pt x="452" y="26"/>
                    <a:pt x="377" y="1"/>
                    <a:pt x="3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37"/>
            <p:cNvSpPr/>
            <p:nvPr/>
          </p:nvSpPr>
          <p:spPr>
            <a:xfrm>
              <a:off x="3104150" y="1048625"/>
              <a:ext cx="85875" cy="23125"/>
            </a:xfrm>
            <a:custGeom>
              <a:avLst/>
              <a:gdLst/>
              <a:ahLst/>
              <a:cxnLst/>
              <a:rect l="l" t="t" r="r" b="b"/>
              <a:pathLst>
                <a:path w="3435" h="925" extrusionOk="0">
                  <a:moveTo>
                    <a:pt x="270" y="1"/>
                  </a:moveTo>
                  <a:cubicBezTo>
                    <a:pt x="131" y="1"/>
                    <a:pt x="1" y="46"/>
                    <a:pt x="1" y="237"/>
                  </a:cubicBezTo>
                  <a:cubicBezTo>
                    <a:pt x="1" y="337"/>
                    <a:pt x="176" y="487"/>
                    <a:pt x="302" y="513"/>
                  </a:cubicBezTo>
                  <a:cubicBezTo>
                    <a:pt x="1154" y="663"/>
                    <a:pt x="2006" y="788"/>
                    <a:pt x="2808" y="914"/>
                  </a:cubicBezTo>
                  <a:cubicBezTo>
                    <a:pt x="2875" y="914"/>
                    <a:pt x="2919" y="925"/>
                    <a:pt x="2964" y="925"/>
                  </a:cubicBezTo>
                  <a:cubicBezTo>
                    <a:pt x="2986" y="925"/>
                    <a:pt x="3008" y="922"/>
                    <a:pt x="3033" y="914"/>
                  </a:cubicBezTo>
                  <a:cubicBezTo>
                    <a:pt x="3209" y="914"/>
                    <a:pt x="3434" y="888"/>
                    <a:pt x="3409" y="663"/>
                  </a:cubicBezTo>
                  <a:cubicBezTo>
                    <a:pt x="3409" y="563"/>
                    <a:pt x="3209" y="437"/>
                    <a:pt x="3083" y="412"/>
                  </a:cubicBezTo>
                  <a:cubicBezTo>
                    <a:pt x="2181" y="262"/>
                    <a:pt x="1304" y="137"/>
                    <a:pt x="402" y="11"/>
                  </a:cubicBezTo>
                  <a:cubicBezTo>
                    <a:pt x="360" y="5"/>
                    <a:pt x="315" y="1"/>
                    <a:pt x="2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764" name="Google Shape;1764;p37"/>
          <p:cNvCxnSpPr/>
          <p:nvPr/>
        </p:nvCxnSpPr>
        <p:spPr>
          <a:xfrm>
            <a:off x="2478325" y="3875050"/>
            <a:ext cx="3741600" cy="0"/>
          </a:xfrm>
          <a:prstGeom prst="straightConnector1">
            <a:avLst/>
          </a:prstGeom>
          <a:noFill/>
          <a:ln w="19050" cap="flat" cmpd="sng">
            <a:solidFill>
              <a:schemeClr val="dk1"/>
            </a:solidFill>
            <a:prstDash val="solid"/>
            <a:round/>
            <a:headEnd type="none" w="med" len="med"/>
            <a:tailEnd type="none" w="med" len="med"/>
          </a:ln>
        </p:spPr>
      </p:cxnSp>
      <p:sp>
        <p:nvSpPr>
          <p:cNvPr id="1765" name="Google Shape;1765;p37"/>
          <p:cNvSpPr/>
          <p:nvPr/>
        </p:nvSpPr>
        <p:spPr>
          <a:xfrm rot="-559036">
            <a:off x="1203550" y="3265075"/>
            <a:ext cx="483097" cy="310873"/>
          </a:xfrm>
          <a:custGeom>
            <a:avLst/>
            <a:gdLst/>
            <a:ahLst/>
            <a:cxnLst/>
            <a:rect l="l" t="t" r="r" b="b"/>
            <a:pathLst>
              <a:path w="19324" h="12435" extrusionOk="0">
                <a:moveTo>
                  <a:pt x="12724" y="622"/>
                </a:moveTo>
                <a:cubicBezTo>
                  <a:pt x="14536" y="622"/>
                  <a:pt x="16351" y="665"/>
                  <a:pt x="18171" y="777"/>
                </a:cubicBezTo>
                <a:cubicBezTo>
                  <a:pt x="15464" y="3058"/>
                  <a:pt x="12782" y="5288"/>
                  <a:pt x="10051" y="7569"/>
                </a:cubicBezTo>
                <a:cubicBezTo>
                  <a:pt x="7043" y="5414"/>
                  <a:pt x="4036" y="3308"/>
                  <a:pt x="1178" y="953"/>
                </a:cubicBezTo>
                <a:cubicBezTo>
                  <a:pt x="5031" y="816"/>
                  <a:pt x="8871" y="622"/>
                  <a:pt x="12724" y="622"/>
                </a:cubicBezTo>
                <a:close/>
                <a:moveTo>
                  <a:pt x="652" y="1379"/>
                </a:moveTo>
                <a:lnTo>
                  <a:pt x="652" y="1379"/>
                </a:lnTo>
                <a:cubicBezTo>
                  <a:pt x="2381" y="2682"/>
                  <a:pt x="4061" y="3960"/>
                  <a:pt x="5765" y="5238"/>
                </a:cubicBezTo>
                <a:cubicBezTo>
                  <a:pt x="4361" y="7018"/>
                  <a:pt x="2958" y="8747"/>
                  <a:pt x="1529" y="10577"/>
                </a:cubicBezTo>
                <a:cubicBezTo>
                  <a:pt x="1078" y="7494"/>
                  <a:pt x="802" y="4486"/>
                  <a:pt x="652" y="1379"/>
                </a:cubicBezTo>
                <a:close/>
                <a:moveTo>
                  <a:pt x="18672" y="1203"/>
                </a:moveTo>
                <a:cubicBezTo>
                  <a:pt x="18772" y="1930"/>
                  <a:pt x="18672" y="2582"/>
                  <a:pt x="18672" y="3233"/>
                </a:cubicBezTo>
                <a:cubicBezTo>
                  <a:pt x="18672" y="3885"/>
                  <a:pt x="18697" y="4511"/>
                  <a:pt x="18672" y="5163"/>
                </a:cubicBezTo>
                <a:cubicBezTo>
                  <a:pt x="18672" y="5840"/>
                  <a:pt x="18622" y="6491"/>
                  <a:pt x="18597" y="7168"/>
                </a:cubicBezTo>
                <a:cubicBezTo>
                  <a:pt x="18597" y="7795"/>
                  <a:pt x="18597" y="8446"/>
                  <a:pt x="18597" y="9098"/>
                </a:cubicBezTo>
                <a:lnTo>
                  <a:pt x="18597" y="11178"/>
                </a:lnTo>
                <a:cubicBezTo>
                  <a:pt x="17068" y="9073"/>
                  <a:pt x="15589" y="7043"/>
                  <a:pt x="14061" y="4963"/>
                </a:cubicBezTo>
                <a:cubicBezTo>
                  <a:pt x="15539" y="3634"/>
                  <a:pt x="17068" y="2456"/>
                  <a:pt x="18672" y="1203"/>
                </a:cubicBezTo>
                <a:close/>
                <a:moveTo>
                  <a:pt x="13685" y="5339"/>
                </a:moveTo>
                <a:cubicBezTo>
                  <a:pt x="15214" y="7494"/>
                  <a:pt x="16742" y="9624"/>
                  <a:pt x="18271" y="11730"/>
                </a:cubicBezTo>
                <a:cubicBezTo>
                  <a:pt x="18188" y="11758"/>
                  <a:pt x="17807" y="11771"/>
                  <a:pt x="17213" y="11771"/>
                </a:cubicBezTo>
                <a:cubicBezTo>
                  <a:pt x="13672" y="11771"/>
                  <a:pt x="2552" y="11318"/>
                  <a:pt x="1780" y="11103"/>
                </a:cubicBezTo>
                <a:cubicBezTo>
                  <a:pt x="3309" y="9223"/>
                  <a:pt x="4762" y="7419"/>
                  <a:pt x="6266" y="5564"/>
                </a:cubicBezTo>
                <a:cubicBezTo>
                  <a:pt x="6567" y="5790"/>
                  <a:pt x="6817" y="5965"/>
                  <a:pt x="7068" y="6141"/>
                </a:cubicBezTo>
                <a:cubicBezTo>
                  <a:pt x="7820" y="6667"/>
                  <a:pt x="8597" y="7243"/>
                  <a:pt x="9374" y="7770"/>
                </a:cubicBezTo>
                <a:cubicBezTo>
                  <a:pt x="9649" y="7961"/>
                  <a:pt x="9844" y="8055"/>
                  <a:pt x="10033" y="8055"/>
                </a:cubicBezTo>
                <a:cubicBezTo>
                  <a:pt x="10240" y="8055"/>
                  <a:pt x="10439" y="7942"/>
                  <a:pt x="10727" y="7719"/>
                </a:cubicBezTo>
                <a:cubicBezTo>
                  <a:pt x="11604" y="7018"/>
                  <a:pt x="12482" y="6291"/>
                  <a:pt x="13359" y="5589"/>
                </a:cubicBezTo>
                <a:cubicBezTo>
                  <a:pt x="13459" y="5514"/>
                  <a:pt x="13534" y="5439"/>
                  <a:pt x="13685" y="5339"/>
                </a:cubicBezTo>
                <a:close/>
                <a:moveTo>
                  <a:pt x="9650" y="0"/>
                </a:moveTo>
                <a:cubicBezTo>
                  <a:pt x="9650" y="25"/>
                  <a:pt x="9650" y="50"/>
                  <a:pt x="9650" y="50"/>
                </a:cubicBezTo>
                <a:cubicBezTo>
                  <a:pt x="7218" y="151"/>
                  <a:pt x="4787" y="226"/>
                  <a:pt x="2356" y="301"/>
                </a:cubicBezTo>
                <a:cubicBezTo>
                  <a:pt x="1755" y="326"/>
                  <a:pt x="1153" y="376"/>
                  <a:pt x="552" y="401"/>
                </a:cubicBezTo>
                <a:cubicBezTo>
                  <a:pt x="25" y="451"/>
                  <a:pt x="0" y="501"/>
                  <a:pt x="51" y="1053"/>
                </a:cubicBezTo>
                <a:cubicBezTo>
                  <a:pt x="126" y="1830"/>
                  <a:pt x="176" y="2607"/>
                  <a:pt x="226" y="3409"/>
                </a:cubicBezTo>
                <a:cubicBezTo>
                  <a:pt x="276" y="4311"/>
                  <a:pt x="326" y="5213"/>
                  <a:pt x="401" y="6115"/>
                </a:cubicBezTo>
                <a:cubicBezTo>
                  <a:pt x="577" y="7719"/>
                  <a:pt x="777" y="9349"/>
                  <a:pt x="953" y="10978"/>
                </a:cubicBezTo>
                <a:cubicBezTo>
                  <a:pt x="1003" y="11404"/>
                  <a:pt x="1078" y="11529"/>
                  <a:pt x="1504" y="11629"/>
                </a:cubicBezTo>
                <a:cubicBezTo>
                  <a:pt x="1730" y="11704"/>
                  <a:pt x="1930" y="11730"/>
                  <a:pt x="2156" y="11755"/>
                </a:cubicBezTo>
                <a:cubicBezTo>
                  <a:pt x="5239" y="11905"/>
                  <a:pt x="8321" y="12080"/>
                  <a:pt x="11379" y="12231"/>
                </a:cubicBezTo>
                <a:cubicBezTo>
                  <a:pt x="13910" y="12331"/>
                  <a:pt x="16417" y="12356"/>
                  <a:pt x="18923" y="12431"/>
                </a:cubicBezTo>
                <a:cubicBezTo>
                  <a:pt x="18946" y="12433"/>
                  <a:pt x="18968" y="12434"/>
                  <a:pt x="18989" y="12434"/>
                </a:cubicBezTo>
                <a:cubicBezTo>
                  <a:pt x="19215" y="12434"/>
                  <a:pt x="19299" y="12312"/>
                  <a:pt x="19299" y="12105"/>
                </a:cubicBezTo>
                <a:cubicBezTo>
                  <a:pt x="19324" y="11830"/>
                  <a:pt x="19299" y="11579"/>
                  <a:pt x="19299" y="11303"/>
                </a:cubicBezTo>
                <a:cubicBezTo>
                  <a:pt x="19249" y="10526"/>
                  <a:pt x="19198" y="9750"/>
                  <a:pt x="19198" y="8973"/>
                </a:cubicBezTo>
                <a:cubicBezTo>
                  <a:pt x="19173" y="6817"/>
                  <a:pt x="19224" y="4662"/>
                  <a:pt x="19224" y="2506"/>
                </a:cubicBezTo>
                <a:cubicBezTo>
                  <a:pt x="19224" y="1930"/>
                  <a:pt x="19224" y="1379"/>
                  <a:pt x="19249" y="802"/>
                </a:cubicBezTo>
                <a:cubicBezTo>
                  <a:pt x="19249" y="251"/>
                  <a:pt x="19198" y="201"/>
                  <a:pt x="18647" y="176"/>
                </a:cubicBezTo>
                <a:cubicBezTo>
                  <a:pt x="17995" y="151"/>
                  <a:pt x="17369" y="151"/>
                  <a:pt x="16717" y="151"/>
                </a:cubicBezTo>
                <a:cubicBezTo>
                  <a:pt x="14361" y="100"/>
                  <a:pt x="12005" y="50"/>
                  <a:pt x="96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37"/>
          <p:cNvSpPr/>
          <p:nvPr/>
        </p:nvSpPr>
        <p:spPr>
          <a:xfrm rot="1184271">
            <a:off x="737606" y="3715219"/>
            <a:ext cx="483076" cy="310859"/>
          </a:xfrm>
          <a:custGeom>
            <a:avLst/>
            <a:gdLst/>
            <a:ahLst/>
            <a:cxnLst/>
            <a:rect l="l" t="t" r="r" b="b"/>
            <a:pathLst>
              <a:path w="19324" h="12435" extrusionOk="0">
                <a:moveTo>
                  <a:pt x="12724" y="622"/>
                </a:moveTo>
                <a:cubicBezTo>
                  <a:pt x="14536" y="622"/>
                  <a:pt x="16351" y="665"/>
                  <a:pt x="18171" y="777"/>
                </a:cubicBezTo>
                <a:cubicBezTo>
                  <a:pt x="15464" y="3058"/>
                  <a:pt x="12782" y="5288"/>
                  <a:pt x="10051" y="7569"/>
                </a:cubicBezTo>
                <a:cubicBezTo>
                  <a:pt x="7043" y="5414"/>
                  <a:pt x="4036" y="3308"/>
                  <a:pt x="1178" y="953"/>
                </a:cubicBezTo>
                <a:cubicBezTo>
                  <a:pt x="5031" y="816"/>
                  <a:pt x="8871" y="622"/>
                  <a:pt x="12724" y="622"/>
                </a:cubicBezTo>
                <a:close/>
                <a:moveTo>
                  <a:pt x="652" y="1379"/>
                </a:moveTo>
                <a:lnTo>
                  <a:pt x="652" y="1379"/>
                </a:lnTo>
                <a:cubicBezTo>
                  <a:pt x="2381" y="2682"/>
                  <a:pt x="4061" y="3960"/>
                  <a:pt x="5765" y="5238"/>
                </a:cubicBezTo>
                <a:cubicBezTo>
                  <a:pt x="4361" y="7018"/>
                  <a:pt x="2958" y="8747"/>
                  <a:pt x="1529" y="10577"/>
                </a:cubicBezTo>
                <a:cubicBezTo>
                  <a:pt x="1078" y="7494"/>
                  <a:pt x="802" y="4486"/>
                  <a:pt x="652" y="1379"/>
                </a:cubicBezTo>
                <a:close/>
                <a:moveTo>
                  <a:pt x="18672" y="1203"/>
                </a:moveTo>
                <a:cubicBezTo>
                  <a:pt x="18772" y="1930"/>
                  <a:pt x="18672" y="2582"/>
                  <a:pt x="18672" y="3233"/>
                </a:cubicBezTo>
                <a:cubicBezTo>
                  <a:pt x="18672" y="3885"/>
                  <a:pt x="18697" y="4511"/>
                  <a:pt x="18672" y="5163"/>
                </a:cubicBezTo>
                <a:cubicBezTo>
                  <a:pt x="18672" y="5840"/>
                  <a:pt x="18622" y="6491"/>
                  <a:pt x="18597" y="7168"/>
                </a:cubicBezTo>
                <a:cubicBezTo>
                  <a:pt x="18597" y="7795"/>
                  <a:pt x="18597" y="8446"/>
                  <a:pt x="18597" y="9098"/>
                </a:cubicBezTo>
                <a:lnTo>
                  <a:pt x="18597" y="11178"/>
                </a:lnTo>
                <a:cubicBezTo>
                  <a:pt x="17068" y="9073"/>
                  <a:pt x="15589" y="7043"/>
                  <a:pt x="14061" y="4963"/>
                </a:cubicBezTo>
                <a:cubicBezTo>
                  <a:pt x="15539" y="3634"/>
                  <a:pt x="17068" y="2456"/>
                  <a:pt x="18672" y="1203"/>
                </a:cubicBezTo>
                <a:close/>
                <a:moveTo>
                  <a:pt x="13685" y="5339"/>
                </a:moveTo>
                <a:cubicBezTo>
                  <a:pt x="15214" y="7494"/>
                  <a:pt x="16742" y="9624"/>
                  <a:pt x="18271" y="11730"/>
                </a:cubicBezTo>
                <a:cubicBezTo>
                  <a:pt x="18188" y="11758"/>
                  <a:pt x="17807" y="11771"/>
                  <a:pt x="17213" y="11771"/>
                </a:cubicBezTo>
                <a:cubicBezTo>
                  <a:pt x="13672" y="11771"/>
                  <a:pt x="2552" y="11318"/>
                  <a:pt x="1780" y="11103"/>
                </a:cubicBezTo>
                <a:cubicBezTo>
                  <a:pt x="3309" y="9223"/>
                  <a:pt x="4762" y="7419"/>
                  <a:pt x="6266" y="5564"/>
                </a:cubicBezTo>
                <a:cubicBezTo>
                  <a:pt x="6567" y="5790"/>
                  <a:pt x="6817" y="5965"/>
                  <a:pt x="7068" y="6141"/>
                </a:cubicBezTo>
                <a:cubicBezTo>
                  <a:pt x="7820" y="6667"/>
                  <a:pt x="8597" y="7243"/>
                  <a:pt x="9374" y="7770"/>
                </a:cubicBezTo>
                <a:cubicBezTo>
                  <a:pt x="9649" y="7961"/>
                  <a:pt x="9844" y="8055"/>
                  <a:pt x="10033" y="8055"/>
                </a:cubicBezTo>
                <a:cubicBezTo>
                  <a:pt x="10240" y="8055"/>
                  <a:pt x="10439" y="7942"/>
                  <a:pt x="10727" y="7719"/>
                </a:cubicBezTo>
                <a:cubicBezTo>
                  <a:pt x="11604" y="7018"/>
                  <a:pt x="12482" y="6291"/>
                  <a:pt x="13359" y="5589"/>
                </a:cubicBezTo>
                <a:cubicBezTo>
                  <a:pt x="13459" y="5514"/>
                  <a:pt x="13534" y="5439"/>
                  <a:pt x="13685" y="5339"/>
                </a:cubicBezTo>
                <a:close/>
                <a:moveTo>
                  <a:pt x="9650" y="0"/>
                </a:moveTo>
                <a:cubicBezTo>
                  <a:pt x="9650" y="25"/>
                  <a:pt x="9650" y="50"/>
                  <a:pt x="9650" y="50"/>
                </a:cubicBezTo>
                <a:cubicBezTo>
                  <a:pt x="7218" y="151"/>
                  <a:pt x="4787" y="226"/>
                  <a:pt x="2356" y="301"/>
                </a:cubicBezTo>
                <a:cubicBezTo>
                  <a:pt x="1755" y="326"/>
                  <a:pt x="1153" y="376"/>
                  <a:pt x="552" y="401"/>
                </a:cubicBezTo>
                <a:cubicBezTo>
                  <a:pt x="25" y="451"/>
                  <a:pt x="0" y="501"/>
                  <a:pt x="51" y="1053"/>
                </a:cubicBezTo>
                <a:cubicBezTo>
                  <a:pt x="126" y="1830"/>
                  <a:pt x="176" y="2607"/>
                  <a:pt x="226" y="3409"/>
                </a:cubicBezTo>
                <a:cubicBezTo>
                  <a:pt x="276" y="4311"/>
                  <a:pt x="326" y="5213"/>
                  <a:pt x="401" y="6115"/>
                </a:cubicBezTo>
                <a:cubicBezTo>
                  <a:pt x="577" y="7719"/>
                  <a:pt x="777" y="9349"/>
                  <a:pt x="953" y="10978"/>
                </a:cubicBezTo>
                <a:cubicBezTo>
                  <a:pt x="1003" y="11404"/>
                  <a:pt x="1078" y="11529"/>
                  <a:pt x="1504" y="11629"/>
                </a:cubicBezTo>
                <a:cubicBezTo>
                  <a:pt x="1730" y="11704"/>
                  <a:pt x="1930" y="11730"/>
                  <a:pt x="2156" y="11755"/>
                </a:cubicBezTo>
                <a:cubicBezTo>
                  <a:pt x="5239" y="11905"/>
                  <a:pt x="8321" y="12080"/>
                  <a:pt x="11379" y="12231"/>
                </a:cubicBezTo>
                <a:cubicBezTo>
                  <a:pt x="13910" y="12331"/>
                  <a:pt x="16417" y="12356"/>
                  <a:pt x="18923" y="12431"/>
                </a:cubicBezTo>
                <a:cubicBezTo>
                  <a:pt x="18946" y="12433"/>
                  <a:pt x="18968" y="12434"/>
                  <a:pt x="18989" y="12434"/>
                </a:cubicBezTo>
                <a:cubicBezTo>
                  <a:pt x="19215" y="12434"/>
                  <a:pt x="19299" y="12312"/>
                  <a:pt x="19299" y="12105"/>
                </a:cubicBezTo>
                <a:cubicBezTo>
                  <a:pt x="19324" y="11830"/>
                  <a:pt x="19299" y="11579"/>
                  <a:pt x="19299" y="11303"/>
                </a:cubicBezTo>
                <a:cubicBezTo>
                  <a:pt x="19249" y="10526"/>
                  <a:pt x="19198" y="9750"/>
                  <a:pt x="19198" y="8973"/>
                </a:cubicBezTo>
                <a:cubicBezTo>
                  <a:pt x="19173" y="6817"/>
                  <a:pt x="19224" y="4662"/>
                  <a:pt x="19224" y="2506"/>
                </a:cubicBezTo>
                <a:cubicBezTo>
                  <a:pt x="19224" y="1930"/>
                  <a:pt x="19224" y="1379"/>
                  <a:pt x="19249" y="802"/>
                </a:cubicBezTo>
                <a:cubicBezTo>
                  <a:pt x="19249" y="251"/>
                  <a:pt x="19198" y="201"/>
                  <a:pt x="18647" y="176"/>
                </a:cubicBezTo>
                <a:cubicBezTo>
                  <a:pt x="17995" y="151"/>
                  <a:pt x="17369" y="151"/>
                  <a:pt x="16717" y="151"/>
                </a:cubicBezTo>
                <a:cubicBezTo>
                  <a:pt x="14361" y="100"/>
                  <a:pt x="12005" y="50"/>
                  <a:pt x="96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70"/>
        <p:cNvGrpSpPr/>
        <p:nvPr/>
      </p:nvGrpSpPr>
      <p:grpSpPr>
        <a:xfrm>
          <a:off x="0" y="0"/>
          <a:ext cx="0" cy="0"/>
          <a:chOff x="0" y="0"/>
          <a:chExt cx="0" cy="0"/>
        </a:xfrm>
      </p:grpSpPr>
      <p:sp>
        <p:nvSpPr>
          <p:cNvPr id="1771" name="Google Shape;1771;p38"/>
          <p:cNvSpPr txBox="1">
            <a:spLocks noGrp="1"/>
          </p:cNvSpPr>
          <p:nvPr>
            <p:ph type="ctrTitle"/>
          </p:nvPr>
        </p:nvSpPr>
        <p:spPr>
          <a:xfrm>
            <a:off x="713250" y="446075"/>
            <a:ext cx="7717500" cy="537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Contents of this template</a:t>
            </a:r>
            <a:endParaRPr/>
          </a:p>
        </p:txBody>
      </p:sp>
      <p:graphicFrame>
        <p:nvGraphicFramePr>
          <p:cNvPr id="1772" name="Google Shape;1772;p38"/>
          <p:cNvGraphicFramePr/>
          <p:nvPr/>
        </p:nvGraphicFramePr>
        <p:xfrm>
          <a:off x="914213" y="1825305"/>
          <a:ext cx="7315550" cy="2407740"/>
        </p:xfrm>
        <a:graphic>
          <a:graphicData uri="http://schemas.openxmlformats.org/drawingml/2006/table">
            <a:tbl>
              <a:tblPr>
                <a:noFill/>
                <a:tableStyleId>{442E0F65-2369-45A5-B341-09E936D65754}</a:tableStyleId>
              </a:tblPr>
              <a:tblGrid>
                <a:gridCol w="2227550">
                  <a:extLst>
                    <a:ext uri="{9D8B030D-6E8A-4147-A177-3AD203B41FA5}">
                      <a16:colId xmlns:a16="http://schemas.microsoft.com/office/drawing/2014/main" val="20000"/>
                    </a:ext>
                  </a:extLst>
                </a:gridCol>
                <a:gridCol w="5088000">
                  <a:extLst>
                    <a:ext uri="{9D8B030D-6E8A-4147-A177-3AD203B41FA5}">
                      <a16:colId xmlns:a16="http://schemas.microsoft.com/office/drawing/2014/main" val="20001"/>
                    </a:ext>
                  </a:extLst>
                </a:gridCol>
              </a:tblGrid>
              <a:tr h="347150">
                <a:tc>
                  <a:txBody>
                    <a:bodyPr/>
                    <a:lstStyle/>
                    <a:p>
                      <a:pPr marL="0" lvl="0" indent="0" algn="l" rtl="0">
                        <a:spcBef>
                          <a:spcPts val="0"/>
                        </a:spcBef>
                        <a:spcAft>
                          <a:spcPts val="0"/>
                        </a:spcAft>
                        <a:buNone/>
                      </a:pPr>
                      <a:r>
                        <a:rPr lang="en" sz="1100" b="1" u="sng">
                          <a:solidFill>
                            <a:schemeClr val="dk1"/>
                          </a:solidFill>
                          <a:latin typeface="Nunito"/>
                          <a:ea typeface="Nunito"/>
                          <a:cs typeface="Nunito"/>
                          <a:sym typeface="Nunito"/>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Fonts</a:t>
                      </a:r>
                      <a:endParaRPr sz="1100" b="1" u="sng">
                        <a:solidFill>
                          <a:schemeClr val="dk1"/>
                        </a:solidFill>
                        <a:latin typeface="Nunito"/>
                        <a:ea typeface="Nunito"/>
                        <a:cs typeface="Nunito"/>
                        <a:sym typeface="Nunito"/>
                      </a:endParaRPr>
                    </a:p>
                  </a:txBody>
                  <a:tcPr marL="91425" marR="91425" marT="91425" marB="91425" anchor="ctr">
                    <a:lnL w="19050" cap="flat" cmpd="sng">
                      <a:solidFill>
                        <a:schemeClr val="dk1">
                          <a:alpha val="0"/>
                        </a:schemeClr>
                      </a:solidFill>
                      <a:prstDash val="solid"/>
                      <a:round/>
                      <a:headEnd type="none" w="sm" len="sm"/>
                      <a:tailEnd type="none" w="sm" len="sm"/>
                    </a:lnL>
                    <a:lnR w="28575" cap="flat" cmpd="sng">
                      <a:solidFill>
                        <a:schemeClr val="dk1"/>
                      </a:solidFill>
                      <a:prstDash val="solid"/>
                      <a:round/>
                      <a:headEnd type="none" w="sm" len="sm"/>
                      <a:tailEnd type="none" w="sm" len="sm"/>
                    </a:lnR>
                    <a:lnT w="19050" cap="flat" cmpd="sng">
                      <a:solidFill>
                        <a:schemeClr val="dk1">
                          <a:alpha val="0"/>
                        </a:scheme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 sz="1000">
                          <a:solidFill>
                            <a:schemeClr val="dk1"/>
                          </a:solidFill>
                          <a:latin typeface="Nunito"/>
                          <a:ea typeface="Nunito"/>
                          <a:cs typeface="Nunito"/>
                          <a:sym typeface="Nunito"/>
                        </a:rPr>
                        <a:t>To view this template correctly in PowerPoint, download and install the fonts we used</a:t>
                      </a:r>
                      <a:endParaRPr sz="1000">
                        <a:solidFill>
                          <a:schemeClr val="dk1"/>
                        </a:solidFill>
                        <a:latin typeface="Nunito"/>
                        <a:ea typeface="Nunito"/>
                        <a:cs typeface="Nunito"/>
                        <a:sym typeface="Nunito"/>
                      </a:endParaRPr>
                    </a:p>
                  </a:txBody>
                  <a:tcPr marL="91425" marR="91425" marT="91425" marB="91425" anchor="ctr">
                    <a:lnL w="28575"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alpha val="0"/>
                        </a:schemeClr>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47150">
                <a:tc>
                  <a:txBody>
                    <a:bodyPr/>
                    <a:lstStyle/>
                    <a:p>
                      <a:pPr marL="0" lvl="0" indent="0" algn="l" rtl="0">
                        <a:spcBef>
                          <a:spcPts val="0"/>
                        </a:spcBef>
                        <a:spcAft>
                          <a:spcPts val="0"/>
                        </a:spcAft>
                        <a:buNone/>
                      </a:pPr>
                      <a:r>
                        <a:rPr lang="en" sz="1100" b="1" u="sng">
                          <a:solidFill>
                            <a:schemeClr val="dk1"/>
                          </a:solidFill>
                          <a:latin typeface="Nunito"/>
                          <a:ea typeface="Nunito"/>
                          <a:cs typeface="Nunito"/>
                          <a:sym typeface="Nunito"/>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Used</a:t>
                      </a:r>
                      <a:r>
                        <a:rPr lang="en" sz="1100" b="1">
                          <a:solidFill>
                            <a:schemeClr val="dk1"/>
                          </a:solidFill>
                          <a:latin typeface="Nunito"/>
                          <a:ea typeface="Nunito"/>
                          <a:cs typeface="Nunito"/>
                          <a:sym typeface="Nunito"/>
                        </a:rPr>
                        <a:t> and </a:t>
                      </a:r>
                      <a:r>
                        <a:rPr lang="en" sz="1100" b="1" u="sng">
                          <a:solidFill>
                            <a:schemeClr val="dk1"/>
                          </a:solidFill>
                          <a:latin typeface="Nunito"/>
                          <a:ea typeface="Nunito"/>
                          <a:cs typeface="Nunito"/>
                          <a:sym typeface="Nunito"/>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alternative</a:t>
                      </a:r>
                      <a:r>
                        <a:rPr lang="en" sz="1100" b="1" u="sng">
                          <a:solidFill>
                            <a:schemeClr val="dk1"/>
                          </a:solidFill>
                          <a:latin typeface="Nunito"/>
                          <a:ea typeface="Nunito"/>
                          <a:cs typeface="Nunito"/>
                          <a:sym typeface="Nunito"/>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 resources</a:t>
                      </a:r>
                      <a:endParaRPr sz="1100" b="1" u="sng">
                        <a:solidFill>
                          <a:schemeClr val="dk1"/>
                        </a:solidFill>
                        <a:latin typeface="Nunito"/>
                        <a:ea typeface="Nunito"/>
                        <a:cs typeface="Nunito"/>
                        <a:sym typeface="Nunito"/>
                      </a:endParaRPr>
                    </a:p>
                  </a:txBody>
                  <a:tcPr marL="91425" marR="91425" marT="91425" marB="91425" anchor="ctr">
                    <a:lnL w="19050" cap="flat" cmpd="sng">
                      <a:solidFill>
                        <a:schemeClr val="dk1">
                          <a:alpha val="0"/>
                        </a:schemeClr>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1600"/>
                        </a:spcAft>
                        <a:buNone/>
                      </a:pPr>
                      <a:r>
                        <a:rPr lang="en" sz="1000">
                          <a:solidFill>
                            <a:schemeClr val="dk1"/>
                          </a:solidFill>
                          <a:latin typeface="Nunito"/>
                          <a:ea typeface="Nunito"/>
                          <a:cs typeface="Nunito"/>
                          <a:sym typeface="Nunito"/>
                        </a:rPr>
                        <a:t>An assortment of graphic resources that are suitable for use in this presentation</a:t>
                      </a:r>
                      <a:endParaRPr sz="1000">
                        <a:solidFill>
                          <a:schemeClr val="dk1"/>
                        </a:solidFill>
                        <a:latin typeface="Nunito"/>
                        <a:ea typeface="Nunito"/>
                        <a:cs typeface="Nunito"/>
                        <a:sym typeface="Nunito"/>
                      </a:endParaRPr>
                    </a:p>
                  </a:txBody>
                  <a:tcPr marL="91425" marR="91425" marT="91425" marB="91425" anchor="ctr">
                    <a:lnL w="28575"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47150">
                <a:tc>
                  <a:txBody>
                    <a:bodyPr/>
                    <a:lstStyle/>
                    <a:p>
                      <a:pPr marL="0" lvl="0" indent="0" algn="l" rtl="0">
                        <a:spcBef>
                          <a:spcPts val="0"/>
                        </a:spcBef>
                        <a:spcAft>
                          <a:spcPts val="0"/>
                        </a:spcAft>
                        <a:buNone/>
                      </a:pPr>
                      <a:r>
                        <a:rPr lang="en" sz="1100" b="1" u="sng">
                          <a:solidFill>
                            <a:schemeClr val="dk1"/>
                          </a:solidFill>
                          <a:latin typeface="Nunito"/>
                          <a:ea typeface="Nunito"/>
                          <a:cs typeface="Nunito"/>
                          <a:sym typeface="Nunito"/>
                          <a:hlinkClick r:id="rId3" action="ppaction://hlinksldjump">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Thanks slide</a:t>
                      </a:r>
                      <a:endParaRPr sz="1100" b="1" u="sng">
                        <a:solidFill>
                          <a:schemeClr val="dk1"/>
                        </a:solidFill>
                        <a:latin typeface="Nunito"/>
                        <a:ea typeface="Nunito"/>
                        <a:cs typeface="Nunito"/>
                        <a:sym typeface="Nunito"/>
                      </a:endParaRPr>
                    </a:p>
                  </a:txBody>
                  <a:tcPr marL="91425" marR="91425" marT="91425" marB="91425" anchor="ctr">
                    <a:lnL w="19050" cap="flat" cmpd="sng">
                      <a:solidFill>
                        <a:schemeClr val="dk1">
                          <a:alpha val="0"/>
                        </a:schemeClr>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 sz="1000">
                          <a:solidFill>
                            <a:schemeClr val="dk1"/>
                          </a:solidFill>
                          <a:latin typeface="Nunito"/>
                          <a:ea typeface="Nunito"/>
                          <a:cs typeface="Nunito"/>
                          <a:sym typeface="Nunito"/>
                        </a:rPr>
                        <a:t>You must keep it so that proper credits for our design are given</a:t>
                      </a:r>
                      <a:endParaRPr sz="1000">
                        <a:solidFill>
                          <a:schemeClr val="dk1"/>
                        </a:solidFill>
                        <a:latin typeface="Nunito"/>
                        <a:ea typeface="Nunito"/>
                        <a:cs typeface="Nunito"/>
                        <a:sym typeface="Nunito"/>
                      </a:endParaRPr>
                    </a:p>
                  </a:txBody>
                  <a:tcPr marL="91425" marR="91425" marT="91425" marB="91425" anchor="ctr">
                    <a:lnL w="28575"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47150">
                <a:tc>
                  <a:txBody>
                    <a:bodyPr/>
                    <a:lstStyle/>
                    <a:p>
                      <a:pPr marL="0" lvl="0" indent="0" algn="l" rtl="0">
                        <a:spcBef>
                          <a:spcPts val="0"/>
                        </a:spcBef>
                        <a:spcAft>
                          <a:spcPts val="0"/>
                        </a:spcAft>
                        <a:buNone/>
                      </a:pPr>
                      <a:r>
                        <a:rPr lang="en" sz="1100" b="1" u="sng">
                          <a:solidFill>
                            <a:schemeClr val="dk1"/>
                          </a:solidFill>
                          <a:latin typeface="Nunito"/>
                          <a:ea typeface="Nunito"/>
                          <a:cs typeface="Nunito"/>
                          <a:sym typeface="Nunito"/>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Colors</a:t>
                      </a:r>
                      <a:endParaRPr sz="1100" b="1" u="sng">
                        <a:solidFill>
                          <a:schemeClr val="dk1"/>
                        </a:solidFill>
                        <a:latin typeface="Nunito"/>
                        <a:ea typeface="Nunito"/>
                        <a:cs typeface="Nunito"/>
                        <a:sym typeface="Nunito"/>
                      </a:endParaRPr>
                    </a:p>
                  </a:txBody>
                  <a:tcPr marL="91425" marR="91425" marT="91425" marB="91425" anchor="ctr">
                    <a:lnL w="19050" cap="flat" cmpd="sng">
                      <a:solidFill>
                        <a:schemeClr val="dk1">
                          <a:alpha val="0"/>
                        </a:schemeClr>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 sz="1000">
                          <a:solidFill>
                            <a:schemeClr val="dk1"/>
                          </a:solidFill>
                          <a:latin typeface="Nunito"/>
                          <a:ea typeface="Nunito"/>
                          <a:cs typeface="Nunito"/>
                          <a:sym typeface="Nunito"/>
                        </a:rPr>
                        <a:t>All the colors used in this presentation</a:t>
                      </a:r>
                      <a:endParaRPr sz="1000">
                        <a:solidFill>
                          <a:schemeClr val="dk1"/>
                        </a:solidFill>
                        <a:latin typeface="Nunito"/>
                        <a:ea typeface="Nunito"/>
                        <a:cs typeface="Nunito"/>
                        <a:sym typeface="Nunito"/>
                      </a:endParaRPr>
                    </a:p>
                  </a:txBody>
                  <a:tcPr marL="91425" marR="91425" marT="91425" marB="91425" anchor="ctr">
                    <a:lnL w="28575"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47150">
                <a:tc>
                  <a:txBody>
                    <a:bodyPr/>
                    <a:lstStyle/>
                    <a:p>
                      <a:pPr marL="0" lvl="0" indent="0" algn="l" rtl="0">
                        <a:spcBef>
                          <a:spcPts val="0"/>
                        </a:spcBef>
                        <a:spcAft>
                          <a:spcPts val="0"/>
                        </a:spcAft>
                        <a:buNone/>
                      </a:pPr>
                      <a:r>
                        <a:rPr lang="en" sz="1100" b="1" u="sng">
                          <a:solidFill>
                            <a:schemeClr val="dk1"/>
                          </a:solidFill>
                          <a:latin typeface="Nunito"/>
                          <a:ea typeface="Nunito"/>
                          <a:cs typeface="Nunito"/>
                          <a:sym typeface="Nunito"/>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Icons</a:t>
                      </a:r>
                      <a:r>
                        <a:rPr lang="en" sz="1100" b="1">
                          <a:solidFill>
                            <a:schemeClr val="dk1"/>
                          </a:solidFill>
                          <a:latin typeface="Nunito"/>
                          <a:ea typeface="Nunito"/>
                          <a:cs typeface="Nunito"/>
                          <a:sym typeface="Nunito"/>
                        </a:rPr>
                        <a:t> and </a:t>
                      </a:r>
                      <a:r>
                        <a:rPr lang="en" sz="1100" b="1" u="sng">
                          <a:solidFill>
                            <a:schemeClr val="dk1"/>
                          </a:solidFill>
                          <a:latin typeface="Nunito"/>
                          <a:ea typeface="Nunito"/>
                          <a:cs typeface="Nunito"/>
                          <a:sym typeface="Nunito"/>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infographic resources</a:t>
                      </a:r>
                      <a:endParaRPr sz="1100" b="1" u="sng">
                        <a:solidFill>
                          <a:schemeClr val="dk1"/>
                        </a:solidFill>
                        <a:latin typeface="Nunito"/>
                        <a:ea typeface="Nunito"/>
                        <a:cs typeface="Nunito"/>
                        <a:sym typeface="Nunito"/>
                      </a:endParaRPr>
                    </a:p>
                  </a:txBody>
                  <a:tcPr marL="91425" marR="91425" marT="91425" marB="91425" anchor="ctr">
                    <a:lnL w="19050" cap="flat" cmpd="sng">
                      <a:solidFill>
                        <a:schemeClr val="dk1">
                          <a:alpha val="0"/>
                        </a:schemeClr>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Nunito"/>
                          <a:ea typeface="Nunito"/>
                          <a:cs typeface="Nunito"/>
                          <a:sym typeface="Nunito"/>
                        </a:rPr>
                        <a:t>These can be used in the template, and their size and color can be edited</a:t>
                      </a:r>
                      <a:endParaRPr sz="1000">
                        <a:solidFill>
                          <a:schemeClr val="dk1"/>
                        </a:solidFill>
                        <a:latin typeface="Nunito"/>
                        <a:ea typeface="Nunito"/>
                        <a:cs typeface="Nunito"/>
                        <a:sym typeface="Nunito"/>
                      </a:endParaRPr>
                    </a:p>
                  </a:txBody>
                  <a:tcPr marL="91425" marR="91425" marT="91425" marB="91425" anchor="ctr">
                    <a:lnL w="28575"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47150">
                <a:tc>
                  <a:txBody>
                    <a:bodyPr/>
                    <a:lstStyle/>
                    <a:p>
                      <a:pPr marL="0" lvl="0" indent="0" algn="l" rtl="0">
                        <a:spcBef>
                          <a:spcPts val="0"/>
                        </a:spcBef>
                        <a:spcAft>
                          <a:spcPts val="0"/>
                        </a:spcAft>
                        <a:buNone/>
                      </a:pPr>
                      <a:r>
                        <a:rPr lang="en" sz="1100" b="1">
                          <a:solidFill>
                            <a:schemeClr val="dk1"/>
                          </a:solidFill>
                          <a:latin typeface="Nunito"/>
                          <a:ea typeface="Nunito"/>
                          <a:cs typeface="Nunito"/>
                          <a:sym typeface="Nunito"/>
                        </a:rPr>
                        <a:t>Editable presentation theme </a:t>
                      </a:r>
                      <a:endParaRPr sz="1100" b="1">
                        <a:solidFill>
                          <a:schemeClr val="dk1"/>
                        </a:solidFill>
                        <a:latin typeface="Nunito"/>
                        <a:ea typeface="Nunito"/>
                        <a:cs typeface="Nunito"/>
                        <a:sym typeface="Nunito"/>
                      </a:endParaRPr>
                    </a:p>
                  </a:txBody>
                  <a:tcPr marL="91425" marR="91425" marT="91425" marB="91425" anchor="ctr">
                    <a:lnL w="19050" cap="flat" cmpd="sng">
                      <a:solidFill>
                        <a:schemeClr val="dk1">
                          <a:alpha val="0"/>
                        </a:schemeClr>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9050" cap="flat" cmpd="sng">
                      <a:solidFill>
                        <a:schemeClr val="dk1">
                          <a:alpha val="0"/>
                        </a:schemeClr>
                      </a:solidFill>
                      <a:prstDash val="solid"/>
                      <a:round/>
                      <a:headEnd type="none" w="sm" len="sm"/>
                      <a:tailEnd type="none" w="sm" len="sm"/>
                    </a:lnB>
                  </a:tcPr>
                </a:tc>
                <a:tc>
                  <a:txBody>
                    <a:bodyPr/>
                    <a:lstStyle/>
                    <a:p>
                      <a:pPr marL="0" lvl="0" indent="0" algn="l" rtl="0">
                        <a:spcBef>
                          <a:spcPts val="0"/>
                        </a:spcBef>
                        <a:spcAft>
                          <a:spcPts val="1600"/>
                        </a:spcAft>
                        <a:buNone/>
                      </a:pPr>
                      <a:r>
                        <a:rPr lang="en" sz="1000">
                          <a:solidFill>
                            <a:schemeClr val="dk1"/>
                          </a:solidFill>
                          <a:latin typeface="Nunito"/>
                          <a:ea typeface="Nunito"/>
                          <a:cs typeface="Nunito"/>
                          <a:sym typeface="Nunito"/>
                        </a:rPr>
                        <a:t>You can edit the master slides easily. For more info, click </a:t>
                      </a:r>
                      <a:r>
                        <a:rPr lang="en" sz="1100" b="1" u="sng">
                          <a:solidFill>
                            <a:schemeClr val="dk1"/>
                          </a:solidFill>
                          <a:latin typeface="Nunito"/>
                          <a:ea typeface="Nunito"/>
                          <a:cs typeface="Nunito"/>
                          <a:sym typeface="Nunito"/>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here</a:t>
                      </a:r>
                      <a:endParaRPr sz="1000" u="sng">
                        <a:solidFill>
                          <a:schemeClr val="dk1"/>
                        </a:solidFill>
                        <a:latin typeface="Nunito"/>
                        <a:ea typeface="Nunito"/>
                        <a:cs typeface="Nunito"/>
                        <a:sym typeface="Nunito"/>
                      </a:endParaRPr>
                    </a:p>
                  </a:txBody>
                  <a:tcPr marL="91425" marR="91425" marT="91425" marB="91425" anchor="ctr">
                    <a:lnL w="28575"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28575" cap="flat" cmpd="sng">
                      <a:solidFill>
                        <a:schemeClr val="dk1"/>
                      </a:solidFill>
                      <a:prstDash val="solid"/>
                      <a:round/>
                      <a:headEnd type="none" w="sm" len="sm"/>
                      <a:tailEnd type="none" w="sm" len="sm"/>
                    </a:lnT>
                    <a:lnB w="19050"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1773" name="Google Shape;1773;p38"/>
          <p:cNvSpPr txBox="1"/>
          <p:nvPr/>
        </p:nvSpPr>
        <p:spPr>
          <a:xfrm>
            <a:off x="914225" y="1406172"/>
            <a:ext cx="7315500" cy="36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latin typeface="Nunito"/>
                <a:ea typeface="Nunito"/>
                <a:cs typeface="Nunito"/>
                <a:sym typeface="Nunito"/>
              </a:rPr>
              <a:t>You can delete this slide when you’re done editing the presentation</a:t>
            </a:r>
            <a:endParaRPr sz="1100" b="1">
              <a:solidFill>
                <a:schemeClr val="dk1"/>
              </a:solidFill>
              <a:latin typeface="Nunito"/>
              <a:ea typeface="Nunito"/>
              <a:cs typeface="Nunito"/>
              <a:sym typeface="Nunito"/>
            </a:endParaRPr>
          </a:p>
        </p:txBody>
      </p:sp>
      <p:sp>
        <p:nvSpPr>
          <p:cNvPr id="1774" name="Google Shape;1774;p38"/>
          <p:cNvSpPr txBox="1"/>
          <p:nvPr/>
        </p:nvSpPr>
        <p:spPr>
          <a:xfrm>
            <a:off x="914300" y="4060972"/>
            <a:ext cx="2497800" cy="41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b="1">
                <a:solidFill>
                  <a:schemeClr val="dk1"/>
                </a:solidFill>
                <a:latin typeface="Nunito"/>
                <a:ea typeface="Nunito"/>
                <a:cs typeface="Nunito"/>
                <a:sym typeface="Nunito"/>
              </a:rPr>
              <a:t>For more info:</a:t>
            </a:r>
            <a:br>
              <a:rPr lang="en" sz="800" b="1">
                <a:solidFill>
                  <a:schemeClr val="dk1"/>
                </a:solidFill>
                <a:latin typeface="Nunito"/>
                <a:ea typeface="Nunito"/>
                <a:cs typeface="Nunito"/>
                <a:sym typeface="Nunito"/>
              </a:rPr>
            </a:br>
            <a:r>
              <a:rPr lang="en" sz="1000" b="1" u="sng">
                <a:solidFill>
                  <a:schemeClr val="dk1"/>
                </a:solidFill>
                <a:latin typeface="Nunito"/>
                <a:ea typeface="Nunito"/>
                <a:cs typeface="Nunito"/>
                <a:sym typeface="Nunito"/>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 </a:t>
            </a:r>
            <a:r>
              <a:rPr lang="en" sz="1000" b="1" u="sng">
                <a:solidFill>
                  <a:schemeClr val="dk1"/>
                </a:solidFill>
                <a:latin typeface="Nunito"/>
                <a:ea typeface="Nunito"/>
                <a:cs typeface="Nunito"/>
                <a:sym typeface="Nunito"/>
              </a:rPr>
              <a:t>| </a:t>
            </a:r>
            <a:r>
              <a:rPr lang="en" sz="1000" b="1" u="sng">
                <a:solidFill>
                  <a:schemeClr val="dk1"/>
                </a:solidFill>
                <a:latin typeface="Nunito"/>
                <a:ea typeface="Nunito"/>
                <a:cs typeface="Nunito"/>
                <a:sym typeface="Nunito"/>
                <a:hlinkClick r:id="rId6">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BLOG</a:t>
            </a:r>
            <a:r>
              <a:rPr lang="en" sz="1000" b="1" u="sng">
                <a:solidFill>
                  <a:schemeClr val="dk1"/>
                </a:solidFill>
                <a:latin typeface="Nunito"/>
                <a:ea typeface="Nunito"/>
                <a:cs typeface="Nunito"/>
                <a:sym typeface="Nunito"/>
              </a:rPr>
              <a:t> | </a:t>
            </a:r>
            <a:r>
              <a:rPr lang="en" sz="1000" b="1" u="sng">
                <a:solidFill>
                  <a:schemeClr val="dk1"/>
                </a:solidFill>
                <a:latin typeface="Nunito"/>
                <a:ea typeface="Nunito"/>
                <a:cs typeface="Nunito"/>
                <a:sym typeface="Nunito"/>
                <a:hlinkClick r:id="rId7">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FAQ</a:t>
            </a:r>
            <a:r>
              <a:rPr lang="en" sz="1000" b="1" u="sng">
                <a:solidFill>
                  <a:schemeClr val="dk1"/>
                </a:solidFill>
                <a:latin typeface="Nunito"/>
                <a:ea typeface="Nunito"/>
                <a:cs typeface="Nunito"/>
                <a:sym typeface="Nunito"/>
              </a:rPr>
              <a:t>s</a:t>
            </a:r>
            <a:endParaRPr sz="1000" b="1" u="sng">
              <a:solidFill>
                <a:schemeClr val="dk1"/>
              </a:solidFill>
              <a:latin typeface="Nunito"/>
              <a:ea typeface="Nunito"/>
              <a:cs typeface="Nunito"/>
              <a:sym typeface="Nunito"/>
            </a:endParaRPr>
          </a:p>
        </p:txBody>
      </p:sp>
      <p:sp>
        <p:nvSpPr>
          <p:cNvPr id="1775" name="Google Shape;1775;p38"/>
          <p:cNvSpPr txBox="1"/>
          <p:nvPr/>
        </p:nvSpPr>
        <p:spPr>
          <a:xfrm>
            <a:off x="3412176" y="4060972"/>
            <a:ext cx="3419100" cy="41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b="1">
                <a:solidFill>
                  <a:schemeClr val="dk1"/>
                </a:solidFill>
                <a:latin typeface="Nunito"/>
                <a:ea typeface="Nunito"/>
                <a:cs typeface="Nunito"/>
                <a:sym typeface="Nunito"/>
              </a:rPr>
              <a:t>You can visit our sister projects:</a:t>
            </a:r>
            <a:br>
              <a:rPr lang="en" sz="800" b="1">
                <a:solidFill>
                  <a:schemeClr val="dk1"/>
                </a:solidFill>
                <a:latin typeface="Nunito"/>
                <a:ea typeface="Nunito"/>
                <a:cs typeface="Nunito"/>
                <a:sym typeface="Nunito"/>
              </a:rPr>
            </a:br>
            <a:r>
              <a:rPr lang="en" sz="1000" b="1" u="sng">
                <a:solidFill>
                  <a:schemeClr val="dk1"/>
                </a:solidFill>
                <a:latin typeface="Nunito"/>
                <a:ea typeface="Nunito"/>
                <a:cs typeface="Nunito"/>
                <a:sym typeface="Nunito"/>
                <a:hlinkClick r:id="rId8">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r>
              <a:rPr lang="en" sz="1000" b="1" u="sng">
                <a:solidFill>
                  <a:schemeClr val="dk1"/>
                </a:solidFill>
                <a:latin typeface="Nunito"/>
                <a:ea typeface="Nunito"/>
                <a:cs typeface="Nunito"/>
                <a:sym typeface="Nunito"/>
              </a:rPr>
              <a:t> | </a:t>
            </a:r>
            <a:r>
              <a:rPr lang="en" sz="1000" b="1" u="sng">
                <a:solidFill>
                  <a:schemeClr val="dk1"/>
                </a:solidFill>
                <a:latin typeface="Nunito"/>
                <a:ea typeface="Nunito"/>
                <a:cs typeface="Nunito"/>
                <a:sym typeface="Nunito"/>
                <a:hlinkClick r:id="rId9">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000" b="1" u="sng">
                <a:solidFill>
                  <a:schemeClr val="dk1"/>
                </a:solidFill>
                <a:latin typeface="Nunito"/>
                <a:ea typeface="Nunito"/>
                <a:cs typeface="Nunito"/>
                <a:sym typeface="Nunito"/>
              </a:rPr>
              <a:t> | </a:t>
            </a:r>
            <a:r>
              <a:rPr lang="en" sz="1000" b="1" u="sng">
                <a:solidFill>
                  <a:schemeClr val="dk1"/>
                </a:solidFill>
                <a:latin typeface="Nunito"/>
                <a:ea typeface="Nunito"/>
                <a:cs typeface="Nunito"/>
                <a:sym typeface="Nunito"/>
                <a:hlinkClick r:id="rId10">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STORYSET</a:t>
            </a:r>
            <a:r>
              <a:rPr lang="en" sz="1000" b="1" u="sng">
                <a:solidFill>
                  <a:schemeClr val="dk1"/>
                </a:solidFill>
                <a:latin typeface="Nunito"/>
                <a:ea typeface="Nunito"/>
                <a:cs typeface="Nunito"/>
                <a:sym typeface="Nunito"/>
              </a:rPr>
              <a:t> | </a:t>
            </a:r>
            <a:r>
              <a:rPr lang="en" sz="1000" b="1" u="sng">
                <a:solidFill>
                  <a:schemeClr val="dk1"/>
                </a:solidFill>
                <a:latin typeface="Nunito"/>
                <a:ea typeface="Nunito"/>
                <a:cs typeface="Nunito"/>
                <a:sym typeface="Nunito"/>
                <a:hlinkClick r:id="rId11">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WEPIK </a:t>
            </a:r>
            <a:r>
              <a:rPr lang="en" sz="1000" b="1" u="sng">
                <a:solidFill>
                  <a:schemeClr val="dk1"/>
                </a:solidFill>
                <a:latin typeface="Nunito"/>
                <a:ea typeface="Nunito"/>
                <a:cs typeface="Nunito"/>
                <a:sym typeface="Nunito"/>
              </a:rPr>
              <a:t>| </a:t>
            </a:r>
            <a:r>
              <a:rPr lang="en" sz="1000" b="1" u="sng">
                <a:solidFill>
                  <a:schemeClr val="dk1"/>
                </a:solidFill>
                <a:latin typeface="Nunito"/>
                <a:ea typeface="Nunito"/>
                <a:cs typeface="Nunito"/>
                <a:sym typeface="Nunito"/>
                <a:hlinkClick r:id="rId12">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VIDEVO</a:t>
            </a:r>
            <a:endParaRPr sz="1000" b="1" u="sng">
              <a:solidFill>
                <a:schemeClr val="dk1"/>
              </a:solidFill>
              <a:latin typeface="Nunito"/>
              <a:ea typeface="Nunito"/>
              <a:cs typeface="Nunito"/>
              <a:sym typeface="Nunito"/>
            </a:endParaRPr>
          </a:p>
          <a:p>
            <a:pPr marL="0" lvl="0" indent="0" algn="l" rtl="0">
              <a:spcBef>
                <a:spcPts val="0"/>
              </a:spcBef>
              <a:spcAft>
                <a:spcPts val="0"/>
              </a:spcAft>
              <a:buNone/>
            </a:pPr>
            <a:endParaRPr sz="1000" b="1">
              <a:solidFill>
                <a:schemeClr val="dk1"/>
              </a:solidFill>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79"/>
        <p:cNvGrpSpPr/>
        <p:nvPr/>
      </p:nvGrpSpPr>
      <p:grpSpPr>
        <a:xfrm>
          <a:off x="0" y="0"/>
          <a:ext cx="0" cy="0"/>
          <a:chOff x="0" y="0"/>
          <a:chExt cx="0" cy="0"/>
        </a:xfrm>
      </p:grpSpPr>
      <p:sp>
        <p:nvSpPr>
          <p:cNvPr id="1780" name="Google Shape;1780;p39"/>
          <p:cNvSpPr txBox="1">
            <a:spLocks noGrp="1"/>
          </p:cNvSpPr>
          <p:nvPr>
            <p:ph type="subTitle" idx="1"/>
          </p:nvPr>
        </p:nvSpPr>
        <p:spPr>
          <a:xfrm>
            <a:off x="1814600" y="1803114"/>
            <a:ext cx="2766900" cy="513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1781" name="Google Shape;1781;p39"/>
          <p:cNvSpPr txBox="1">
            <a:spLocks noGrp="1"/>
          </p:cNvSpPr>
          <p:nvPr>
            <p:ph type="ctrTitle" idx="15"/>
          </p:nvPr>
        </p:nvSpPr>
        <p:spPr>
          <a:xfrm>
            <a:off x="713250" y="446075"/>
            <a:ext cx="7717500" cy="537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Table of contents</a:t>
            </a:r>
            <a:endParaRPr/>
          </a:p>
        </p:txBody>
      </p:sp>
      <p:sp>
        <p:nvSpPr>
          <p:cNvPr id="1782" name="Google Shape;1782;p39"/>
          <p:cNvSpPr txBox="1">
            <a:spLocks noGrp="1"/>
          </p:cNvSpPr>
          <p:nvPr>
            <p:ph type="title"/>
          </p:nvPr>
        </p:nvSpPr>
        <p:spPr>
          <a:xfrm>
            <a:off x="916400" y="1447219"/>
            <a:ext cx="898200" cy="810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1783" name="Google Shape;1783;p39"/>
          <p:cNvSpPr txBox="1">
            <a:spLocks noGrp="1"/>
          </p:cNvSpPr>
          <p:nvPr>
            <p:ph type="subTitle" idx="2"/>
          </p:nvPr>
        </p:nvSpPr>
        <p:spPr>
          <a:xfrm>
            <a:off x="1814600" y="1446725"/>
            <a:ext cx="2924400" cy="43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Theory lesson</a:t>
            </a:r>
            <a:endParaRPr/>
          </a:p>
        </p:txBody>
      </p:sp>
      <p:sp>
        <p:nvSpPr>
          <p:cNvPr id="1784" name="Google Shape;1784;p39"/>
          <p:cNvSpPr txBox="1">
            <a:spLocks noGrp="1"/>
          </p:cNvSpPr>
          <p:nvPr>
            <p:ph type="subTitle" idx="3"/>
          </p:nvPr>
        </p:nvSpPr>
        <p:spPr>
          <a:xfrm>
            <a:off x="1814600" y="2854826"/>
            <a:ext cx="2766900" cy="513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1785" name="Google Shape;1785;p39"/>
          <p:cNvSpPr txBox="1">
            <a:spLocks noGrp="1"/>
          </p:cNvSpPr>
          <p:nvPr>
            <p:ph type="title" idx="4"/>
          </p:nvPr>
        </p:nvSpPr>
        <p:spPr>
          <a:xfrm>
            <a:off x="916313" y="2513082"/>
            <a:ext cx="898200" cy="811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1786" name="Google Shape;1786;p39"/>
          <p:cNvSpPr txBox="1">
            <a:spLocks noGrp="1"/>
          </p:cNvSpPr>
          <p:nvPr>
            <p:ph type="subTitle" idx="5"/>
          </p:nvPr>
        </p:nvSpPr>
        <p:spPr>
          <a:xfrm>
            <a:off x="1814600" y="2498438"/>
            <a:ext cx="2924400" cy="43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Features of the topic</a:t>
            </a:r>
            <a:endParaRPr/>
          </a:p>
        </p:txBody>
      </p:sp>
      <p:sp>
        <p:nvSpPr>
          <p:cNvPr id="1787" name="Google Shape;1787;p39"/>
          <p:cNvSpPr txBox="1">
            <a:spLocks noGrp="1"/>
          </p:cNvSpPr>
          <p:nvPr>
            <p:ph type="subTitle" idx="6"/>
          </p:nvPr>
        </p:nvSpPr>
        <p:spPr>
          <a:xfrm>
            <a:off x="1814600" y="3906538"/>
            <a:ext cx="2766900" cy="513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1788" name="Google Shape;1788;p39"/>
          <p:cNvSpPr txBox="1">
            <a:spLocks noGrp="1"/>
          </p:cNvSpPr>
          <p:nvPr>
            <p:ph type="title" idx="7"/>
          </p:nvPr>
        </p:nvSpPr>
        <p:spPr>
          <a:xfrm>
            <a:off x="902638" y="3579545"/>
            <a:ext cx="898200" cy="811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1789" name="Google Shape;1789;p39"/>
          <p:cNvSpPr txBox="1">
            <a:spLocks noGrp="1"/>
          </p:cNvSpPr>
          <p:nvPr>
            <p:ph type="subTitle" idx="8"/>
          </p:nvPr>
        </p:nvSpPr>
        <p:spPr>
          <a:xfrm>
            <a:off x="1814600" y="3550150"/>
            <a:ext cx="2924400" cy="43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Tips</a:t>
            </a:r>
            <a:endParaRPr/>
          </a:p>
        </p:txBody>
      </p:sp>
      <p:sp>
        <p:nvSpPr>
          <p:cNvPr id="1790" name="Google Shape;1790;p39"/>
          <p:cNvSpPr txBox="1">
            <a:spLocks noGrp="1"/>
          </p:cNvSpPr>
          <p:nvPr>
            <p:ph type="subTitle" idx="9"/>
          </p:nvPr>
        </p:nvSpPr>
        <p:spPr>
          <a:xfrm>
            <a:off x="5481775" y="1803620"/>
            <a:ext cx="2766900" cy="513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1791" name="Google Shape;1791;p39"/>
          <p:cNvSpPr txBox="1">
            <a:spLocks noGrp="1"/>
          </p:cNvSpPr>
          <p:nvPr>
            <p:ph type="title" idx="13"/>
          </p:nvPr>
        </p:nvSpPr>
        <p:spPr>
          <a:xfrm>
            <a:off x="4583576" y="1446919"/>
            <a:ext cx="898200" cy="811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1792" name="Google Shape;1792;p39"/>
          <p:cNvSpPr txBox="1">
            <a:spLocks noGrp="1"/>
          </p:cNvSpPr>
          <p:nvPr>
            <p:ph type="subTitle" idx="14"/>
          </p:nvPr>
        </p:nvSpPr>
        <p:spPr>
          <a:xfrm>
            <a:off x="5481775" y="1447225"/>
            <a:ext cx="2924400" cy="43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Practical exercise</a:t>
            </a:r>
            <a:endParaRPr/>
          </a:p>
        </p:txBody>
      </p:sp>
      <p:sp>
        <p:nvSpPr>
          <p:cNvPr id="1793" name="Google Shape;1793;p39"/>
          <p:cNvSpPr/>
          <p:nvPr/>
        </p:nvSpPr>
        <p:spPr>
          <a:xfrm>
            <a:off x="4868050" y="2513075"/>
            <a:ext cx="3732000" cy="2429100"/>
          </a:xfrm>
          <a:prstGeom prst="rect">
            <a:avLst/>
          </a:pr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94" name="Google Shape;1794;p39"/>
          <p:cNvGrpSpPr/>
          <p:nvPr/>
        </p:nvGrpSpPr>
        <p:grpSpPr>
          <a:xfrm>
            <a:off x="5355618" y="2620657"/>
            <a:ext cx="2924525" cy="2233168"/>
            <a:chOff x="5257178" y="2620657"/>
            <a:chExt cx="2924525" cy="2233168"/>
          </a:xfrm>
        </p:grpSpPr>
        <p:grpSp>
          <p:nvGrpSpPr>
            <p:cNvPr id="1795" name="Google Shape;1795;p39"/>
            <p:cNvGrpSpPr/>
            <p:nvPr/>
          </p:nvGrpSpPr>
          <p:grpSpPr>
            <a:xfrm rot="246656">
              <a:off x="5329167" y="2677925"/>
              <a:ext cx="1671942" cy="2068400"/>
              <a:chOff x="1697500" y="3523950"/>
              <a:chExt cx="1234375" cy="1527075"/>
            </a:xfrm>
          </p:grpSpPr>
          <p:sp>
            <p:nvSpPr>
              <p:cNvPr id="1796" name="Google Shape;1796;p39"/>
              <p:cNvSpPr/>
              <p:nvPr/>
            </p:nvSpPr>
            <p:spPr>
              <a:xfrm>
                <a:off x="1816550" y="4533800"/>
                <a:ext cx="627850" cy="495100"/>
              </a:xfrm>
              <a:custGeom>
                <a:avLst/>
                <a:gdLst/>
                <a:ahLst/>
                <a:cxnLst/>
                <a:rect l="l" t="t" r="r" b="b"/>
                <a:pathLst>
                  <a:path w="25114" h="19804" extrusionOk="0">
                    <a:moveTo>
                      <a:pt x="18596" y="0"/>
                    </a:moveTo>
                    <a:cubicBezTo>
                      <a:pt x="18322" y="0"/>
                      <a:pt x="18060" y="123"/>
                      <a:pt x="17946" y="329"/>
                    </a:cubicBezTo>
                    <a:cubicBezTo>
                      <a:pt x="17820" y="555"/>
                      <a:pt x="17896" y="831"/>
                      <a:pt x="18121" y="981"/>
                    </a:cubicBezTo>
                    <a:lnTo>
                      <a:pt x="18848" y="1482"/>
                    </a:lnTo>
                    <a:lnTo>
                      <a:pt x="16642" y="1006"/>
                    </a:lnTo>
                    <a:cubicBezTo>
                      <a:pt x="16579" y="991"/>
                      <a:pt x="16516" y="984"/>
                      <a:pt x="16454" y="984"/>
                    </a:cubicBezTo>
                    <a:cubicBezTo>
                      <a:pt x="16196" y="984"/>
                      <a:pt x="15962" y="1105"/>
                      <a:pt x="15840" y="1307"/>
                    </a:cubicBezTo>
                    <a:cubicBezTo>
                      <a:pt x="15690" y="1557"/>
                      <a:pt x="15790" y="1858"/>
                      <a:pt x="16066" y="2009"/>
                    </a:cubicBezTo>
                    <a:lnTo>
                      <a:pt x="17469" y="2836"/>
                    </a:lnTo>
                    <a:lnTo>
                      <a:pt x="13510" y="1883"/>
                    </a:lnTo>
                    <a:cubicBezTo>
                      <a:pt x="13434" y="1860"/>
                      <a:pt x="13355" y="1849"/>
                      <a:pt x="13276" y="1849"/>
                    </a:cubicBezTo>
                    <a:cubicBezTo>
                      <a:pt x="13012" y="1849"/>
                      <a:pt x="12748" y="1972"/>
                      <a:pt x="12632" y="2184"/>
                    </a:cubicBezTo>
                    <a:cubicBezTo>
                      <a:pt x="12482" y="2435"/>
                      <a:pt x="12607" y="2760"/>
                      <a:pt x="12908" y="2911"/>
                    </a:cubicBezTo>
                    <a:lnTo>
                      <a:pt x="14612" y="3663"/>
                    </a:lnTo>
                    <a:lnTo>
                      <a:pt x="14612" y="3663"/>
                    </a:lnTo>
                    <a:lnTo>
                      <a:pt x="5214" y="1081"/>
                    </a:lnTo>
                    <a:cubicBezTo>
                      <a:pt x="5137" y="1058"/>
                      <a:pt x="5057" y="1047"/>
                      <a:pt x="4976" y="1047"/>
                    </a:cubicBezTo>
                    <a:cubicBezTo>
                      <a:pt x="4714" y="1047"/>
                      <a:pt x="4452" y="1165"/>
                      <a:pt x="4337" y="1357"/>
                    </a:cubicBezTo>
                    <a:cubicBezTo>
                      <a:pt x="4161" y="1633"/>
                      <a:pt x="4286" y="1958"/>
                      <a:pt x="4612" y="2109"/>
                    </a:cubicBezTo>
                    <a:cubicBezTo>
                      <a:pt x="6041" y="2785"/>
                      <a:pt x="8698" y="3412"/>
                      <a:pt x="10527" y="4289"/>
                    </a:cubicBezTo>
                    <a:cubicBezTo>
                      <a:pt x="7770" y="3237"/>
                      <a:pt x="4662" y="2585"/>
                      <a:pt x="4462" y="2510"/>
                    </a:cubicBezTo>
                    <a:lnTo>
                      <a:pt x="4462" y="2535"/>
                    </a:lnTo>
                    <a:cubicBezTo>
                      <a:pt x="4260" y="2450"/>
                      <a:pt x="4103" y="2405"/>
                      <a:pt x="3968" y="2405"/>
                    </a:cubicBezTo>
                    <a:cubicBezTo>
                      <a:pt x="3785" y="2405"/>
                      <a:pt x="3643" y="2487"/>
                      <a:pt x="3484" y="2660"/>
                    </a:cubicBezTo>
                    <a:cubicBezTo>
                      <a:pt x="3284" y="2936"/>
                      <a:pt x="3359" y="3287"/>
                      <a:pt x="3685" y="3462"/>
                    </a:cubicBezTo>
                    <a:cubicBezTo>
                      <a:pt x="3760" y="3487"/>
                      <a:pt x="6793" y="4389"/>
                      <a:pt x="9575" y="5868"/>
                    </a:cubicBezTo>
                    <a:lnTo>
                      <a:pt x="3760" y="3913"/>
                    </a:lnTo>
                    <a:cubicBezTo>
                      <a:pt x="3656" y="3873"/>
                      <a:pt x="3542" y="3854"/>
                      <a:pt x="3429" y="3854"/>
                    </a:cubicBezTo>
                    <a:cubicBezTo>
                      <a:pt x="3188" y="3854"/>
                      <a:pt x="2952" y="3943"/>
                      <a:pt x="2833" y="4114"/>
                    </a:cubicBezTo>
                    <a:cubicBezTo>
                      <a:pt x="2632" y="4389"/>
                      <a:pt x="2708" y="4715"/>
                      <a:pt x="3033" y="4891"/>
                    </a:cubicBezTo>
                    <a:lnTo>
                      <a:pt x="13058" y="9703"/>
                    </a:lnTo>
                    <a:lnTo>
                      <a:pt x="2958" y="5893"/>
                    </a:lnTo>
                    <a:cubicBezTo>
                      <a:pt x="2854" y="5845"/>
                      <a:pt x="2742" y="5823"/>
                      <a:pt x="2631" y="5823"/>
                    </a:cubicBezTo>
                    <a:cubicBezTo>
                      <a:pt x="2396" y="5823"/>
                      <a:pt x="2167" y="5923"/>
                      <a:pt x="2031" y="6094"/>
                    </a:cubicBezTo>
                    <a:cubicBezTo>
                      <a:pt x="1830" y="6344"/>
                      <a:pt x="1931" y="6695"/>
                      <a:pt x="2231" y="6846"/>
                    </a:cubicBezTo>
                    <a:lnTo>
                      <a:pt x="13459" y="12284"/>
                    </a:lnTo>
                    <a:lnTo>
                      <a:pt x="2783" y="7723"/>
                    </a:lnTo>
                    <a:cubicBezTo>
                      <a:pt x="2681" y="7684"/>
                      <a:pt x="2572" y="7664"/>
                      <a:pt x="2464" y="7664"/>
                    </a:cubicBezTo>
                    <a:cubicBezTo>
                      <a:pt x="2226" y="7664"/>
                      <a:pt x="1993" y="7759"/>
                      <a:pt x="1855" y="7948"/>
                    </a:cubicBezTo>
                    <a:cubicBezTo>
                      <a:pt x="1655" y="8199"/>
                      <a:pt x="1755" y="8525"/>
                      <a:pt x="2081" y="8700"/>
                    </a:cubicBezTo>
                    <a:lnTo>
                      <a:pt x="9099" y="12385"/>
                    </a:lnTo>
                    <a:lnTo>
                      <a:pt x="9099" y="12385"/>
                    </a:lnTo>
                    <a:lnTo>
                      <a:pt x="2357" y="9502"/>
                    </a:lnTo>
                    <a:cubicBezTo>
                      <a:pt x="2252" y="9454"/>
                      <a:pt x="2137" y="9432"/>
                      <a:pt x="2024" y="9432"/>
                    </a:cubicBezTo>
                    <a:cubicBezTo>
                      <a:pt x="1783" y="9432"/>
                      <a:pt x="1549" y="9533"/>
                      <a:pt x="1429" y="9703"/>
                    </a:cubicBezTo>
                    <a:cubicBezTo>
                      <a:pt x="1229" y="9953"/>
                      <a:pt x="1304" y="10279"/>
                      <a:pt x="1605" y="10455"/>
                    </a:cubicBezTo>
                    <a:lnTo>
                      <a:pt x="9374" y="14866"/>
                    </a:lnTo>
                    <a:lnTo>
                      <a:pt x="9374" y="14866"/>
                    </a:lnTo>
                    <a:lnTo>
                      <a:pt x="1630" y="11708"/>
                    </a:lnTo>
                    <a:cubicBezTo>
                      <a:pt x="1525" y="11660"/>
                      <a:pt x="1413" y="11637"/>
                      <a:pt x="1302" y="11637"/>
                    </a:cubicBezTo>
                    <a:cubicBezTo>
                      <a:pt x="1068" y="11637"/>
                      <a:pt x="839" y="11738"/>
                      <a:pt x="702" y="11908"/>
                    </a:cubicBezTo>
                    <a:cubicBezTo>
                      <a:pt x="527" y="12159"/>
                      <a:pt x="602" y="12485"/>
                      <a:pt x="903" y="12660"/>
                    </a:cubicBezTo>
                    <a:lnTo>
                      <a:pt x="6342" y="15718"/>
                    </a:lnTo>
                    <a:lnTo>
                      <a:pt x="6342" y="15718"/>
                    </a:lnTo>
                    <a:lnTo>
                      <a:pt x="1429" y="13888"/>
                    </a:lnTo>
                    <a:cubicBezTo>
                      <a:pt x="1334" y="13852"/>
                      <a:pt x="1235" y="13834"/>
                      <a:pt x="1137" y="13834"/>
                    </a:cubicBezTo>
                    <a:cubicBezTo>
                      <a:pt x="899" y="13834"/>
                      <a:pt x="669" y="13936"/>
                      <a:pt x="527" y="14114"/>
                    </a:cubicBezTo>
                    <a:cubicBezTo>
                      <a:pt x="352" y="14364"/>
                      <a:pt x="427" y="14690"/>
                      <a:pt x="728" y="14866"/>
                    </a:cubicBezTo>
                    <a:lnTo>
                      <a:pt x="3735" y="16670"/>
                    </a:lnTo>
                    <a:lnTo>
                      <a:pt x="1078" y="15718"/>
                    </a:lnTo>
                    <a:cubicBezTo>
                      <a:pt x="993" y="15692"/>
                      <a:pt x="904" y="15679"/>
                      <a:pt x="815" y="15679"/>
                    </a:cubicBezTo>
                    <a:cubicBezTo>
                      <a:pt x="567" y="15679"/>
                      <a:pt x="324" y="15777"/>
                      <a:pt x="176" y="15943"/>
                    </a:cubicBezTo>
                    <a:cubicBezTo>
                      <a:pt x="1" y="16194"/>
                      <a:pt x="76" y="16495"/>
                      <a:pt x="352" y="16670"/>
                    </a:cubicBezTo>
                    <a:lnTo>
                      <a:pt x="1454" y="17422"/>
                    </a:lnTo>
                    <a:lnTo>
                      <a:pt x="1204" y="17347"/>
                    </a:lnTo>
                    <a:cubicBezTo>
                      <a:pt x="1130" y="17320"/>
                      <a:pt x="1051" y="17308"/>
                      <a:pt x="971" y="17308"/>
                    </a:cubicBezTo>
                    <a:cubicBezTo>
                      <a:pt x="753" y="17308"/>
                      <a:pt x="530" y="17401"/>
                      <a:pt x="402" y="17547"/>
                    </a:cubicBezTo>
                    <a:cubicBezTo>
                      <a:pt x="201" y="17748"/>
                      <a:pt x="226" y="18024"/>
                      <a:pt x="427" y="18224"/>
                    </a:cubicBezTo>
                    <a:lnTo>
                      <a:pt x="1555" y="19377"/>
                    </a:lnTo>
                    <a:cubicBezTo>
                      <a:pt x="1698" y="19506"/>
                      <a:pt x="1907" y="19578"/>
                      <a:pt x="2116" y="19578"/>
                    </a:cubicBezTo>
                    <a:cubicBezTo>
                      <a:pt x="2273" y="19578"/>
                      <a:pt x="2429" y="19538"/>
                      <a:pt x="2557" y="19452"/>
                    </a:cubicBezTo>
                    <a:cubicBezTo>
                      <a:pt x="2708" y="19352"/>
                      <a:pt x="2783" y="19202"/>
                      <a:pt x="2808" y="19051"/>
                    </a:cubicBezTo>
                    <a:lnTo>
                      <a:pt x="5013" y="19753"/>
                    </a:lnTo>
                    <a:cubicBezTo>
                      <a:pt x="5114" y="19778"/>
                      <a:pt x="5189" y="19803"/>
                      <a:pt x="5289" y="19803"/>
                    </a:cubicBezTo>
                    <a:cubicBezTo>
                      <a:pt x="5515" y="19803"/>
                      <a:pt x="5765" y="19678"/>
                      <a:pt x="5890" y="19502"/>
                    </a:cubicBezTo>
                    <a:cubicBezTo>
                      <a:pt x="6066" y="19277"/>
                      <a:pt x="5991" y="18976"/>
                      <a:pt x="5715" y="18801"/>
                    </a:cubicBezTo>
                    <a:lnTo>
                      <a:pt x="5114" y="18375"/>
                    </a:lnTo>
                    <a:lnTo>
                      <a:pt x="8798" y="19678"/>
                    </a:lnTo>
                    <a:cubicBezTo>
                      <a:pt x="8882" y="19704"/>
                      <a:pt x="8969" y="19716"/>
                      <a:pt x="9056" y="19716"/>
                    </a:cubicBezTo>
                    <a:cubicBezTo>
                      <a:pt x="9304" y="19716"/>
                      <a:pt x="9545" y="19613"/>
                      <a:pt x="9675" y="19427"/>
                    </a:cubicBezTo>
                    <a:cubicBezTo>
                      <a:pt x="9850" y="19202"/>
                      <a:pt x="9775" y="18876"/>
                      <a:pt x="9500" y="18700"/>
                    </a:cubicBezTo>
                    <a:lnTo>
                      <a:pt x="7068" y="17247"/>
                    </a:lnTo>
                    <a:lnTo>
                      <a:pt x="12983" y="19477"/>
                    </a:lnTo>
                    <a:cubicBezTo>
                      <a:pt x="13078" y="19514"/>
                      <a:pt x="13180" y="19531"/>
                      <a:pt x="13280" y="19531"/>
                    </a:cubicBezTo>
                    <a:cubicBezTo>
                      <a:pt x="13524" y="19531"/>
                      <a:pt x="13761" y="19429"/>
                      <a:pt x="13886" y="19252"/>
                    </a:cubicBezTo>
                    <a:cubicBezTo>
                      <a:pt x="14061" y="19001"/>
                      <a:pt x="13986" y="18675"/>
                      <a:pt x="13685" y="18500"/>
                    </a:cubicBezTo>
                    <a:lnTo>
                      <a:pt x="9901" y="16370"/>
                    </a:lnTo>
                    <a:lnTo>
                      <a:pt x="9901" y="16370"/>
                    </a:lnTo>
                    <a:lnTo>
                      <a:pt x="17444" y="19452"/>
                    </a:lnTo>
                    <a:cubicBezTo>
                      <a:pt x="17549" y="19500"/>
                      <a:pt x="17661" y="19523"/>
                      <a:pt x="17772" y="19523"/>
                    </a:cubicBezTo>
                    <a:cubicBezTo>
                      <a:pt x="18007" y="19523"/>
                      <a:pt x="18236" y="19422"/>
                      <a:pt x="18372" y="19252"/>
                    </a:cubicBezTo>
                    <a:cubicBezTo>
                      <a:pt x="18572" y="19001"/>
                      <a:pt x="18472" y="18675"/>
                      <a:pt x="18171" y="18500"/>
                    </a:cubicBezTo>
                    <a:lnTo>
                      <a:pt x="11454" y="14690"/>
                    </a:lnTo>
                    <a:lnTo>
                      <a:pt x="22256" y="19302"/>
                    </a:lnTo>
                    <a:cubicBezTo>
                      <a:pt x="22367" y="19349"/>
                      <a:pt x="22482" y="19372"/>
                      <a:pt x="22595" y="19372"/>
                    </a:cubicBezTo>
                    <a:cubicBezTo>
                      <a:pt x="22840" y="19372"/>
                      <a:pt x="23072" y="19265"/>
                      <a:pt x="23209" y="19076"/>
                    </a:cubicBezTo>
                    <a:cubicBezTo>
                      <a:pt x="23384" y="18826"/>
                      <a:pt x="23284" y="18500"/>
                      <a:pt x="22983" y="18324"/>
                    </a:cubicBezTo>
                    <a:lnTo>
                      <a:pt x="15765" y="14540"/>
                    </a:lnTo>
                    <a:lnTo>
                      <a:pt x="15765" y="14540"/>
                    </a:lnTo>
                    <a:lnTo>
                      <a:pt x="24186" y="18124"/>
                    </a:lnTo>
                    <a:cubicBezTo>
                      <a:pt x="24266" y="18172"/>
                      <a:pt x="24365" y="18189"/>
                      <a:pt x="24466" y="18189"/>
                    </a:cubicBezTo>
                    <a:cubicBezTo>
                      <a:pt x="24524" y="18189"/>
                      <a:pt x="24582" y="18183"/>
                      <a:pt x="24637" y="18174"/>
                    </a:cubicBezTo>
                    <a:cubicBezTo>
                      <a:pt x="24612" y="17773"/>
                      <a:pt x="24587" y="17397"/>
                      <a:pt x="24587" y="16996"/>
                    </a:cubicBezTo>
                    <a:lnTo>
                      <a:pt x="15815" y="12184"/>
                    </a:lnTo>
                    <a:lnTo>
                      <a:pt x="15815" y="12184"/>
                    </a:lnTo>
                    <a:lnTo>
                      <a:pt x="24412" y="15969"/>
                    </a:lnTo>
                    <a:cubicBezTo>
                      <a:pt x="24462" y="15994"/>
                      <a:pt x="24537" y="15994"/>
                      <a:pt x="24587" y="16019"/>
                    </a:cubicBezTo>
                    <a:cubicBezTo>
                      <a:pt x="24612" y="15593"/>
                      <a:pt x="24663" y="15192"/>
                      <a:pt x="24738" y="14765"/>
                    </a:cubicBezTo>
                    <a:lnTo>
                      <a:pt x="16292" y="10104"/>
                    </a:lnTo>
                    <a:lnTo>
                      <a:pt x="16292" y="10104"/>
                    </a:lnTo>
                    <a:lnTo>
                      <a:pt x="23986" y="13487"/>
                    </a:lnTo>
                    <a:cubicBezTo>
                      <a:pt x="24090" y="13535"/>
                      <a:pt x="24202" y="13558"/>
                      <a:pt x="24313" y="13558"/>
                    </a:cubicBezTo>
                    <a:cubicBezTo>
                      <a:pt x="24548" y="13558"/>
                      <a:pt x="24777" y="13457"/>
                      <a:pt x="24913" y="13287"/>
                    </a:cubicBezTo>
                    <a:cubicBezTo>
                      <a:pt x="25114" y="13036"/>
                      <a:pt x="25013" y="12685"/>
                      <a:pt x="24688" y="12535"/>
                    </a:cubicBezTo>
                    <a:lnTo>
                      <a:pt x="14186" y="6946"/>
                    </a:lnTo>
                    <a:lnTo>
                      <a:pt x="14186" y="6946"/>
                    </a:lnTo>
                    <a:cubicBezTo>
                      <a:pt x="16066" y="7673"/>
                      <a:pt x="18347" y="8550"/>
                      <a:pt x="21079" y="9603"/>
                    </a:cubicBezTo>
                    <a:cubicBezTo>
                      <a:pt x="22482" y="10154"/>
                      <a:pt x="23409" y="10505"/>
                      <a:pt x="23460" y="10530"/>
                    </a:cubicBezTo>
                    <a:cubicBezTo>
                      <a:pt x="23560" y="10566"/>
                      <a:pt x="23665" y="10583"/>
                      <a:pt x="23768" y="10583"/>
                    </a:cubicBezTo>
                    <a:cubicBezTo>
                      <a:pt x="24024" y="10583"/>
                      <a:pt x="24269" y="10476"/>
                      <a:pt x="24412" y="10279"/>
                    </a:cubicBezTo>
                    <a:cubicBezTo>
                      <a:pt x="24637" y="9953"/>
                      <a:pt x="24537" y="9778"/>
                      <a:pt x="24086" y="9527"/>
                    </a:cubicBezTo>
                    <a:lnTo>
                      <a:pt x="24086" y="9502"/>
                    </a:lnTo>
                    <a:cubicBezTo>
                      <a:pt x="24086" y="9502"/>
                      <a:pt x="24061" y="9502"/>
                      <a:pt x="24036" y="9477"/>
                    </a:cubicBezTo>
                    <a:cubicBezTo>
                      <a:pt x="23861" y="9402"/>
                      <a:pt x="23635" y="9277"/>
                      <a:pt x="23384" y="9151"/>
                    </a:cubicBezTo>
                    <a:lnTo>
                      <a:pt x="21354" y="8174"/>
                    </a:lnTo>
                    <a:cubicBezTo>
                      <a:pt x="19675" y="7372"/>
                      <a:pt x="17444" y="6294"/>
                      <a:pt x="15214" y="5217"/>
                    </a:cubicBezTo>
                    <a:lnTo>
                      <a:pt x="14186" y="4740"/>
                    </a:lnTo>
                    <a:lnTo>
                      <a:pt x="22958" y="7472"/>
                    </a:lnTo>
                    <a:cubicBezTo>
                      <a:pt x="23051" y="7505"/>
                      <a:pt x="23145" y="7521"/>
                      <a:pt x="23237" y="7521"/>
                    </a:cubicBezTo>
                    <a:cubicBezTo>
                      <a:pt x="23494" y="7521"/>
                      <a:pt x="23731" y="7399"/>
                      <a:pt x="23861" y="7197"/>
                    </a:cubicBezTo>
                    <a:cubicBezTo>
                      <a:pt x="24011" y="6946"/>
                      <a:pt x="23911" y="6620"/>
                      <a:pt x="23585" y="6470"/>
                    </a:cubicBezTo>
                    <a:lnTo>
                      <a:pt x="19199" y="4540"/>
                    </a:lnTo>
                    <a:lnTo>
                      <a:pt x="22106" y="5292"/>
                    </a:lnTo>
                    <a:cubicBezTo>
                      <a:pt x="22177" y="5308"/>
                      <a:pt x="22250" y="5316"/>
                      <a:pt x="22323" y="5316"/>
                    </a:cubicBezTo>
                    <a:cubicBezTo>
                      <a:pt x="22585" y="5316"/>
                      <a:pt x="22841" y="5212"/>
                      <a:pt x="22958" y="5016"/>
                    </a:cubicBezTo>
                    <a:cubicBezTo>
                      <a:pt x="23134" y="4765"/>
                      <a:pt x="23033" y="4465"/>
                      <a:pt x="22758" y="4289"/>
                    </a:cubicBezTo>
                    <a:lnTo>
                      <a:pt x="20402" y="2911"/>
                    </a:lnTo>
                    <a:lnTo>
                      <a:pt x="21906" y="3237"/>
                    </a:lnTo>
                    <a:cubicBezTo>
                      <a:pt x="21965" y="3251"/>
                      <a:pt x="22026" y="3258"/>
                      <a:pt x="22087" y="3258"/>
                    </a:cubicBezTo>
                    <a:cubicBezTo>
                      <a:pt x="22337" y="3258"/>
                      <a:pt x="22587" y="3142"/>
                      <a:pt x="22708" y="2961"/>
                    </a:cubicBezTo>
                    <a:cubicBezTo>
                      <a:pt x="22858" y="2710"/>
                      <a:pt x="22783" y="2435"/>
                      <a:pt x="22532" y="2259"/>
                    </a:cubicBezTo>
                    <a:lnTo>
                      <a:pt x="21129" y="1282"/>
                    </a:lnTo>
                    <a:cubicBezTo>
                      <a:pt x="21354" y="1207"/>
                      <a:pt x="21505" y="1056"/>
                      <a:pt x="21555" y="856"/>
                    </a:cubicBezTo>
                    <a:cubicBezTo>
                      <a:pt x="21605" y="555"/>
                      <a:pt x="21329" y="254"/>
                      <a:pt x="20953" y="204"/>
                    </a:cubicBezTo>
                    <a:lnTo>
                      <a:pt x="18673" y="4"/>
                    </a:lnTo>
                    <a:cubicBezTo>
                      <a:pt x="18647" y="1"/>
                      <a:pt x="18622" y="0"/>
                      <a:pt x="185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39"/>
              <p:cNvSpPr/>
              <p:nvPr/>
            </p:nvSpPr>
            <p:spPr>
              <a:xfrm>
                <a:off x="1697500" y="3966275"/>
                <a:ext cx="822725" cy="1084750"/>
              </a:xfrm>
              <a:custGeom>
                <a:avLst/>
                <a:gdLst/>
                <a:ahLst/>
                <a:cxnLst/>
                <a:rect l="l" t="t" r="r" b="b"/>
                <a:pathLst>
                  <a:path w="32909" h="43390" extrusionOk="0">
                    <a:moveTo>
                      <a:pt x="32257" y="8168"/>
                    </a:moveTo>
                    <a:cubicBezTo>
                      <a:pt x="32432" y="8995"/>
                      <a:pt x="32031" y="9547"/>
                      <a:pt x="31730" y="10173"/>
                    </a:cubicBezTo>
                    <a:cubicBezTo>
                      <a:pt x="31505" y="9622"/>
                      <a:pt x="31705" y="8770"/>
                      <a:pt x="32257" y="8168"/>
                    </a:cubicBezTo>
                    <a:close/>
                    <a:moveTo>
                      <a:pt x="15833" y="572"/>
                    </a:moveTo>
                    <a:cubicBezTo>
                      <a:pt x="15910" y="572"/>
                      <a:pt x="15988" y="573"/>
                      <a:pt x="16066" y="574"/>
                    </a:cubicBezTo>
                    <a:cubicBezTo>
                      <a:pt x="22307" y="699"/>
                      <a:pt x="28046" y="5712"/>
                      <a:pt x="27996" y="12805"/>
                    </a:cubicBezTo>
                    <a:cubicBezTo>
                      <a:pt x="27947" y="19796"/>
                      <a:pt x="22296" y="24888"/>
                      <a:pt x="15894" y="24888"/>
                    </a:cubicBezTo>
                    <a:cubicBezTo>
                      <a:pt x="15801" y="24888"/>
                      <a:pt x="15708" y="24887"/>
                      <a:pt x="15615" y="24885"/>
                    </a:cubicBezTo>
                    <a:cubicBezTo>
                      <a:pt x="9048" y="24735"/>
                      <a:pt x="3710" y="19446"/>
                      <a:pt x="3685" y="12679"/>
                    </a:cubicBezTo>
                    <a:cubicBezTo>
                      <a:pt x="3809" y="5477"/>
                      <a:pt x="9652" y="572"/>
                      <a:pt x="15833" y="572"/>
                    </a:cubicBezTo>
                    <a:close/>
                    <a:moveTo>
                      <a:pt x="1053" y="41176"/>
                    </a:moveTo>
                    <a:lnTo>
                      <a:pt x="1053" y="41176"/>
                    </a:lnTo>
                    <a:cubicBezTo>
                      <a:pt x="1354" y="41852"/>
                      <a:pt x="1279" y="42354"/>
                      <a:pt x="853" y="42780"/>
                    </a:cubicBezTo>
                    <a:cubicBezTo>
                      <a:pt x="527" y="42304"/>
                      <a:pt x="602" y="41802"/>
                      <a:pt x="1053" y="41176"/>
                    </a:cubicBezTo>
                    <a:close/>
                    <a:moveTo>
                      <a:pt x="15829" y="1"/>
                    </a:moveTo>
                    <a:cubicBezTo>
                      <a:pt x="12353" y="1"/>
                      <a:pt x="8907" y="1416"/>
                      <a:pt x="6417" y="4183"/>
                    </a:cubicBezTo>
                    <a:cubicBezTo>
                      <a:pt x="4161" y="6689"/>
                      <a:pt x="3033" y="9647"/>
                      <a:pt x="3134" y="13030"/>
                    </a:cubicBezTo>
                    <a:cubicBezTo>
                      <a:pt x="3284" y="17416"/>
                      <a:pt x="5264" y="20825"/>
                      <a:pt x="8848" y="23381"/>
                    </a:cubicBezTo>
                    <a:cubicBezTo>
                      <a:pt x="8723" y="23532"/>
                      <a:pt x="8673" y="23657"/>
                      <a:pt x="8572" y="23757"/>
                    </a:cubicBezTo>
                    <a:cubicBezTo>
                      <a:pt x="8096" y="24309"/>
                      <a:pt x="7570" y="24810"/>
                      <a:pt x="7144" y="25386"/>
                    </a:cubicBezTo>
                    <a:cubicBezTo>
                      <a:pt x="5715" y="27366"/>
                      <a:pt x="4462" y="29446"/>
                      <a:pt x="3510" y="31702"/>
                    </a:cubicBezTo>
                    <a:cubicBezTo>
                      <a:pt x="2482" y="34208"/>
                      <a:pt x="1830" y="36840"/>
                      <a:pt x="1229" y="39472"/>
                    </a:cubicBezTo>
                    <a:cubicBezTo>
                      <a:pt x="1129" y="39898"/>
                      <a:pt x="1028" y="40274"/>
                      <a:pt x="703" y="40649"/>
                    </a:cubicBezTo>
                    <a:cubicBezTo>
                      <a:pt x="201" y="41201"/>
                      <a:pt x="1" y="41903"/>
                      <a:pt x="126" y="42654"/>
                    </a:cubicBezTo>
                    <a:cubicBezTo>
                      <a:pt x="176" y="43081"/>
                      <a:pt x="402" y="43331"/>
                      <a:pt x="753" y="43381"/>
                    </a:cubicBezTo>
                    <a:cubicBezTo>
                      <a:pt x="789" y="43387"/>
                      <a:pt x="825" y="43390"/>
                      <a:pt x="861" y="43390"/>
                    </a:cubicBezTo>
                    <a:cubicBezTo>
                      <a:pt x="1144" y="43390"/>
                      <a:pt x="1399" y="43214"/>
                      <a:pt x="1555" y="42880"/>
                    </a:cubicBezTo>
                    <a:cubicBezTo>
                      <a:pt x="1755" y="42529"/>
                      <a:pt x="1855" y="42128"/>
                      <a:pt x="1805" y="41727"/>
                    </a:cubicBezTo>
                    <a:cubicBezTo>
                      <a:pt x="1755" y="41401"/>
                      <a:pt x="1705" y="41101"/>
                      <a:pt x="1655" y="40775"/>
                    </a:cubicBezTo>
                    <a:cubicBezTo>
                      <a:pt x="1630" y="40624"/>
                      <a:pt x="1605" y="40449"/>
                      <a:pt x="1655" y="40299"/>
                    </a:cubicBezTo>
                    <a:cubicBezTo>
                      <a:pt x="1906" y="39171"/>
                      <a:pt x="2181" y="38018"/>
                      <a:pt x="2432" y="36890"/>
                    </a:cubicBezTo>
                    <a:cubicBezTo>
                      <a:pt x="3359" y="33005"/>
                      <a:pt x="4988" y="29421"/>
                      <a:pt x="7269" y="26163"/>
                    </a:cubicBezTo>
                    <a:cubicBezTo>
                      <a:pt x="7495" y="25812"/>
                      <a:pt x="7745" y="25486"/>
                      <a:pt x="7996" y="25136"/>
                    </a:cubicBezTo>
                    <a:lnTo>
                      <a:pt x="7996" y="25136"/>
                    </a:lnTo>
                    <a:cubicBezTo>
                      <a:pt x="7996" y="25486"/>
                      <a:pt x="7921" y="25762"/>
                      <a:pt x="7820" y="26038"/>
                    </a:cubicBezTo>
                    <a:cubicBezTo>
                      <a:pt x="7570" y="26790"/>
                      <a:pt x="7319" y="27542"/>
                      <a:pt x="7094" y="28294"/>
                    </a:cubicBezTo>
                    <a:cubicBezTo>
                      <a:pt x="6141" y="31451"/>
                      <a:pt x="5314" y="34659"/>
                      <a:pt x="5139" y="37968"/>
                    </a:cubicBezTo>
                    <a:cubicBezTo>
                      <a:pt x="5089" y="38970"/>
                      <a:pt x="5139" y="39948"/>
                      <a:pt x="5139" y="40925"/>
                    </a:cubicBezTo>
                    <a:cubicBezTo>
                      <a:pt x="5139" y="41142"/>
                      <a:pt x="5162" y="41453"/>
                      <a:pt x="5455" y="41453"/>
                    </a:cubicBezTo>
                    <a:cubicBezTo>
                      <a:pt x="5466" y="41453"/>
                      <a:pt x="5478" y="41452"/>
                      <a:pt x="5490" y="41451"/>
                    </a:cubicBezTo>
                    <a:cubicBezTo>
                      <a:pt x="5815" y="41401"/>
                      <a:pt x="5715" y="41101"/>
                      <a:pt x="5715" y="40900"/>
                    </a:cubicBezTo>
                    <a:cubicBezTo>
                      <a:pt x="5715" y="39973"/>
                      <a:pt x="5690" y="39045"/>
                      <a:pt x="5715" y="38118"/>
                    </a:cubicBezTo>
                    <a:cubicBezTo>
                      <a:pt x="5765" y="35963"/>
                      <a:pt x="6166" y="33832"/>
                      <a:pt x="6718" y="31752"/>
                    </a:cubicBezTo>
                    <a:cubicBezTo>
                      <a:pt x="7369" y="29346"/>
                      <a:pt x="8146" y="26965"/>
                      <a:pt x="8898" y="24584"/>
                    </a:cubicBezTo>
                    <a:cubicBezTo>
                      <a:pt x="8973" y="24283"/>
                      <a:pt x="9124" y="24008"/>
                      <a:pt x="9274" y="23657"/>
                    </a:cubicBezTo>
                    <a:cubicBezTo>
                      <a:pt x="11265" y="24831"/>
                      <a:pt x="13561" y="25444"/>
                      <a:pt x="15877" y="25444"/>
                    </a:cubicBezTo>
                    <a:cubicBezTo>
                      <a:pt x="19244" y="25444"/>
                      <a:pt x="22655" y="24149"/>
                      <a:pt x="25239" y="21401"/>
                    </a:cubicBezTo>
                    <a:cubicBezTo>
                      <a:pt x="25314" y="21527"/>
                      <a:pt x="25389" y="21652"/>
                      <a:pt x="25465" y="21777"/>
                    </a:cubicBezTo>
                    <a:cubicBezTo>
                      <a:pt x="26718" y="24384"/>
                      <a:pt x="27695" y="27090"/>
                      <a:pt x="28297" y="29898"/>
                    </a:cubicBezTo>
                    <a:cubicBezTo>
                      <a:pt x="28723" y="31877"/>
                      <a:pt x="28973" y="33883"/>
                      <a:pt x="29124" y="35888"/>
                    </a:cubicBezTo>
                    <a:cubicBezTo>
                      <a:pt x="29224" y="37316"/>
                      <a:pt x="29249" y="38745"/>
                      <a:pt x="29049" y="40173"/>
                    </a:cubicBezTo>
                    <a:cubicBezTo>
                      <a:pt x="28998" y="40474"/>
                      <a:pt x="28923" y="40800"/>
                      <a:pt x="28898" y="41126"/>
                    </a:cubicBezTo>
                    <a:cubicBezTo>
                      <a:pt x="28898" y="41226"/>
                      <a:pt x="29049" y="41401"/>
                      <a:pt x="29174" y="41451"/>
                    </a:cubicBezTo>
                    <a:cubicBezTo>
                      <a:pt x="29178" y="41454"/>
                      <a:pt x="29184" y="41455"/>
                      <a:pt x="29190" y="41455"/>
                    </a:cubicBezTo>
                    <a:cubicBezTo>
                      <a:pt x="29254" y="41455"/>
                      <a:pt x="29406" y="41342"/>
                      <a:pt x="29475" y="41251"/>
                    </a:cubicBezTo>
                    <a:cubicBezTo>
                      <a:pt x="29525" y="41126"/>
                      <a:pt x="29525" y="40975"/>
                      <a:pt x="29550" y="40825"/>
                    </a:cubicBezTo>
                    <a:cubicBezTo>
                      <a:pt x="29826" y="38970"/>
                      <a:pt x="29800" y="37116"/>
                      <a:pt x="29650" y="35236"/>
                    </a:cubicBezTo>
                    <a:cubicBezTo>
                      <a:pt x="29324" y="31527"/>
                      <a:pt x="28648" y="27943"/>
                      <a:pt x="27244" y="24484"/>
                    </a:cubicBezTo>
                    <a:cubicBezTo>
                      <a:pt x="27194" y="24359"/>
                      <a:pt x="27169" y="24208"/>
                      <a:pt x="27094" y="23958"/>
                    </a:cubicBezTo>
                    <a:lnTo>
                      <a:pt x="27094" y="23958"/>
                    </a:lnTo>
                    <a:cubicBezTo>
                      <a:pt x="27294" y="24133"/>
                      <a:pt x="27394" y="24233"/>
                      <a:pt x="27520" y="24309"/>
                    </a:cubicBezTo>
                    <a:cubicBezTo>
                      <a:pt x="27996" y="24760"/>
                      <a:pt x="28572" y="25035"/>
                      <a:pt x="29199" y="25211"/>
                    </a:cubicBezTo>
                    <a:cubicBezTo>
                      <a:pt x="29394" y="25259"/>
                      <a:pt x="29575" y="25284"/>
                      <a:pt x="29744" y="25284"/>
                    </a:cubicBezTo>
                    <a:cubicBezTo>
                      <a:pt x="30272" y="25284"/>
                      <a:pt x="30681" y="25041"/>
                      <a:pt x="31003" y="24509"/>
                    </a:cubicBezTo>
                    <a:cubicBezTo>
                      <a:pt x="31254" y="24083"/>
                      <a:pt x="31430" y="23632"/>
                      <a:pt x="31555" y="23181"/>
                    </a:cubicBezTo>
                    <a:cubicBezTo>
                      <a:pt x="32232" y="20775"/>
                      <a:pt x="32232" y="18319"/>
                      <a:pt x="32106" y="15862"/>
                    </a:cubicBezTo>
                    <a:cubicBezTo>
                      <a:pt x="32056" y="14459"/>
                      <a:pt x="31931" y="13080"/>
                      <a:pt x="31831" y="11702"/>
                    </a:cubicBezTo>
                    <a:cubicBezTo>
                      <a:pt x="31805" y="11351"/>
                      <a:pt x="31881" y="11075"/>
                      <a:pt x="32056" y="10775"/>
                    </a:cubicBezTo>
                    <a:cubicBezTo>
                      <a:pt x="32357" y="10223"/>
                      <a:pt x="32607" y="9672"/>
                      <a:pt x="32808" y="9070"/>
                    </a:cubicBezTo>
                    <a:cubicBezTo>
                      <a:pt x="32908" y="8795"/>
                      <a:pt x="32908" y="8419"/>
                      <a:pt x="32833" y="8143"/>
                    </a:cubicBezTo>
                    <a:cubicBezTo>
                      <a:pt x="32730" y="7790"/>
                      <a:pt x="32507" y="7601"/>
                      <a:pt x="32259" y="7601"/>
                    </a:cubicBezTo>
                    <a:cubicBezTo>
                      <a:pt x="32083" y="7601"/>
                      <a:pt x="31896" y="7695"/>
                      <a:pt x="31730" y="7892"/>
                    </a:cubicBezTo>
                    <a:cubicBezTo>
                      <a:pt x="31505" y="8168"/>
                      <a:pt x="31354" y="8544"/>
                      <a:pt x="31229" y="8895"/>
                    </a:cubicBezTo>
                    <a:cubicBezTo>
                      <a:pt x="31003" y="9572"/>
                      <a:pt x="31129" y="10248"/>
                      <a:pt x="31204" y="10925"/>
                    </a:cubicBezTo>
                    <a:cubicBezTo>
                      <a:pt x="31354" y="12303"/>
                      <a:pt x="31430" y="13707"/>
                      <a:pt x="31505" y="15085"/>
                    </a:cubicBezTo>
                    <a:cubicBezTo>
                      <a:pt x="31630" y="17266"/>
                      <a:pt x="31680" y="19446"/>
                      <a:pt x="31329" y="21602"/>
                    </a:cubicBezTo>
                    <a:cubicBezTo>
                      <a:pt x="31179" y="22379"/>
                      <a:pt x="30953" y="23181"/>
                      <a:pt x="30678" y="23908"/>
                    </a:cubicBezTo>
                    <a:cubicBezTo>
                      <a:pt x="30479" y="24468"/>
                      <a:pt x="30162" y="24716"/>
                      <a:pt x="29709" y="24716"/>
                    </a:cubicBezTo>
                    <a:cubicBezTo>
                      <a:pt x="29535" y="24716"/>
                      <a:pt x="29340" y="24679"/>
                      <a:pt x="29124" y="24609"/>
                    </a:cubicBezTo>
                    <a:cubicBezTo>
                      <a:pt x="28597" y="24434"/>
                      <a:pt x="28121" y="24183"/>
                      <a:pt x="27720" y="23782"/>
                    </a:cubicBezTo>
                    <a:cubicBezTo>
                      <a:pt x="27319" y="23356"/>
                      <a:pt x="26943" y="22930"/>
                      <a:pt x="26542" y="22504"/>
                    </a:cubicBezTo>
                    <a:cubicBezTo>
                      <a:pt x="26091" y="22053"/>
                      <a:pt x="25916" y="21426"/>
                      <a:pt x="25640" y="20925"/>
                    </a:cubicBezTo>
                    <a:cubicBezTo>
                      <a:pt x="30352" y="15060"/>
                      <a:pt x="29149" y="7065"/>
                      <a:pt x="23861" y="2830"/>
                    </a:cubicBezTo>
                    <a:cubicBezTo>
                      <a:pt x="21492" y="932"/>
                      <a:pt x="18650" y="1"/>
                      <a:pt x="158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39"/>
              <p:cNvSpPr/>
              <p:nvPr/>
            </p:nvSpPr>
            <p:spPr>
              <a:xfrm>
                <a:off x="2200025" y="3523950"/>
                <a:ext cx="731850" cy="621600"/>
              </a:xfrm>
              <a:custGeom>
                <a:avLst/>
                <a:gdLst/>
                <a:ahLst/>
                <a:cxnLst/>
                <a:rect l="l" t="t" r="r" b="b"/>
                <a:pathLst>
                  <a:path w="29274" h="24864" extrusionOk="0">
                    <a:moveTo>
                      <a:pt x="14681" y="581"/>
                    </a:moveTo>
                    <a:cubicBezTo>
                      <a:pt x="16493" y="581"/>
                      <a:pt x="18274" y="849"/>
                      <a:pt x="20025" y="1375"/>
                    </a:cubicBezTo>
                    <a:cubicBezTo>
                      <a:pt x="20251" y="1450"/>
                      <a:pt x="20502" y="1425"/>
                      <a:pt x="20702" y="1525"/>
                    </a:cubicBezTo>
                    <a:cubicBezTo>
                      <a:pt x="22431" y="2352"/>
                      <a:pt x="24211" y="3129"/>
                      <a:pt x="25589" y="4558"/>
                    </a:cubicBezTo>
                    <a:cubicBezTo>
                      <a:pt x="26141" y="5159"/>
                      <a:pt x="26667" y="5761"/>
                      <a:pt x="27093" y="6437"/>
                    </a:cubicBezTo>
                    <a:cubicBezTo>
                      <a:pt x="28622" y="9019"/>
                      <a:pt x="28622" y="11600"/>
                      <a:pt x="27068" y="14157"/>
                    </a:cubicBezTo>
                    <a:cubicBezTo>
                      <a:pt x="26141" y="15711"/>
                      <a:pt x="24837" y="16864"/>
                      <a:pt x="23283" y="17716"/>
                    </a:cubicBezTo>
                    <a:cubicBezTo>
                      <a:pt x="22707" y="18041"/>
                      <a:pt x="22406" y="18392"/>
                      <a:pt x="22406" y="19094"/>
                    </a:cubicBezTo>
                    <a:cubicBezTo>
                      <a:pt x="22406" y="19495"/>
                      <a:pt x="22256" y="19921"/>
                      <a:pt x="22080" y="20297"/>
                    </a:cubicBezTo>
                    <a:cubicBezTo>
                      <a:pt x="21429" y="21926"/>
                      <a:pt x="20276" y="23129"/>
                      <a:pt x="18697" y="24032"/>
                    </a:cubicBezTo>
                    <a:cubicBezTo>
                      <a:pt x="18998" y="23154"/>
                      <a:pt x="19299" y="22427"/>
                      <a:pt x="19474" y="21651"/>
                    </a:cubicBezTo>
                    <a:cubicBezTo>
                      <a:pt x="19599" y="21149"/>
                      <a:pt x="19599" y="20598"/>
                      <a:pt x="19549" y="20097"/>
                    </a:cubicBezTo>
                    <a:cubicBezTo>
                      <a:pt x="19492" y="19641"/>
                      <a:pt x="19363" y="19473"/>
                      <a:pt x="19053" y="19473"/>
                    </a:cubicBezTo>
                    <a:cubicBezTo>
                      <a:pt x="18954" y="19473"/>
                      <a:pt x="18836" y="19490"/>
                      <a:pt x="18697" y="19520"/>
                    </a:cubicBezTo>
                    <a:cubicBezTo>
                      <a:pt x="17312" y="19813"/>
                      <a:pt x="15935" y="19965"/>
                      <a:pt x="14569" y="19965"/>
                    </a:cubicBezTo>
                    <a:cubicBezTo>
                      <a:pt x="12423" y="19965"/>
                      <a:pt x="10303" y="19590"/>
                      <a:pt x="8221" y="18793"/>
                    </a:cubicBezTo>
                    <a:cubicBezTo>
                      <a:pt x="6115" y="17991"/>
                      <a:pt x="4261" y="16838"/>
                      <a:pt x="2832" y="15059"/>
                    </a:cubicBezTo>
                    <a:cubicBezTo>
                      <a:pt x="1604" y="13530"/>
                      <a:pt x="927" y="11801"/>
                      <a:pt x="1053" y="9796"/>
                    </a:cubicBezTo>
                    <a:cubicBezTo>
                      <a:pt x="1128" y="8442"/>
                      <a:pt x="1604" y="7214"/>
                      <a:pt x="2356" y="6087"/>
                    </a:cubicBezTo>
                    <a:cubicBezTo>
                      <a:pt x="3283" y="4683"/>
                      <a:pt x="4537" y="3630"/>
                      <a:pt x="5990" y="2778"/>
                    </a:cubicBezTo>
                    <a:cubicBezTo>
                      <a:pt x="8196" y="1500"/>
                      <a:pt x="10577" y="848"/>
                      <a:pt x="13108" y="648"/>
                    </a:cubicBezTo>
                    <a:cubicBezTo>
                      <a:pt x="13635" y="603"/>
                      <a:pt x="14159" y="581"/>
                      <a:pt x="14681" y="581"/>
                    </a:cubicBezTo>
                    <a:close/>
                    <a:moveTo>
                      <a:pt x="14656" y="1"/>
                    </a:moveTo>
                    <a:cubicBezTo>
                      <a:pt x="13727" y="1"/>
                      <a:pt x="12792" y="68"/>
                      <a:pt x="11855" y="197"/>
                    </a:cubicBezTo>
                    <a:cubicBezTo>
                      <a:pt x="9549" y="523"/>
                      <a:pt x="7394" y="1224"/>
                      <a:pt x="5414" y="2452"/>
                    </a:cubicBezTo>
                    <a:cubicBezTo>
                      <a:pt x="3935" y="3355"/>
                      <a:pt x="2682" y="4483"/>
                      <a:pt x="1755" y="5936"/>
                    </a:cubicBezTo>
                    <a:cubicBezTo>
                      <a:pt x="0" y="8793"/>
                      <a:pt x="0" y="11676"/>
                      <a:pt x="1755" y="14558"/>
                    </a:cubicBezTo>
                    <a:cubicBezTo>
                      <a:pt x="2732" y="16112"/>
                      <a:pt x="4060" y="17290"/>
                      <a:pt x="5639" y="18192"/>
                    </a:cubicBezTo>
                    <a:cubicBezTo>
                      <a:pt x="8444" y="19821"/>
                      <a:pt x="11452" y="20517"/>
                      <a:pt x="14594" y="20517"/>
                    </a:cubicBezTo>
                    <a:cubicBezTo>
                      <a:pt x="15271" y="20517"/>
                      <a:pt x="15954" y="20485"/>
                      <a:pt x="16642" y="20422"/>
                    </a:cubicBezTo>
                    <a:cubicBezTo>
                      <a:pt x="17419" y="20347"/>
                      <a:pt x="18196" y="20197"/>
                      <a:pt x="18973" y="20097"/>
                    </a:cubicBezTo>
                    <a:cubicBezTo>
                      <a:pt x="19123" y="20498"/>
                      <a:pt x="19098" y="20899"/>
                      <a:pt x="19023" y="21300"/>
                    </a:cubicBezTo>
                    <a:cubicBezTo>
                      <a:pt x="18772" y="22327"/>
                      <a:pt x="18446" y="23305"/>
                      <a:pt x="17795" y="24157"/>
                    </a:cubicBezTo>
                    <a:cubicBezTo>
                      <a:pt x="17644" y="24307"/>
                      <a:pt x="17544" y="24508"/>
                      <a:pt x="17669" y="24708"/>
                    </a:cubicBezTo>
                    <a:cubicBezTo>
                      <a:pt x="17755" y="24823"/>
                      <a:pt x="17858" y="24864"/>
                      <a:pt x="17967" y="24864"/>
                    </a:cubicBezTo>
                    <a:cubicBezTo>
                      <a:pt x="18049" y="24864"/>
                      <a:pt x="18135" y="24841"/>
                      <a:pt x="18221" y="24808"/>
                    </a:cubicBezTo>
                    <a:cubicBezTo>
                      <a:pt x="18421" y="24758"/>
                      <a:pt x="18622" y="24708"/>
                      <a:pt x="18772" y="24583"/>
                    </a:cubicBezTo>
                    <a:cubicBezTo>
                      <a:pt x="19299" y="24257"/>
                      <a:pt x="19875" y="23956"/>
                      <a:pt x="20351" y="23555"/>
                    </a:cubicBezTo>
                    <a:cubicBezTo>
                      <a:pt x="21880" y="22277"/>
                      <a:pt x="22933" y="20698"/>
                      <a:pt x="23033" y="18593"/>
                    </a:cubicBezTo>
                    <a:cubicBezTo>
                      <a:pt x="23058" y="18568"/>
                      <a:pt x="23058" y="18543"/>
                      <a:pt x="23083" y="18543"/>
                    </a:cubicBezTo>
                    <a:cubicBezTo>
                      <a:pt x="23258" y="18443"/>
                      <a:pt x="23434" y="18317"/>
                      <a:pt x="23584" y="18217"/>
                    </a:cubicBezTo>
                    <a:cubicBezTo>
                      <a:pt x="25088" y="17340"/>
                      <a:pt x="26366" y="16237"/>
                      <a:pt x="27344" y="14783"/>
                    </a:cubicBezTo>
                    <a:cubicBezTo>
                      <a:pt x="29248" y="11976"/>
                      <a:pt x="29274" y="8643"/>
                      <a:pt x="27394" y="5811"/>
                    </a:cubicBezTo>
                    <a:cubicBezTo>
                      <a:pt x="26717" y="4833"/>
                      <a:pt x="25915" y="3956"/>
                      <a:pt x="24938" y="3254"/>
                    </a:cubicBezTo>
                    <a:cubicBezTo>
                      <a:pt x="23659" y="2327"/>
                      <a:pt x="22356" y="1400"/>
                      <a:pt x="20727" y="1149"/>
                    </a:cubicBezTo>
                    <a:cubicBezTo>
                      <a:pt x="20702" y="1149"/>
                      <a:pt x="20677" y="1099"/>
                      <a:pt x="20627" y="1074"/>
                    </a:cubicBezTo>
                    <a:cubicBezTo>
                      <a:pt x="20401" y="974"/>
                      <a:pt x="20176" y="848"/>
                      <a:pt x="19925" y="773"/>
                    </a:cubicBezTo>
                    <a:cubicBezTo>
                      <a:pt x="18196" y="246"/>
                      <a:pt x="16435" y="1"/>
                      <a:pt x="146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39"/>
              <p:cNvSpPr/>
              <p:nvPr/>
            </p:nvSpPr>
            <p:spPr>
              <a:xfrm>
                <a:off x="2055900" y="4245650"/>
                <a:ext cx="207425" cy="125975"/>
              </a:xfrm>
              <a:custGeom>
                <a:avLst/>
                <a:gdLst/>
                <a:ahLst/>
                <a:cxnLst/>
                <a:rect l="l" t="t" r="r" b="b"/>
                <a:pathLst>
                  <a:path w="8297" h="5039" extrusionOk="0">
                    <a:moveTo>
                      <a:pt x="8071" y="1"/>
                    </a:moveTo>
                    <a:cubicBezTo>
                      <a:pt x="7971" y="1"/>
                      <a:pt x="7820" y="176"/>
                      <a:pt x="7770" y="301"/>
                    </a:cubicBezTo>
                    <a:cubicBezTo>
                      <a:pt x="7695" y="427"/>
                      <a:pt x="7695" y="602"/>
                      <a:pt x="7670" y="778"/>
                    </a:cubicBezTo>
                    <a:cubicBezTo>
                      <a:pt x="7469" y="1705"/>
                      <a:pt x="7169" y="2582"/>
                      <a:pt x="6567" y="3359"/>
                    </a:cubicBezTo>
                    <a:cubicBezTo>
                      <a:pt x="5998" y="4047"/>
                      <a:pt x="5293" y="4466"/>
                      <a:pt x="4369" y="4466"/>
                    </a:cubicBezTo>
                    <a:cubicBezTo>
                      <a:pt x="4317" y="4466"/>
                      <a:pt x="4265" y="4464"/>
                      <a:pt x="4211" y="4462"/>
                    </a:cubicBezTo>
                    <a:cubicBezTo>
                      <a:pt x="3660" y="4437"/>
                      <a:pt x="3159" y="4261"/>
                      <a:pt x="2682" y="4011"/>
                    </a:cubicBezTo>
                    <a:cubicBezTo>
                      <a:pt x="1905" y="3585"/>
                      <a:pt x="1304" y="3008"/>
                      <a:pt x="753" y="2357"/>
                    </a:cubicBezTo>
                    <a:cubicBezTo>
                      <a:pt x="652" y="2231"/>
                      <a:pt x="577" y="2081"/>
                      <a:pt x="452" y="2006"/>
                    </a:cubicBezTo>
                    <a:cubicBezTo>
                      <a:pt x="402" y="1981"/>
                      <a:pt x="333" y="1968"/>
                      <a:pt x="264" y="1968"/>
                    </a:cubicBezTo>
                    <a:cubicBezTo>
                      <a:pt x="195" y="1968"/>
                      <a:pt x="126" y="1981"/>
                      <a:pt x="76" y="2006"/>
                    </a:cubicBezTo>
                    <a:cubicBezTo>
                      <a:pt x="26" y="2031"/>
                      <a:pt x="1" y="2206"/>
                      <a:pt x="26" y="2306"/>
                    </a:cubicBezTo>
                    <a:cubicBezTo>
                      <a:pt x="26" y="2382"/>
                      <a:pt x="101" y="2457"/>
                      <a:pt x="151" y="2507"/>
                    </a:cubicBezTo>
                    <a:cubicBezTo>
                      <a:pt x="803" y="3359"/>
                      <a:pt x="1580" y="4086"/>
                      <a:pt x="2557" y="4587"/>
                    </a:cubicBezTo>
                    <a:cubicBezTo>
                      <a:pt x="3109" y="4888"/>
                      <a:pt x="3710" y="5038"/>
                      <a:pt x="4462" y="5038"/>
                    </a:cubicBezTo>
                    <a:cubicBezTo>
                      <a:pt x="5489" y="5038"/>
                      <a:pt x="6392" y="4512"/>
                      <a:pt x="7068" y="3635"/>
                    </a:cubicBezTo>
                    <a:cubicBezTo>
                      <a:pt x="7770" y="2707"/>
                      <a:pt x="8121" y="1655"/>
                      <a:pt x="8297" y="527"/>
                    </a:cubicBezTo>
                    <a:cubicBezTo>
                      <a:pt x="8297" y="477"/>
                      <a:pt x="8297" y="452"/>
                      <a:pt x="8297" y="402"/>
                    </a:cubicBezTo>
                    <a:cubicBezTo>
                      <a:pt x="8297" y="226"/>
                      <a:pt x="8297" y="1"/>
                      <a:pt x="80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39"/>
              <p:cNvSpPr/>
              <p:nvPr/>
            </p:nvSpPr>
            <p:spPr>
              <a:xfrm>
                <a:off x="1985100" y="4207825"/>
                <a:ext cx="33225" cy="45375"/>
              </a:xfrm>
              <a:custGeom>
                <a:avLst/>
                <a:gdLst/>
                <a:ahLst/>
                <a:cxnLst/>
                <a:rect l="l" t="t" r="r" b="b"/>
                <a:pathLst>
                  <a:path w="1329" h="1815" extrusionOk="0">
                    <a:moveTo>
                      <a:pt x="681" y="0"/>
                    </a:moveTo>
                    <a:cubicBezTo>
                      <a:pt x="459" y="0"/>
                      <a:pt x="235" y="148"/>
                      <a:pt x="126" y="411"/>
                    </a:cubicBezTo>
                    <a:cubicBezTo>
                      <a:pt x="51" y="561"/>
                      <a:pt x="26" y="712"/>
                      <a:pt x="1" y="862"/>
                    </a:cubicBezTo>
                    <a:cubicBezTo>
                      <a:pt x="1" y="1338"/>
                      <a:pt x="352" y="1814"/>
                      <a:pt x="702" y="1814"/>
                    </a:cubicBezTo>
                    <a:cubicBezTo>
                      <a:pt x="1003" y="1814"/>
                      <a:pt x="1329" y="1363"/>
                      <a:pt x="1329" y="837"/>
                    </a:cubicBezTo>
                    <a:cubicBezTo>
                      <a:pt x="1329" y="787"/>
                      <a:pt x="1329" y="661"/>
                      <a:pt x="1279" y="536"/>
                    </a:cubicBezTo>
                    <a:cubicBezTo>
                      <a:pt x="1204" y="286"/>
                      <a:pt x="1078" y="60"/>
                      <a:pt x="778" y="10"/>
                    </a:cubicBezTo>
                    <a:cubicBezTo>
                      <a:pt x="746" y="3"/>
                      <a:pt x="713" y="0"/>
                      <a:pt x="6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39"/>
              <p:cNvSpPr/>
              <p:nvPr/>
            </p:nvSpPr>
            <p:spPr>
              <a:xfrm>
                <a:off x="2232600" y="4164800"/>
                <a:ext cx="33225" cy="37650"/>
              </a:xfrm>
              <a:custGeom>
                <a:avLst/>
                <a:gdLst/>
                <a:ahLst/>
                <a:cxnLst/>
                <a:rect l="l" t="t" r="r" b="b"/>
                <a:pathLst>
                  <a:path w="1329" h="1506" extrusionOk="0">
                    <a:moveTo>
                      <a:pt x="637" y="0"/>
                    </a:moveTo>
                    <a:cubicBezTo>
                      <a:pt x="280" y="0"/>
                      <a:pt x="0" y="319"/>
                      <a:pt x="0" y="778"/>
                    </a:cubicBezTo>
                    <a:cubicBezTo>
                      <a:pt x="0" y="1230"/>
                      <a:pt x="226" y="1505"/>
                      <a:pt x="602" y="1505"/>
                    </a:cubicBezTo>
                    <a:cubicBezTo>
                      <a:pt x="978" y="1505"/>
                      <a:pt x="1304" y="1154"/>
                      <a:pt x="1304" y="753"/>
                    </a:cubicBezTo>
                    <a:cubicBezTo>
                      <a:pt x="1329" y="377"/>
                      <a:pt x="1003" y="27"/>
                      <a:pt x="677" y="2"/>
                    </a:cubicBezTo>
                    <a:cubicBezTo>
                      <a:pt x="664" y="1"/>
                      <a:pt x="650" y="0"/>
                      <a:pt x="6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02" name="Google Shape;1802;p39"/>
            <p:cNvGrpSpPr/>
            <p:nvPr/>
          </p:nvGrpSpPr>
          <p:grpSpPr>
            <a:xfrm rot="-204881" flipH="1">
              <a:off x="6772635" y="3339845"/>
              <a:ext cx="1366367" cy="1474597"/>
              <a:chOff x="3292750" y="2140500"/>
              <a:chExt cx="979350" cy="1056925"/>
            </a:xfrm>
          </p:grpSpPr>
          <p:sp>
            <p:nvSpPr>
              <p:cNvPr id="1803" name="Google Shape;1803;p39"/>
              <p:cNvSpPr/>
              <p:nvPr/>
            </p:nvSpPr>
            <p:spPr>
              <a:xfrm>
                <a:off x="3373575" y="2703050"/>
                <a:ext cx="638500" cy="494375"/>
              </a:xfrm>
              <a:custGeom>
                <a:avLst/>
                <a:gdLst/>
                <a:ahLst/>
                <a:cxnLst/>
                <a:rect l="l" t="t" r="r" b="b"/>
                <a:pathLst>
                  <a:path w="25540" h="19775" extrusionOk="0">
                    <a:moveTo>
                      <a:pt x="18647" y="0"/>
                    </a:moveTo>
                    <a:cubicBezTo>
                      <a:pt x="18547" y="75"/>
                      <a:pt x="18422" y="150"/>
                      <a:pt x="18297" y="226"/>
                    </a:cubicBezTo>
                    <a:cubicBezTo>
                      <a:pt x="18221" y="301"/>
                      <a:pt x="18146" y="351"/>
                      <a:pt x="18096" y="426"/>
                    </a:cubicBezTo>
                    <a:cubicBezTo>
                      <a:pt x="18021" y="476"/>
                      <a:pt x="17946" y="526"/>
                      <a:pt x="17896" y="576"/>
                    </a:cubicBezTo>
                    <a:cubicBezTo>
                      <a:pt x="17896" y="727"/>
                      <a:pt x="17971" y="877"/>
                      <a:pt x="18121" y="977"/>
                    </a:cubicBezTo>
                    <a:lnTo>
                      <a:pt x="18848" y="1479"/>
                    </a:lnTo>
                    <a:lnTo>
                      <a:pt x="17094" y="1103"/>
                    </a:lnTo>
                    <a:cubicBezTo>
                      <a:pt x="16693" y="1353"/>
                      <a:pt x="16241" y="1554"/>
                      <a:pt x="15790" y="1704"/>
                    </a:cubicBezTo>
                    <a:cubicBezTo>
                      <a:pt x="15840" y="1830"/>
                      <a:pt x="15916" y="1930"/>
                      <a:pt x="16041" y="2005"/>
                    </a:cubicBezTo>
                    <a:lnTo>
                      <a:pt x="17444" y="2832"/>
                    </a:lnTo>
                    <a:lnTo>
                      <a:pt x="14387" y="2080"/>
                    </a:lnTo>
                    <a:cubicBezTo>
                      <a:pt x="14337" y="2105"/>
                      <a:pt x="14312" y="2105"/>
                      <a:pt x="14287" y="2105"/>
                    </a:cubicBezTo>
                    <a:lnTo>
                      <a:pt x="12632" y="2155"/>
                    </a:lnTo>
                    <a:cubicBezTo>
                      <a:pt x="12482" y="2431"/>
                      <a:pt x="12607" y="2757"/>
                      <a:pt x="12908" y="2882"/>
                    </a:cubicBezTo>
                    <a:lnTo>
                      <a:pt x="14587" y="3634"/>
                    </a:lnTo>
                    <a:lnTo>
                      <a:pt x="5214" y="1078"/>
                    </a:lnTo>
                    <a:cubicBezTo>
                      <a:pt x="5131" y="1052"/>
                      <a:pt x="5043" y="1040"/>
                      <a:pt x="4956" y="1040"/>
                    </a:cubicBezTo>
                    <a:cubicBezTo>
                      <a:pt x="4700" y="1040"/>
                      <a:pt x="4449" y="1148"/>
                      <a:pt x="4337" y="1353"/>
                    </a:cubicBezTo>
                    <a:cubicBezTo>
                      <a:pt x="4161" y="1604"/>
                      <a:pt x="4287" y="1930"/>
                      <a:pt x="4587" y="2080"/>
                    </a:cubicBezTo>
                    <a:cubicBezTo>
                      <a:pt x="6016" y="2782"/>
                      <a:pt x="8698" y="3409"/>
                      <a:pt x="10527" y="4286"/>
                    </a:cubicBezTo>
                    <a:cubicBezTo>
                      <a:pt x="7745" y="3208"/>
                      <a:pt x="4662" y="2581"/>
                      <a:pt x="4462" y="2506"/>
                    </a:cubicBezTo>
                    <a:lnTo>
                      <a:pt x="4437" y="2506"/>
                    </a:lnTo>
                    <a:cubicBezTo>
                      <a:pt x="4249" y="2423"/>
                      <a:pt x="4097" y="2379"/>
                      <a:pt x="3964" y="2379"/>
                    </a:cubicBezTo>
                    <a:cubicBezTo>
                      <a:pt x="3777" y="2379"/>
                      <a:pt x="3631" y="2466"/>
                      <a:pt x="3485" y="2657"/>
                    </a:cubicBezTo>
                    <a:cubicBezTo>
                      <a:pt x="3259" y="2907"/>
                      <a:pt x="3359" y="3258"/>
                      <a:pt x="3685" y="3434"/>
                    </a:cubicBezTo>
                    <a:cubicBezTo>
                      <a:pt x="3760" y="3484"/>
                      <a:pt x="6793" y="4386"/>
                      <a:pt x="9550" y="5865"/>
                    </a:cubicBezTo>
                    <a:lnTo>
                      <a:pt x="3760" y="3910"/>
                    </a:lnTo>
                    <a:cubicBezTo>
                      <a:pt x="3648" y="3862"/>
                      <a:pt x="3530" y="3839"/>
                      <a:pt x="3416" y="3839"/>
                    </a:cubicBezTo>
                    <a:cubicBezTo>
                      <a:pt x="3173" y="3839"/>
                      <a:pt x="2944" y="3940"/>
                      <a:pt x="2808" y="4110"/>
                    </a:cubicBezTo>
                    <a:cubicBezTo>
                      <a:pt x="2607" y="4361"/>
                      <a:pt x="2708" y="4712"/>
                      <a:pt x="3008" y="4862"/>
                    </a:cubicBezTo>
                    <a:lnTo>
                      <a:pt x="13033" y="9674"/>
                    </a:lnTo>
                    <a:lnTo>
                      <a:pt x="13033" y="9674"/>
                    </a:lnTo>
                    <a:lnTo>
                      <a:pt x="2958" y="5890"/>
                    </a:lnTo>
                    <a:cubicBezTo>
                      <a:pt x="2847" y="5839"/>
                      <a:pt x="2725" y="5814"/>
                      <a:pt x="2605" y="5814"/>
                    </a:cubicBezTo>
                    <a:cubicBezTo>
                      <a:pt x="2372" y="5814"/>
                      <a:pt x="2147" y="5908"/>
                      <a:pt x="2031" y="6090"/>
                    </a:cubicBezTo>
                    <a:cubicBezTo>
                      <a:pt x="1830" y="6341"/>
                      <a:pt x="1906" y="6667"/>
                      <a:pt x="2231" y="6842"/>
                    </a:cubicBezTo>
                    <a:lnTo>
                      <a:pt x="13459" y="12256"/>
                    </a:lnTo>
                    <a:lnTo>
                      <a:pt x="13459" y="12256"/>
                    </a:lnTo>
                    <a:lnTo>
                      <a:pt x="2783" y="7719"/>
                    </a:lnTo>
                    <a:cubicBezTo>
                      <a:pt x="2678" y="7671"/>
                      <a:pt x="2564" y="7649"/>
                      <a:pt x="2450" y="7649"/>
                    </a:cubicBezTo>
                    <a:cubicBezTo>
                      <a:pt x="2210" y="7649"/>
                      <a:pt x="1975" y="7750"/>
                      <a:pt x="1855" y="7920"/>
                    </a:cubicBezTo>
                    <a:cubicBezTo>
                      <a:pt x="1655" y="8196"/>
                      <a:pt x="1755" y="8521"/>
                      <a:pt x="2081" y="8697"/>
                    </a:cubicBezTo>
                    <a:lnTo>
                      <a:pt x="9099" y="12381"/>
                    </a:lnTo>
                    <a:lnTo>
                      <a:pt x="9099" y="12381"/>
                    </a:lnTo>
                    <a:lnTo>
                      <a:pt x="2332" y="9499"/>
                    </a:lnTo>
                    <a:cubicBezTo>
                      <a:pt x="2227" y="9451"/>
                      <a:pt x="2115" y="9428"/>
                      <a:pt x="2004" y="9428"/>
                    </a:cubicBezTo>
                    <a:cubicBezTo>
                      <a:pt x="1769" y="9428"/>
                      <a:pt x="1541" y="9529"/>
                      <a:pt x="1404" y="9699"/>
                    </a:cubicBezTo>
                    <a:cubicBezTo>
                      <a:pt x="1229" y="9950"/>
                      <a:pt x="1304" y="10276"/>
                      <a:pt x="1605" y="10451"/>
                    </a:cubicBezTo>
                    <a:lnTo>
                      <a:pt x="9374" y="14862"/>
                    </a:lnTo>
                    <a:lnTo>
                      <a:pt x="1630" y="11679"/>
                    </a:lnTo>
                    <a:cubicBezTo>
                      <a:pt x="1535" y="11643"/>
                      <a:pt x="1433" y="11625"/>
                      <a:pt x="1332" y="11625"/>
                    </a:cubicBezTo>
                    <a:cubicBezTo>
                      <a:pt x="1087" y="11625"/>
                      <a:pt x="844" y="11727"/>
                      <a:pt x="703" y="11905"/>
                    </a:cubicBezTo>
                    <a:cubicBezTo>
                      <a:pt x="527" y="12155"/>
                      <a:pt x="602" y="12481"/>
                      <a:pt x="903" y="12657"/>
                    </a:cubicBezTo>
                    <a:lnTo>
                      <a:pt x="6317" y="15714"/>
                    </a:lnTo>
                    <a:lnTo>
                      <a:pt x="1429" y="13885"/>
                    </a:lnTo>
                    <a:cubicBezTo>
                      <a:pt x="1334" y="13848"/>
                      <a:pt x="1233" y="13831"/>
                      <a:pt x="1132" y="13831"/>
                    </a:cubicBezTo>
                    <a:cubicBezTo>
                      <a:pt x="889" y="13831"/>
                      <a:pt x="651" y="13933"/>
                      <a:pt x="527" y="14110"/>
                    </a:cubicBezTo>
                    <a:cubicBezTo>
                      <a:pt x="352" y="14336"/>
                      <a:pt x="427" y="14662"/>
                      <a:pt x="703" y="14837"/>
                    </a:cubicBezTo>
                    <a:lnTo>
                      <a:pt x="3735" y="16667"/>
                    </a:lnTo>
                    <a:lnTo>
                      <a:pt x="1053" y="15714"/>
                    </a:lnTo>
                    <a:cubicBezTo>
                      <a:pt x="960" y="15686"/>
                      <a:pt x="863" y="15671"/>
                      <a:pt x="768" y="15671"/>
                    </a:cubicBezTo>
                    <a:cubicBezTo>
                      <a:pt x="529" y="15671"/>
                      <a:pt x="302" y="15761"/>
                      <a:pt x="176" y="15940"/>
                    </a:cubicBezTo>
                    <a:cubicBezTo>
                      <a:pt x="1" y="16166"/>
                      <a:pt x="51" y="16491"/>
                      <a:pt x="327" y="16667"/>
                    </a:cubicBezTo>
                    <a:lnTo>
                      <a:pt x="1454" y="17419"/>
                    </a:lnTo>
                    <a:lnTo>
                      <a:pt x="1204" y="17343"/>
                    </a:lnTo>
                    <a:cubicBezTo>
                      <a:pt x="1116" y="17314"/>
                      <a:pt x="1026" y="17300"/>
                      <a:pt x="938" y="17300"/>
                    </a:cubicBezTo>
                    <a:cubicBezTo>
                      <a:pt x="724" y="17300"/>
                      <a:pt x="519" y="17384"/>
                      <a:pt x="377" y="17544"/>
                    </a:cubicBezTo>
                    <a:cubicBezTo>
                      <a:pt x="201" y="17744"/>
                      <a:pt x="201" y="18020"/>
                      <a:pt x="402" y="18221"/>
                    </a:cubicBezTo>
                    <a:lnTo>
                      <a:pt x="1555" y="19349"/>
                    </a:lnTo>
                    <a:cubicBezTo>
                      <a:pt x="1701" y="19495"/>
                      <a:pt x="1906" y="19572"/>
                      <a:pt x="2112" y="19572"/>
                    </a:cubicBezTo>
                    <a:cubicBezTo>
                      <a:pt x="2259" y="19572"/>
                      <a:pt x="2407" y="19532"/>
                      <a:pt x="2532" y="19449"/>
                    </a:cubicBezTo>
                    <a:cubicBezTo>
                      <a:pt x="2708" y="19349"/>
                      <a:pt x="2783" y="19198"/>
                      <a:pt x="2808" y="19048"/>
                    </a:cubicBezTo>
                    <a:lnTo>
                      <a:pt x="5013" y="19750"/>
                    </a:lnTo>
                    <a:cubicBezTo>
                      <a:pt x="5114" y="19775"/>
                      <a:pt x="5189" y="19775"/>
                      <a:pt x="5264" y="19775"/>
                    </a:cubicBezTo>
                    <a:cubicBezTo>
                      <a:pt x="5515" y="19775"/>
                      <a:pt x="5740" y="19674"/>
                      <a:pt x="5891" y="19499"/>
                    </a:cubicBezTo>
                    <a:cubicBezTo>
                      <a:pt x="6041" y="19248"/>
                      <a:pt x="5991" y="18947"/>
                      <a:pt x="5715" y="18772"/>
                    </a:cubicBezTo>
                    <a:lnTo>
                      <a:pt x="5114" y="18371"/>
                    </a:lnTo>
                    <a:lnTo>
                      <a:pt x="8773" y="19649"/>
                    </a:lnTo>
                    <a:cubicBezTo>
                      <a:pt x="8868" y="19686"/>
                      <a:pt x="8969" y="19703"/>
                      <a:pt x="9070" y="19703"/>
                    </a:cubicBezTo>
                    <a:cubicBezTo>
                      <a:pt x="9314" y="19703"/>
                      <a:pt x="9551" y="19601"/>
                      <a:pt x="9675" y="19424"/>
                    </a:cubicBezTo>
                    <a:cubicBezTo>
                      <a:pt x="9850" y="19173"/>
                      <a:pt x="9775" y="18872"/>
                      <a:pt x="9475" y="18697"/>
                    </a:cubicBezTo>
                    <a:lnTo>
                      <a:pt x="7068" y="17243"/>
                    </a:lnTo>
                    <a:lnTo>
                      <a:pt x="12983" y="19449"/>
                    </a:lnTo>
                    <a:cubicBezTo>
                      <a:pt x="13078" y="19485"/>
                      <a:pt x="13178" y="19503"/>
                      <a:pt x="13276" y="19503"/>
                    </a:cubicBezTo>
                    <a:cubicBezTo>
                      <a:pt x="13514" y="19503"/>
                      <a:pt x="13744" y="19401"/>
                      <a:pt x="13886" y="19223"/>
                    </a:cubicBezTo>
                    <a:cubicBezTo>
                      <a:pt x="14061" y="18973"/>
                      <a:pt x="13961" y="18647"/>
                      <a:pt x="13660" y="18496"/>
                    </a:cubicBezTo>
                    <a:lnTo>
                      <a:pt x="9901" y="16341"/>
                    </a:lnTo>
                    <a:lnTo>
                      <a:pt x="17444" y="19449"/>
                    </a:lnTo>
                    <a:cubicBezTo>
                      <a:pt x="17548" y="19489"/>
                      <a:pt x="17660" y="19508"/>
                      <a:pt x="17770" y="19508"/>
                    </a:cubicBezTo>
                    <a:cubicBezTo>
                      <a:pt x="18006" y="19508"/>
                      <a:pt x="18235" y="19419"/>
                      <a:pt x="18372" y="19248"/>
                    </a:cubicBezTo>
                    <a:cubicBezTo>
                      <a:pt x="18547" y="18998"/>
                      <a:pt x="18472" y="18647"/>
                      <a:pt x="18171" y="18496"/>
                    </a:cubicBezTo>
                    <a:lnTo>
                      <a:pt x="11454" y="14662"/>
                    </a:lnTo>
                    <a:lnTo>
                      <a:pt x="22257" y="19298"/>
                    </a:lnTo>
                    <a:cubicBezTo>
                      <a:pt x="22352" y="19335"/>
                      <a:pt x="22455" y="19352"/>
                      <a:pt x="22559" y="19352"/>
                    </a:cubicBezTo>
                    <a:cubicBezTo>
                      <a:pt x="22810" y="19352"/>
                      <a:pt x="23060" y="19250"/>
                      <a:pt x="23184" y="19073"/>
                    </a:cubicBezTo>
                    <a:cubicBezTo>
                      <a:pt x="23384" y="18822"/>
                      <a:pt x="23284" y="18471"/>
                      <a:pt x="22958" y="18321"/>
                    </a:cubicBezTo>
                    <a:lnTo>
                      <a:pt x="15765" y="14536"/>
                    </a:lnTo>
                    <a:lnTo>
                      <a:pt x="24161" y="18120"/>
                    </a:lnTo>
                    <a:cubicBezTo>
                      <a:pt x="24273" y="18160"/>
                      <a:pt x="24390" y="18180"/>
                      <a:pt x="24504" y="18180"/>
                    </a:cubicBezTo>
                    <a:cubicBezTo>
                      <a:pt x="24748" y="18180"/>
                      <a:pt x="24977" y="18091"/>
                      <a:pt x="25114" y="17920"/>
                    </a:cubicBezTo>
                    <a:cubicBezTo>
                      <a:pt x="25289" y="17644"/>
                      <a:pt x="25214" y="17318"/>
                      <a:pt x="24888" y="17143"/>
                    </a:cubicBezTo>
                    <a:lnTo>
                      <a:pt x="15790" y="12181"/>
                    </a:lnTo>
                    <a:lnTo>
                      <a:pt x="24412" y="15940"/>
                    </a:lnTo>
                    <a:cubicBezTo>
                      <a:pt x="24523" y="15991"/>
                      <a:pt x="24642" y="16016"/>
                      <a:pt x="24759" y="16016"/>
                    </a:cubicBezTo>
                    <a:cubicBezTo>
                      <a:pt x="24987" y="16016"/>
                      <a:pt x="25207" y="15921"/>
                      <a:pt x="25339" y="15739"/>
                    </a:cubicBezTo>
                    <a:cubicBezTo>
                      <a:pt x="25540" y="15489"/>
                      <a:pt x="25440" y="15163"/>
                      <a:pt x="25139" y="14988"/>
                    </a:cubicBezTo>
                    <a:lnTo>
                      <a:pt x="16292" y="10100"/>
                    </a:lnTo>
                    <a:lnTo>
                      <a:pt x="23961" y="13484"/>
                    </a:lnTo>
                    <a:cubicBezTo>
                      <a:pt x="24065" y="13532"/>
                      <a:pt x="24180" y="13554"/>
                      <a:pt x="24294" y="13554"/>
                    </a:cubicBezTo>
                    <a:cubicBezTo>
                      <a:pt x="24537" y="13554"/>
                      <a:pt x="24777" y="13454"/>
                      <a:pt x="24913" y="13283"/>
                    </a:cubicBezTo>
                    <a:cubicBezTo>
                      <a:pt x="25089" y="13008"/>
                      <a:pt x="25013" y="12682"/>
                      <a:pt x="24688" y="12506"/>
                    </a:cubicBezTo>
                    <a:lnTo>
                      <a:pt x="14161" y="6942"/>
                    </a:lnTo>
                    <a:lnTo>
                      <a:pt x="14161" y="6942"/>
                    </a:lnTo>
                    <a:cubicBezTo>
                      <a:pt x="16066" y="7669"/>
                      <a:pt x="18347" y="8546"/>
                      <a:pt x="21054" y="9599"/>
                    </a:cubicBezTo>
                    <a:cubicBezTo>
                      <a:pt x="22482" y="10125"/>
                      <a:pt x="23409" y="10476"/>
                      <a:pt x="23460" y="10501"/>
                    </a:cubicBezTo>
                    <a:cubicBezTo>
                      <a:pt x="23570" y="10549"/>
                      <a:pt x="23685" y="10571"/>
                      <a:pt x="23797" y="10571"/>
                    </a:cubicBezTo>
                    <a:cubicBezTo>
                      <a:pt x="24041" y="10571"/>
                      <a:pt x="24267" y="10465"/>
                      <a:pt x="24387" y="10276"/>
                    </a:cubicBezTo>
                    <a:cubicBezTo>
                      <a:pt x="24612" y="9950"/>
                      <a:pt x="24512" y="9749"/>
                      <a:pt x="24086" y="9499"/>
                    </a:cubicBezTo>
                    <a:cubicBezTo>
                      <a:pt x="24086" y="9499"/>
                      <a:pt x="24061" y="9499"/>
                      <a:pt x="24011" y="9474"/>
                    </a:cubicBezTo>
                    <a:cubicBezTo>
                      <a:pt x="23861" y="9374"/>
                      <a:pt x="23635" y="9273"/>
                      <a:pt x="23359" y="9148"/>
                    </a:cubicBezTo>
                    <a:lnTo>
                      <a:pt x="21354" y="8170"/>
                    </a:lnTo>
                    <a:cubicBezTo>
                      <a:pt x="19675" y="7368"/>
                      <a:pt x="17419" y="6291"/>
                      <a:pt x="15189" y="5213"/>
                    </a:cubicBezTo>
                    <a:lnTo>
                      <a:pt x="14161" y="4712"/>
                    </a:lnTo>
                    <a:lnTo>
                      <a:pt x="14161" y="4712"/>
                    </a:lnTo>
                    <a:lnTo>
                      <a:pt x="22958" y="7469"/>
                    </a:lnTo>
                    <a:cubicBezTo>
                      <a:pt x="23041" y="7492"/>
                      <a:pt x="23124" y="7503"/>
                      <a:pt x="23206" y="7503"/>
                    </a:cubicBezTo>
                    <a:cubicBezTo>
                      <a:pt x="23474" y="7503"/>
                      <a:pt x="23726" y="7385"/>
                      <a:pt x="23861" y="7193"/>
                    </a:cubicBezTo>
                    <a:cubicBezTo>
                      <a:pt x="24011" y="6917"/>
                      <a:pt x="23911" y="6592"/>
                      <a:pt x="23585" y="6441"/>
                    </a:cubicBezTo>
                    <a:lnTo>
                      <a:pt x="19199" y="4536"/>
                    </a:lnTo>
                    <a:lnTo>
                      <a:pt x="19199" y="4536"/>
                    </a:lnTo>
                    <a:lnTo>
                      <a:pt x="22106" y="5263"/>
                    </a:lnTo>
                    <a:cubicBezTo>
                      <a:pt x="22190" y="5289"/>
                      <a:pt x="22278" y="5302"/>
                      <a:pt x="22364" y="5302"/>
                    </a:cubicBezTo>
                    <a:cubicBezTo>
                      <a:pt x="22611" y="5302"/>
                      <a:pt x="22847" y="5198"/>
                      <a:pt x="22958" y="5013"/>
                    </a:cubicBezTo>
                    <a:cubicBezTo>
                      <a:pt x="23134" y="4762"/>
                      <a:pt x="23033" y="4436"/>
                      <a:pt x="22758" y="4286"/>
                    </a:cubicBezTo>
                    <a:lnTo>
                      <a:pt x="20377" y="2907"/>
                    </a:lnTo>
                    <a:lnTo>
                      <a:pt x="21906" y="3233"/>
                    </a:lnTo>
                    <a:cubicBezTo>
                      <a:pt x="21956" y="3241"/>
                      <a:pt x="22007" y="3246"/>
                      <a:pt x="22059" y="3246"/>
                    </a:cubicBezTo>
                    <a:cubicBezTo>
                      <a:pt x="22318" y="3246"/>
                      <a:pt x="22582" y="3141"/>
                      <a:pt x="22708" y="2932"/>
                    </a:cubicBezTo>
                    <a:cubicBezTo>
                      <a:pt x="22858" y="2707"/>
                      <a:pt x="22783" y="2431"/>
                      <a:pt x="22532" y="2256"/>
                    </a:cubicBezTo>
                    <a:lnTo>
                      <a:pt x="21129" y="1278"/>
                    </a:lnTo>
                    <a:cubicBezTo>
                      <a:pt x="21354" y="1203"/>
                      <a:pt x="21505" y="1053"/>
                      <a:pt x="21530" y="852"/>
                    </a:cubicBezTo>
                    <a:cubicBezTo>
                      <a:pt x="21605" y="526"/>
                      <a:pt x="21329" y="251"/>
                      <a:pt x="20953" y="201"/>
                    </a:cubicBezTo>
                    <a:lnTo>
                      <a:pt x="186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39"/>
              <p:cNvSpPr/>
              <p:nvPr/>
            </p:nvSpPr>
            <p:spPr>
              <a:xfrm>
                <a:off x="3292750" y="2140500"/>
                <a:ext cx="979350" cy="1029975"/>
              </a:xfrm>
              <a:custGeom>
                <a:avLst/>
                <a:gdLst/>
                <a:ahLst/>
                <a:cxnLst/>
                <a:rect l="l" t="t" r="r" b="b"/>
                <a:pathLst>
                  <a:path w="39174" h="41199" extrusionOk="0">
                    <a:moveTo>
                      <a:pt x="38203" y="14241"/>
                    </a:moveTo>
                    <a:cubicBezTo>
                      <a:pt x="38262" y="14241"/>
                      <a:pt x="38318" y="14246"/>
                      <a:pt x="38372" y="14256"/>
                    </a:cubicBezTo>
                    <a:cubicBezTo>
                      <a:pt x="37896" y="14933"/>
                      <a:pt x="37169" y="15033"/>
                      <a:pt x="36392" y="15284"/>
                    </a:cubicBezTo>
                    <a:cubicBezTo>
                      <a:pt x="36977" y="14631"/>
                      <a:pt x="37684" y="14241"/>
                      <a:pt x="38203" y="14241"/>
                    </a:cubicBezTo>
                    <a:close/>
                    <a:moveTo>
                      <a:pt x="14312" y="572"/>
                    </a:moveTo>
                    <a:cubicBezTo>
                      <a:pt x="18998" y="748"/>
                      <a:pt x="22783" y="2652"/>
                      <a:pt x="25314" y="6687"/>
                    </a:cubicBezTo>
                    <a:cubicBezTo>
                      <a:pt x="29124" y="12728"/>
                      <a:pt x="26743" y="20497"/>
                      <a:pt x="20276" y="23479"/>
                    </a:cubicBezTo>
                    <a:cubicBezTo>
                      <a:pt x="18566" y="24273"/>
                      <a:pt x="16747" y="24650"/>
                      <a:pt x="14942" y="24650"/>
                    </a:cubicBezTo>
                    <a:cubicBezTo>
                      <a:pt x="10533" y="24650"/>
                      <a:pt x="6219" y="22398"/>
                      <a:pt x="3835" y="18467"/>
                    </a:cubicBezTo>
                    <a:cubicBezTo>
                      <a:pt x="1" y="12151"/>
                      <a:pt x="2733" y="4131"/>
                      <a:pt x="9625" y="1449"/>
                    </a:cubicBezTo>
                    <a:cubicBezTo>
                      <a:pt x="11129" y="873"/>
                      <a:pt x="12682" y="572"/>
                      <a:pt x="14312" y="572"/>
                    </a:cubicBezTo>
                    <a:close/>
                    <a:moveTo>
                      <a:pt x="22285" y="27106"/>
                    </a:moveTo>
                    <a:cubicBezTo>
                      <a:pt x="22327" y="27106"/>
                      <a:pt x="22367" y="27109"/>
                      <a:pt x="22407" y="27114"/>
                    </a:cubicBezTo>
                    <a:cubicBezTo>
                      <a:pt x="22281" y="27891"/>
                      <a:pt x="21329" y="28542"/>
                      <a:pt x="19926" y="28868"/>
                    </a:cubicBezTo>
                    <a:cubicBezTo>
                      <a:pt x="20212" y="28033"/>
                      <a:pt x="21453" y="27106"/>
                      <a:pt x="22285" y="27106"/>
                    </a:cubicBezTo>
                    <a:close/>
                    <a:moveTo>
                      <a:pt x="14272" y="0"/>
                    </a:moveTo>
                    <a:cubicBezTo>
                      <a:pt x="11993" y="0"/>
                      <a:pt x="9675" y="578"/>
                      <a:pt x="7545" y="1825"/>
                    </a:cubicBezTo>
                    <a:cubicBezTo>
                      <a:pt x="3033" y="4482"/>
                      <a:pt x="753" y="9469"/>
                      <a:pt x="1730" y="14607"/>
                    </a:cubicBezTo>
                    <a:cubicBezTo>
                      <a:pt x="2382" y="17966"/>
                      <a:pt x="4186" y="20622"/>
                      <a:pt x="6918" y="22627"/>
                    </a:cubicBezTo>
                    <a:cubicBezTo>
                      <a:pt x="7093" y="22753"/>
                      <a:pt x="7269" y="22903"/>
                      <a:pt x="7469" y="23028"/>
                    </a:cubicBezTo>
                    <a:cubicBezTo>
                      <a:pt x="7144" y="23780"/>
                      <a:pt x="6843" y="24507"/>
                      <a:pt x="6517" y="25209"/>
                    </a:cubicBezTo>
                    <a:cubicBezTo>
                      <a:pt x="4562" y="29269"/>
                      <a:pt x="3660" y="33580"/>
                      <a:pt x="3685" y="38066"/>
                    </a:cubicBezTo>
                    <a:cubicBezTo>
                      <a:pt x="3685" y="38843"/>
                      <a:pt x="3810" y="39620"/>
                      <a:pt x="3910" y="40397"/>
                    </a:cubicBezTo>
                    <a:cubicBezTo>
                      <a:pt x="3932" y="40589"/>
                      <a:pt x="4008" y="40764"/>
                      <a:pt x="4186" y="40764"/>
                    </a:cubicBezTo>
                    <a:cubicBezTo>
                      <a:pt x="4216" y="40764"/>
                      <a:pt x="4250" y="40759"/>
                      <a:pt x="4286" y="40748"/>
                    </a:cubicBezTo>
                    <a:cubicBezTo>
                      <a:pt x="4562" y="40698"/>
                      <a:pt x="4537" y="40497"/>
                      <a:pt x="4487" y="40272"/>
                    </a:cubicBezTo>
                    <a:cubicBezTo>
                      <a:pt x="4261" y="39319"/>
                      <a:pt x="4186" y="38342"/>
                      <a:pt x="4261" y="37339"/>
                    </a:cubicBezTo>
                    <a:cubicBezTo>
                      <a:pt x="4286" y="36612"/>
                      <a:pt x="4337" y="35886"/>
                      <a:pt x="4387" y="35184"/>
                    </a:cubicBezTo>
                    <a:cubicBezTo>
                      <a:pt x="4587" y="32126"/>
                      <a:pt x="5364" y="29219"/>
                      <a:pt x="6592" y="26437"/>
                    </a:cubicBezTo>
                    <a:cubicBezTo>
                      <a:pt x="6617" y="26387"/>
                      <a:pt x="6642" y="26337"/>
                      <a:pt x="6692" y="26211"/>
                    </a:cubicBezTo>
                    <a:cubicBezTo>
                      <a:pt x="6793" y="26387"/>
                      <a:pt x="6868" y="26487"/>
                      <a:pt x="6893" y="26562"/>
                    </a:cubicBezTo>
                    <a:cubicBezTo>
                      <a:pt x="7294" y="27565"/>
                      <a:pt x="7820" y="28492"/>
                      <a:pt x="8447" y="29369"/>
                    </a:cubicBezTo>
                    <a:cubicBezTo>
                      <a:pt x="9249" y="30522"/>
                      <a:pt x="10076" y="31725"/>
                      <a:pt x="10953" y="32828"/>
                    </a:cubicBezTo>
                    <a:cubicBezTo>
                      <a:pt x="11447" y="33470"/>
                      <a:pt x="11984" y="33766"/>
                      <a:pt x="12613" y="33766"/>
                    </a:cubicBezTo>
                    <a:cubicBezTo>
                      <a:pt x="12943" y="33766"/>
                      <a:pt x="13298" y="33685"/>
                      <a:pt x="13685" y="33530"/>
                    </a:cubicBezTo>
                    <a:cubicBezTo>
                      <a:pt x="14111" y="33354"/>
                      <a:pt x="14562" y="33154"/>
                      <a:pt x="14938" y="32903"/>
                    </a:cubicBezTo>
                    <a:cubicBezTo>
                      <a:pt x="16317" y="31926"/>
                      <a:pt x="17670" y="30898"/>
                      <a:pt x="19023" y="29921"/>
                    </a:cubicBezTo>
                    <a:cubicBezTo>
                      <a:pt x="19224" y="29770"/>
                      <a:pt x="19474" y="29670"/>
                      <a:pt x="19725" y="29595"/>
                    </a:cubicBezTo>
                    <a:cubicBezTo>
                      <a:pt x="20402" y="29294"/>
                      <a:pt x="21104" y="29043"/>
                      <a:pt x="21780" y="28743"/>
                    </a:cubicBezTo>
                    <a:cubicBezTo>
                      <a:pt x="22281" y="28517"/>
                      <a:pt x="22708" y="28141"/>
                      <a:pt x="22933" y="27615"/>
                    </a:cubicBezTo>
                    <a:cubicBezTo>
                      <a:pt x="23184" y="27013"/>
                      <a:pt x="22883" y="26512"/>
                      <a:pt x="22206" y="26487"/>
                    </a:cubicBezTo>
                    <a:cubicBezTo>
                      <a:pt x="22174" y="26485"/>
                      <a:pt x="22142" y="26484"/>
                      <a:pt x="22110" y="26484"/>
                    </a:cubicBezTo>
                    <a:cubicBezTo>
                      <a:pt x="21694" y="26484"/>
                      <a:pt x="21304" y="26634"/>
                      <a:pt x="20978" y="26913"/>
                    </a:cubicBezTo>
                    <a:cubicBezTo>
                      <a:pt x="20477" y="27389"/>
                      <a:pt x="20001" y="27865"/>
                      <a:pt x="19525" y="28367"/>
                    </a:cubicBezTo>
                    <a:cubicBezTo>
                      <a:pt x="19424" y="28442"/>
                      <a:pt x="19324" y="28592"/>
                      <a:pt x="19299" y="28718"/>
                    </a:cubicBezTo>
                    <a:cubicBezTo>
                      <a:pt x="19249" y="28993"/>
                      <a:pt x="19048" y="29169"/>
                      <a:pt x="18848" y="29319"/>
                    </a:cubicBezTo>
                    <a:cubicBezTo>
                      <a:pt x="17795" y="30146"/>
                      <a:pt x="16768" y="30973"/>
                      <a:pt x="15690" y="31750"/>
                    </a:cubicBezTo>
                    <a:cubicBezTo>
                      <a:pt x="14963" y="32226"/>
                      <a:pt x="14186" y="32652"/>
                      <a:pt x="13409" y="33003"/>
                    </a:cubicBezTo>
                    <a:cubicBezTo>
                      <a:pt x="13131" y="33134"/>
                      <a:pt x="12878" y="33198"/>
                      <a:pt x="12641" y="33198"/>
                    </a:cubicBezTo>
                    <a:cubicBezTo>
                      <a:pt x="12194" y="33198"/>
                      <a:pt x="11806" y="32969"/>
                      <a:pt x="11429" y="32527"/>
                    </a:cubicBezTo>
                    <a:cubicBezTo>
                      <a:pt x="11103" y="32176"/>
                      <a:pt x="10828" y="31800"/>
                      <a:pt x="10552" y="31424"/>
                    </a:cubicBezTo>
                    <a:cubicBezTo>
                      <a:pt x="9926" y="30497"/>
                      <a:pt x="9249" y="29595"/>
                      <a:pt x="8647" y="28642"/>
                    </a:cubicBezTo>
                    <a:cubicBezTo>
                      <a:pt x="8096" y="27715"/>
                      <a:pt x="7645" y="26763"/>
                      <a:pt x="7144" y="25835"/>
                    </a:cubicBezTo>
                    <a:cubicBezTo>
                      <a:pt x="7018" y="25585"/>
                      <a:pt x="7018" y="25359"/>
                      <a:pt x="7144" y="25134"/>
                    </a:cubicBezTo>
                    <a:cubicBezTo>
                      <a:pt x="7319" y="24708"/>
                      <a:pt x="7494" y="24281"/>
                      <a:pt x="7670" y="23855"/>
                    </a:cubicBezTo>
                    <a:cubicBezTo>
                      <a:pt x="7770" y="23680"/>
                      <a:pt x="7870" y="23530"/>
                      <a:pt x="7946" y="23379"/>
                    </a:cubicBezTo>
                    <a:cubicBezTo>
                      <a:pt x="10373" y="24604"/>
                      <a:pt x="12735" y="25233"/>
                      <a:pt x="15037" y="25233"/>
                    </a:cubicBezTo>
                    <a:cubicBezTo>
                      <a:pt x="18059" y="25233"/>
                      <a:pt x="20979" y="24148"/>
                      <a:pt x="23810" y="21901"/>
                    </a:cubicBezTo>
                    <a:cubicBezTo>
                      <a:pt x="23911" y="21976"/>
                      <a:pt x="24011" y="22076"/>
                      <a:pt x="24111" y="22176"/>
                    </a:cubicBezTo>
                    <a:cubicBezTo>
                      <a:pt x="24186" y="22251"/>
                      <a:pt x="24261" y="22377"/>
                      <a:pt x="24287" y="22477"/>
                    </a:cubicBezTo>
                    <a:cubicBezTo>
                      <a:pt x="24863" y="23805"/>
                      <a:pt x="25515" y="25109"/>
                      <a:pt x="25941" y="26487"/>
                    </a:cubicBezTo>
                    <a:cubicBezTo>
                      <a:pt x="26918" y="29570"/>
                      <a:pt x="27645" y="32703"/>
                      <a:pt x="27921" y="35936"/>
                    </a:cubicBezTo>
                    <a:cubicBezTo>
                      <a:pt x="28046" y="37364"/>
                      <a:pt x="28071" y="38818"/>
                      <a:pt x="27870" y="40272"/>
                    </a:cubicBezTo>
                    <a:cubicBezTo>
                      <a:pt x="27845" y="40522"/>
                      <a:pt x="27845" y="40748"/>
                      <a:pt x="27845" y="40998"/>
                    </a:cubicBezTo>
                    <a:cubicBezTo>
                      <a:pt x="27845" y="41074"/>
                      <a:pt x="27946" y="41199"/>
                      <a:pt x="28021" y="41199"/>
                    </a:cubicBezTo>
                    <a:cubicBezTo>
                      <a:pt x="28121" y="41199"/>
                      <a:pt x="28246" y="41149"/>
                      <a:pt x="28322" y="41074"/>
                    </a:cubicBezTo>
                    <a:cubicBezTo>
                      <a:pt x="28372" y="40973"/>
                      <a:pt x="28397" y="40848"/>
                      <a:pt x="28397" y="40723"/>
                    </a:cubicBezTo>
                    <a:cubicBezTo>
                      <a:pt x="28472" y="40096"/>
                      <a:pt x="28547" y="39495"/>
                      <a:pt x="28572" y="38868"/>
                    </a:cubicBezTo>
                    <a:cubicBezTo>
                      <a:pt x="28647" y="36261"/>
                      <a:pt x="28347" y="33730"/>
                      <a:pt x="27745" y="31199"/>
                    </a:cubicBezTo>
                    <a:cubicBezTo>
                      <a:pt x="27169" y="28642"/>
                      <a:pt x="26642" y="26086"/>
                      <a:pt x="25490" y="23705"/>
                    </a:cubicBezTo>
                    <a:cubicBezTo>
                      <a:pt x="25464" y="23655"/>
                      <a:pt x="25490" y="23555"/>
                      <a:pt x="25464" y="23429"/>
                    </a:cubicBezTo>
                    <a:lnTo>
                      <a:pt x="25464" y="23429"/>
                    </a:lnTo>
                    <a:cubicBezTo>
                      <a:pt x="26116" y="23855"/>
                      <a:pt x="26693" y="24281"/>
                      <a:pt x="27294" y="24657"/>
                    </a:cubicBezTo>
                    <a:cubicBezTo>
                      <a:pt x="27645" y="24883"/>
                      <a:pt x="28046" y="25134"/>
                      <a:pt x="28447" y="25284"/>
                    </a:cubicBezTo>
                    <a:cubicBezTo>
                      <a:pt x="28812" y="25438"/>
                      <a:pt x="29172" y="25513"/>
                      <a:pt x="29518" y="25513"/>
                    </a:cubicBezTo>
                    <a:cubicBezTo>
                      <a:pt x="30241" y="25513"/>
                      <a:pt x="30904" y="25184"/>
                      <a:pt x="31429" y="24557"/>
                    </a:cubicBezTo>
                    <a:cubicBezTo>
                      <a:pt x="31655" y="24281"/>
                      <a:pt x="31855" y="23981"/>
                      <a:pt x="32031" y="23655"/>
                    </a:cubicBezTo>
                    <a:cubicBezTo>
                      <a:pt x="32983" y="21875"/>
                      <a:pt x="34061" y="20171"/>
                      <a:pt x="34788" y="18291"/>
                    </a:cubicBezTo>
                    <a:cubicBezTo>
                      <a:pt x="35064" y="17565"/>
                      <a:pt x="35414" y="16838"/>
                      <a:pt x="35715" y="16161"/>
                    </a:cubicBezTo>
                    <a:cubicBezTo>
                      <a:pt x="36392" y="15911"/>
                      <a:pt x="37018" y="15710"/>
                      <a:pt x="37645" y="15484"/>
                    </a:cubicBezTo>
                    <a:cubicBezTo>
                      <a:pt x="38096" y="15334"/>
                      <a:pt x="38522" y="15083"/>
                      <a:pt x="38798" y="14657"/>
                    </a:cubicBezTo>
                    <a:cubicBezTo>
                      <a:pt x="39174" y="14181"/>
                      <a:pt x="38948" y="13680"/>
                      <a:pt x="38347" y="13630"/>
                    </a:cubicBezTo>
                    <a:cubicBezTo>
                      <a:pt x="38314" y="13627"/>
                      <a:pt x="38280" y="13625"/>
                      <a:pt x="38247" y="13625"/>
                    </a:cubicBezTo>
                    <a:cubicBezTo>
                      <a:pt x="38024" y="13625"/>
                      <a:pt x="37791" y="13693"/>
                      <a:pt x="37595" y="13780"/>
                    </a:cubicBezTo>
                    <a:cubicBezTo>
                      <a:pt x="36793" y="14106"/>
                      <a:pt x="36141" y="14632"/>
                      <a:pt x="35515" y="15209"/>
                    </a:cubicBezTo>
                    <a:cubicBezTo>
                      <a:pt x="35439" y="15284"/>
                      <a:pt x="35364" y="15409"/>
                      <a:pt x="35339" y="15510"/>
                    </a:cubicBezTo>
                    <a:cubicBezTo>
                      <a:pt x="35038" y="16211"/>
                      <a:pt x="34763" y="16888"/>
                      <a:pt x="34462" y="17565"/>
                    </a:cubicBezTo>
                    <a:cubicBezTo>
                      <a:pt x="34136" y="18342"/>
                      <a:pt x="33835" y="19093"/>
                      <a:pt x="33460" y="19845"/>
                    </a:cubicBezTo>
                    <a:cubicBezTo>
                      <a:pt x="32983" y="20798"/>
                      <a:pt x="32457" y="21725"/>
                      <a:pt x="31931" y="22652"/>
                    </a:cubicBezTo>
                    <a:cubicBezTo>
                      <a:pt x="31680" y="23129"/>
                      <a:pt x="31379" y="23580"/>
                      <a:pt x="31079" y="24031"/>
                    </a:cubicBezTo>
                    <a:cubicBezTo>
                      <a:pt x="30803" y="24457"/>
                      <a:pt x="30427" y="24733"/>
                      <a:pt x="29951" y="24883"/>
                    </a:cubicBezTo>
                    <a:cubicBezTo>
                      <a:pt x="29773" y="24947"/>
                      <a:pt x="29602" y="24975"/>
                      <a:pt x="29435" y="24975"/>
                    </a:cubicBezTo>
                    <a:cubicBezTo>
                      <a:pt x="29016" y="24975"/>
                      <a:pt x="28631" y="24798"/>
                      <a:pt x="28272" y="24582"/>
                    </a:cubicBezTo>
                    <a:cubicBezTo>
                      <a:pt x="27369" y="24031"/>
                      <a:pt x="26492" y="23429"/>
                      <a:pt x="25615" y="22828"/>
                    </a:cubicBezTo>
                    <a:cubicBezTo>
                      <a:pt x="25289" y="22602"/>
                      <a:pt x="25013" y="22276"/>
                      <a:pt x="24738" y="22001"/>
                    </a:cubicBezTo>
                    <a:cubicBezTo>
                      <a:pt x="24562" y="21800"/>
                      <a:pt x="24462" y="21575"/>
                      <a:pt x="24312" y="21349"/>
                    </a:cubicBezTo>
                    <a:cubicBezTo>
                      <a:pt x="24487" y="21149"/>
                      <a:pt x="24612" y="20998"/>
                      <a:pt x="24738" y="20848"/>
                    </a:cubicBezTo>
                    <a:cubicBezTo>
                      <a:pt x="27419" y="17615"/>
                      <a:pt x="28347" y="13956"/>
                      <a:pt x="27294" y="9895"/>
                    </a:cubicBezTo>
                    <a:cubicBezTo>
                      <a:pt x="25760" y="3830"/>
                      <a:pt x="20142" y="0"/>
                      <a:pt x="142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39"/>
              <p:cNvSpPr/>
              <p:nvPr/>
            </p:nvSpPr>
            <p:spPr>
              <a:xfrm>
                <a:off x="3628600" y="2410975"/>
                <a:ext cx="245625" cy="129200"/>
              </a:xfrm>
              <a:custGeom>
                <a:avLst/>
                <a:gdLst/>
                <a:ahLst/>
                <a:cxnLst/>
                <a:rect l="l" t="t" r="r" b="b"/>
                <a:pathLst>
                  <a:path w="9825" h="5168" extrusionOk="0">
                    <a:moveTo>
                      <a:pt x="9562" y="1"/>
                    </a:moveTo>
                    <a:cubicBezTo>
                      <a:pt x="9557" y="1"/>
                      <a:pt x="9553" y="2"/>
                      <a:pt x="9549" y="4"/>
                    </a:cubicBezTo>
                    <a:cubicBezTo>
                      <a:pt x="9424" y="29"/>
                      <a:pt x="9299" y="129"/>
                      <a:pt x="9274" y="254"/>
                    </a:cubicBezTo>
                    <a:cubicBezTo>
                      <a:pt x="9223" y="455"/>
                      <a:pt x="9248" y="680"/>
                      <a:pt x="9223" y="906"/>
                    </a:cubicBezTo>
                    <a:cubicBezTo>
                      <a:pt x="9111" y="3145"/>
                      <a:pt x="7560" y="4604"/>
                      <a:pt x="5479" y="4604"/>
                    </a:cubicBezTo>
                    <a:cubicBezTo>
                      <a:pt x="5230" y="4604"/>
                      <a:pt x="4974" y="4583"/>
                      <a:pt x="4712" y="4540"/>
                    </a:cubicBezTo>
                    <a:cubicBezTo>
                      <a:pt x="3183" y="4290"/>
                      <a:pt x="1930" y="3538"/>
                      <a:pt x="827" y="2460"/>
                    </a:cubicBezTo>
                    <a:cubicBezTo>
                      <a:pt x="702" y="2335"/>
                      <a:pt x="577" y="2184"/>
                      <a:pt x="426" y="2084"/>
                    </a:cubicBezTo>
                    <a:cubicBezTo>
                      <a:pt x="389" y="2059"/>
                      <a:pt x="326" y="2046"/>
                      <a:pt x="267" y="2046"/>
                    </a:cubicBezTo>
                    <a:cubicBezTo>
                      <a:pt x="207" y="2046"/>
                      <a:pt x="151" y="2059"/>
                      <a:pt x="126" y="2084"/>
                    </a:cubicBezTo>
                    <a:cubicBezTo>
                      <a:pt x="50" y="2159"/>
                      <a:pt x="0" y="2310"/>
                      <a:pt x="50" y="2410"/>
                    </a:cubicBezTo>
                    <a:cubicBezTo>
                      <a:pt x="76" y="2535"/>
                      <a:pt x="176" y="2635"/>
                      <a:pt x="301" y="2736"/>
                    </a:cubicBezTo>
                    <a:cubicBezTo>
                      <a:pt x="727" y="3112"/>
                      <a:pt x="1153" y="3538"/>
                      <a:pt x="1629" y="3863"/>
                    </a:cubicBezTo>
                    <a:cubicBezTo>
                      <a:pt x="2731" y="4647"/>
                      <a:pt x="3953" y="5168"/>
                      <a:pt x="5341" y="5168"/>
                    </a:cubicBezTo>
                    <a:cubicBezTo>
                      <a:pt x="5374" y="5168"/>
                      <a:pt x="5406" y="5167"/>
                      <a:pt x="5439" y="5167"/>
                    </a:cubicBezTo>
                    <a:cubicBezTo>
                      <a:pt x="6817" y="5167"/>
                      <a:pt x="7920" y="4716"/>
                      <a:pt x="8722" y="3763"/>
                    </a:cubicBezTo>
                    <a:cubicBezTo>
                      <a:pt x="9524" y="2811"/>
                      <a:pt x="9825" y="1683"/>
                      <a:pt x="9825" y="455"/>
                    </a:cubicBezTo>
                    <a:cubicBezTo>
                      <a:pt x="9825" y="380"/>
                      <a:pt x="9825" y="279"/>
                      <a:pt x="9800" y="229"/>
                    </a:cubicBezTo>
                    <a:cubicBezTo>
                      <a:pt x="9730" y="137"/>
                      <a:pt x="9618" y="1"/>
                      <a:pt x="95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39"/>
              <p:cNvSpPr/>
              <p:nvPr/>
            </p:nvSpPr>
            <p:spPr>
              <a:xfrm>
                <a:off x="3827850" y="2332100"/>
                <a:ext cx="37625" cy="47975"/>
              </a:xfrm>
              <a:custGeom>
                <a:avLst/>
                <a:gdLst/>
                <a:ahLst/>
                <a:cxnLst/>
                <a:rect l="l" t="t" r="r" b="b"/>
                <a:pathLst>
                  <a:path w="1505" h="1919" extrusionOk="0">
                    <a:moveTo>
                      <a:pt x="827" y="1"/>
                    </a:moveTo>
                    <a:cubicBezTo>
                      <a:pt x="426" y="26"/>
                      <a:pt x="50" y="277"/>
                      <a:pt x="0" y="652"/>
                    </a:cubicBezTo>
                    <a:cubicBezTo>
                      <a:pt x="0" y="828"/>
                      <a:pt x="75" y="1028"/>
                      <a:pt x="151" y="1229"/>
                    </a:cubicBezTo>
                    <a:cubicBezTo>
                      <a:pt x="328" y="1672"/>
                      <a:pt x="583" y="1919"/>
                      <a:pt x="882" y="1919"/>
                    </a:cubicBezTo>
                    <a:cubicBezTo>
                      <a:pt x="921" y="1919"/>
                      <a:pt x="962" y="1914"/>
                      <a:pt x="1003" y="1906"/>
                    </a:cubicBezTo>
                    <a:cubicBezTo>
                      <a:pt x="1329" y="1830"/>
                      <a:pt x="1504" y="1505"/>
                      <a:pt x="1504" y="928"/>
                    </a:cubicBezTo>
                    <a:cubicBezTo>
                      <a:pt x="1504" y="878"/>
                      <a:pt x="1504" y="778"/>
                      <a:pt x="1479" y="678"/>
                    </a:cubicBezTo>
                    <a:cubicBezTo>
                      <a:pt x="1404" y="277"/>
                      <a:pt x="1153" y="1"/>
                      <a:pt x="8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39"/>
              <p:cNvSpPr/>
              <p:nvPr/>
            </p:nvSpPr>
            <p:spPr>
              <a:xfrm>
                <a:off x="3577850" y="2378275"/>
                <a:ext cx="35100" cy="46325"/>
              </a:xfrm>
              <a:custGeom>
                <a:avLst/>
                <a:gdLst/>
                <a:ahLst/>
                <a:cxnLst/>
                <a:rect l="l" t="t" r="r" b="b"/>
                <a:pathLst>
                  <a:path w="1404" h="1853" extrusionOk="0">
                    <a:moveTo>
                      <a:pt x="676" y="1"/>
                    </a:moveTo>
                    <a:cubicBezTo>
                      <a:pt x="644" y="1"/>
                      <a:pt x="611" y="3"/>
                      <a:pt x="577" y="8"/>
                    </a:cubicBezTo>
                    <a:cubicBezTo>
                      <a:pt x="276" y="59"/>
                      <a:pt x="151" y="309"/>
                      <a:pt x="50" y="585"/>
                    </a:cubicBezTo>
                    <a:cubicBezTo>
                      <a:pt x="25" y="685"/>
                      <a:pt x="25" y="785"/>
                      <a:pt x="0" y="986"/>
                    </a:cubicBezTo>
                    <a:cubicBezTo>
                      <a:pt x="50" y="1111"/>
                      <a:pt x="100" y="1362"/>
                      <a:pt x="226" y="1562"/>
                    </a:cubicBezTo>
                    <a:cubicBezTo>
                      <a:pt x="367" y="1765"/>
                      <a:pt x="558" y="1853"/>
                      <a:pt x="785" y="1853"/>
                    </a:cubicBezTo>
                    <a:cubicBezTo>
                      <a:pt x="839" y="1853"/>
                      <a:pt x="895" y="1848"/>
                      <a:pt x="953" y="1838"/>
                    </a:cubicBezTo>
                    <a:cubicBezTo>
                      <a:pt x="1278" y="1788"/>
                      <a:pt x="1404" y="1537"/>
                      <a:pt x="1404" y="1287"/>
                    </a:cubicBezTo>
                    <a:cubicBezTo>
                      <a:pt x="1404" y="986"/>
                      <a:pt x="1354" y="685"/>
                      <a:pt x="1253" y="410"/>
                    </a:cubicBezTo>
                    <a:cubicBezTo>
                      <a:pt x="1164" y="185"/>
                      <a:pt x="953" y="1"/>
                      <a:pt x="6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11"/>
        <p:cNvGrpSpPr/>
        <p:nvPr/>
      </p:nvGrpSpPr>
      <p:grpSpPr>
        <a:xfrm>
          <a:off x="0" y="0"/>
          <a:ext cx="0" cy="0"/>
          <a:chOff x="0" y="0"/>
          <a:chExt cx="0" cy="0"/>
        </a:xfrm>
      </p:grpSpPr>
      <p:sp>
        <p:nvSpPr>
          <p:cNvPr id="1812" name="Google Shape;1812;p40"/>
          <p:cNvSpPr/>
          <p:nvPr/>
        </p:nvSpPr>
        <p:spPr>
          <a:xfrm>
            <a:off x="5818900" y="2024400"/>
            <a:ext cx="2781000" cy="2917800"/>
          </a:xfrm>
          <a:prstGeom prst="rect">
            <a:avLst/>
          </a:pr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40"/>
          <p:cNvSpPr txBox="1">
            <a:spLocks noGrp="1"/>
          </p:cNvSpPr>
          <p:nvPr>
            <p:ph type="subTitle" idx="1"/>
          </p:nvPr>
        </p:nvSpPr>
        <p:spPr>
          <a:xfrm>
            <a:off x="1095325" y="1505514"/>
            <a:ext cx="4528200" cy="1332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one in the entire Solar System. This planet's name has nothing to do with the liquid metal, since Mercury was named after the Roman messenger god. Its temperatures aren't as terribly hot as that planet's</a:t>
            </a:r>
            <a:endParaRPr/>
          </a:p>
        </p:txBody>
      </p:sp>
      <p:sp>
        <p:nvSpPr>
          <p:cNvPr id="1814" name="Google Shape;1814;p40"/>
          <p:cNvSpPr txBox="1">
            <a:spLocks noGrp="1"/>
          </p:cNvSpPr>
          <p:nvPr>
            <p:ph type="subTitle" idx="2"/>
          </p:nvPr>
        </p:nvSpPr>
        <p:spPr>
          <a:xfrm>
            <a:off x="1095341" y="3029637"/>
            <a:ext cx="4528200" cy="1332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takes a little more than 58 days to complete its rotation, so try to imagine how long days must be there! Since the temperatures are so extreme, albeit not as extreme as in Venus, Mercury has been deemed to be non-habitable for humans</a:t>
            </a:r>
            <a:endParaRPr/>
          </a:p>
        </p:txBody>
      </p:sp>
      <p:sp>
        <p:nvSpPr>
          <p:cNvPr id="1815" name="Google Shape;1815;p40"/>
          <p:cNvSpPr txBox="1">
            <a:spLocks noGrp="1"/>
          </p:cNvSpPr>
          <p:nvPr>
            <p:ph type="ctrTitle"/>
          </p:nvPr>
        </p:nvSpPr>
        <p:spPr>
          <a:xfrm>
            <a:off x="713250" y="446075"/>
            <a:ext cx="7717500" cy="537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Introduction</a:t>
            </a:r>
            <a:endParaRPr/>
          </a:p>
        </p:txBody>
      </p:sp>
      <p:grpSp>
        <p:nvGrpSpPr>
          <p:cNvPr id="1816" name="Google Shape;1816;p40"/>
          <p:cNvGrpSpPr/>
          <p:nvPr/>
        </p:nvGrpSpPr>
        <p:grpSpPr>
          <a:xfrm>
            <a:off x="6663475" y="3218223"/>
            <a:ext cx="1091842" cy="1336255"/>
            <a:chOff x="3112575" y="3748373"/>
            <a:chExt cx="1091842" cy="1336255"/>
          </a:xfrm>
        </p:grpSpPr>
        <p:sp>
          <p:nvSpPr>
            <p:cNvPr id="1817" name="Google Shape;1817;p40"/>
            <p:cNvSpPr/>
            <p:nvPr/>
          </p:nvSpPr>
          <p:spPr>
            <a:xfrm>
              <a:off x="3329491" y="4445237"/>
              <a:ext cx="810154" cy="639392"/>
            </a:xfrm>
            <a:custGeom>
              <a:avLst/>
              <a:gdLst/>
              <a:ahLst/>
              <a:cxnLst/>
              <a:rect l="l" t="t" r="r" b="b"/>
              <a:pathLst>
                <a:path w="25088" h="19800" extrusionOk="0">
                  <a:moveTo>
                    <a:pt x="18647" y="0"/>
                  </a:moveTo>
                  <a:cubicBezTo>
                    <a:pt x="18421" y="276"/>
                    <a:pt x="18171" y="551"/>
                    <a:pt x="17920" y="777"/>
                  </a:cubicBezTo>
                  <a:cubicBezTo>
                    <a:pt x="17970" y="852"/>
                    <a:pt x="18020" y="927"/>
                    <a:pt x="18121" y="1003"/>
                  </a:cubicBezTo>
                  <a:lnTo>
                    <a:pt x="18822" y="1504"/>
                  </a:lnTo>
                  <a:lnTo>
                    <a:pt x="17419" y="1178"/>
                  </a:lnTo>
                  <a:cubicBezTo>
                    <a:pt x="16968" y="1529"/>
                    <a:pt x="16491" y="1805"/>
                    <a:pt x="16015" y="2005"/>
                  </a:cubicBezTo>
                  <a:cubicBezTo>
                    <a:pt x="16040" y="2005"/>
                    <a:pt x="16040" y="2005"/>
                    <a:pt x="16040" y="2030"/>
                  </a:cubicBezTo>
                  <a:lnTo>
                    <a:pt x="17444" y="2832"/>
                  </a:lnTo>
                  <a:lnTo>
                    <a:pt x="17444" y="2832"/>
                  </a:lnTo>
                  <a:lnTo>
                    <a:pt x="15238" y="2306"/>
                  </a:lnTo>
                  <a:cubicBezTo>
                    <a:pt x="14436" y="2582"/>
                    <a:pt x="13584" y="2707"/>
                    <a:pt x="12682" y="2757"/>
                  </a:cubicBezTo>
                  <a:cubicBezTo>
                    <a:pt x="12732" y="2807"/>
                    <a:pt x="12807" y="2882"/>
                    <a:pt x="12907" y="2907"/>
                  </a:cubicBezTo>
                  <a:lnTo>
                    <a:pt x="14587" y="3659"/>
                  </a:lnTo>
                  <a:lnTo>
                    <a:pt x="14587" y="3659"/>
                  </a:lnTo>
                  <a:lnTo>
                    <a:pt x="11354" y="2782"/>
                  </a:lnTo>
                  <a:lnTo>
                    <a:pt x="6993" y="2782"/>
                  </a:lnTo>
                  <a:cubicBezTo>
                    <a:pt x="6667" y="2782"/>
                    <a:pt x="6366" y="2732"/>
                    <a:pt x="6040" y="2682"/>
                  </a:cubicBezTo>
                  <a:lnTo>
                    <a:pt x="6040" y="2682"/>
                  </a:lnTo>
                  <a:cubicBezTo>
                    <a:pt x="7444" y="3158"/>
                    <a:pt x="9198" y="3684"/>
                    <a:pt x="10501" y="4311"/>
                  </a:cubicBezTo>
                  <a:cubicBezTo>
                    <a:pt x="7745" y="3233"/>
                    <a:pt x="4637" y="2607"/>
                    <a:pt x="4461" y="2506"/>
                  </a:cubicBezTo>
                  <a:lnTo>
                    <a:pt x="4436" y="2531"/>
                  </a:lnTo>
                  <a:cubicBezTo>
                    <a:pt x="4249" y="2448"/>
                    <a:pt x="4096" y="2404"/>
                    <a:pt x="3963" y="2404"/>
                  </a:cubicBezTo>
                  <a:cubicBezTo>
                    <a:pt x="3777" y="2404"/>
                    <a:pt x="3630" y="2491"/>
                    <a:pt x="3484" y="2682"/>
                  </a:cubicBezTo>
                  <a:cubicBezTo>
                    <a:pt x="3258" y="2932"/>
                    <a:pt x="3359" y="3283"/>
                    <a:pt x="3684" y="3459"/>
                  </a:cubicBezTo>
                  <a:cubicBezTo>
                    <a:pt x="3760" y="3509"/>
                    <a:pt x="6767" y="4411"/>
                    <a:pt x="9549" y="5865"/>
                  </a:cubicBezTo>
                  <a:lnTo>
                    <a:pt x="3735" y="3935"/>
                  </a:lnTo>
                  <a:cubicBezTo>
                    <a:pt x="3630" y="3887"/>
                    <a:pt x="3518" y="3864"/>
                    <a:pt x="3407" y="3864"/>
                  </a:cubicBezTo>
                  <a:cubicBezTo>
                    <a:pt x="3172" y="3864"/>
                    <a:pt x="2943" y="3965"/>
                    <a:pt x="2807" y="4135"/>
                  </a:cubicBezTo>
                  <a:cubicBezTo>
                    <a:pt x="2607" y="4386"/>
                    <a:pt x="2707" y="4712"/>
                    <a:pt x="3008" y="4887"/>
                  </a:cubicBezTo>
                  <a:lnTo>
                    <a:pt x="13033" y="9699"/>
                  </a:lnTo>
                  <a:lnTo>
                    <a:pt x="2958" y="5890"/>
                  </a:lnTo>
                  <a:cubicBezTo>
                    <a:pt x="2846" y="5850"/>
                    <a:pt x="2729" y="5830"/>
                    <a:pt x="2615" y="5830"/>
                  </a:cubicBezTo>
                  <a:cubicBezTo>
                    <a:pt x="2371" y="5830"/>
                    <a:pt x="2142" y="5920"/>
                    <a:pt x="2005" y="6090"/>
                  </a:cubicBezTo>
                  <a:cubicBezTo>
                    <a:pt x="1805" y="6366"/>
                    <a:pt x="1905" y="6692"/>
                    <a:pt x="2206" y="6867"/>
                  </a:cubicBezTo>
                  <a:lnTo>
                    <a:pt x="13459" y="12281"/>
                  </a:lnTo>
                  <a:lnTo>
                    <a:pt x="2782" y="7744"/>
                  </a:lnTo>
                  <a:cubicBezTo>
                    <a:pt x="2670" y="7696"/>
                    <a:pt x="2552" y="7674"/>
                    <a:pt x="2438" y="7674"/>
                  </a:cubicBezTo>
                  <a:cubicBezTo>
                    <a:pt x="2195" y="7674"/>
                    <a:pt x="1966" y="7775"/>
                    <a:pt x="1830" y="7945"/>
                  </a:cubicBezTo>
                  <a:cubicBezTo>
                    <a:pt x="1654" y="8196"/>
                    <a:pt x="1755" y="8547"/>
                    <a:pt x="2055" y="8697"/>
                  </a:cubicBezTo>
                  <a:lnTo>
                    <a:pt x="9073" y="12406"/>
                  </a:lnTo>
                  <a:lnTo>
                    <a:pt x="9073" y="12406"/>
                  </a:lnTo>
                  <a:lnTo>
                    <a:pt x="2331" y="9499"/>
                  </a:lnTo>
                  <a:cubicBezTo>
                    <a:pt x="2227" y="9459"/>
                    <a:pt x="2116" y="9439"/>
                    <a:pt x="2005" y="9439"/>
                  </a:cubicBezTo>
                  <a:cubicBezTo>
                    <a:pt x="1770" y="9439"/>
                    <a:pt x="1540" y="9529"/>
                    <a:pt x="1404" y="9699"/>
                  </a:cubicBezTo>
                  <a:cubicBezTo>
                    <a:pt x="1203" y="9975"/>
                    <a:pt x="1303" y="10301"/>
                    <a:pt x="1604" y="10476"/>
                  </a:cubicBezTo>
                  <a:lnTo>
                    <a:pt x="9349" y="14887"/>
                  </a:lnTo>
                  <a:lnTo>
                    <a:pt x="1629" y="11704"/>
                  </a:lnTo>
                  <a:cubicBezTo>
                    <a:pt x="1517" y="11664"/>
                    <a:pt x="1400" y="11645"/>
                    <a:pt x="1287" y="11645"/>
                  </a:cubicBezTo>
                  <a:cubicBezTo>
                    <a:pt x="1046" y="11645"/>
                    <a:pt x="821" y="11734"/>
                    <a:pt x="702" y="11905"/>
                  </a:cubicBezTo>
                  <a:cubicBezTo>
                    <a:pt x="501" y="12181"/>
                    <a:pt x="602" y="12506"/>
                    <a:pt x="902" y="12682"/>
                  </a:cubicBezTo>
                  <a:lnTo>
                    <a:pt x="6316" y="15740"/>
                  </a:lnTo>
                  <a:lnTo>
                    <a:pt x="1429" y="13885"/>
                  </a:lnTo>
                  <a:cubicBezTo>
                    <a:pt x="1336" y="13856"/>
                    <a:pt x="1236" y="13842"/>
                    <a:pt x="1138" y="13842"/>
                  </a:cubicBezTo>
                  <a:cubicBezTo>
                    <a:pt x="892" y="13842"/>
                    <a:pt x="652" y="13931"/>
                    <a:pt x="526" y="14110"/>
                  </a:cubicBezTo>
                  <a:cubicBezTo>
                    <a:pt x="326" y="14361"/>
                    <a:pt x="426" y="14687"/>
                    <a:pt x="702" y="14862"/>
                  </a:cubicBezTo>
                  <a:lnTo>
                    <a:pt x="3735" y="16667"/>
                  </a:lnTo>
                  <a:lnTo>
                    <a:pt x="1053" y="15740"/>
                  </a:lnTo>
                  <a:cubicBezTo>
                    <a:pt x="958" y="15703"/>
                    <a:pt x="858" y="15686"/>
                    <a:pt x="761" y="15686"/>
                  </a:cubicBezTo>
                  <a:cubicBezTo>
                    <a:pt x="525" y="15686"/>
                    <a:pt x="300" y="15788"/>
                    <a:pt x="176" y="15965"/>
                  </a:cubicBezTo>
                  <a:cubicBezTo>
                    <a:pt x="0" y="16191"/>
                    <a:pt x="50" y="16516"/>
                    <a:pt x="326" y="16692"/>
                  </a:cubicBezTo>
                  <a:lnTo>
                    <a:pt x="1454" y="17444"/>
                  </a:lnTo>
                  <a:lnTo>
                    <a:pt x="1203" y="17369"/>
                  </a:lnTo>
                  <a:cubicBezTo>
                    <a:pt x="1113" y="17339"/>
                    <a:pt x="1021" y="17324"/>
                    <a:pt x="931" y="17324"/>
                  </a:cubicBezTo>
                  <a:cubicBezTo>
                    <a:pt x="719" y="17324"/>
                    <a:pt x="517" y="17403"/>
                    <a:pt x="376" y="17544"/>
                  </a:cubicBezTo>
                  <a:cubicBezTo>
                    <a:pt x="201" y="17770"/>
                    <a:pt x="201" y="18045"/>
                    <a:pt x="401" y="18246"/>
                  </a:cubicBezTo>
                  <a:lnTo>
                    <a:pt x="1554" y="19374"/>
                  </a:lnTo>
                  <a:cubicBezTo>
                    <a:pt x="1679" y="19513"/>
                    <a:pt x="1874" y="19582"/>
                    <a:pt x="2074" y="19582"/>
                  </a:cubicBezTo>
                  <a:cubicBezTo>
                    <a:pt x="2234" y="19582"/>
                    <a:pt x="2398" y="19538"/>
                    <a:pt x="2531" y="19449"/>
                  </a:cubicBezTo>
                  <a:cubicBezTo>
                    <a:pt x="2682" y="19349"/>
                    <a:pt x="2782" y="19223"/>
                    <a:pt x="2782" y="19073"/>
                  </a:cubicBezTo>
                  <a:lnTo>
                    <a:pt x="5013" y="19750"/>
                  </a:lnTo>
                  <a:cubicBezTo>
                    <a:pt x="5088" y="19775"/>
                    <a:pt x="5188" y="19800"/>
                    <a:pt x="5263" y="19800"/>
                  </a:cubicBezTo>
                  <a:cubicBezTo>
                    <a:pt x="5514" y="19800"/>
                    <a:pt x="5740" y="19699"/>
                    <a:pt x="5865" y="19524"/>
                  </a:cubicBezTo>
                  <a:cubicBezTo>
                    <a:pt x="6040" y="19273"/>
                    <a:pt x="5965" y="18973"/>
                    <a:pt x="5714" y="18797"/>
                  </a:cubicBezTo>
                  <a:lnTo>
                    <a:pt x="5088" y="18396"/>
                  </a:lnTo>
                  <a:lnTo>
                    <a:pt x="8772" y="19674"/>
                  </a:lnTo>
                  <a:cubicBezTo>
                    <a:pt x="8867" y="19711"/>
                    <a:pt x="8967" y="19728"/>
                    <a:pt x="9064" y="19728"/>
                  </a:cubicBezTo>
                  <a:cubicBezTo>
                    <a:pt x="9300" y="19728"/>
                    <a:pt x="9525" y="19626"/>
                    <a:pt x="9649" y="19449"/>
                  </a:cubicBezTo>
                  <a:cubicBezTo>
                    <a:pt x="9850" y="19198"/>
                    <a:pt x="9750" y="18872"/>
                    <a:pt x="9474" y="18697"/>
                  </a:cubicBezTo>
                  <a:lnTo>
                    <a:pt x="7068" y="17268"/>
                  </a:lnTo>
                  <a:lnTo>
                    <a:pt x="7068" y="17268"/>
                  </a:lnTo>
                  <a:lnTo>
                    <a:pt x="12958" y="19474"/>
                  </a:lnTo>
                  <a:cubicBezTo>
                    <a:pt x="13053" y="19510"/>
                    <a:pt x="13154" y="19528"/>
                    <a:pt x="13255" y="19528"/>
                  </a:cubicBezTo>
                  <a:cubicBezTo>
                    <a:pt x="13498" y="19528"/>
                    <a:pt x="13736" y="19426"/>
                    <a:pt x="13860" y="19248"/>
                  </a:cubicBezTo>
                  <a:cubicBezTo>
                    <a:pt x="14060" y="18998"/>
                    <a:pt x="13960" y="18672"/>
                    <a:pt x="13659" y="18496"/>
                  </a:cubicBezTo>
                  <a:lnTo>
                    <a:pt x="9900" y="16366"/>
                  </a:lnTo>
                  <a:lnTo>
                    <a:pt x="17444" y="19474"/>
                  </a:lnTo>
                  <a:cubicBezTo>
                    <a:pt x="17546" y="19513"/>
                    <a:pt x="17655" y="19533"/>
                    <a:pt x="17762" y="19533"/>
                  </a:cubicBezTo>
                  <a:cubicBezTo>
                    <a:pt x="17998" y="19533"/>
                    <a:pt x="18226" y="19438"/>
                    <a:pt x="18346" y="19248"/>
                  </a:cubicBezTo>
                  <a:cubicBezTo>
                    <a:pt x="18547" y="18998"/>
                    <a:pt x="18471" y="18672"/>
                    <a:pt x="18171" y="18496"/>
                  </a:cubicBezTo>
                  <a:lnTo>
                    <a:pt x="11454" y="14687"/>
                  </a:lnTo>
                  <a:lnTo>
                    <a:pt x="22256" y="19298"/>
                  </a:lnTo>
                  <a:cubicBezTo>
                    <a:pt x="22360" y="19347"/>
                    <a:pt x="22473" y="19369"/>
                    <a:pt x="22583" y="19369"/>
                  </a:cubicBezTo>
                  <a:cubicBezTo>
                    <a:pt x="22818" y="19369"/>
                    <a:pt x="23047" y="19268"/>
                    <a:pt x="23183" y="19098"/>
                  </a:cubicBezTo>
                  <a:cubicBezTo>
                    <a:pt x="23384" y="18822"/>
                    <a:pt x="23283" y="18496"/>
                    <a:pt x="22958" y="18321"/>
                  </a:cubicBezTo>
                  <a:lnTo>
                    <a:pt x="15765" y="14562"/>
                  </a:lnTo>
                  <a:lnTo>
                    <a:pt x="15765" y="14562"/>
                  </a:lnTo>
                  <a:lnTo>
                    <a:pt x="24161" y="18146"/>
                  </a:lnTo>
                  <a:cubicBezTo>
                    <a:pt x="24311" y="18196"/>
                    <a:pt x="24461" y="18196"/>
                    <a:pt x="24612" y="18196"/>
                  </a:cubicBezTo>
                  <a:cubicBezTo>
                    <a:pt x="24587" y="17795"/>
                    <a:pt x="24587" y="17394"/>
                    <a:pt x="24587" y="16993"/>
                  </a:cubicBezTo>
                  <a:lnTo>
                    <a:pt x="15790" y="12206"/>
                  </a:lnTo>
                  <a:lnTo>
                    <a:pt x="15790" y="12206"/>
                  </a:lnTo>
                  <a:lnTo>
                    <a:pt x="24411" y="15965"/>
                  </a:lnTo>
                  <a:cubicBezTo>
                    <a:pt x="24461" y="15990"/>
                    <a:pt x="24512" y="16015"/>
                    <a:pt x="24587" y="16015"/>
                  </a:cubicBezTo>
                  <a:cubicBezTo>
                    <a:pt x="24612" y="15589"/>
                    <a:pt x="24662" y="15188"/>
                    <a:pt x="24737" y="14787"/>
                  </a:cubicBezTo>
                  <a:lnTo>
                    <a:pt x="16266" y="10125"/>
                  </a:lnTo>
                  <a:lnTo>
                    <a:pt x="23960" y="13509"/>
                  </a:lnTo>
                  <a:cubicBezTo>
                    <a:pt x="24065" y="13557"/>
                    <a:pt x="24179" y="13580"/>
                    <a:pt x="24293" y="13580"/>
                  </a:cubicBezTo>
                  <a:cubicBezTo>
                    <a:pt x="24533" y="13580"/>
                    <a:pt x="24768" y="13479"/>
                    <a:pt x="24888" y="13308"/>
                  </a:cubicBezTo>
                  <a:cubicBezTo>
                    <a:pt x="25088" y="13033"/>
                    <a:pt x="24988" y="12707"/>
                    <a:pt x="24687" y="12531"/>
                  </a:cubicBezTo>
                  <a:lnTo>
                    <a:pt x="14161" y="6968"/>
                  </a:lnTo>
                  <a:lnTo>
                    <a:pt x="14161" y="6968"/>
                  </a:lnTo>
                  <a:cubicBezTo>
                    <a:pt x="16065" y="7694"/>
                    <a:pt x="18321" y="8572"/>
                    <a:pt x="21053" y="9599"/>
                  </a:cubicBezTo>
                  <a:cubicBezTo>
                    <a:pt x="22456" y="10151"/>
                    <a:pt x="23384" y="10501"/>
                    <a:pt x="23459" y="10526"/>
                  </a:cubicBezTo>
                  <a:cubicBezTo>
                    <a:pt x="23556" y="10571"/>
                    <a:pt x="23661" y="10591"/>
                    <a:pt x="23766" y="10591"/>
                  </a:cubicBezTo>
                  <a:cubicBezTo>
                    <a:pt x="24016" y="10591"/>
                    <a:pt x="24263" y="10477"/>
                    <a:pt x="24386" y="10301"/>
                  </a:cubicBezTo>
                  <a:cubicBezTo>
                    <a:pt x="24612" y="9950"/>
                    <a:pt x="24512" y="9775"/>
                    <a:pt x="24086" y="9524"/>
                  </a:cubicBezTo>
                  <a:cubicBezTo>
                    <a:pt x="24086" y="9524"/>
                    <a:pt x="24060" y="9499"/>
                    <a:pt x="24010" y="9499"/>
                  </a:cubicBezTo>
                  <a:cubicBezTo>
                    <a:pt x="23835" y="9399"/>
                    <a:pt x="23634" y="9298"/>
                    <a:pt x="23359" y="9173"/>
                  </a:cubicBezTo>
                  <a:lnTo>
                    <a:pt x="21329" y="8196"/>
                  </a:lnTo>
                  <a:cubicBezTo>
                    <a:pt x="19649" y="7394"/>
                    <a:pt x="17419" y="6316"/>
                    <a:pt x="15188" y="5238"/>
                  </a:cubicBezTo>
                  <a:lnTo>
                    <a:pt x="14161" y="4737"/>
                  </a:lnTo>
                  <a:lnTo>
                    <a:pt x="22958" y="7469"/>
                  </a:lnTo>
                  <a:cubicBezTo>
                    <a:pt x="23045" y="7502"/>
                    <a:pt x="23138" y="7518"/>
                    <a:pt x="23230" y="7518"/>
                  </a:cubicBezTo>
                  <a:cubicBezTo>
                    <a:pt x="23480" y="7518"/>
                    <a:pt x="23725" y="7402"/>
                    <a:pt x="23835" y="7218"/>
                  </a:cubicBezTo>
                  <a:cubicBezTo>
                    <a:pt x="24010" y="6942"/>
                    <a:pt x="23885" y="6617"/>
                    <a:pt x="23584" y="6466"/>
                  </a:cubicBezTo>
                  <a:lnTo>
                    <a:pt x="19173" y="4562"/>
                  </a:lnTo>
                  <a:lnTo>
                    <a:pt x="22106" y="5288"/>
                  </a:lnTo>
                  <a:cubicBezTo>
                    <a:pt x="22182" y="5312"/>
                    <a:pt x="22260" y="5323"/>
                    <a:pt x="22336" y="5323"/>
                  </a:cubicBezTo>
                  <a:cubicBezTo>
                    <a:pt x="22586" y="5323"/>
                    <a:pt x="22823" y="5205"/>
                    <a:pt x="22958" y="5013"/>
                  </a:cubicBezTo>
                  <a:cubicBezTo>
                    <a:pt x="23108" y="4762"/>
                    <a:pt x="23033" y="4461"/>
                    <a:pt x="22757" y="4311"/>
                  </a:cubicBezTo>
                  <a:lnTo>
                    <a:pt x="20376" y="2907"/>
                  </a:lnTo>
                  <a:lnTo>
                    <a:pt x="21880" y="3233"/>
                  </a:lnTo>
                  <a:cubicBezTo>
                    <a:pt x="21951" y="3250"/>
                    <a:pt x="22022" y="3258"/>
                    <a:pt x="22091" y="3258"/>
                  </a:cubicBezTo>
                  <a:cubicBezTo>
                    <a:pt x="22339" y="3258"/>
                    <a:pt x="22564" y="3154"/>
                    <a:pt x="22682" y="2958"/>
                  </a:cubicBezTo>
                  <a:cubicBezTo>
                    <a:pt x="22832" y="2732"/>
                    <a:pt x="22782" y="2431"/>
                    <a:pt x="22532" y="2281"/>
                  </a:cubicBezTo>
                  <a:lnTo>
                    <a:pt x="21128" y="1303"/>
                  </a:lnTo>
                  <a:cubicBezTo>
                    <a:pt x="21329" y="1228"/>
                    <a:pt x="21504" y="1053"/>
                    <a:pt x="21529" y="852"/>
                  </a:cubicBezTo>
                  <a:cubicBezTo>
                    <a:pt x="21579" y="551"/>
                    <a:pt x="21329" y="276"/>
                    <a:pt x="20928" y="226"/>
                  </a:cubicBezTo>
                  <a:lnTo>
                    <a:pt x="1867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40"/>
            <p:cNvSpPr/>
            <p:nvPr/>
          </p:nvSpPr>
          <p:spPr>
            <a:xfrm>
              <a:off x="3112575" y="3748373"/>
              <a:ext cx="1091842" cy="1292540"/>
            </a:xfrm>
            <a:custGeom>
              <a:avLst/>
              <a:gdLst/>
              <a:ahLst/>
              <a:cxnLst/>
              <a:rect l="l" t="t" r="r" b="b"/>
              <a:pathLst>
                <a:path w="33811" h="40026" extrusionOk="0">
                  <a:moveTo>
                    <a:pt x="32181" y="3835"/>
                  </a:moveTo>
                  <a:lnTo>
                    <a:pt x="32181" y="3835"/>
                  </a:lnTo>
                  <a:cubicBezTo>
                    <a:pt x="32808" y="4361"/>
                    <a:pt x="32432" y="5063"/>
                    <a:pt x="32482" y="5664"/>
                  </a:cubicBezTo>
                  <a:cubicBezTo>
                    <a:pt x="31830" y="5088"/>
                    <a:pt x="31705" y="4361"/>
                    <a:pt x="32181" y="3835"/>
                  </a:cubicBezTo>
                  <a:close/>
                  <a:moveTo>
                    <a:pt x="1604" y="3308"/>
                  </a:moveTo>
                  <a:lnTo>
                    <a:pt x="1604" y="3308"/>
                  </a:lnTo>
                  <a:cubicBezTo>
                    <a:pt x="1880" y="4186"/>
                    <a:pt x="1604" y="5063"/>
                    <a:pt x="702" y="6015"/>
                  </a:cubicBezTo>
                  <a:cubicBezTo>
                    <a:pt x="677" y="5188"/>
                    <a:pt x="827" y="4461"/>
                    <a:pt x="1128" y="3785"/>
                  </a:cubicBezTo>
                  <a:cubicBezTo>
                    <a:pt x="1228" y="3559"/>
                    <a:pt x="1329" y="3333"/>
                    <a:pt x="1604" y="3308"/>
                  </a:cubicBezTo>
                  <a:close/>
                  <a:moveTo>
                    <a:pt x="17053" y="579"/>
                  </a:moveTo>
                  <a:cubicBezTo>
                    <a:pt x="20009" y="579"/>
                    <a:pt x="22969" y="1570"/>
                    <a:pt x="25339" y="3534"/>
                  </a:cubicBezTo>
                  <a:cubicBezTo>
                    <a:pt x="31304" y="8521"/>
                    <a:pt x="31003" y="17519"/>
                    <a:pt x="24637" y="21980"/>
                  </a:cubicBezTo>
                  <a:cubicBezTo>
                    <a:pt x="22291" y="23623"/>
                    <a:pt x="19816" y="24441"/>
                    <a:pt x="17267" y="24441"/>
                  </a:cubicBezTo>
                  <a:cubicBezTo>
                    <a:pt x="15460" y="24441"/>
                    <a:pt x="13616" y="24030"/>
                    <a:pt x="11755" y="23208"/>
                  </a:cubicBezTo>
                  <a:cubicBezTo>
                    <a:pt x="8246" y="21679"/>
                    <a:pt x="5915" y="19048"/>
                    <a:pt x="4938" y="15313"/>
                  </a:cubicBezTo>
                  <a:cubicBezTo>
                    <a:pt x="4687" y="14386"/>
                    <a:pt x="4612" y="13434"/>
                    <a:pt x="4512" y="12857"/>
                  </a:cubicBezTo>
                  <a:cubicBezTo>
                    <a:pt x="4637" y="8772"/>
                    <a:pt x="6091" y="5739"/>
                    <a:pt x="8948" y="3434"/>
                  </a:cubicBezTo>
                  <a:cubicBezTo>
                    <a:pt x="11277" y="1526"/>
                    <a:pt x="14164" y="579"/>
                    <a:pt x="17053" y="579"/>
                  </a:cubicBezTo>
                  <a:close/>
                  <a:moveTo>
                    <a:pt x="17029" y="0"/>
                  </a:moveTo>
                  <a:cubicBezTo>
                    <a:pt x="13620" y="0"/>
                    <a:pt x="10190" y="1264"/>
                    <a:pt x="7569" y="3885"/>
                  </a:cubicBezTo>
                  <a:cubicBezTo>
                    <a:pt x="4512" y="6967"/>
                    <a:pt x="3359" y="10752"/>
                    <a:pt x="4261" y="15013"/>
                  </a:cubicBezTo>
                  <a:cubicBezTo>
                    <a:pt x="4988" y="18471"/>
                    <a:pt x="6993" y="21078"/>
                    <a:pt x="9950" y="22958"/>
                  </a:cubicBezTo>
                  <a:cubicBezTo>
                    <a:pt x="10126" y="23058"/>
                    <a:pt x="10326" y="23183"/>
                    <a:pt x="10477" y="23283"/>
                  </a:cubicBezTo>
                  <a:cubicBezTo>
                    <a:pt x="10025" y="24336"/>
                    <a:pt x="9574" y="25364"/>
                    <a:pt x="9073" y="26491"/>
                  </a:cubicBezTo>
                  <a:cubicBezTo>
                    <a:pt x="8296" y="25614"/>
                    <a:pt x="7494" y="24862"/>
                    <a:pt x="6842" y="24010"/>
                  </a:cubicBezTo>
                  <a:cubicBezTo>
                    <a:pt x="5865" y="22732"/>
                    <a:pt x="4963" y="21404"/>
                    <a:pt x="4136" y="20025"/>
                  </a:cubicBezTo>
                  <a:cubicBezTo>
                    <a:pt x="1830" y="16191"/>
                    <a:pt x="727" y="12030"/>
                    <a:pt x="777" y="7594"/>
                  </a:cubicBezTo>
                  <a:cubicBezTo>
                    <a:pt x="777" y="7143"/>
                    <a:pt x="903" y="6767"/>
                    <a:pt x="1178" y="6416"/>
                  </a:cubicBezTo>
                  <a:cubicBezTo>
                    <a:pt x="1404" y="6115"/>
                    <a:pt x="1629" y="5815"/>
                    <a:pt x="1830" y="5489"/>
                  </a:cubicBezTo>
                  <a:cubicBezTo>
                    <a:pt x="2231" y="4862"/>
                    <a:pt x="2356" y="4186"/>
                    <a:pt x="2306" y="3459"/>
                  </a:cubicBezTo>
                  <a:cubicBezTo>
                    <a:pt x="2281" y="3133"/>
                    <a:pt x="2156" y="2857"/>
                    <a:pt x="1830" y="2732"/>
                  </a:cubicBezTo>
                  <a:cubicBezTo>
                    <a:pt x="1747" y="2700"/>
                    <a:pt x="1670" y="2686"/>
                    <a:pt x="1596" y="2686"/>
                  </a:cubicBezTo>
                  <a:cubicBezTo>
                    <a:pt x="1379" y="2686"/>
                    <a:pt x="1196" y="2808"/>
                    <a:pt x="1028" y="2957"/>
                  </a:cubicBezTo>
                  <a:cubicBezTo>
                    <a:pt x="878" y="3108"/>
                    <a:pt x="752" y="3283"/>
                    <a:pt x="677" y="3459"/>
                  </a:cubicBezTo>
                  <a:cubicBezTo>
                    <a:pt x="251" y="4461"/>
                    <a:pt x="0" y="5489"/>
                    <a:pt x="226" y="6566"/>
                  </a:cubicBezTo>
                  <a:cubicBezTo>
                    <a:pt x="251" y="6717"/>
                    <a:pt x="226" y="6892"/>
                    <a:pt x="226" y="7043"/>
                  </a:cubicBezTo>
                  <a:cubicBezTo>
                    <a:pt x="151" y="9248"/>
                    <a:pt x="301" y="11454"/>
                    <a:pt x="852" y="13584"/>
                  </a:cubicBezTo>
                  <a:cubicBezTo>
                    <a:pt x="2131" y="18496"/>
                    <a:pt x="4612" y="22732"/>
                    <a:pt x="8196" y="26291"/>
                  </a:cubicBezTo>
                  <a:cubicBezTo>
                    <a:pt x="8772" y="26842"/>
                    <a:pt x="8898" y="27293"/>
                    <a:pt x="8647" y="28045"/>
                  </a:cubicBezTo>
                  <a:cubicBezTo>
                    <a:pt x="7670" y="31228"/>
                    <a:pt x="6918" y="34461"/>
                    <a:pt x="6717" y="37795"/>
                  </a:cubicBezTo>
                  <a:cubicBezTo>
                    <a:pt x="6667" y="38421"/>
                    <a:pt x="6742" y="39048"/>
                    <a:pt x="6767" y="39649"/>
                  </a:cubicBezTo>
                  <a:cubicBezTo>
                    <a:pt x="6767" y="39725"/>
                    <a:pt x="6767" y="39800"/>
                    <a:pt x="6817" y="39825"/>
                  </a:cubicBezTo>
                  <a:cubicBezTo>
                    <a:pt x="6943" y="39900"/>
                    <a:pt x="7068" y="39975"/>
                    <a:pt x="7193" y="40025"/>
                  </a:cubicBezTo>
                  <a:cubicBezTo>
                    <a:pt x="7269" y="39925"/>
                    <a:pt x="7369" y="39800"/>
                    <a:pt x="7369" y="39699"/>
                  </a:cubicBezTo>
                  <a:cubicBezTo>
                    <a:pt x="7143" y="38547"/>
                    <a:pt x="7294" y="37419"/>
                    <a:pt x="7419" y="36266"/>
                  </a:cubicBezTo>
                  <a:cubicBezTo>
                    <a:pt x="7644" y="33910"/>
                    <a:pt x="8246" y="31629"/>
                    <a:pt x="8847" y="29349"/>
                  </a:cubicBezTo>
                  <a:cubicBezTo>
                    <a:pt x="9299" y="27745"/>
                    <a:pt x="9800" y="26166"/>
                    <a:pt x="10477" y="24612"/>
                  </a:cubicBezTo>
                  <a:cubicBezTo>
                    <a:pt x="10627" y="24261"/>
                    <a:pt x="10827" y="23910"/>
                    <a:pt x="10978" y="23584"/>
                  </a:cubicBezTo>
                  <a:cubicBezTo>
                    <a:pt x="13179" y="24491"/>
                    <a:pt x="15289" y="24953"/>
                    <a:pt x="17312" y="24953"/>
                  </a:cubicBezTo>
                  <a:cubicBezTo>
                    <a:pt x="20771" y="24953"/>
                    <a:pt x="23979" y="23601"/>
                    <a:pt x="26968" y="20802"/>
                  </a:cubicBezTo>
                  <a:cubicBezTo>
                    <a:pt x="27294" y="21479"/>
                    <a:pt x="27620" y="22105"/>
                    <a:pt x="27945" y="22732"/>
                  </a:cubicBezTo>
                  <a:cubicBezTo>
                    <a:pt x="29198" y="25188"/>
                    <a:pt x="30000" y="27795"/>
                    <a:pt x="30452" y="30501"/>
                  </a:cubicBezTo>
                  <a:cubicBezTo>
                    <a:pt x="30828" y="32632"/>
                    <a:pt x="30978" y="34787"/>
                    <a:pt x="31204" y="36918"/>
                  </a:cubicBezTo>
                  <a:cubicBezTo>
                    <a:pt x="31254" y="37519"/>
                    <a:pt x="31229" y="38121"/>
                    <a:pt x="31229" y="38722"/>
                  </a:cubicBezTo>
                  <a:cubicBezTo>
                    <a:pt x="31229" y="39023"/>
                    <a:pt x="31229" y="39324"/>
                    <a:pt x="31254" y="39624"/>
                  </a:cubicBezTo>
                  <a:cubicBezTo>
                    <a:pt x="31254" y="39813"/>
                    <a:pt x="31298" y="40002"/>
                    <a:pt x="31513" y="40002"/>
                  </a:cubicBezTo>
                  <a:cubicBezTo>
                    <a:pt x="31526" y="40002"/>
                    <a:pt x="31540" y="40002"/>
                    <a:pt x="31554" y="40000"/>
                  </a:cubicBezTo>
                  <a:cubicBezTo>
                    <a:pt x="31805" y="40000"/>
                    <a:pt x="31830" y="39800"/>
                    <a:pt x="31830" y="39624"/>
                  </a:cubicBezTo>
                  <a:cubicBezTo>
                    <a:pt x="31830" y="38822"/>
                    <a:pt x="31855" y="37995"/>
                    <a:pt x="31805" y="37193"/>
                  </a:cubicBezTo>
                  <a:cubicBezTo>
                    <a:pt x="31680" y="35790"/>
                    <a:pt x="31554" y="34361"/>
                    <a:pt x="31379" y="32933"/>
                  </a:cubicBezTo>
                  <a:cubicBezTo>
                    <a:pt x="31229" y="31730"/>
                    <a:pt x="31053" y="30501"/>
                    <a:pt x="30828" y="29298"/>
                  </a:cubicBezTo>
                  <a:cubicBezTo>
                    <a:pt x="30652" y="28371"/>
                    <a:pt x="30326" y="27469"/>
                    <a:pt x="30076" y="26567"/>
                  </a:cubicBezTo>
                  <a:cubicBezTo>
                    <a:pt x="29975" y="26291"/>
                    <a:pt x="30000" y="26065"/>
                    <a:pt x="30151" y="25840"/>
                  </a:cubicBezTo>
                  <a:cubicBezTo>
                    <a:pt x="30953" y="24537"/>
                    <a:pt x="31554" y="23158"/>
                    <a:pt x="32056" y="21729"/>
                  </a:cubicBezTo>
                  <a:cubicBezTo>
                    <a:pt x="33033" y="18897"/>
                    <a:pt x="33559" y="16015"/>
                    <a:pt x="33710" y="13033"/>
                  </a:cubicBezTo>
                  <a:cubicBezTo>
                    <a:pt x="33810" y="11078"/>
                    <a:pt x="33710" y="9123"/>
                    <a:pt x="33183" y="7218"/>
                  </a:cubicBezTo>
                  <a:cubicBezTo>
                    <a:pt x="33033" y="6717"/>
                    <a:pt x="32983" y="6216"/>
                    <a:pt x="33083" y="5689"/>
                  </a:cubicBezTo>
                  <a:cubicBezTo>
                    <a:pt x="33158" y="5263"/>
                    <a:pt x="33133" y="4837"/>
                    <a:pt x="33108" y="4411"/>
                  </a:cubicBezTo>
                  <a:cubicBezTo>
                    <a:pt x="33083" y="4211"/>
                    <a:pt x="33008" y="3985"/>
                    <a:pt x="32908" y="3785"/>
                  </a:cubicBezTo>
                  <a:cubicBezTo>
                    <a:pt x="32749" y="3512"/>
                    <a:pt x="32508" y="3301"/>
                    <a:pt x="32184" y="3301"/>
                  </a:cubicBezTo>
                  <a:cubicBezTo>
                    <a:pt x="32151" y="3301"/>
                    <a:pt x="32116" y="3304"/>
                    <a:pt x="32081" y="3308"/>
                  </a:cubicBezTo>
                  <a:cubicBezTo>
                    <a:pt x="31705" y="3358"/>
                    <a:pt x="31454" y="3634"/>
                    <a:pt x="31404" y="3985"/>
                  </a:cubicBezTo>
                  <a:cubicBezTo>
                    <a:pt x="31329" y="4286"/>
                    <a:pt x="31304" y="4612"/>
                    <a:pt x="31404" y="4862"/>
                  </a:cubicBezTo>
                  <a:cubicBezTo>
                    <a:pt x="31554" y="5313"/>
                    <a:pt x="31830" y="5739"/>
                    <a:pt x="32056" y="6140"/>
                  </a:cubicBezTo>
                  <a:cubicBezTo>
                    <a:pt x="32181" y="6416"/>
                    <a:pt x="32407" y="6642"/>
                    <a:pt x="32482" y="6917"/>
                  </a:cubicBezTo>
                  <a:cubicBezTo>
                    <a:pt x="32858" y="8020"/>
                    <a:pt x="33033" y="9198"/>
                    <a:pt x="33108" y="10351"/>
                  </a:cubicBezTo>
                  <a:cubicBezTo>
                    <a:pt x="33284" y="12983"/>
                    <a:pt x="33008" y="15589"/>
                    <a:pt x="32457" y="18145"/>
                  </a:cubicBezTo>
                  <a:cubicBezTo>
                    <a:pt x="31955" y="20476"/>
                    <a:pt x="31204" y="22707"/>
                    <a:pt x="30101" y="24787"/>
                  </a:cubicBezTo>
                  <a:cubicBezTo>
                    <a:pt x="30000" y="24988"/>
                    <a:pt x="29875" y="25138"/>
                    <a:pt x="29775" y="25313"/>
                  </a:cubicBezTo>
                  <a:cubicBezTo>
                    <a:pt x="28948" y="23609"/>
                    <a:pt x="28146" y="21980"/>
                    <a:pt x="27344" y="20301"/>
                  </a:cubicBezTo>
                  <a:cubicBezTo>
                    <a:pt x="27469" y="20151"/>
                    <a:pt x="27569" y="20000"/>
                    <a:pt x="27695" y="19825"/>
                  </a:cubicBezTo>
                  <a:cubicBezTo>
                    <a:pt x="31003" y="15489"/>
                    <a:pt x="31053" y="9649"/>
                    <a:pt x="27770" y="5288"/>
                  </a:cubicBezTo>
                  <a:cubicBezTo>
                    <a:pt x="25173" y="1817"/>
                    <a:pt x="21116" y="0"/>
                    <a:pt x="170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40"/>
            <p:cNvSpPr/>
            <p:nvPr/>
          </p:nvSpPr>
          <p:spPr>
            <a:xfrm>
              <a:off x="3489731" y="4017120"/>
              <a:ext cx="365842" cy="177221"/>
            </a:xfrm>
            <a:custGeom>
              <a:avLst/>
              <a:gdLst/>
              <a:ahLst/>
              <a:cxnLst/>
              <a:rect l="l" t="t" r="r" b="b"/>
              <a:pathLst>
                <a:path w="11329" h="5488" extrusionOk="0">
                  <a:moveTo>
                    <a:pt x="10727" y="801"/>
                  </a:moveTo>
                  <a:lnTo>
                    <a:pt x="10727" y="801"/>
                  </a:lnTo>
                  <a:cubicBezTo>
                    <a:pt x="10677" y="1077"/>
                    <a:pt x="10677" y="1227"/>
                    <a:pt x="10627" y="1377"/>
                  </a:cubicBezTo>
                  <a:cubicBezTo>
                    <a:pt x="10079" y="3508"/>
                    <a:pt x="8252" y="4858"/>
                    <a:pt x="6103" y="4858"/>
                  </a:cubicBezTo>
                  <a:cubicBezTo>
                    <a:pt x="5699" y="4858"/>
                    <a:pt x="5283" y="4810"/>
                    <a:pt x="4863" y="4711"/>
                  </a:cubicBezTo>
                  <a:cubicBezTo>
                    <a:pt x="3033" y="4260"/>
                    <a:pt x="1730" y="3132"/>
                    <a:pt x="878" y="1453"/>
                  </a:cubicBezTo>
                  <a:cubicBezTo>
                    <a:pt x="853" y="1402"/>
                    <a:pt x="853" y="1327"/>
                    <a:pt x="828" y="1277"/>
                  </a:cubicBezTo>
                  <a:cubicBezTo>
                    <a:pt x="828" y="1277"/>
                    <a:pt x="853" y="1252"/>
                    <a:pt x="878" y="1177"/>
                  </a:cubicBezTo>
                  <a:cubicBezTo>
                    <a:pt x="2233" y="1832"/>
                    <a:pt x="3664" y="2069"/>
                    <a:pt x="5137" y="2069"/>
                  </a:cubicBezTo>
                  <a:cubicBezTo>
                    <a:pt x="5354" y="2069"/>
                    <a:pt x="5572" y="2064"/>
                    <a:pt x="5790" y="2054"/>
                  </a:cubicBezTo>
                  <a:cubicBezTo>
                    <a:pt x="7469" y="2004"/>
                    <a:pt x="9098" y="1653"/>
                    <a:pt x="10727" y="801"/>
                  </a:cubicBezTo>
                  <a:close/>
                  <a:moveTo>
                    <a:pt x="11069" y="1"/>
                  </a:moveTo>
                  <a:cubicBezTo>
                    <a:pt x="10948" y="1"/>
                    <a:pt x="10765" y="90"/>
                    <a:pt x="10627" y="149"/>
                  </a:cubicBezTo>
                  <a:cubicBezTo>
                    <a:pt x="10076" y="400"/>
                    <a:pt x="9550" y="726"/>
                    <a:pt x="8998" y="926"/>
                  </a:cubicBezTo>
                  <a:cubicBezTo>
                    <a:pt x="7820" y="1337"/>
                    <a:pt x="6617" y="1506"/>
                    <a:pt x="5407" y="1506"/>
                  </a:cubicBezTo>
                  <a:cubicBezTo>
                    <a:pt x="4917" y="1506"/>
                    <a:pt x="4426" y="1478"/>
                    <a:pt x="3935" y="1427"/>
                  </a:cubicBezTo>
                  <a:cubicBezTo>
                    <a:pt x="2833" y="1327"/>
                    <a:pt x="1780" y="1077"/>
                    <a:pt x="853" y="450"/>
                  </a:cubicBezTo>
                  <a:cubicBezTo>
                    <a:pt x="731" y="374"/>
                    <a:pt x="619" y="316"/>
                    <a:pt x="499" y="316"/>
                  </a:cubicBezTo>
                  <a:cubicBezTo>
                    <a:pt x="421" y="316"/>
                    <a:pt x="340" y="341"/>
                    <a:pt x="251" y="400"/>
                  </a:cubicBezTo>
                  <a:cubicBezTo>
                    <a:pt x="1" y="600"/>
                    <a:pt x="26" y="801"/>
                    <a:pt x="101" y="1052"/>
                  </a:cubicBezTo>
                  <a:cubicBezTo>
                    <a:pt x="878" y="3533"/>
                    <a:pt x="3484" y="5438"/>
                    <a:pt x="6116" y="5488"/>
                  </a:cubicBezTo>
                  <a:cubicBezTo>
                    <a:pt x="6667" y="5387"/>
                    <a:pt x="7219" y="5337"/>
                    <a:pt x="7745" y="5162"/>
                  </a:cubicBezTo>
                  <a:cubicBezTo>
                    <a:pt x="9775" y="4560"/>
                    <a:pt x="11304" y="2555"/>
                    <a:pt x="11329" y="550"/>
                  </a:cubicBezTo>
                  <a:cubicBezTo>
                    <a:pt x="11329" y="375"/>
                    <a:pt x="11279" y="99"/>
                    <a:pt x="11154" y="24"/>
                  </a:cubicBezTo>
                  <a:cubicBezTo>
                    <a:pt x="11132" y="8"/>
                    <a:pt x="11103" y="1"/>
                    <a:pt x="110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40"/>
            <p:cNvSpPr/>
            <p:nvPr/>
          </p:nvSpPr>
          <p:spPr>
            <a:xfrm>
              <a:off x="3458180" y="3934481"/>
              <a:ext cx="49375" cy="60774"/>
            </a:xfrm>
            <a:custGeom>
              <a:avLst/>
              <a:gdLst/>
              <a:ahLst/>
              <a:cxnLst/>
              <a:rect l="l" t="t" r="r" b="b"/>
              <a:pathLst>
                <a:path w="1529" h="1882" extrusionOk="0">
                  <a:moveTo>
                    <a:pt x="715" y="0"/>
                  </a:moveTo>
                  <a:cubicBezTo>
                    <a:pt x="702" y="0"/>
                    <a:pt x="690" y="1"/>
                    <a:pt x="677" y="1"/>
                  </a:cubicBezTo>
                  <a:cubicBezTo>
                    <a:pt x="301" y="27"/>
                    <a:pt x="0" y="428"/>
                    <a:pt x="0" y="929"/>
                  </a:cubicBezTo>
                  <a:cubicBezTo>
                    <a:pt x="25" y="1480"/>
                    <a:pt x="376" y="1881"/>
                    <a:pt x="827" y="1881"/>
                  </a:cubicBezTo>
                  <a:cubicBezTo>
                    <a:pt x="1253" y="1881"/>
                    <a:pt x="1529" y="1480"/>
                    <a:pt x="1529" y="929"/>
                  </a:cubicBezTo>
                  <a:cubicBezTo>
                    <a:pt x="1505" y="417"/>
                    <a:pt x="1149" y="0"/>
                    <a:pt x="7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40"/>
            <p:cNvSpPr/>
            <p:nvPr/>
          </p:nvSpPr>
          <p:spPr>
            <a:xfrm>
              <a:off x="3825615" y="3920659"/>
              <a:ext cx="43756" cy="57642"/>
            </a:xfrm>
            <a:custGeom>
              <a:avLst/>
              <a:gdLst/>
              <a:ahLst/>
              <a:cxnLst/>
              <a:rect l="l" t="t" r="r" b="b"/>
              <a:pathLst>
                <a:path w="1355" h="1785" extrusionOk="0">
                  <a:moveTo>
                    <a:pt x="636" y="1"/>
                  </a:moveTo>
                  <a:cubicBezTo>
                    <a:pt x="617" y="1"/>
                    <a:pt x="597" y="2"/>
                    <a:pt x="577" y="3"/>
                  </a:cubicBezTo>
                  <a:cubicBezTo>
                    <a:pt x="276" y="54"/>
                    <a:pt x="76" y="204"/>
                    <a:pt x="26" y="505"/>
                  </a:cubicBezTo>
                  <a:cubicBezTo>
                    <a:pt x="1" y="780"/>
                    <a:pt x="1" y="1056"/>
                    <a:pt x="51" y="1307"/>
                  </a:cubicBezTo>
                  <a:cubicBezTo>
                    <a:pt x="99" y="1546"/>
                    <a:pt x="215" y="1785"/>
                    <a:pt x="486" y="1785"/>
                  </a:cubicBezTo>
                  <a:cubicBezTo>
                    <a:pt x="499" y="1785"/>
                    <a:pt x="513" y="1784"/>
                    <a:pt x="527" y="1783"/>
                  </a:cubicBezTo>
                  <a:cubicBezTo>
                    <a:pt x="828" y="1783"/>
                    <a:pt x="1078" y="1683"/>
                    <a:pt x="1229" y="1382"/>
                  </a:cubicBezTo>
                  <a:cubicBezTo>
                    <a:pt x="1304" y="1257"/>
                    <a:pt x="1304" y="1081"/>
                    <a:pt x="1354" y="906"/>
                  </a:cubicBezTo>
                  <a:cubicBezTo>
                    <a:pt x="1279" y="730"/>
                    <a:pt x="1254" y="530"/>
                    <a:pt x="1154" y="354"/>
                  </a:cubicBezTo>
                  <a:cubicBezTo>
                    <a:pt x="1037" y="145"/>
                    <a:pt x="878" y="1"/>
                    <a:pt x="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22" name="Google Shape;1822;p40"/>
          <p:cNvSpPr/>
          <p:nvPr/>
        </p:nvSpPr>
        <p:spPr>
          <a:xfrm rot="1184345">
            <a:off x="6881836" y="2537270"/>
            <a:ext cx="655124" cy="421572"/>
          </a:xfrm>
          <a:custGeom>
            <a:avLst/>
            <a:gdLst/>
            <a:ahLst/>
            <a:cxnLst/>
            <a:rect l="l" t="t" r="r" b="b"/>
            <a:pathLst>
              <a:path w="19324" h="12435" extrusionOk="0">
                <a:moveTo>
                  <a:pt x="12724" y="622"/>
                </a:moveTo>
                <a:cubicBezTo>
                  <a:pt x="14536" y="622"/>
                  <a:pt x="16351" y="665"/>
                  <a:pt x="18171" y="777"/>
                </a:cubicBezTo>
                <a:cubicBezTo>
                  <a:pt x="15464" y="3058"/>
                  <a:pt x="12782" y="5288"/>
                  <a:pt x="10051" y="7569"/>
                </a:cubicBezTo>
                <a:cubicBezTo>
                  <a:pt x="7043" y="5414"/>
                  <a:pt x="4036" y="3308"/>
                  <a:pt x="1178" y="953"/>
                </a:cubicBezTo>
                <a:cubicBezTo>
                  <a:pt x="5031" y="816"/>
                  <a:pt x="8871" y="622"/>
                  <a:pt x="12724" y="622"/>
                </a:cubicBezTo>
                <a:close/>
                <a:moveTo>
                  <a:pt x="652" y="1379"/>
                </a:moveTo>
                <a:lnTo>
                  <a:pt x="652" y="1379"/>
                </a:lnTo>
                <a:cubicBezTo>
                  <a:pt x="2381" y="2682"/>
                  <a:pt x="4061" y="3960"/>
                  <a:pt x="5765" y="5238"/>
                </a:cubicBezTo>
                <a:cubicBezTo>
                  <a:pt x="4361" y="7018"/>
                  <a:pt x="2958" y="8747"/>
                  <a:pt x="1529" y="10577"/>
                </a:cubicBezTo>
                <a:cubicBezTo>
                  <a:pt x="1078" y="7494"/>
                  <a:pt x="802" y="4486"/>
                  <a:pt x="652" y="1379"/>
                </a:cubicBezTo>
                <a:close/>
                <a:moveTo>
                  <a:pt x="18672" y="1203"/>
                </a:moveTo>
                <a:cubicBezTo>
                  <a:pt x="18772" y="1930"/>
                  <a:pt x="18672" y="2582"/>
                  <a:pt x="18672" y="3233"/>
                </a:cubicBezTo>
                <a:cubicBezTo>
                  <a:pt x="18672" y="3885"/>
                  <a:pt x="18697" y="4511"/>
                  <a:pt x="18672" y="5163"/>
                </a:cubicBezTo>
                <a:cubicBezTo>
                  <a:pt x="18672" y="5840"/>
                  <a:pt x="18622" y="6491"/>
                  <a:pt x="18597" y="7168"/>
                </a:cubicBezTo>
                <a:cubicBezTo>
                  <a:pt x="18597" y="7795"/>
                  <a:pt x="18597" y="8446"/>
                  <a:pt x="18597" y="9098"/>
                </a:cubicBezTo>
                <a:lnTo>
                  <a:pt x="18597" y="11178"/>
                </a:lnTo>
                <a:cubicBezTo>
                  <a:pt x="17068" y="9073"/>
                  <a:pt x="15589" y="7043"/>
                  <a:pt x="14061" y="4963"/>
                </a:cubicBezTo>
                <a:cubicBezTo>
                  <a:pt x="15539" y="3634"/>
                  <a:pt x="17068" y="2456"/>
                  <a:pt x="18672" y="1203"/>
                </a:cubicBezTo>
                <a:close/>
                <a:moveTo>
                  <a:pt x="13685" y="5339"/>
                </a:moveTo>
                <a:cubicBezTo>
                  <a:pt x="15214" y="7494"/>
                  <a:pt x="16742" y="9624"/>
                  <a:pt x="18271" y="11730"/>
                </a:cubicBezTo>
                <a:cubicBezTo>
                  <a:pt x="18188" y="11758"/>
                  <a:pt x="17807" y="11771"/>
                  <a:pt x="17213" y="11771"/>
                </a:cubicBezTo>
                <a:cubicBezTo>
                  <a:pt x="13672" y="11771"/>
                  <a:pt x="2552" y="11318"/>
                  <a:pt x="1780" y="11103"/>
                </a:cubicBezTo>
                <a:cubicBezTo>
                  <a:pt x="3309" y="9223"/>
                  <a:pt x="4762" y="7419"/>
                  <a:pt x="6266" y="5564"/>
                </a:cubicBezTo>
                <a:cubicBezTo>
                  <a:pt x="6567" y="5790"/>
                  <a:pt x="6817" y="5965"/>
                  <a:pt x="7068" y="6141"/>
                </a:cubicBezTo>
                <a:cubicBezTo>
                  <a:pt x="7820" y="6667"/>
                  <a:pt x="8597" y="7243"/>
                  <a:pt x="9374" y="7770"/>
                </a:cubicBezTo>
                <a:cubicBezTo>
                  <a:pt x="9649" y="7961"/>
                  <a:pt x="9844" y="8055"/>
                  <a:pt x="10033" y="8055"/>
                </a:cubicBezTo>
                <a:cubicBezTo>
                  <a:pt x="10240" y="8055"/>
                  <a:pt x="10439" y="7942"/>
                  <a:pt x="10727" y="7719"/>
                </a:cubicBezTo>
                <a:cubicBezTo>
                  <a:pt x="11604" y="7018"/>
                  <a:pt x="12482" y="6291"/>
                  <a:pt x="13359" y="5589"/>
                </a:cubicBezTo>
                <a:cubicBezTo>
                  <a:pt x="13459" y="5514"/>
                  <a:pt x="13534" y="5439"/>
                  <a:pt x="13685" y="5339"/>
                </a:cubicBezTo>
                <a:close/>
                <a:moveTo>
                  <a:pt x="9650" y="0"/>
                </a:moveTo>
                <a:cubicBezTo>
                  <a:pt x="9650" y="25"/>
                  <a:pt x="9650" y="50"/>
                  <a:pt x="9650" y="50"/>
                </a:cubicBezTo>
                <a:cubicBezTo>
                  <a:pt x="7218" y="151"/>
                  <a:pt x="4787" y="226"/>
                  <a:pt x="2356" y="301"/>
                </a:cubicBezTo>
                <a:cubicBezTo>
                  <a:pt x="1755" y="326"/>
                  <a:pt x="1153" y="376"/>
                  <a:pt x="552" y="401"/>
                </a:cubicBezTo>
                <a:cubicBezTo>
                  <a:pt x="25" y="451"/>
                  <a:pt x="0" y="501"/>
                  <a:pt x="51" y="1053"/>
                </a:cubicBezTo>
                <a:cubicBezTo>
                  <a:pt x="126" y="1830"/>
                  <a:pt x="176" y="2607"/>
                  <a:pt x="226" y="3409"/>
                </a:cubicBezTo>
                <a:cubicBezTo>
                  <a:pt x="276" y="4311"/>
                  <a:pt x="326" y="5213"/>
                  <a:pt x="401" y="6115"/>
                </a:cubicBezTo>
                <a:cubicBezTo>
                  <a:pt x="577" y="7719"/>
                  <a:pt x="777" y="9349"/>
                  <a:pt x="953" y="10978"/>
                </a:cubicBezTo>
                <a:cubicBezTo>
                  <a:pt x="1003" y="11404"/>
                  <a:pt x="1078" y="11529"/>
                  <a:pt x="1504" y="11629"/>
                </a:cubicBezTo>
                <a:cubicBezTo>
                  <a:pt x="1730" y="11704"/>
                  <a:pt x="1930" y="11730"/>
                  <a:pt x="2156" y="11755"/>
                </a:cubicBezTo>
                <a:cubicBezTo>
                  <a:pt x="5239" y="11905"/>
                  <a:pt x="8321" y="12080"/>
                  <a:pt x="11379" y="12231"/>
                </a:cubicBezTo>
                <a:cubicBezTo>
                  <a:pt x="13910" y="12331"/>
                  <a:pt x="16417" y="12356"/>
                  <a:pt x="18923" y="12431"/>
                </a:cubicBezTo>
                <a:cubicBezTo>
                  <a:pt x="18946" y="12433"/>
                  <a:pt x="18968" y="12434"/>
                  <a:pt x="18989" y="12434"/>
                </a:cubicBezTo>
                <a:cubicBezTo>
                  <a:pt x="19215" y="12434"/>
                  <a:pt x="19299" y="12312"/>
                  <a:pt x="19299" y="12105"/>
                </a:cubicBezTo>
                <a:cubicBezTo>
                  <a:pt x="19324" y="11830"/>
                  <a:pt x="19299" y="11579"/>
                  <a:pt x="19299" y="11303"/>
                </a:cubicBezTo>
                <a:cubicBezTo>
                  <a:pt x="19249" y="10526"/>
                  <a:pt x="19198" y="9750"/>
                  <a:pt x="19198" y="8973"/>
                </a:cubicBezTo>
                <a:cubicBezTo>
                  <a:pt x="19173" y="6817"/>
                  <a:pt x="19224" y="4662"/>
                  <a:pt x="19224" y="2506"/>
                </a:cubicBezTo>
                <a:cubicBezTo>
                  <a:pt x="19224" y="1930"/>
                  <a:pt x="19224" y="1379"/>
                  <a:pt x="19249" y="802"/>
                </a:cubicBezTo>
                <a:cubicBezTo>
                  <a:pt x="19249" y="251"/>
                  <a:pt x="19198" y="201"/>
                  <a:pt x="18647" y="176"/>
                </a:cubicBezTo>
                <a:cubicBezTo>
                  <a:pt x="17995" y="151"/>
                  <a:pt x="17369" y="151"/>
                  <a:pt x="16717" y="151"/>
                </a:cubicBezTo>
                <a:cubicBezTo>
                  <a:pt x="14361" y="100"/>
                  <a:pt x="12005" y="50"/>
                  <a:pt x="96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23" name="Google Shape;1823;p40"/>
          <p:cNvGrpSpPr/>
          <p:nvPr/>
        </p:nvGrpSpPr>
        <p:grpSpPr>
          <a:xfrm>
            <a:off x="5957268" y="1694748"/>
            <a:ext cx="2504252" cy="531539"/>
            <a:chOff x="2553143" y="372809"/>
            <a:chExt cx="2504252" cy="531539"/>
          </a:xfrm>
        </p:grpSpPr>
        <p:grpSp>
          <p:nvGrpSpPr>
            <p:cNvPr id="1824" name="Google Shape;1824;p40"/>
            <p:cNvGrpSpPr/>
            <p:nvPr/>
          </p:nvGrpSpPr>
          <p:grpSpPr>
            <a:xfrm rot="-5400000" flipH="1">
              <a:off x="2365228" y="560724"/>
              <a:ext cx="531539" cy="155710"/>
              <a:chOff x="1780525" y="2859350"/>
              <a:chExt cx="387250" cy="113450"/>
            </a:xfrm>
          </p:grpSpPr>
          <p:sp>
            <p:nvSpPr>
              <p:cNvPr id="1825" name="Google Shape;1825;p40"/>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40"/>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40"/>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28" name="Google Shape;1828;p40"/>
            <p:cNvGrpSpPr/>
            <p:nvPr/>
          </p:nvGrpSpPr>
          <p:grpSpPr>
            <a:xfrm rot="-5400000" flipH="1">
              <a:off x="2658796" y="560724"/>
              <a:ext cx="531539" cy="155710"/>
              <a:chOff x="1780525" y="2859350"/>
              <a:chExt cx="387250" cy="113450"/>
            </a:xfrm>
          </p:grpSpPr>
          <p:sp>
            <p:nvSpPr>
              <p:cNvPr id="1829" name="Google Shape;1829;p40"/>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40"/>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40"/>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32" name="Google Shape;1832;p40"/>
            <p:cNvGrpSpPr/>
            <p:nvPr/>
          </p:nvGrpSpPr>
          <p:grpSpPr>
            <a:xfrm rot="-5400000" flipH="1">
              <a:off x="2952364" y="560724"/>
              <a:ext cx="531539" cy="155710"/>
              <a:chOff x="1780525" y="2859350"/>
              <a:chExt cx="387250" cy="113450"/>
            </a:xfrm>
          </p:grpSpPr>
          <p:sp>
            <p:nvSpPr>
              <p:cNvPr id="1833" name="Google Shape;1833;p40"/>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40"/>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40"/>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36" name="Google Shape;1836;p40"/>
            <p:cNvGrpSpPr/>
            <p:nvPr/>
          </p:nvGrpSpPr>
          <p:grpSpPr>
            <a:xfrm rot="-5400000" flipH="1">
              <a:off x="3245932" y="560724"/>
              <a:ext cx="531539" cy="155710"/>
              <a:chOff x="1780525" y="2859350"/>
              <a:chExt cx="387250" cy="113450"/>
            </a:xfrm>
          </p:grpSpPr>
          <p:sp>
            <p:nvSpPr>
              <p:cNvPr id="1837" name="Google Shape;1837;p40"/>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40"/>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40"/>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0" name="Google Shape;1840;p40"/>
            <p:cNvGrpSpPr/>
            <p:nvPr/>
          </p:nvGrpSpPr>
          <p:grpSpPr>
            <a:xfrm rot="-5400000" flipH="1">
              <a:off x="3539499" y="560724"/>
              <a:ext cx="531539" cy="155710"/>
              <a:chOff x="1780525" y="2859350"/>
              <a:chExt cx="387250" cy="113450"/>
            </a:xfrm>
          </p:grpSpPr>
          <p:sp>
            <p:nvSpPr>
              <p:cNvPr id="1841" name="Google Shape;1841;p40"/>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40"/>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40"/>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4" name="Google Shape;1844;p40"/>
            <p:cNvGrpSpPr/>
            <p:nvPr/>
          </p:nvGrpSpPr>
          <p:grpSpPr>
            <a:xfrm rot="-5400000" flipH="1">
              <a:off x="3833067" y="560724"/>
              <a:ext cx="531539" cy="155710"/>
              <a:chOff x="1780525" y="2859350"/>
              <a:chExt cx="387250" cy="113450"/>
            </a:xfrm>
          </p:grpSpPr>
          <p:sp>
            <p:nvSpPr>
              <p:cNvPr id="1845" name="Google Shape;1845;p40"/>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40"/>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40"/>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8" name="Google Shape;1848;p40"/>
            <p:cNvGrpSpPr/>
            <p:nvPr/>
          </p:nvGrpSpPr>
          <p:grpSpPr>
            <a:xfrm rot="-5400000" flipH="1">
              <a:off x="4126635" y="560724"/>
              <a:ext cx="531539" cy="155710"/>
              <a:chOff x="1780525" y="2859350"/>
              <a:chExt cx="387250" cy="113450"/>
            </a:xfrm>
          </p:grpSpPr>
          <p:sp>
            <p:nvSpPr>
              <p:cNvPr id="1849" name="Google Shape;1849;p40"/>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40"/>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40"/>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52" name="Google Shape;1852;p40"/>
            <p:cNvGrpSpPr/>
            <p:nvPr/>
          </p:nvGrpSpPr>
          <p:grpSpPr>
            <a:xfrm rot="-5400000" flipH="1">
              <a:off x="4420203" y="560724"/>
              <a:ext cx="531539" cy="155710"/>
              <a:chOff x="1780525" y="2859350"/>
              <a:chExt cx="387250" cy="113450"/>
            </a:xfrm>
          </p:grpSpPr>
          <p:sp>
            <p:nvSpPr>
              <p:cNvPr id="1853" name="Google Shape;1853;p40"/>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40"/>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40"/>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56" name="Google Shape;1856;p40"/>
            <p:cNvGrpSpPr/>
            <p:nvPr/>
          </p:nvGrpSpPr>
          <p:grpSpPr>
            <a:xfrm rot="-5400000" flipH="1">
              <a:off x="4713770" y="560724"/>
              <a:ext cx="531539" cy="155710"/>
              <a:chOff x="1780525" y="2859350"/>
              <a:chExt cx="387250" cy="113450"/>
            </a:xfrm>
          </p:grpSpPr>
          <p:sp>
            <p:nvSpPr>
              <p:cNvPr id="1857" name="Google Shape;1857;p40"/>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40"/>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40"/>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63"/>
        <p:cNvGrpSpPr/>
        <p:nvPr/>
      </p:nvGrpSpPr>
      <p:grpSpPr>
        <a:xfrm>
          <a:off x="0" y="0"/>
          <a:ext cx="0" cy="0"/>
          <a:chOff x="0" y="0"/>
          <a:chExt cx="0" cy="0"/>
        </a:xfrm>
      </p:grpSpPr>
      <p:sp>
        <p:nvSpPr>
          <p:cNvPr id="1864" name="Google Shape;1864;p41"/>
          <p:cNvSpPr/>
          <p:nvPr/>
        </p:nvSpPr>
        <p:spPr>
          <a:xfrm>
            <a:off x="715625" y="543200"/>
            <a:ext cx="7718100" cy="2530200"/>
          </a:xfrm>
          <a:prstGeom prst="rect">
            <a:avLst/>
          </a:pr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41"/>
          <p:cNvSpPr txBox="1">
            <a:spLocks noGrp="1"/>
          </p:cNvSpPr>
          <p:nvPr>
            <p:ph type="title"/>
          </p:nvPr>
        </p:nvSpPr>
        <p:spPr>
          <a:xfrm>
            <a:off x="3025500" y="1221263"/>
            <a:ext cx="4711500" cy="864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Theory lesson</a:t>
            </a:r>
            <a:endParaRPr/>
          </a:p>
        </p:txBody>
      </p:sp>
      <p:sp>
        <p:nvSpPr>
          <p:cNvPr id="1866" name="Google Shape;1866;p41"/>
          <p:cNvSpPr txBox="1">
            <a:spLocks noGrp="1"/>
          </p:cNvSpPr>
          <p:nvPr>
            <p:ph type="subTitle" idx="1"/>
          </p:nvPr>
        </p:nvSpPr>
        <p:spPr>
          <a:xfrm>
            <a:off x="3025500" y="2203838"/>
            <a:ext cx="4711500" cy="44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enter a subtitle here if you need it</a:t>
            </a:r>
            <a:endParaRPr/>
          </a:p>
        </p:txBody>
      </p:sp>
      <p:sp>
        <p:nvSpPr>
          <p:cNvPr id="1867" name="Google Shape;1867;p41"/>
          <p:cNvSpPr txBox="1">
            <a:spLocks noGrp="1"/>
          </p:cNvSpPr>
          <p:nvPr>
            <p:ph type="title" idx="2"/>
          </p:nvPr>
        </p:nvSpPr>
        <p:spPr>
          <a:xfrm>
            <a:off x="1407000" y="1253400"/>
            <a:ext cx="1436100" cy="136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1868" name="Google Shape;1868;p41"/>
          <p:cNvSpPr/>
          <p:nvPr/>
        </p:nvSpPr>
        <p:spPr>
          <a:xfrm>
            <a:off x="5255276" y="2015423"/>
            <a:ext cx="4125" cy="7182"/>
          </a:xfrm>
          <a:custGeom>
            <a:avLst/>
            <a:gdLst/>
            <a:ahLst/>
            <a:cxnLst/>
            <a:rect l="l" t="t" r="r" b="b"/>
            <a:pathLst>
              <a:path w="58" h="101" extrusionOk="0">
                <a:moveTo>
                  <a:pt x="1" y="0"/>
                </a:moveTo>
                <a:cubicBezTo>
                  <a:pt x="15" y="43"/>
                  <a:pt x="44" y="72"/>
                  <a:pt x="58" y="100"/>
                </a:cubicBezTo>
                <a:cubicBezTo>
                  <a:pt x="44" y="72"/>
                  <a:pt x="15" y="29"/>
                  <a:pt x="1" y="0"/>
                </a:cubicBezTo>
                <a:close/>
              </a:path>
            </a:pathLst>
          </a:custGeom>
          <a:solidFill>
            <a:srgbClr val="4D71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69" name="Google Shape;1869;p41"/>
          <p:cNvGrpSpPr/>
          <p:nvPr/>
        </p:nvGrpSpPr>
        <p:grpSpPr>
          <a:xfrm>
            <a:off x="879258" y="402095"/>
            <a:ext cx="7385477" cy="511271"/>
            <a:chOff x="784421" y="402095"/>
            <a:chExt cx="7385477" cy="511271"/>
          </a:xfrm>
        </p:grpSpPr>
        <p:grpSp>
          <p:nvGrpSpPr>
            <p:cNvPr id="1870" name="Google Shape;1870;p41"/>
            <p:cNvGrpSpPr/>
            <p:nvPr/>
          </p:nvGrpSpPr>
          <p:grpSpPr>
            <a:xfrm>
              <a:off x="784421" y="402095"/>
              <a:ext cx="325269" cy="511271"/>
              <a:chOff x="1471100" y="1593200"/>
              <a:chExt cx="235600" cy="370325"/>
            </a:xfrm>
          </p:grpSpPr>
          <p:sp>
            <p:nvSpPr>
              <p:cNvPr id="1871" name="Google Shape;1871;p41"/>
              <p:cNvSpPr/>
              <p:nvPr/>
            </p:nvSpPr>
            <p:spPr>
              <a:xfrm>
                <a:off x="1542525" y="1881425"/>
                <a:ext cx="82100" cy="82100"/>
              </a:xfrm>
              <a:custGeom>
                <a:avLst/>
                <a:gdLst/>
                <a:ahLst/>
                <a:cxnLst/>
                <a:rect l="l" t="t" r="r" b="b"/>
                <a:pathLst>
                  <a:path w="3284" h="3284" extrusionOk="0">
                    <a:moveTo>
                      <a:pt x="0" y="1630"/>
                    </a:moveTo>
                    <a:cubicBezTo>
                      <a:pt x="0" y="2557"/>
                      <a:pt x="727" y="3284"/>
                      <a:pt x="1629" y="3284"/>
                    </a:cubicBezTo>
                    <a:lnTo>
                      <a:pt x="1629" y="3284"/>
                    </a:lnTo>
                    <a:cubicBezTo>
                      <a:pt x="2532" y="3284"/>
                      <a:pt x="3283" y="2557"/>
                      <a:pt x="3283" y="1630"/>
                    </a:cubicBezTo>
                    <a:lnTo>
                      <a:pt x="3283" y="1630"/>
                    </a:lnTo>
                    <a:cubicBezTo>
                      <a:pt x="3283" y="727"/>
                      <a:pt x="2532" y="1"/>
                      <a:pt x="1629" y="1"/>
                    </a:cubicBezTo>
                    <a:lnTo>
                      <a:pt x="1629" y="1"/>
                    </a:lnTo>
                    <a:cubicBezTo>
                      <a:pt x="727" y="1"/>
                      <a:pt x="0" y="727"/>
                      <a:pt x="0" y="1630"/>
                    </a:cubicBez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41"/>
              <p:cNvSpPr/>
              <p:nvPr/>
            </p:nvSpPr>
            <p:spPr>
              <a:xfrm>
                <a:off x="1593275" y="1593200"/>
                <a:ext cx="113425" cy="339000"/>
              </a:xfrm>
              <a:custGeom>
                <a:avLst/>
                <a:gdLst/>
                <a:ahLst/>
                <a:cxnLst/>
                <a:rect l="l" t="t" r="r" b="b"/>
                <a:pathLst>
                  <a:path w="4537" h="13560" extrusionOk="0">
                    <a:moveTo>
                      <a:pt x="0" y="326"/>
                    </a:moveTo>
                    <a:cubicBezTo>
                      <a:pt x="1003" y="903"/>
                      <a:pt x="1805" y="2181"/>
                      <a:pt x="2231" y="3835"/>
                    </a:cubicBezTo>
                    <a:lnTo>
                      <a:pt x="2231" y="3835"/>
                    </a:lnTo>
                    <a:lnTo>
                      <a:pt x="4537" y="3835"/>
                    </a:lnTo>
                    <a:cubicBezTo>
                      <a:pt x="3935" y="1555"/>
                      <a:pt x="2657" y="1"/>
                      <a:pt x="1153" y="1"/>
                    </a:cubicBezTo>
                    <a:lnTo>
                      <a:pt x="1153" y="1"/>
                    </a:lnTo>
                    <a:cubicBezTo>
                      <a:pt x="752" y="1"/>
                      <a:pt x="376" y="126"/>
                      <a:pt x="0" y="326"/>
                    </a:cubicBezTo>
                    <a:close/>
                    <a:moveTo>
                      <a:pt x="0" y="13234"/>
                    </a:moveTo>
                    <a:cubicBezTo>
                      <a:pt x="376" y="13434"/>
                      <a:pt x="752" y="13560"/>
                      <a:pt x="1153" y="13560"/>
                    </a:cubicBezTo>
                    <a:lnTo>
                      <a:pt x="1153" y="13560"/>
                    </a:lnTo>
                    <a:cubicBezTo>
                      <a:pt x="1178" y="13560"/>
                      <a:pt x="1178" y="13560"/>
                      <a:pt x="1203" y="13560"/>
                    </a:cubicBezTo>
                    <a:lnTo>
                      <a:pt x="1203" y="13560"/>
                    </a:lnTo>
                    <a:cubicBezTo>
                      <a:pt x="1228" y="13434"/>
                      <a:pt x="1253" y="13309"/>
                      <a:pt x="1253" y="13159"/>
                    </a:cubicBezTo>
                    <a:lnTo>
                      <a:pt x="1253" y="13159"/>
                    </a:lnTo>
                    <a:cubicBezTo>
                      <a:pt x="1253" y="12858"/>
                      <a:pt x="1153" y="12557"/>
                      <a:pt x="1028" y="12332"/>
                    </a:cubicBezTo>
                    <a:lnTo>
                      <a:pt x="1028" y="12332"/>
                    </a:lnTo>
                    <a:cubicBezTo>
                      <a:pt x="702" y="12707"/>
                      <a:pt x="376" y="13008"/>
                      <a:pt x="0" y="132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41"/>
              <p:cNvSpPr/>
              <p:nvPr/>
            </p:nvSpPr>
            <p:spPr>
              <a:xfrm>
                <a:off x="1471100" y="1593200"/>
                <a:ext cx="151025" cy="339000"/>
              </a:xfrm>
              <a:custGeom>
                <a:avLst/>
                <a:gdLst/>
                <a:ahLst/>
                <a:cxnLst/>
                <a:rect l="l" t="t" r="r" b="b"/>
                <a:pathLst>
                  <a:path w="6041" h="13560" extrusionOk="0">
                    <a:moveTo>
                      <a:pt x="3734" y="1"/>
                    </a:moveTo>
                    <a:cubicBezTo>
                      <a:pt x="1679" y="1"/>
                      <a:pt x="0" y="3033"/>
                      <a:pt x="0" y="6768"/>
                    </a:cubicBezTo>
                    <a:lnTo>
                      <a:pt x="0" y="6768"/>
                    </a:lnTo>
                    <a:cubicBezTo>
                      <a:pt x="0" y="10527"/>
                      <a:pt x="1679" y="13560"/>
                      <a:pt x="3734" y="13560"/>
                    </a:cubicBezTo>
                    <a:lnTo>
                      <a:pt x="3734" y="13560"/>
                    </a:lnTo>
                    <a:lnTo>
                      <a:pt x="6040" y="13560"/>
                    </a:lnTo>
                    <a:cubicBezTo>
                      <a:pt x="5639" y="13560"/>
                      <a:pt x="5263" y="13434"/>
                      <a:pt x="4887" y="13234"/>
                    </a:cubicBezTo>
                    <a:lnTo>
                      <a:pt x="4887" y="13234"/>
                    </a:lnTo>
                    <a:cubicBezTo>
                      <a:pt x="3384" y="12357"/>
                      <a:pt x="2306" y="9800"/>
                      <a:pt x="2306" y="6768"/>
                    </a:cubicBezTo>
                    <a:lnTo>
                      <a:pt x="2306" y="6768"/>
                    </a:lnTo>
                    <a:cubicBezTo>
                      <a:pt x="2306" y="3760"/>
                      <a:pt x="3384" y="1204"/>
                      <a:pt x="4887" y="326"/>
                    </a:cubicBezTo>
                    <a:lnTo>
                      <a:pt x="4887" y="326"/>
                    </a:lnTo>
                    <a:cubicBezTo>
                      <a:pt x="5263" y="126"/>
                      <a:pt x="5639" y="1"/>
                      <a:pt x="6040" y="1"/>
                    </a:cubicBezTo>
                    <a:lnTo>
                      <a:pt x="6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74" name="Google Shape;1874;p41"/>
            <p:cNvGrpSpPr/>
            <p:nvPr/>
          </p:nvGrpSpPr>
          <p:grpSpPr>
            <a:xfrm>
              <a:off x="1288721" y="402095"/>
              <a:ext cx="325269" cy="511271"/>
              <a:chOff x="1471100" y="1593200"/>
              <a:chExt cx="235600" cy="370325"/>
            </a:xfrm>
          </p:grpSpPr>
          <p:sp>
            <p:nvSpPr>
              <p:cNvPr id="1875" name="Google Shape;1875;p41"/>
              <p:cNvSpPr/>
              <p:nvPr/>
            </p:nvSpPr>
            <p:spPr>
              <a:xfrm>
                <a:off x="1542525" y="1881425"/>
                <a:ext cx="82100" cy="82100"/>
              </a:xfrm>
              <a:custGeom>
                <a:avLst/>
                <a:gdLst/>
                <a:ahLst/>
                <a:cxnLst/>
                <a:rect l="l" t="t" r="r" b="b"/>
                <a:pathLst>
                  <a:path w="3284" h="3284" extrusionOk="0">
                    <a:moveTo>
                      <a:pt x="0" y="1630"/>
                    </a:moveTo>
                    <a:cubicBezTo>
                      <a:pt x="0" y="2557"/>
                      <a:pt x="727" y="3284"/>
                      <a:pt x="1629" y="3284"/>
                    </a:cubicBezTo>
                    <a:lnTo>
                      <a:pt x="1629" y="3284"/>
                    </a:lnTo>
                    <a:cubicBezTo>
                      <a:pt x="2532" y="3284"/>
                      <a:pt x="3283" y="2557"/>
                      <a:pt x="3283" y="1630"/>
                    </a:cubicBezTo>
                    <a:lnTo>
                      <a:pt x="3283" y="1630"/>
                    </a:lnTo>
                    <a:cubicBezTo>
                      <a:pt x="3283" y="727"/>
                      <a:pt x="2532" y="1"/>
                      <a:pt x="1629" y="1"/>
                    </a:cubicBezTo>
                    <a:lnTo>
                      <a:pt x="1629" y="1"/>
                    </a:lnTo>
                    <a:cubicBezTo>
                      <a:pt x="727" y="1"/>
                      <a:pt x="0" y="727"/>
                      <a:pt x="0" y="1630"/>
                    </a:cubicBez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41"/>
              <p:cNvSpPr/>
              <p:nvPr/>
            </p:nvSpPr>
            <p:spPr>
              <a:xfrm>
                <a:off x="1593275" y="1593200"/>
                <a:ext cx="113425" cy="339000"/>
              </a:xfrm>
              <a:custGeom>
                <a:avLst/>
                <a:gdLst/>
                <a:ahLst/>
                <a:cxnLst/>
                <a:rect l="l" t="t" r="r" b="b"/>
                <a:pathLst>
                  <a:path w="4537" h="13560" extrusionOk="0">
                    <a:moveTo>
                      <a:pt x="0" y="326"/>
                    </a:moveTo>
                    <a:cubicBezTo>
                      <a:pt x="1003" y="903"/>
                      <a:pt x="1805" y="2181"/>
                      <a:pt x="2231" y="3835"/>
                    </a:cubicBezTo>
                    <a:lnTo>
                      <a:pt x="2231" y="3835"/>
                    </a:lnTo>
                    <a:lnTo>
                      <a:pt x="4537" y="3835"/>
                    </a:lnTo>
                    <a:cubicBezTo>
                      <a:pt x="3935" y="1555"/>
                      <a:pt x="2657" y="1"/>
                      <a:pt x="1153" y="1"/>
                    </a:cubicBezTo>
                    <a:lnTo>
                      <a:pt x="1153" y="1"/>
                    </a:lnTo>
                    <a:cubicBezTo>
                      <a:pt x="752" y="1"/>
                      <a:pt x="376" y="126"/>
                      <a:pt x="0" y="326"/>
                    </a:cubicBezTo>
                    <a:close/>
                    <a:moveTo>
                      <a:pt x="0" y="13234"/>
                    </a:moveTo>
                    <a:cubicBezTo>
                      <a:pt x="376" y="13434"/>
                      <a:pt x="752" y="13560"/>
                      <a:pt x="1153" y="13560"/>
                    </a:cubicBezTo>
                    <a:lnTo>
                      <a:pt x="1153" y="13560"/>
                    </a:lnTo>
                    <a:cubicBezTo>
                      <a:pt x="1178" y="13560"/>
                      <a:pt x="1178" y="13560"/>
                      <a:pt x="1203" y="13560"/>
                    </a:cubicBezTo>
                    <a:lnTo>
                      <a:pt x="1203" y="13560"/>
                    </a:lnTo>
                    <a:cubicBezTo>
                      <a:pt x="1228" y="13434"/>
                      <a:pt x="1253" y="13309"/>
                      <a:pt x="1253" y="13159"/>
                    </a:cubicBezTo>
                    <a:lnTo>
                      <a:pt x="1253" y="13159"/>
                    </a:lnTo>
                    <a:cubicBezTo>
                      <a:pt x="1253" y="12858"/>
                      <a:pt x="1153" y="12557"/>
                      <a:pt x="1028" y="12332"/>
                    </a:cubicBezTo>
                    <a:lnTo>
                      <a:pt x="1028" y="12332"/>
                    </a:lnTo>
                    <a:cubicBezTo>
                      <a:pt x="702" y="12707"/>
                      <a:pt x="376" y="13008"/>
                      <a:pt x="0" y="132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41"/>
              <p:cNvSpPr/>
              <p:nvPr/>
            </p:nvSpPr>
            <p:spPr>
              <a:xfrm>
                <a:off x="1471100" y="1593200"/>
                <a:ext cx="151025" cy="339000"/>
              </a:xfrm>
              <a:custGeom>
                <a:avLst/>
                <a:gdLst/>
                <a:ahLst/>
                <a:cxnLst/>
                <a:rect l="l" t="t" r="r" b="b"/>
                <a:pathLst>
                  <a:path w="6041" h="13560" extrusionOk="0">
                    <a:moveTo>
                      <a:pt x="3734" y="1"/>
                    </a:moveTo>
                    <a:cubicBezTo>
                      <a:pt x="1679" y="1"/>
                      <a:pt x="0" y="3033"/>
                      <a:pt x="0" y="6768"/>
                    </a:cubicBezTo>
                    <a:lnTo>
                      <a:pt x="0" y="6768"/>
                    </a:lnTo>
                    <a:cubicBezTo>
                      <a:pt x="0" y="10527"/>
                      <a:pt x="1679" y="13560"/>
                      <a:pt x="3734" y="13560"/>
                    </a:cubicBezTo>
                    <a:lnTo>
                      <a:pt x="3734" y="13560"/>
                    </a:lnTo>
                    <a:lnTo>
                      <a:pt x="6040" y="13560"/>
                    </a:lnTo>
                    <a:cubicBezTo>
                      <a:pt x="5639" y="13560"/>
                      <a:pt x="5263" y="13434"/>
                      <a:pt x="4887" y="13234"/>
                    </a:cubicBezTo>
                    <a:lnTo>
                      <a:pt x="4887" y="13234"/>
                    </a:lnTo>
                    <a:cubicBezTo>
                      <a:pt x="3384" y="12357"/>
                      <a:pt x="2306" y="9800"/>
                      <a:pt x="2306" y="6768"/>
                    </a:cubicBezTo>
                    <a:lnTo>
                      <a:pt x="2306" y="6768"/>
                    </a:lnTo>
                    <a:cubicBezTo>
                      <a:pt x="2306" y="3760"/>
                      <a:pt x="3384" y="1204"/>
                      <a:pt x="4887" y="326"/>
                    </a:cubicBezTo>
                    <a:lnTo>
                      <a:pt x="4887" y="326"/>
                    </a:lnTo>
                    <a:cubicBezTo>
                      <a:pt x="5263" y="126"/>
                      <a:pt x="5639" y="1"/>
                      <a:pt x="6040" y="1"/>
                    </a:cubicBezTo>
                    <a:lnTo>
                      <a:pt x="6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78" name="Google Shape;1878;p41"/>
            <p:cNvGrpSpPr/>
            <p:nvPr/>
          </p:nvGrpSpPr>
          <p:grpSpPr>
            <a:xfrm>
              <a:off x="1793022" y="402095"/>
              <a:ext cx="325269" cy="511271"/>
              <a:chOff x="1471100" y="1593200"/>
              <a:chExt cx="235600" cy="370325"/>
            </a:xfrm>
          </p:grpSpPr>
          <p:sp>
            <p:nvSpPr>
              <p:cNvPr id="1879" name="Google Shape;1879;p41"/>
              <p:cNvSpPr/>
              <p:nvPr/>
            </p:nvSpPr>
            <p:spPr>
              <a:xfrm>
                <a:off x="1542525" y="1881425"/>
                <a:ext cx="82100" cy="82100"/>
              </a:xfrm>
              <a:custGeom>
                <a:avLst/>
                <a:gdLst/>
                <a:ahLst/>
                <a:cxnLst/>
                <a:rect l="l" t="t" r="r" b="b"/>
                <a:pathLst>
                  <a:path w="3284" h="3284" extrusionOk="0">
                    <a:moveTo>
                      <a:pt x="0" y="1630"/>
                    </a:moveTo>
                    <a:cubicBezTo>
                      <a:pt x="0" y="2557"/>
                      <a:pt x="727" y="3284"/>
                      <a:pt x="1629" y="3284"/>
                    </a:cubicBezTo>
                    <a:lnTo>
                      <a:pt x="1629" y="3284"/>
                    </a:lnTo>
                    <a:cubicBezTo>
                      <a:pt x="2532" y="3284"/>
                      <a:pt x="3283" y="2557"/>
                      <a:pt x="3283" y="1630"/>
                    </a:cubicBezTo>
                    <a:lnTo>
                      <a:pt x="3283" y="1630"/>
                    </a:lnTo>
                    <a:cubicBezTo>
                      <a:pt x="3283" y="727"/>
                      <a:pt x="2532" y="1"/>
                      <a:pt x="1629" y="1"/>
                    </a:cubicBezTo>
                    <a:lnTo>
                      <a:pt x="1629" y="1"/>
                    </a:lnTo>
                    <a:cubicBezTo>
                      <a:pt x="727" y="1"/>
                      <a:pt x="0" y="727"/>
                      <a:pt x="0" y="1630"/>
                    </a:cubicBez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41"/>
              <p:cNvSpPr/>
              <p:nvPr/>
            </p:nvSpPr>
            <p:spPr>
              <a:xfrm>
                <a:off x="1593275" y="1593200"/>
                <a:ext cx="113425" cy="339000"/>
              </a:xfrm>
              <a:custGeom>
                <a:avLst/>
                <a:gdLst/>
                <a:ahLst/>
                <a:cxnLst/>
                <a:rect l="l" t="t" r="r" b="b"/>
                <a:pathLst>
                  <a:path w="4537" h="13560" extrusionOk="0">
                    <a:moveTo>
                      <a:pt x="0" y="326"/>
                    </a:moveTo>
                    <a:cubicBezTo>
                      <a:pt x="1003" y="903"/>
                      <a:pt x="1805" y="2181"/>
                      <a:pt x="2231" y="3835"/>
                    </a:cubicBezTo>
                    <a:lnTo>
                      <a:pt x="2231" y="3835"/>
                    </a:lnTo>
                    <a:lnTo>
                      <a:pt x="4537" y="3835"/>
                    </a:lnTo>
                    <a:cubicBezTo>
                      <a:pt x="3935" y="1555"/>
                      <a:pt x="2657" y="1"/>
                      <a:pt x="1153" y="1"/>
                    </a:cubicBezTo>
                    <a:lnTo>
                      <a:pt x="1153" y="1"/>
                    </a:lnTo>
                    <a:cubicBezTo>
                      <a:pt x="752" y="1"/>
                      <a:pt x="376" y="126"/>
                      <a:pt x="0" y="326"/>
                    </a:cubicBezTo>
                    <a:close/>
                    <a:moveTo>
                      <a:pt x="0" y="13234"/>
                    </a:moveTo>
                    <a:cubicBezTo>
                      <a:pt x="376" y="13434"/>
                      <a:pt x="752" y="13560"/>
                      <a:pt x="1153" y="13560"/>
                    </a:cubicBezTo>
                    <a:lnTo>
                      <a:pt x="1153" y="13560"/>
                    </a:lnTo>
                    <a:cubicBezTo>
                      <a:pt x="1178" y="13560"/>
                      <a:pt x="1178" y="13560"/>
                      <a:pt x="1203" y="13560"/>
                    </a:cubicBezTo>
                    <a:lnTo>
                      <a:pt x="1203" y="13560"/>
                    </a:lnTo>
                    <a:cubicBezTo>
                      <a:pt x="1228" y="13434"/>
                      <a:pt x="1253" y="13309"/>
                      <a:pt x="1253" y="13159"/>
                    </a:cubicBezTo>
                    <a:lnTo>
                      <a:pt x="1253" y="13159"/>
                    </a:lnTo>
                    <a:cubicBezTo>
                      <a:pt x="1253" y="12858"/>
                      <a:pt x="1153" y="12557"/>
                      <a:pt x="1028" y="12332"/>
                    </a:cubicBezTo>
                    <a:lnTo>
                      <a:pt x="1028" y="12332"/>
                    </a:lnTo>
                    <a:cubicBezTo>
                      <a:pt x="702" y="12707"/>
                      <a:pt x="376" y="13008"/>
                      <a:pt x="0" y="132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41"/>
              <p:cNvSpPr/>
              <p:nvPr/>
            </p:nvSpPr>
            <p:spPr>
              <a:xfrm>
                <a:off x="1471100" y="1593200"/>
                <a:ext cx="151025" cy="339000"/>
              </a:xfrm>
              <a:custGeom>
                <a:avLst/>
                <a:gdLst/>
                <a:ahLst/>
                <a:cxnLst/>
                <a:rect l="l" t="t" r="r" b="b"/>
                <a:pathLst>
                  <a:path w="6041" h="13560" extrusionOk="0">
                    <a:moveTo>
                      <a:pt x="3734" y="1"/>
                    </a:moveTo>
                    <a:cubicBezTo>
                      <a:pt x="1679" y="1"/>
                      <a:pt x="0" y="3033"/>
                      <a:pt x="0" y="6768"/>
                    </a:cubicBezTo>
                    <a:lnTo>
                      <a:pt x="0" y="6768"/>
                    </a:lnTo>
                    <a:cubicBezTo>
                      <a:pt x="0" y="10527"/>
                      <a:pt x="1679" y="13560"/>
                      <a:pt x="3734" y="13560"/>
                    </a:cubicBezTo>
                    <a:lnTo>
                      <a:pt x="3734" y="13560"/>
                    </a:lnTo>
                    <a:lnTo>
                      <a:pt x="6040" y="13560"/>
                    </a:lnTo>
                    <a:cubicBezTo>
                      <a:pt x="5639" y="13560"/>
                      <a:pt x="5263" y="13434"/>
                      <a:pt x="4887" y="13234"/>
                    </a:cubicBezTo>
                    <a:lnTo>
                      <a:pt x="4887" y="13234"/>
                    </a:lnTo>
                    <a:cubicBezTo>
                      <a:pt x="3384" y="12357"/>
                      <a:pt x="2306" y="9800"/>
                      <a:pt x="2306" y="6768"/>
                    </a:cubicBezTo>
                    <a:lnTo>
                      <a:pt x="2306" y="6768"/>
                    </a:lnTo>
                    <a:cubicBezTo>
                      <a:pt x="2306" y="3760"/>
                      <a:pt x="3384" y="1204"/>
                      <a:pt x="4887" y="326"/>
                    </a:cubicBezTo>
                    <a:lnTo>
                      <a:pt x="4887" y="326"/>
                    </a:lnTo>
                    <a:cubicBezTo>
                      <a:pt x="5263" y="126"/>
                      <a:pt x="5639" y="1"/>
                      <a:pt x="6040" y="1"/>
                    </a:cubicBezTo>
                    <a:lnTo>
                      <a:pt x="6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82" name="Google Shape;1882;p41"/>
            <p:cNvGrpSpPr/>
            <p:nvPr/>
          </p:nvGrpSpPr>
          <p:grpSpPr>
            <a:xfrm>
              <a:off x="2297323" y="402095"/>
              <a:ext cx="325269" cy="511271"/>
              <a:chOff x="1471100" y="1593200"/>
              <a:chExt cx="235600" cy="370325"/>
            </a:xfrm>
          </p:grpSpPr>
          <p:sp>
            <p:nvSpPr>
              <p:cNvPr id="1883" name="Google Shape;1883;p41"/>
              <p:cNvSpPr/>
              <p:nvPr/>
            </p:nvSpPr>
            <p:spPr>
              <a:xfrm>
                <a:off x="1542525" y="1881425"/>
                <a:ext cx="82100" cy="82100"/>
              </a:xfrm>
              <a:custGeom>
                <a:avLst/>
                <a:gdLst/>
                <a:ahLst/>
                <a:cxnLst/>
                <a:rect l="l" t="t" r="r" b="b"/>
                <a:pathLst>
                  <a:path w="3284" h="3284" extrusionOk="0">
                    <a:moveTo>
                      <a:pt x="0" y="1630"/>
                    </a:moveTo>
                    <a:cubicBezTo>
                      <a:pt x="0" y="2557"/>
                      <a:pt x="727" y="3284"/>
                      <a:pt x="1629" y="3284"/>
                    </a:cubicBezTo>
                    <a:lnTo>
                      <a:pt x="1629" y="3284"/>
                    </a:lnTo>
                    <a:cubicBezTo>
                      <a:pt x="2532" y="3284"/>
                      <a:pt x="3283" y="2557"/>
                      <a:pt x="3283" y="1630"/>
                    </a:cubicBezTo>
                    <a:lnTo>
                      <a:pt x="3283" y="1630"/>
                    </a:lnTo>
                    <a:cubicBezTo>
                      <a:pt x="3283" y="727"/>
                      <a:pt x="2532" y="1"/>
                      <a:pt x="1629" y="1"/>
                    </a:cubicBezTo>
                    <a:lnTo>
                      <a:pt x="1629" y="1"/>
                    </a:lnTo>
                    <a:cubicBezTo>
                      <a:pt x="727" y="1"/>
                      <a:pt x="0" y="727"/>
                      <a:pt x="0" y="1630"/>
                    </a:cubicBez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41"/>
              <p:cNvSpPr/>
              <p:nvPr/>
            </p:nvSpPr>
            <p:spPr>
              <a:xfrm>
                <a:off x="1593275" y="1593200"/>
                <a:ext cx="113425" cy="339000"/>
              </a:xfrm>
              <a:custGeom>
                <a:avLst/>
                <a:gdLst/>
                <a:ahLst/>
                <a:cxnLst/>
                <a:rect l="l" t="t" r="r" b="b"/>
                <a:pathLst>
                  <a:path w="4537" h="13560" extrusionOk="0">
                    <a:moveTo>
                      <a:pt x="0" y="326"/>
                    </a:moveTo>
                    <a:cubicBezTo>
                      <a:pt x="1003" y="903"/>
                      <a:pt x="1805" y="2181"/>
                      <a:pt x="2231" y="3835"/>
                    </a:cubicBezTo>
                    <a:lnTo>
                      <a:pt x="2231" y="3835"/>
                    </a:lnTo>
                    <a:lnTo>
                      <a:pt x="4537" y="3835"/>
                    </a:lnTo>
                    <a:cubicBezTo>
                      <a:pt x="3935" y="1555"/>
                      <a:pt x="2657" y="1"/>
                      <a:pt x="1153" y="1"/>
                    </a:cubicBezTo>
                    <a:lnTo>
                      <a:pt x="1153" y="1"/>
                    </a:lnTo>
                    <a:cubicBezTo>
                      <a:pt x="752" y="1"/>
                      <a:pt x="376" y="126"/>
                      <a:pt x="0" y="326"/>
                    </a:cubicBezTo>
                    <a:close/>
                    <a:moveTo>
                      <a:pt x="0" y="13234"/>
                    </a:moveTo>
                    <a:cubicBezTo>
                      <a:pt x="376" y="13434"/>
                      <a:pt x="752" y="13560"/>
                      <a:pt x="1153" y="13560"/>
                    </a:cubicBezTo>
                    <a:lnTo>
                      <a:pt x="1153" y="13560"/>
                    </a:lnTo>
                    <a:cubicBezTo>
                      <a:pt x="1178" y="13560"/>
                      <a:pt x="1178" y="13560"/>
                      <a:pt x="1203" y="13560"/>
                    </a:cubicBezTo>
                    <a:lnTo>
                      <a:pt x="1203" y="13560"/>
                    </a:lnTo>
                    <a:cubicBezTo>
                      <a:pt x="1228" y="13434"/>
                      <a:pt x="1253" y="13309"/>
                      <a:pt x="1253" y="13159"/>
                    </a:cubicBezTo>
                    <a:lnTo>
                      <a:pt x="1253" y="13159"/>
                    </a:lnTo>
                    <a:cubicBezTo>
                      <a:pt x="1253" y="12858"/>
                      <a:pt x="1153" y="12557"/>
                      <a:pt x="1028" y="12332"/>
                    </a:cubicBezTo>
                    <a:lnTo>
                      <a:pt x="1028" y="12332"/>
                    </a:lnTo>
                    <a:cubicBezTo>
                      <a:pt x="702" y="12707"/>
                      <a:pt x="376" y="13008"/>
                      <a:pt x="0" y="132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41"/>
              <p:cNvSpPr/>
              <p:nvPr/>
            </p:nvSpPr>
            <p:spPr>
              <a:xfrm>
                <a:off x="1471100" y="1593200"/>
                <a:ext cx="151025" cy="339000"/>
              </a:xfrm>
              <a:custGeom>
                <a:avLst/>
                <a:gdLst/>
                <a:ahLst/>
                <a:cxnLst/>
                <a:rect l="l" t="t" r="r" b="b"/>
                <a:pathLst>
                  <a:path w="6041" h="13560" extrusionOk="0">
                    <a:moveTo>
                      <a:pt x="3734" y="1"/>
                    </a:moveTo>
                    <a:cubicBezTo>
                      <a:pt x="1679" y="1"/>
                      <a:pt x="0" y="3033"/>
                      <a:pt x="0" y="6768"/>
                    </a:cubicBezTo>
                    <a:lnTo>
                      <a:pt x="0" y="6768"/>
                    </a:lnTo>
                    <a:cubicBezTo>
                      <a:pt x="0" y="10527"/>
                      <a:pt x="1679" y="13560"/>
                      <a:pt x="3734" y="13560"/>
                    </a:cubicBezTo>
                    <a:lnTo>
                      <a:pt x="3734" y="13560"/>
                    </a:lnTo>
                    <a:lnTo>
                      <a:pt x="6040" y="13560"/>
                    </a:lnTo>
                    <a:cubicBezTo>
                      <a:pt x="5639" y="13560"/>
                      <a:pt x="5263" y="13434"/>
                      <a:pt x="4887" y="13234"/>
                    </a:cubicBezTo>
                    <a:lnTo>
                      <a:pt x="4887" y="13234"/>
                    </a:lnTo>
                    <a:cubicBezTo>
                      <a:pt x="3384" y="12357"/>
                      <a:pt x="2306" y="9800"/>
                      <a:pt x="2306" y="6768"/>
                    </a:cubicBezTo>
                    <a:lnTo>
                      <a:pt x="2306" y="6768"/>
                    </a:lnTo>
                    <a:cubicBezTo>
                      <a:pt x="2306" y="3760"/>
                      <a:pt x="3384" y="1204"/>
                      <a:pt x="4887" y="326"/>
                    </a:cubicBezTo>
                    <a:lnTo>
                      <a:pt x="4887" y="326"/>
                    </a:lnTo>
                    <a:cubicBezTo>
                      <a:pt x="5263" y="126"/>
                      <a:pt x="5639" y="1"/>
                      <a:pt x="6040" y="1"/>
                    </a:cubicBezTo>
                    <a:lnTo>
                      <a:pt x="6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86" name="Google Shape;1886;p41"/>
            <p:cNvGrpSpPr/>
            <p:nvPr/>
          </p:nvGrpSpPr>
          <p:grpSpPr>
            <a:xfrm>
              <a:off x="2801624" y="402095"/>
              <a:ext cx="325269" cy="511271"/>
              <a:chOff x="1471100" y="1593200"/>
              <a:chExt cx="235600" cy="370325"/>
            </a:xfrm>
          </p:grpSpPr>
          <p:sp>
            <p:nvSpPr>
              <p:cNvPr id="1887" name="Google Shape;1887;p41"/>
              <p:cNvSpPr/>
              <p:nvPr/>
            </p:nvSpPr>
            <p:spPr>
              <a:xfrm>
                <a:off x="1542525" y="1881425"/>
                <a:ext cx="82100" cy="82100"/>
              </a:xfrm>
              <a:custGeom>
                <a:avLst/>
                <a:gdLst/>
                <a:ahLst/>
                <a:cxnLst/>
                <a:rect l="l" t="t" r="r" b="b"/>
                <a:pathLst>
                  <a:path w="3284" h="3284" extrusionOk="0">
                    <a:moveTo>
                      <a:pt x="0" y="1630"/>
                    </a:moveTo>
                    <a:cubicBezTo>
                      <a:pt x="0" y="2557"/>
                      <a:pt x="727" y="3284"/>
                      <a:pt x="1629" y="3284"/>
                    </a:cubicBezTo>
                    <a:lnTo>
                      <a:pt x="1629" y="3284"/>
                    </a:lnTo>
                    <a:cubicBezTo>
                      <a:pt x="2532" y="3284"/>
                      <a:pt x="3283" y="2557"/>
                      <a:pt x="3283" y="1630"/>
                    </a:cubicBezTo>
                    <a:lnTo>
                      <a:pt x="3283" y="1630"/>
                    </a:lnTo>
                    <a:cubicBezTo>
                      <a:pt x="3283" y="727"/>
                      <a:pt x="2532" y="1"/>
                      <a:pt x="1629" y="1"/>
                    </a:cubicBezTo>
                    <a:lnTo>
                      <a:pt x="1629" y="1"/>
                    </a:lnTo>
                    <a:cubicBezTo>
                      <a:pt x="727" y="1"/>
                      <a:pt x="0" y="727"/>
                      <a:pt x="0" y="1630"/>
                    </a:cubicBez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41"/>
              <p:cNvSpPr/>
              <p:nvPr/>
            </p:nvSpPr>
            <p:spPr>
              <a:xfrm>
                <a:off x="1593275" y="1593200"/>
                <a:ext cx="113425" cy="339000"/>
              </a:xfrm>
              <a:custGeom>
                <a:avLst/>
                <a:gdLst/>
                <a:ahLst/>
                <a:cxnLst/>
                <a:rect l="l" t="t" r="r" b="b"/>
                <a:pathLst>
                  <a:path w="4537" h="13560" extrusionOk="0">
                    <a:moveTo>
                      <a:pt x="0" y="326"/>
                    </a:moveTo>
                    <a:cubicBezTo>
                      <a:pt x="1003" y="903"/>
                      <a:pt x="1805" y="2181"/>
                      <a:pt x="2231" y="3835"/>
                    </a:cubicBezTo>
                    <a:lnTo>
                      <a:pt x="2231" y="3835"/>
                    </a:lnTo>
                    <a:lnTo>
                      <a:pt x="4537" y="3835"/>
                    </a:lnTo>
                    <a:cubicBezTo>
                      <a:pt x="3935" y="1555"/>
                      <a:pt x="2657" y="1"/>
                      <a:pt x="1153" y="1"/>
                    </a:cubicBezTo>
                    <a:lnTo>
                      <a:pt x="1153" y="1"/>
                    </a:lnTo>
                    <a:cubicBezTo>
                      <a:pt x="752" y="1"/>
                      <a:pt x="376" y="126"/>
                      <a:pt x="0" y="326"/>
                    </a:cubicBezTo>
                    <a:close/>
                    <a:moveTo>
                      <a:pt x="0" y="13234"/>
                    </a:moveTo>
                    <a:cubicBezTo>
                      <a:pt x="376" y="13434"/>
                      <a:pt x="752" y="13560"/>
                      <a:pt x="1153" y="13560"/>
                    </a:cubicBezTo>
                    <a:lnTo>
                      <a:pt x="1153" y="13560"/>
                    </a:lnTo>
                    <a:cubicBezTo>
                      <a:pt x="1178" y="13560"/>
                      <a:pt x="1178" y="13560"/>
                      <a:pt x="1203" y="13560"/>
                    </a:cubicBezTo>
                    <a:lnTo>
                      <a:pt x="1203" y="13560"/>
                    </a:lnTo>
                    <a:cubicBezTo>
                      <a:pt x="1228" y="13434"/>
                      <a:pt x="1253" y="13309"/>
                      <a:pt x="1253" y="13159"/>
                    </a:cubicBezTo>
                    <a:lnTo>
                      <a:pt x="1253" y="13159"/>
                    </a:lnTo>
                    <a:cubicBezTo>
                      <a:pt x="1253" y="12858"/>
                      <a:pt x="1153" y="12557"/>
                      <a:pt x="1028" y="12332"/>
                    </a:cubicBezTo>
                    <a:lnTo>
                      <a:pt x="1028" y="12332"/>
                    </a:lnTo>
                    <a:cubicBezTo>
                      <a:pt x="702" y="12707"/>
                      <a:pt x="376" y="13008"/>
                      <a:pt x="0" y="132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41"/>
              <p:cNvSpPr/>
              <p:nvPr/>
            </p:nvSpPr>
            <p:spPr>
              <a:xfrm>
                <a:off x="1471100" y="1593200"/>
                <a:ext cx="151025" cy="339000"/>
              </a:xfrm>
              <a:custGeom>
                <a:avLst/>
                <a:gdLst/>
                <a:ahLst/>
                <a:cxnLst/>
                <a:rect l="l" t="t" r="r" b="b"/>
                <a:pathLst>
                  <a:path w="6041" h="13560" extrusionOk="0">
                    <a:moveTo>
                      <a:pt x="3734" y="1"/>
                    </a:moveTo>
                    <a:cubicBezTo>
                      <a:pt x="1679" y="1"/>
                      <a:pt x="0" y="3033"/>
                      <a:pt x="0" y="6768"/>
                    </a:cubicBezTo>
                    <a:lnTo>
                      <a:pt x="0" y="6768"/>
                    </a:lnTo>
                    <a:cubicBezTo>
                      <a:pt x="0" y="10527"/>
                      <a:pt x="1679" y="13560"/>
                      <a:pt x="3734" y="13560"/>
                    </a:cubicBezTo>
                    <a:lnTo>
                      <a:pt x="3734" y="13560"/>
                    </a:lnTo>
                    <a:lnTo>
                      <a:pt x="6040" y="13560"/>
                    </a:lnTo>
                    <a:cubicBezTo>
                      <a:pt x="5639" y="13560"/>
                      <a:pt x="5263" y="13434"/>
                      <a:pt x="4887" y="13234"/>
                    </a:cubicBezTo>
                    <a:lnTo>
                      <a:pt x="4887" y="13234"/>
                    </a:lnTo>
                    <a:cubicBezTo>
                      <a:pt x="3384" y="12357"/>
                      <a:pt x="2306" y="9800"/>
                      <a:pt x="2306" y="6768"/>
                    </a:cubicBezTo>
                    <a:lnTo>
                      <a:pt x="2306" y="6768"/>
                    </a:lnTo>
                    <a:cubicBezTo>
                      <a:pt x="2306" y="3760"/>
                      <a:pt x="3384" y="1204"/>
                      <a:pt x="4887" y="326"/>
                    </a:cubicBezTo>
                    <a:lnTo>
                      <a:pt x="4887" y="326"/>
                    </a:lnTo>
                    <a:cubicBezTo>
                      <a:pt x="5263" y="126"/>
                      <a:pt x="5639" y="1"/>
                      <a:pt x="6040" y="1"/>
                    </a:cubicBezTo>
                    <a:lnTo>
                      <a:pt x="6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0" name="Google Shape;1890;p41"/>
            <p:cNvGrpSpPr/>
            <p:nvPr/>
          </p:nvGrpSpPr>
          <p:grpSpPr>
            <a:xfrm>
              <a:off x="3305925" y="402095"/>
              <a:ext cx="325269" cy="511271"/>
              <a:chOff x="1471100" y="1593200"/>
              <a:chExt cx="235600" cy="370325"/>
            </a:xfrm>
          </p:grpSpPr>
          <p:sp>
            <p:nvSpPr>
              <p:cNvPr id="1891" name="Google Shape;1891;p41"/>
              <p:cNvSpPr/>
              <p:nvPr/>
            </p:nvSpPr>
            <p:spPr>
              <a:xfrm>
                <a:off x="1542525" y="1881425"/>
                <a:ext cx="82100" cy="82100"/>
              </a:xfrm>
              <a:custGeom>
                <a:avLst/>
                <a:gdLst/>
                <a:ahLst/>
                <a:cxnLst/>
                <a:rect l="l" t="t" r="r" b="b"/>
                <a:pathLst>
                  <a:path w="3284" h="3284" extrusionOk="0">
                    <a:moveTo>
                      <a:pt x="0" y="1630"/>
                    </a:moveTo>
                    <a:cubicBezTo>
                      <a:pt x="0" y="2557"/>
                      <a:pt x="727" y="3284"/>
                      <a:pt x="1629" y="3284"/>
                    </a:cubicBezTo>
                    <a:lnTo>
                      <a:pt x="1629" y="3284"/>
                    </a:lnTo>
                    <a:cubicBezTo>
                      <a:pt x="2532" y="3284"/>
                      <a:pt x="3283" y="2557"/>
                      <a:pt x="3283" y="1630"/>
                    </a:cubicBezTo>
                    <a:lnTo>
                      <a:pt x="3283" y="1630"/>
                    </a:lnTo>
                    <a:cubicBezTo>
                      <a:pt x="3283" y="727"/>
                      <a:pt x="2532" y="1"/>
                      <a:pt x="1629" y="1"/>
                    </a:cubicBezTo>
                    <a:lnTo>
                      <a:pt x="1629" y="1"/>
                    </a:lnTo>
                    <a:cubicBezTo>
                      <a:pt x="727" y="1"/>
                      <a:pt x="0" y="727"/>
                      <a:pt x="0" y="1630"/>
                    </a:cubicBez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41"/>
              <p:cNvSpPr/>
              <p:nvPr/>
            </p:nvSpPr>
            <p:spPr>
              <a:xfrm>
                <a:off x="1593275" y="1593200"/>
                <a:ext cx="113425" cy="339000"/>
              </a:xfrm>
              <a:custGeom>
                <a:avLst/>
                <a:gdLst/>
                <a:ahLst/>
                <a:cxnLst/>
                <a:rect l="l" t="t" r="r" b="b"/>
                <a:pathLst>
                  <a:path w="4537" h="13560" extrusionOk="0">
                    <a:moveTo>
                      <a:pt x="0" y="326"/>
                    </a:moveTo>
                    <a:cubicBezTo>
                      <a:pt x="1003" y="903"/>
                      <a:pt x="1805" y="2181"/>
                      <a:pt x="2231" y="3835"/>
                    </a:cubicBezTo>
                    <a:lnTo>
                      <a:pt x="2231" y="3835"/>
                    </a:lnTo>
                    <a:lnTo>
                      <a:pt x="4537" y="3835"/>
                    </a:lnTo>
                    <a:cubicBezTo>
                      <a:pt x="3935" y="1555"/>
                      <a:pt x="2657" y="1"/>
                      <a:pt x="1153" y="1"/>
                    </a:cubicBezTo>
                    <a:lnTo>
                      <a:pt x="1153" y="1"/>
                    </a:lnTo>
                    <a:cubicBezTo>
                      <a:pt x="752" y="1"/>
                      <a:pt x="376" y="126"/>
                      <a:pt x="0" y="326"/>
                    </a:cubicBezTo>
                    <a:close/>
                    <a:moveTo>
                      <a:pt x="0" y="13234"/>
                    </a:moveTo>
                    <a:cubicBezTo>
                      <a:pt x="376" y="13434"/>
                      <a:pt x="752" y="13560"/>
                      <a:pt x="1153" y="13560"/>
                    </a:cubicBezTo>
                    <a:lnTo>
                      <a:pt x="1153" y="13560"/>
                    </a:lnTo>
                    <a:cubicBezTo>
                      <a:pt x="1178" y="13560"/>
                      <a:pt x="1178" y="13560"/>
                      <a:pt x="1203" y="13560"/>
                    </a:cubicBezTo>
                    <a:lnTo>
                      <a:pt x="1203" y="13560"/>
                    </a:lnTo>
                    <a:cubicBezTo>
                      <a:pt x="1228" y="13434"/>
                      <a:pt x="1253" y="13309"/>
                      <a:pt x="1253" y="13159"/>
                    </a:cubicBezTo>
                    <a:lnTo>
                      <a:pt x="1253" y="13159"/>
                    </a:lnTo>
                    <a:cubicBezTo>
                      <a:pt x="1253" y="12858"/>
                      <a:pt x="1153" y="12557"/>
                      <a:pt x="1028" y="12332"/>
                    </a:cubicBezTo>
                    <a:lnTo>
                      <a:pt x="1028" y="12332"/>
                    </a:lnTo>
                    <a:cubicBezTo>
                      <a:pt x="702" y="12707"/>
                      <a:pt x="376" y="13008"/>
                      <a:pt x="0" y="132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41"/>
              <p:cNvSpPr/>
              <p:nvPr/>
            </p:nvSpPr>
            <p:spPr>
              <a:xfrm>
                <a:off x="1471100" y="1593200"/>
                <a:ext cx="151025" cy="339000"/>
              </a:xfrm>
              <a:custGeom>
                <a:avLst/>
                <a:gdLst/>
                <a:ahLst/>
                <a:cxnLst/>
                <a:rect l="l" t="t" r="r" b="b"/>
                <a:pathLst>
                  <a:path w="6041" h="13560" extrusionOk="0">
                    <a:moveTo>
                      <a:pt x="3734" y="1"/>
                    </a:moveTo>
                    <a:cubicBezTo>
                      <a:pt x="1679" y="1"/>
                      <a:pt x="0" y="3033"/>
                      <a:pt x="0" y="6768"/>
                    </a:cubicBezTo>
                    <a:lnTo>
                      <a:pt x="0" y="6768"/>
                    </a:lnTo>
                    <a:cubicBezTo>
                      <a:pt x="0" y="10527"/>
                      <a:pt x="1679" y="13560"/>
                      <a:pt x="3734" y="13560"/>
                    </a:cubicBezTo>
                    <a:lnTo>
                      <a:pt x="3734" y="13560"/>
                    </a:lnTo>
                    <a:lnTo>
                      <a:pt x="6040" y="13560"/>
                    </a:lnTo>
                    <a:cubicBezTo>
                      <a:pt x="5639" y="13560"/>
                      <a:pt x="5263" y="13434"/>
                      <a:pt x="4887" y="13234"/>
                    </a:cubicBezTo>
                    <a:lnTo>
                      <a:pt x="4887" y="13234"/>
                    </a:lnTo>
                    <a:cubicBezTo>
                      <a:pt x="3384" y="12357"/>
                      <a:pt x="2306" y="9800"/>
                      <a:pt x="2306" y="6768"/>
                    </a:cubicBezTo>
                    <a:lnTo>
                      <a:pt x="2306" y="6768"/>
                    </a:lnTo>
                    <a:cubicBezTo>
                      <a:pt x="2306" y="3760"/>
                      <a:pt x="3384" y="1204"/>
                      <a:pt x="4887" y="326"/>
                    </a:cubicBezTo>
                    <a:lnTo>
                      <a:pt x="4887" y="326"/>
                    </a:lnTo>
                    <a:cubicBezTo>
                      <a:pt x="5263" y="126"/>
                      <a:pt x="5639" y="1"/>
                      <a:pt x="6040" y="1"/>
                    </a:cubicBezTo>
                    <a:lnTo>
                      <a:pt x="6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4" name="Google Shape;1894;p41"/>
            <p:cNvGrpSpPr/>
            <p:nvPr/>
          </p:nvGrpSpPr>
          <p:grpSpPr>
            <a:xfrm>
              <a:off x="3810225" y="402095"/>
              <a:ext cx="325269" cy="511271"/>
              <a:chOff x="1471100" y="1593200"/>
              <a:chExt cx="235600" cy="370325"/>
            </a:xfrm>
          </p:grpSpPr>
          <p:sp>
            <p:nvSpPr>
              <p:cNvPr id="1895" name="Google Shape;1895;p41"/>
              <p:cNvSpPr/>
              <p:nvPr/>
            </p:nvSpPr>
            <p:spPr>
              <a:xfrm>
                <a:off x="1542525" y="1881425"/>
                <a:ext cx="82100" cy="82100"/>
              </a:xfrm>
              <a:custGeom>
                <a:avLst/>
                <a:gdLst/>
                <a:ahLst/>
                <a:cxnLst/>
                <a:rect l="l" t="t" r="r" b="b"/>
                <a:pathLst>
                  <a:path w="3284" h="3284" extrusionOk="0">
                    <a:moveTo>
                      <a:pt x="0" y="1630"/>
                    </a:moveTo>
                    <a:cubicBezTo>
                      <a:pt x="0" y="2557"/>
                      <a:pt x="727" y="3284"/>
                      <a:pt x="1629" y="3284"/>
                    </a:cubicBezTo>
                    <a:lnTo>
                      <a:pt x="1629" y="3284"/>
                    </a:lnTo>
                    <a:cubicBezTo>
                      <a:pt x="2532" y="3284"/>
                      <a:pt x="3283" y="2557"/>
                      <a:pt x="3283" y="1630"/>
                    </a:cubicBezTo>
                    <a:lnTo>
                      <a:pt x="3283" y="1630"/>
                    </a:lnTo>
                    <a:cubicBezTo>
                      <a:pt x="3283" y="727"/>
                      <a:pt x="2532" y="1"/>
                      <a:pt x="1629" y="1"/>
                    </a:cubicBezTo>
                    <a:lnTo>
                      <a:pt x="1629" y="1"/>
                    </a:lnTo>
                    <a:cubicBezTo>
                      <a:pt x="727" y="1"/>
                      <a:pt x="0" y="727"/>
                      <a:pt x="0" y="1630"/>
                    </a:cubicBez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41"/>
              <p:cNvSpPr/>
              <p:nvPr/>
            </p:nvSpPr>
            <p:spPr>
              <a:xfrm>
                <a:off x="1593275" y="1593200"/>
                <a:ext cx="113425" cy="339000"/>
              </a:xfrm>
              <a:custGeom>
                <a:avLst/>
                <a:gdLst/>
                <a:ahLst/>
                <a:cxnLst/>
                <a:rect l="l" t="t" r="r" b="b"/>
                <a:pathLst>
                  <a:path w="4537" h="13560" extrusionOk="0">
                    <a:moveTo>
                      <a:pt x="0" y="326"/>
                    </a:moveTo>
                    <a:cubicBezTo>
                      <a:pt x="1003" y="903"/>
                      <a:pt x="1805" y="2181"/>
                      <a:pt x="2231" y="3835"/>
                    </a:cubicBezTo>
                    <a:lnTo>
                      <a:pt x="2231" y="3835"/>
                    </a:lnTo>
                    <a:lnTo>
                      <a:pt x="4537" y="3835"/>
                    </a:lnTo>
                    <a:cubicBezTo>
                      <a:pt x="3935" y="1555"/>
                      <a:pt x="2657" y="1"/>
                      <a:pt x="1153" y="1"/>
                    </a:cubicBezTo>
                    <a:lnTo>
                      <a:pt x="1153" y="1"/>
                    </a:lnTo>
                    <a:cubicBezTo>
                      <a:pt x="752" y="1"/>
                      <a:pt x="376" y="126"/>
                      <a:pt x="0" y="326"/>
                    </a:cubicBezTo>
                    <a:close/>
                    <a:moveTo>
                      <a:pt x="0" y="13234"/>
                    </a:moveTo>
                    <a:cubicBezTo>
                      <a:pt x="376" y="13434"/>
                      <a:pt x="752" y="13560"/>
                      <a:pt x="1153" y="13560"/>
                    </a:cubicBezTo>
                    <a:lnTo>
                      <a:pt x="1153" y="13560"/>
                    </a:lnTo>
                    <a:cubicBezTo>
                      <a:pt x="1178" y="13560"/>
                      <a:pt x="1178" y="13560"/>
                      <a:pt x="1203" y="13560"/>
                    </a:cubicBezTo>
                    <a:lnTo>
                      <a:pt x="1203" y="13560"/>
                    </a:lnTo>
                    <a:cubicBezTo>
                      <a:pt x="1228" y="13434"/>
                      <a:pt x="1253" y="13309"/>
                      <a:pt x="1253" y="13159"/>
                    </a:cubicBezTo>
                    <a:lnTo>
                      <a:pt x="1253" y="13159"/>
                    </a:lnTo>
                    <a:cubicBezTo>
                      <a:pt x="1253" y="12858"/>
                      <a:pt x="1153" y="12557"/>
                      <a:pt x="1028" y="12332"/>
                    </a:cubicBezTo>
                    <a:lnTo>
                      <a:pt x="1028" y="12332"/>
                    </a:lnTo>
                    <a:cubicBezTo>
                      <a:pt x="702" y="12707"/>
                      <a:pt x="376" y="13008"/>
                      <a:pt x="0" y="132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41"/>
              <p:cNvSpPr/>
              <p:nvPr/>
            </p:nvSpPr>
            <p:spPr>
              <a:xfrm>
                <a:off x="1471100" y="1593200"/>
                <a:ext cx="151025" cy="339000"/>
              </a:xfrm>
              <a:custGeom>
                <a:avLst/>
                <a:gdLst/>
                <a:ahLst/>
                <a:cxnLst/>
                <a:rect l="l" t="t" r="r" b="b"/>
                <a:pathLst>
                  <a:path w="6041" h="13560" extrusionOk="0">
                    <a:moveTo>
                      <a:pt x="3734" y="1"/>
                    </a:moveTo>
                    <a:cubicBezTo>
                      <a:pt x="1679" y="1"/>
                      <a:pt x="0" y="3033"/>
                      <a:pt x="0" y="6768"/>
                    </a:cubicBezTo>
                    <a:lnTo>
                      <a:pt x="0" y="6768"/>
                    </a:lnTo>
                    <a:cubicBezTo>
                      <a:pt x="0" y="10527"/>
                      <a:pt x="1679" y="13560"/>
                      <a:pt x="3734" y="13560"/>
                    </a:cubicBezTo>
                    <a:lnTo>
                      <a:pt x="3734" y="13560"/>
                    </a:lnTo>
                    <a:lnTo>
                      <a:pt x="6040" y="13560"/>
                    </a:lnTo>
                    <a:cubicBezTo>
                      <a:pt x="5639" y="13560"/>
                      <a:pt x="5263" y="13434"/>
                      <a:pt x="4887" y="13234"/>
                    </a:cubicBezTo>
                    <a:lnTo>
                      <a:pt x="4887" y="13234"/>
                    </a:lnTo>
                    <a:cubicBezTo>
                      <a:pt x="3384" y="12357"/>
                      <a:pt x="2306" y="9800"/>
                      <a:pt x="2306" y="6768"/>
                    </a:cubicBezTo>
                    <a:lnTo>
                      <a:pt x="2306" y="6768"/>
                    </a:lnTo>
                    <a:cubicBezTo>
                      <a:pt x="2306" y="3760"/>
                      <a:pt x="3384" y="1204"/>
                      <a:pt x="4887" y="326"/>
                    </a:cubicBezTo>
                    <a:lnTo>
                      <a:pt x="4887" y="326"/>
                    </a:lnTo>
                    <a:cubicBezTo>
                      <a:pt x="5263" y="126"/>
                      <a:pt x="5639" y="1"/>
                      <a:pt x="6040" y="1"/>
                    </a:cubicBezTo>
                    <a:lnTo>
                      <a:pt x="6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8" name="Google Shape;1898;p41"/>
            <p:cNvGrpSpPr/>
            <p:nvPr/>
          </p:nvGrpSpPr>
          <p:grpSpPr>
            <a:xfrm>
              <a:off x="4314526" y="402095"/>
              <a:ext cx="325269" cy="511271"/>
              <a:chOff x="1471100" y="1593200"/>
              <a:chExt cx="235600" cy="370325"/>
            </a:xfrm>
          </p:grpSpPr>
          <p:sp>
            <p:nvSpPr>
              <p:cNvPr id="1899" name="Google Shape;1899;p41"/>
              <p:cNvSpPr/>
              <p:nvPr/>
            </p:nvSpPr>
            <p:spPr>
              <a:xfrm>
                <a:off x="1542525" y="1881425"/>
                <a:ext cx="82100" cy="82100"/>
              </a:xfrm>
              <a:custGeom>
                <a:avLst/>
                <a:gdLst/>
                <a:ahLst/>
                <a:cxnLst/>
                <a:rect l="l" t="t" r="r" b="b"/>
                <a:pathLst>
                  <a:path w="3284" h="3284" extrusionOk="0">
                    <a:moveTo>
                      <a:pt x="0" y="1630"/>
                    </a:moveTo>
                    <a:cubicBezTo>
                      <a:pt x="0" y="2557"/>
                      <a:pt x="727" y="3284"/>
                      <a:pt x="1629" y="3284"/>
                    </a:cubicBezTo>
                    <a:lnTo>
                      <a:pt x="1629" y="3284"/>
                    </a:lnTo>
                    <a:cubicBezTo>
                      <a:pt x="2532" y="3284"/>
                      <a:pt x="3283" y="2557"/>
                      <a:pt x="3283" y="1630"/>
                    </a:cubicBezTo>
                    <a:lnTo>
                      <a:pt x="3283" y="1630"/>
                    </a:lnTo>
                    <a:cubicBezTo>
                      <a:pt x="3283" y="727"/>
                      <a:pt x="2532" y="1"/>
                      <a:pt x="1629" y="1"/>
                    </a:cubicBezTo>
                    <a:lnTo>
                      <a:pt x="1629" y="1"/>
                    </a:lnTo>
                    <a:cubicBezTo>
                      <a:pt x="727" y="1"/>
                      <a:pt x="0" y="727"/>
                      <a:pt x="0" y="1630"/>
                    </a:cubicBez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41"/>
              <p:cNvSpPr/>
              <p:nvPr/>
            </p:nvSpPr>
            <p:spPr>
              <a:xfrm>
                <a:off x="1593275" y="1593200"/>
                <a:ext cx="113425" cy="339000"/>
              </a:xfrm>
              <a:custGeom>
                <a:avLst/>
                <a:gdLst/>
                <a:ahLst/>
                <a:cxnLst/>
                <a:rect l="l" t="t" r="r" b="b"/>
                <a:pathLst>
                  <a:path w="4537" h="13560" extrusionOk="0">
                    <a:moveTo>
                      <a:pt x="0" y="326"/>
                    </a:moveTo>
                    <a:cubicBezTo>
                      <a:pt x="1003" y="903"/>
                      <a:pt x="1805" y="2181"/>
                      <a:pt x="2231" y="3835"/>
                    </a:cubicBezTo>
                    <a:lnTo>
                      <a:pt x="2231" y="3835"/>
                    </a:lnTo>
                    <a:lnTo>
                      <a:pt x="4537" y="3835"/>
                    </a:lnTo>
                    <a:cubicBezTo>
                      <a:pt x="3935" y="1555"/>
                      <a:pt x="2657" y="1"/>
                      <a:pt x="1153" y="1"/>
                    </a:cubicBezTo>
                    <a:lnTo>
                      <a:pt x="1153" y="1"/>
                    </a:lnTo>
                    <a:cubicBezTo>
                      <a:pt x="752" y="1"/>
                      <a:pt x="376" y="126"/>
                      <a:pt x="0" y="326"/>
                    </a:cubicBezTo>
                    <a:close/>
                    <a:moveTo>
                      <a:pt x="0" y="13234"/>
                    </a:moveTo>
                    <a:cubicBezTo>
                      <a:pt x="376" y="13434"/>
                      <a:pt x="752" y="13560"/>
                      <a:pt x="1153" y="13560"/>
                    </a:cubicBezTo>
                    <a:lnTo>
                      <a:pt x="1153" y="13560"/>
                    </a:lnTo>
                    <a:cubicBezTo>
                      <a:pt x="1178" y="13560"/>
                      <a:pt x="1178" y="13560"/>
                      <a:pt x="1203" y="13560"/>
                    </a:cubicBezTo>
                    <a:lnTo>
                      <a:pt x="1203" y="13560"/>
                    </a:lnTo>
                    <a:cubicBezTo>
                      <a:pt x="1228" y="13434"/>
                      <a:pt x="1253" y="13309"/>
                      <a:pt x="1253" y="13159"/>
                    </a:cubicBezTo>
                    <a:lnTo>
                      <a:pt x="1253" y="13159"/>
                    </a:lnTo>
                    <a:cubicBezTo>
                      <a:pt x="1253" y="12858"/>
                      <a:pt x="1153" y="12557"/>
                      <a:pt x="1028" y="12332"/>
                    </a:cubicBezTo>
                    <a:lnTo>
                      <a:pt x="1028" y="12332"/>
                    </a:lnTo>
                    <a:cubicBezTo>
                      <a:pt x="702" y="12707"/>
                      <a:pt x="376" y="13008"/>
                      <a:pt x="0" y="132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41"/>
              <p:cNvSpPr/>
              <p:nvPr/>
            </p:nvSpPr>
            <p:spPr>
              <a:xfrm>
                <a:off x="1471100" y="1593200"/>
                <a:ext cx="151025" cy="339000"/>
              </a:xfrm>
              <a:custGeom>
                <a:avLst/>
                <a:gdLst/>
                <a:ahLst/>
                <a:cxnLst/>
                <a:rect l="l" t="t" r="r" b="b"/>
                <a:pathLst>
                  <a:path w="6041" h="13560" extrusionOk="0">
                    <a:moveTo>
                      <a:pt x="3734" y="1"/>
                    </a:moveTo>
                    <a:cubicBezTo>
                      <a:pt x="1679" y="1"/>
                      <a:pt x="0" y="3033"/>
                      <a:pt x="0" y="6768"/>
                    </a:cubicBezTo>
                    <a:lnTo>
                      <a:pt x="0" y="6768"/>
                    </a:lnTo>
                    <a:cubicBezTo>
                      <a:pt x="0" y="10527"/>
                      <a:pt x="1679" y="13560"/>
                      <a:pt x="3734" y="13560"/>
                    </a:cubicBezTo>
                    <a:lnTo>
                      <a:pt x="3734" y="13560"/>
                    </a:lnTo>
                    <a:lnTo>
                      <a:pt x="6040" y="13560"/>
                    </a:lnTo>
                    <a:cubicBezTo>
                      <a:pt x="5639" y="13560"/>
                      <a:pt x="5263" y="13434"/>
                      <a:pt x="4887" y="13234"/>
                    </a:cubicBezTo>
                    <a:lnTo>
                      <a:pt x="4887" y="13234"/>
                    </a:lnTo>
                    <a:cubicBezTo>
                      <a:pt x="3384" y="12357"/>
                      <a:pt x="2306" y="9800"/>
                      <a:pt x="2306" y="6768"/>
                    </a:cubicBezTo>
                    <a:lnTo>
                      <a:pt x="2306" y="6768"/>
                    </a:lnTo>
                    <a:cubicBezTo>
                      <a:pt x="2306" y="3760"/>
                      <a:pt x="3384" y="1204"/>
                      <a:pt x="4887" y="326"/>
                    </a:cubicBezTo>
                    <a:lnTo>
                      <a:pt x="4887" y="326"/>
                    </a:lnTo>
                    <a:cubicBezTo>
                      <a:pt x="5263" y="126"/>
                      <a:pt x="5639" y="1"/>
                      <a:pt x="6040" y="1"/>
                    </a:cubicBezTo>
                    <a:lnTo>
                      <a:pt x="6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02" name="Google Shape;1902;p41"/>
            <p:cNvGrpSpPr/>
            <p:nvPr/>
          </p:nvGrpSpPr>
          <p:grpSpPr>
            <a:xfrm>
              <a:off x="4818827" y="402095"/>
              <a:ext cx="325269" cy="511271"/>
              <a:chOff x="1471100" y="1593200"/>
              <a:chExt cx="235600" cy="370325"/>
            </a:xfrm>
          </p:grpSpPr>
          <p:sp>
            <p:nvSpPr>
              <p:cNvPr id="1903" name="Google Shape;1903;p41"/>
              <p:cNvSpPr/>
              <p:nvPr/>
            </p:nvSpPr>
            <p:spPr>
              <a:xfrm>
                <a:off x="1542525" y="1881425"/>
                <a:ext cx="82100" cy="82100"/>
              </a:xfrm>
              <a:custGeom>
                <a:avLst/>
                <a:gdLst/>
                <a:ahLst/>
                <a:cxnLst/>
                <a:rect l="l" t="t" r="r" b="b"/>
                <a:pathLst>
                  <a:path w="3284" h="3284" extrusionOk="0">
                    <a:moveTo>
                      <a:pt x="0" y="1630"/>
                    </a:moveTo>
                    <a:cubicBezTo>
                      <a:pt x="0" y="2557"/>
                      <a:pt x="727" y="3284"/>
                      <a:pt x="1629" y="3284"/>
                    </a:cubicBezTo>
                    <a:lnTo>
                      <a:pt x="1629" y="3284"/>
                    </a:lnTo>
                    <a:cubicBezTo>
                      <a:pt x="2532" y="3284"/>
                      <a:pt x="3283" y="2557"/>
                      <a:pt x="3283" y="1630"/>
                    </a:cubicBezTo>
                    <a:lnTo>
                      <a:pt x="3283" y="1630"/>
                    </a:lnTo>
                    <a:cubicBezTo>
                      <a:pt x="3283" y="727"/>
                      <a:pt x="2532" y="1"/>
                      <a:pt x="1629" y="1"/>
                    </a:cubicBezTo>
                    <a:lnTo>
                      <a:pt x="1629" y="1"/>
                    </a:lnTo>
                    <a:cubicBezTo>
                      <a:pt x="727" y="1"/>
                      <a:pt x="0" y="727"/>
                      <a:pt x="0" y="1630"/>
                    </a:cubicBez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41"/>
              <p:cNvSpPr/>
              <p:nvPr/>
            </p:nvSpPr>
            <p:spPr>
              <a:xfrm>
                <a:off x="1593275" y="1593200"/>
                <a:ext cx="113425" cy="339000"/>
              </a:xfrm>
              <a:custGeom>
                <a:avLst/>
                <a:gdLst/>
                <a:ahLst/>
                <a:cxnLst/>
                <a:rect l="l" t="t" r="r" b="b"/>
                <a:pathLst>
                  <a:path w="4537" h="13560" extrusionOk="0">
                    <a:moveTo>
                      <a:pt x="0" y="326"/>
                    </a:moveTo>
                    <a:cubicBezTo>
                      <a:pt x="1003" y="903"/>
                      <a:pt x="1805" y="2181"/>
                      <a:pt x="2231" y="3835"/>
                    </a:cubicBezTo>
                    <a:lnTo>
                      <a:pt x="2231" y="3835"/>
                    </a:lnTo>
                    <a:lnTo>
                      <a:pt x="4537" y="3835"/>
                    </a:lnTo>
                    <a:cubicBezTo>
                      <a:pt x="3935" y="1555"/>
                      <a:pt x="2657" y="1"/>
                      <a:pt x="1153" y="1"/>
                    </a:cubicBezTo>
                    <a:lnTo>
                      <a:pt x="1153" y="1"/>
                    </a:lnTo>
                    <a:cubicBezTo>
                      <a:pt x="752" y="1"/>
                      <a:pt x="376" y="126"/>
                      <a:pt x="0" y="326"/>
                    </a:cubicBezTo>
                    <a:close/>
                    <a:moveTo>
                      <a:pt x="0" y="13234"/>
                    </a:moveTo>
                    <a:cubicBezTo>
                      <a:pt x="376" y="13434"/>
                      <a:pt x="752" y="13560"/>
                      <a:pt x="1153" y="13560"/>
                    </a:cubicBezTo>
                    <a:lnTo>
                      <a:pt x="1153" y="13560"/>
                    </a:lnTo>
                    <a:cubicBezTo>
                      <a:pt x="1178" y="13560"/>
                      <a:pt x="1178" y="13560"/>
                      <a:pt x="1203" y="13560"/>
                    </a:cubicBezTo>
                    <a:lnTo>
                      <a:pt x="1203" y="13560"/>
                    </a:lnTo>
                    <a:cubicBezTo>
                      <a:pt x="1228" y="13434"/>
                      <a:pt x="1253" y="13309"/>
                      <a:pt x="1253" y="13159"/>
                    </a:cubicBezTo>
                    <a:lnTo>
                      <a:pt x="1253" y="13159"/>
                    </a:lnTo>
                    <a:cubicBezTo>
                      <a:pt x="1253" y="12858"/>
                      <a:pt x="1153" y="12557"/>
                      <a:pt x="1028" y="12332"/>
                    </a:cubicBezTo>
                    <a:lnTo>
                      <a:pt x="1028" y="12332"/>
                    </a:lnTo>
                    <a:cubicBezTo>
                      <a:pt x="702" y="12707"/>
                      <a:pt x="376" y="13008"/>
                      <a:pt x="0" y="132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41"/>
              <p:cNvSpPr/>
              <p:nvPr/>
            </p:nvSpPr>
            <p:spPr>
              <a:xfrm>
                <a:off x="1471100" y="1593200"/>
                <a:ext cx="151025" cy="339000"/>
              </a:xfrm>
              <a:custGeom>
                <a:avLst/>
                <a:gdLst/>
                <a:ahLst/>
                <a:cxnLst/>
                <a:rect l="l" t="t" r="r" b="b"/>
                <a:pathLst>
                  <a:path w="6041" h="13560" extrusionOk="0">
                    <a:moveTo>
                      <a:pt x="3734" y="1"/>
                    </a:moveTo>
                    <a:cubicBezTo>
                      <a:pt x="1679" y="1"/>
                      <a:pt x="0" y="3033"/>
                      <a:pt x="0" y="6768"/>
                    </a:cubicBezTo>
                    <a:lnTo>
                      <a:pt x="0" y="6768"/>
                    </a:lnTo>
                    <a:cubicBezTo>
                      <a:pt x="0" y="10527"/>
                      <a:pt x="1679" y="13560"/>
                      <a:pt x="3734" y="13560"/>
                    </a:cubicBezTo>
                    <a:lnTo>
                      <a:pt x="3734" y="13560"/>
                    </a:lnTo>
                    <a:lnTo>
                      <a:pt x="6040" y="13560"/>
                    </a:lnTo>
                    <a:cubicBezTo>
                      <a:pt x="5639" y="13560"/>
                      <a:pt x="5263" y="13434"/>
                      <a:pt x="4887" y="13234"/>
                    </a:cubicBezTo>
                    <a:lnTo>
                      <a:pt x="4887" y="13234"/>
                    </a:lnTo>
                    <a:cubicBezTo>
                      <a:pt x="3384" y="12357"/>
                      <a:pt x="2306" y="9800"/>
                      <a:pt x="2306" y="6768"/>
                    </a:cubicBezTo>
                    <a:lnTo>
                      <a:pt x="2306" y="6768"/>
                    </a:lnTo>
                    <a:cubicBezTo>
                      <a:pt x="2306" y="3760"/>
                      <a:pt x="3384" y="1204"/>
                      <a:pt x="4887" y="326"/>
                    </a:cubicBezTo>
                    <a:lnTo>
                      <a:pt x="4887" y="326"/>
                    </a:lnTo>
                    <a:cubicBezTo>
                      <a:pt x="5263" y="126"/>
                      <a:pt x="5639" y="1"/>
                      <a:pt x="6040" y="1"/>
                    </a:cubicBezTo>
                    <a:lnTo>
                      <a:pt x="6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06" name="Google Shape;1906;p41"/>
            <p:cNvGrpSpPr/>
            <p:nvPr/>
          </p:nvGrpSpPr>
          <p:grpSpPr>
            <a:xfrm>
              <a:off x="5323128" y="402095"/>
              <a:ext cx="325269" cy="511271"/>
              <a:chOff x="1471100" y="1593200"/>
              <a:chExt cx="235600" cy="370325"/>
            </a:xfrm>
          </p:grpSpPr>
          <p:sp>
            <p:nvSpPr>
              <p:cNvPr id="1907" name="Google Shape;1907;p41"/>
              <p:cNvSpPr/>
              <p:nvPr/>
            </p:nvSpPr>
            <p:spPr>
              <a:xfrm>
                <a:off x="1542525" y="1881425"/>
                <a:ext cx="82100" cy="82100"/>
              </a:xfrm>
              <a:custGeom>
                <a:avLst/>
                <a:gdLst/>
                <a:ahLst/>
                <a:cxnLst/>
                <a:rect l="l" t="t" r="r" b="b"/>
                <a:pathLst>
                  <a:path w="3284" h="3284" extrusionOk="0">
                    <a:moveTo>
                      <a:pt x="0" y="1630"/>
                    </a:moveTo>
                    <a:cubicBezTo>
                      <a:pt x="0" y="2557"/>
                      <a:pt x="727" y="3284"/>
                      <a:pt x="1629" y="3284"/>
                    </a:cubicBezTo>
                    <a:lnTo>
                      <a:pt x="1629" y="3284"/>
                    </a:lnTo>
                    <a:cubicBezTo>
                      <a:pt x="2532" y="3284"/>
                      <a:pt x="3283" y="2557"/>
                      <a:pt x="3283" y="1630"/>
                    </a:cubicBezTo>
                    <a:lnTo>
                      <a:pt x="3283" y="1630"/>
                    </a:lnTo>
                    <a:cubicBezTo>
                      <a:pt x="3283" y="727"/>
                      <a:pt x="2532" y="1"/>
                      <a:pt x="1629" y="1"/>
                    </a:cubicBezTo>
                    <a:lnTo>
                      <a:pt x="1629" y="1"/>
                    </a:lnTo>
                    <a:cubicBezTo>
                      <a:pt x="727" y="1"/>
                      <a:pt x="0" y="727"/>
                      <a:pt x="0" y="1630"/>
                    </a:cubicBez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41"/>
              <p:cNvSpPr/>
              <p:nvPr/>
            </p:nvSpPr>
            <p:spPr>
              <a:xfrm>
                <a:off x="1593275" y="1593200"/>
                <a:ext cx="113425" cy="339000"/>
              </a:xfrm>
              <a:custGeom>
                <a:avLst/>
                <a:gdLst/>
                <a:ahLst/>
                <a:cxnLst/>
                <a:rect l="l" t="t" r="r" b="b"/>
                <a:pathLst>
                  <a:path w="4537" h="13560" extrusionOk="0">
                    <a:moveTo>
                      <a:pt x="0" y="326"/>
                    </a:moveTo>
                    <a:cubicBezTo>
                      <a:pt x="1003" y="903"/>
                      <a:pt x="1805" y="2181"/>
                      <a:pt x="2231" y="3835"/>
                    </a:cubicBezTo>
                    <a:lnTo>
                      <a:pt x="2231" y="3835"/>
                    </a:lnTo>
                    <a:lnTo>
                      <a:pt x="4537" y="3835"/>
                    </a:lnTo>
                    <a:cubicBezTo>
                      <a:pt x="3935" y="1555"/>
                      <a:pt x="2657" y="1"/>
                      <a:pt x="1153" y="1"/>
                    </a:cubicBezTo>
                    <a:lnTo>
                      <a:pt x="1153" y="1"/>
                    </a:lnTo>
                    <a:cubicBezTo>
                      <a:pt x="752" y="1"/>
                      <a:pt x="376" y="126"/>
                      <a:pt x="0" y="326"/>
                    </a:cubicBezTo>
                    <a:close/>
                    <a:moveTo>
                      <a:pt x="0" y="13234"/>
                    </a:moveTo>
                    <a:cubicBezTo>
                      <a:pt x="376" y="13434"/>
                      <a:pt x="752" y="13560"/>
                      <a:pt x="1153" y="13560"/>
                    </a:cubicBezTo>
                    <a:lnTo>
                      <a:pt x="1153" y="13560"/>
                    </a:lnTo>
                    <a:cubicBezTo>
                      <a:pt x="1178" y="13560"/>
                      <a:pt x="1178" y="13560"/>
                      <a:pt x="1203" y="13560"/>
                    </a:cubicBezTo>
                    <a:lnTo>
                      <a:pt x="1203" y="13560"/>
                    </a:lnTo>
                    <a:cubicBezTo>
                      <a:pt x="1228" y="13434"/>
                      <a:pt x="1253" y="13309"/>
                      <a:pt x="1253" y="13159"/>
                    </a:cubicBezTo>
                    <a:lnTo>
                      <a:pt x="1253" y="13159"/>
                    </a:lnTo>
                    <a:cubicBezTo>
                      <a:pt x="1253" y="12858"/>
                      <a:pt x="1153" y="12557"/>
                      <a:pt x="1028" y="12332"/>
                    </a:cubicBezTo>
                    <a:lnTo>
                      <a:pt x="1028" y="12332"/>
                    </a:lnTo>
                    <a:cubicBezTo>
                      <a:pt x="702" y="12707"/>
                      <a:pt x="376" y="13008"/>
                      <a:pt x="0" y="132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41"/>
              <p:cNvSpPr/>
              <p:nvPr/>
            </p:nvSpPr>
            <p:spPr>
              <a:xfrm>
                <a:off x="1471100" y="1593200"/>
                <a:ext cx="151025" cy="339000"/>
              </a:xfrm>
              <a:custGeom>
                <a:avLst/>
                <a:gdLst/>
                <a:ahLst/>
                <a:cxnLst/>
                <a:rect l="l" t="t" r="r" b="b"/>
                <a:pathLst>
                  <a:path w="6041" h="13560" extrusionOk="0">
                    <a:moveTo>
                      <a:pt x="3734" y="1"/>
                    </a:moveTo>
                    <a:cubicBezTo>
                      <a:pt x="1679" y="1"/>
                      <a:pt x="0" y="3033"/>
                      <a:pt x="0" y="6768"/>
                    </a:cubicBezTo>
                    <a:lnTo>
                      <a:pt x="0" y="6768"/>
                    </a:lnTo>
                    <a:cubicBezTo>
                      <a:pt x="0" y="10527"/>
                      <a:pt x="1679" y="13560"/>
                      <a:pt x="3734" y="13560"/>
                    </a:cubicBezTo>
                    <a:lnTo>
                      <a:pt x="3734" y="13560"/>
                    </a:lnTo>
                    <a:lnTo>
                      <a:pt x="6040" y="13560"/>
                    </a:lnTo>
                    <a:cubicBezTo>
                      <a:pt x="5639" y="13560"/>
                      <a:pt x="5263" y="13434"/>
                      <a:pt x="4887" y="13234"/>
                    </a:cubicBezTo>
                    <a:lnTo>
                      <a:pt x="4887" y="13234"/>
                    </a:lnTo>
                    <a:cubicBezTo>
                      <a:pt x="3384" y="12357"/>
                      <a:pt x="2306" y="9800"/>
                      <a:pt x="2306" y="6768"/>
                    </a:cubicBezTo>
                    <a:lnTo>
                      <a:pt x="2306" y="6768"/>
                    </a:lnTo>
                    <a:cubicBezTo>
                      <a:pt x="2306" y="3760"/>
                      <a:pt x="3384" y="1204"/>
                      <a:pt x="4887" y="326"/>
                    </a:cubicBezTo>
                    <a:lnTo>
                      <a:pt x="4887" y="326"/>
                    </a:lnTo>
                    <a:cubicBezTo>
                      <a:pt x="5263" y="126"/>
                      <a:pt x="5639" y="1"/>
                      <a:pt x="6040" y="1"/>
                    </a:cubicBezTo>
                    <a:lnTo>
                      <a:pt x="6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10" name="Google Shape;1910;p41"/>
            <p:cNvGrpSpPr/>
            <p:nvPr/>
          </p:nvGrpSpPr>
          <p:grpSpPr>
            <a:xfrm>
              <a:off x="5827429" y="402095"/>
              <a:ext cx="325269" cy="511271"/>
              <a:chOff x="1471100" y="1593200"/>
              <a:chExt cx="235600" cy="370325"/>
            </a:xfrm>
          </p:grpSpPr>
          <p:sp>
            <p:nvSpPr>
              <p:cNvPr id="1911" name="Google Shape;1911;p41"/>
              <p:cNvSpPr/>
              <p:nvPr/>
            </p:nvSpPr>
            <p:spPr>
              <a:xfrm>
                <a:off x="1542525" y="1881425"/>
                <a:ext cx="82100" cy="82100"/>
              </a:xfrm>
              <a:custGeom>
                <a:avLst/>
                <a:gdLst/>
                <a:ahLst/>
                <a:cxnLst/>
                <a:rect l="l" t="t" r="r" b="b"/>
                <a:pathLst>
                  <a:path w="3284" h="3284" extrusionOk="0">
                    <a:moveTo>
                      <a:pt x="0" y="1630"/>
                    </a:moveTo>
                    <a:cubicBezTo>
                      <a:pt x="0" y="2557"/>
                      <a:pt x="727" y="3284"/>
                      <a:pt x="1629" y="3284"/>
                    </a:cubicBezTo>
                    <a:lnTo>
                      <a:pt x="1629" y="3284"/>
                    </a:lnTo>
                    <a:cubicBezTo>
                      <a:pt x="2532" y="3284"/>
                      <a:pt x="3283" y="2557"/>
                      <a:pt x="3283" y="1630"/>
                    </a:cubicBezTo>
                    <a:lnTo>
                      <a:pt x="3283" y="1630"/>
                    </a:lnTo>
                    <a:cubicBezTo>
                      <a:pt x="3283" y="727"/>
                      <a:pt x="2532" y="1"/>
                      <a:pt x="1629" y="1"/>
                    </a:cubicBezTo>
                    <a:lnTo>
                      <a:pt x="1629" y="1"/>
                    </a:lnTo>
                    <a:cubicBezTo>
                      <a:pt x="727" y="1"/>
                      <a:pt x="0" y="727"/>
                      <a:pt x="0" y="1630"/>
                    </a:cubicBez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41"/>
              <p:cNvSpPr/>
              <p:nvPr/>
            </p:nvSpPr>
            <p:spPr>
              <a:xfrm>
                <a:off x="1593275" y="1593200"/>
                <a:ext cx="113425" cy="339000"/>
              </a:xfrm>
              <a:custGeom>
                <a:avLst/>
                <a:gdLst/>
                <a:ahLst/>
                <a:cxnLst/>
                <a:rect l="l" t="t" r="r" b="b"/>
                <a:pathLst>
                  <a:path w="4537" h="13560" extrusionOk="0">
                    <a:moveTo>
                      <a:pt x="0" y="326"/>
                    </a:moveTo>
                    <a:cubicBezTo>
                      <a:pt x="1003" y="903"/>
                      <a:pt x="1805" y="2181"/>
                      <a:pt x="2231" y="3835"/>
                    </a:cubicBezTo>
                    <a:lnTo>
                      <a:pt x="2231" y="3835"/>
                    </a:lnTo>
                    <a:lnTo>
                      <a:pt x="4537" y="3835"/>
                    </a:lnTo>
                    <a:cubicBezTo>
                      <a:pt x="3935" y="1555"/>
                      <a:pt x="2657" y="1"/>
                      <a:pt x="1153" y="1"/>
                    </a:cubicBezTo>
                    <a:lnTo>
                      <a:pt x="1153" y="1"/>
                    </a:lnTo>
                    <a:cubicBezTo>
                      <a:pt x="752" y="1"/>
                      <a:pt x="376" y="126"/>
                      <a:pt x="0" y="326"/>
                    </a:cubicBezTo>
                    <a:close/>
                    <a:moveTo>
                      <a:pt x="0" y="13234"/>
                    </a:moveTo>
                    <a:cubicBezTo>
                      <a:pt x="376" y="13434"/>
                      <a:pt x="752" y="13560"/>
                      <a:pt x="1153" y="13560"/>
                    </a:cubicBezTo>
                    <a:lnTo>
                      <a:pt x="1153" y="13560"/>
                    </a:lnTo>
                    <a:cubicBezTo>
                      <a:pt x="1178" y="13560"/>
                      <a:pt x="1178" y="13560"/>
                      <a:pt x="1203" y="13560"/>
                    </a:cubicBezTo>
                    <a:lnTo>
                      <a:pt x="1203" y="13560"/>
                    </a:lnTo>
                    <a:cubicBezTo>
                      <a:pt x="1228" y="13434"/>
                      <a:pt x="1253" y="13309"/>
                      <a:pt x="1253" y="13159"/>
                    </a:cubicBezTo>
                    <a:lnTo>
                      <a:pt x="1253" y="13159"/>
                    </a:lnTo>
                    <a:cubicBezTo>
                      <a:pt x="1253" y="12858"/>
                      <a:pt x="1153" y="12557"/>
                      <a:pt x="1028" y="12332"/>
                    </a:cubicBezTo>
                    <a:lnTo>
                      <a:pt x="1028" y="12332"/>
                    </a:lnTo>
                    <a:cubicBezTo>
                      <a:pt x="702" y="12707"/>
                      <a:pt x="376" y="13008"/>
                      <a:pt x="0" y="132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41"/>
              <p:cNvSpPr/>
              <p:nvPr/>
            </p:nvSpPr>
            <p:spPr>
              <a:xfrm>
                <a:off x="1471100" y="1593200"/>
                <a:ext cx="151025" cy="339000"/>
              </a:xfrm>
              <a:custGeom>
                <a:avLst/>
                <a:gdLst/>
                <a:ahLst/>
                <a:cxnLst/>
                <a:rect l="l" t="t" r="r" b="b"/>
                <a:pathLst>
                  <a:path w="6041" h="13560" extrusionOk="0">
                    <a:moveTo>
                      <a:pt x="3734" y="1"/>
                    </a:moveTo>
                    <a:cubicBezTo>
                      <a:pt x="1679" y="1"/>
                      <a:pt x="0" y="3033"/>
                      <a:pt x="0" y="6768"/>
                    </a:cubicBezTo>
                    <a:lnTo>
                      <a:pt x="0" y="6768"/>
                    </a:lnTo>
                    <a:cubicBezTo>
                      <a:pt x="0" y="10527"/>
                      <a:pt x="1679" y="13560"/>
                      <a:pt x="3734" y="13560"/>
                    </a:cubicBezTo>
                    <a:lnTo>
                      <a:pt x="3734" y="13560"/>
                    </a:lnTo>
                    <a:lnTo>
                      <a:pt x="6040" y="13560"/>
                    </a:lnTo>
                    <a:cubicBezTo>
                      <a:pt x="5639" y="13560"/>
                      <a:pt x="5263" y="13434"/>
                      <a:pt x="4887" y="13234"/>
                    </a:cubicBezTo>
                    <a:lnTo>
                      <a:pt x="4887" y="13234"/>
                    </a:lnTo>
                    <a:cubicBezTo>
                      <a:pt x="3384" y="12357"/>
                      <a:pt x="2306" y="9800"/>
                      <a:pt x="2306" y="6768"/>
                    </a:cubicBezTo>
                    <a:lnTo>
                      <a:pt x="2306" y="6768"/>
                    </a:lnTo>
                    <a:cubicBezTo>
                      <a:pt x="2306" y="3760"/>
                      <a:pt x="3384" y="1204"/>
                      <a:pt x="4887" y="326"/>
                    </a:cubicBezTo>
                    <a:lnTo>
                      <a:pt x="4887" y="326"/>
                    </a:lnTo>
                    <a:cubicBezTo>
                      <a:pt x="5263" y="126"/>
                      <a:pt x="5639" y="1"/>
                      <a:pt x="6040" y="1"/>
                    </a:cubicBezTo>
                    <a:lnTo>
                      <a:pt x="6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14" name="Google Shape;1914;p41"/>
            <p:cNvGrpSpPr/>
            <p:nvPr/>
          </p:nvGrpSpPr>
          <p:grpSpPr>
            <a:xfrm>
              <a:off x="6331729" y="402095"/>
              <a:ext cx="325269" cy="511271"/>
              <a:chOff x="1471100" y="1593200"/>
              <a:chExt cx="235600" cy="370325"/>
            </a:xfrm>
          </p:grpSpPr>
          <p:sp>
            <p:nvSpPr>
              <p:cNvPr id="1915" name="Google Shape;1915;p41"/>
              <p:cNvSpPr/>
              <p:nvPr/>
            </p:nvSpPr>
            <p:spPr>
              <a:xfrm>
                <a:off x="1542525" y="1881425"/>
                <a:ext cx="82100" cy="82100"/>
              </a:xfrm>
              <a:custGeom>
                <a:avLst/>
                <a:gdLst/>
                <a:ahLst/>
                <a:cxnLst/>
                <a:rect l="l" t="t" r="r" b="b"/>
                <a:pathLst>
                  <a:path w="3284" h="3284" extrusionOk="0">
                    <a:moveTo>
                      <a:pt x="0" y="1630"/>
                    </a:moveTo>
                    <a:cubicBezTo>
                      <a:pt x="0" y="2557"/>
                      <a:pt x="727" y="3284"/>
                      <a:pt x="1629" y="3284"/>
                    </a:cubicBezTo>
                    <a:lnTo>
                      <a:pt x="1629" y="3284"/>
                    </a:lnTo>
                    <a:cubicBezTo>
                      <a:pt x="2532" y="3284"/>
                      <a:pt x="3283" y="2557"/>
                      <a:pt x="3283" y="1630"/>
                    </a:cubicBezTo>
                    <a:lnTo>
                      <a:pt x="3283" y="1630"/>
                    </a:lnTo>
                    <a:cubicBezTo>
                      <a:pt x="3283" y="727"/>
                      <a:pt x="2532" y="1"/>
                      <a:pt x="1629" y="1"/>
                    </a:cubicBezTo>
                    <a:lnTo>
                      <a:pt x="1629" y="1"/>
                    </a:lnTo>
                    <a:cubicBezTo>
                      <a:pt x="727" y="1"/>
                      <a:pt x="0" y="727"/>
                      <a:pt x="0" y="1630"/>
                    </a:cubicBez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41"/>
              <p:cNvSpPr/>
              <p:nvPr/>
            </p:nvSpPr>
            <p:spPr>
              <a:xfrm>
                <a:off x="1593275" y="1593200"/>
                <a:ext cx="113425" cy="339000"/>
              </a:xfrm>
              <a:custGeom>
                <a:avLst/>
                <a:gdLst/>
                <a:ahLst/>
                <a:cxnLst/>
                <a:rect l="l" t="t" r="r" b="b"/>
                <a:pathLst>
                  <a:path w="4537" h="13560" extrusionOk="0">
                    <a:moveTo>
                      <a:pt x="0" y="326"/>
                    </a:moveTo>
                    <a:cubicBezTo>
                      <a:pt x="1003" y="903"/>
                      <a:pt x="1805" y="2181"/>
                      <a:pt x="2231" y="3835"/>
                    </a:cubicBezTo>
                    <a:lnTo>
                      <a:pt x="2231" y="3835"/>
                    </a:lnTo>
                    <a:lnTo>
                      <a:pt x="4537" y="3835"/>
                    </a:lnTo>
                    <a:cubicBezTo>
                      <a:pt x="3935" y="1555"/>
                      <a:pt x="2657" y="1"/>
                      <a:pt x="1153" y="1"/>
                    </a:cubicBezTo>
                    <a:lnTo>
                      <a:pt x="1153" y="1"/>
                    </a:lnTo>
                    <a:cubicBezTo>
                      <a:pt x="752" y="1"/>
                      <a:pt x="376" y="126"/>
                      <a:pt x="0" y="326"/>
                    </a:cubicBezTo>
                    <a:close/>
                    <a:moveTo>
                      <a:pt x="0" y="13234"/>
                    </a:moveTo>
                    <a:cubicBezTo>
                      <a:pt x="376" y="13434"/>
                      <a:pt x="752" y="13560"/>
                      <a:pt x="1153" y="13560"/>
                    </a:cubicBezTo>
                    <a:lnTo>
                      <a:pt x="1153" y="13560"/>
                    </a:lnTo>
                    <a:cubicBezTo>
                      <a:pt x="1178" y="13560"/>
                      <a:pt x="1178" y="13560"/>
                      <a:pt x="1203" y="13560"/>
                    </a:cubicBezTo>
                    <a:lnTo>
                      <a:pt x="1203" y="13560"/>
                    </a:lnTo>
                    <a:cubicBezTo>
                      <a:pt x="1228" y="13434"/>
                      <a:pt x="1253" y="13309"/>
                      <a:pt x="1253" y="13159"/>
                    </a:cubicBezTo>
                    <a:lnTo>
                      <a:pt x="1253" y="13159"/>
                    </a:lnTo>
                    <a:cubicBezTo>
                      <a:pt x="1253" y="12858"/>
                      <a:pt x="1153" y="12557"/>
                      <a:pt x="1028" y="12332"/>
                    </a:cubicBezTo>
                    <a:lnTo>
                      <a:pt x="1028" y="12332"/>
                    </a:lnTo>
                    <a:cubicBezTo>
                      <a:pt x="702" y="12707"/>
                      <a:pt x="376" y="13008"/>
                      <a:pt x="0" y="132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41"/>
              <p:cNvSpPr/>
              <p:nvPr/>
            </p:nvSpPr>
            <p:spPr>
              <a:xfrm>
                <a:off x="1471100" y="1593200"/>
                <a:ext cx="151025" cy="339000"/>
              </a:xfrm>
              <a:custGeom>
                <a:avLst/>
                <a:gdLst/>
                <a:ahLst/>
                <a:cxnLst/>
                <a:rect l="l" t="t" r="r" b="b"/>
                <a:pathLst>
                  <a:path w="6041" h="13560" extrusionOk="0">
                    <a:moveTo>
                      <a:pt x="3734" y="1"/>
                    </a:moveTo>
                    <a:cubicBezTo>
                      <a:pt x="1679" y="1"/>
                      <a:pt x="0" y="3033"/>
                      <a:pt x="0" y="6768"/>
                    </a:cubicBezTo>
                    <a:lnTo>
                      <a:pt x="0" y="6768"/>
                    </a:lnTo>
                    <a:cubicBezTo>
                      <a:pt x="0" y="10527"/>
                      <a:pt x="1679" y="13560"/>
                      <a:pt x="3734" y="13560"/>
                    </a:cubicBezTo>
                    <a:lnTo>
                      <a:pt x="3734" y="13560"/>
                    </a:lnTo>
                    <a:lnTo>
                      <a:pt x="6040" y="13560"/>
                    </a:lnTo>
                    <a:cubicBezTo>
                      <a:pt x="5639" y="13560"/>
                      <a:pt x="5263" y="13434"/>
                      <a:pt x="4887" y="13234"/>
                    </a:cubicBezTo>
                    <a:lnTo>
                      <a:pt x="4887" y="13234"/>
                    </a:lnTo>
                    <a:cubicBezTo>
                      <a:pt x="3384" y="12357"/>
                      <a:pt x="2306" y="9800"/>
                      <a:pt x="2306" y="6768"/>
                    </a:cubicBezTo>
                    <a:lnTo>
                      <a:pt x="2306" y="6768"/>
                    </a:lnTo>
                    <a:cubicBezTo>
                      <a:pt x="2306" y="3760"/>
                      <a:pt x="3384" y="1204"/>
                      <a:pt x="4887" y="326"/>
                    </a:cubicBezTo>
                    <a:lnTo>
                      <a:pt x="4887" y="326"/>
                    </a:lnTo>
                    <a:cubicBezTo>
                      <a:pt x="5263" y="126"/>
                      <a:pt x="5639" y="1"/>
                      <a:pt x="6040" y="1"/>
                    </a:cubicBezTo>
                    <a:lnTo>
                      <a:pt x="6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18" name="Google Shape;1918;p41"/>
            <p:cNvGrpSpPr/>
            <p:nvPr/>
          </p:nvGrpSpPr>
          <p:grpSpPr>
            <a:xfrm>
              <a:off x="6836029" y="402095"/>
              <a:ext cx="325269" cy="511271"/>
              <a:chOff x="1471100" y="1593200"/>
              <a:chExt cx="235600" cy="370325"/>
            </a:xfrm>
          </p:grpSpPr>
          <p:sp>
            <p:nvSpPr>
              <p:cNvPr id="1919" name="Google Shape;1919;p41"/>
              <p:cNvSpPr/>
              <p:nvPr/>
            </p:nvSpPr>
            <p:spPr>
              <a:xfrm>
                <a:off x="1542525" y="1881425"/>
                <a:ext cx="82100" cy="82100"/>
              </a:xfrm>
              <a:custGeom>
                <a:avLst/>
                <a:gdLst/>
                <a:ahLst/>
                <a:cxnLst/>
                <a:rect l="l" t="t" r="r" b="b"/>
                <a:pathLst>
                  <a:path w="3284" h="3284" extrusionOk="0">
                    <a:moveTo>
                      <a:pt x="0" y="1630"/>
                    </a:moveTo>
                    <a:cubicBezTo>
                      <a:pt x="0" y="2557"/>
                      <a:pt x="727" y="3284"/>
                      <a:pt x="1629" y="3284"/>
                    </a:cubicBezTo>
                    <a:lnTo>
                      <a:pt x="1629" y="3284"/>
                    </a:lnTo>
                    <a:cubicBezTo>
                      <a:pt x="2532" y="3284"/>
                      <a:pt x="3283" y="2557"/>
                      <a:pt x="3283" y="1630"/>
                    </a:cubicBezTo>
                    <a:lnTo>
                      <a:pt x="3283" y="1630"/>
                    </a:lnTo>
                    <a:cubicBezTo>
                      <a:pt x="3283" y="727"/>
                      <a:pt x="2532" y="1"/>
                      <a:pt x="1629" y="1"/>
                    </a:cubicBezTo>
                    <a:lnTo>
                      <a:pt x="1629" y="1"/>
                    </a:lnTo>
                    <a:cubicBezTo>
                      <a:pt x="727" y="1"/>
                      <a:pt x="0" y="727"/>
                      <a:pt x="0" y="1630"/>
                    </a:cubicBez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41"/>
              <p:cNvSpPr/>
              <p:nvPr/>
            </p:nvSpPr>
            <p:spPr>
              <a:xfrm>
                <a:off x="1593275" y="1593200"/>
                <a:ext cx="113425" cy="339000"/>
              </a:xfrm>
              <a:custGeom>
                <a:avLst/>
                <a:gdLst/>
                <a:ahLst/>
                <a:cxnLst/>
                <a:rect l="l" t="t" r="r" b="b"/>
                <a:pathLst>
                  <a:path w="4537" h="13560" extrusionOk="0">
                    <a:moveTo>
                      <a:pt x="0" y="326"/>
                    </a:moveTo>
                    <a:cubicBezTo>
                      <a:pt x="1003" y="903"/>
                      <a:pt x="1805" y="2181"/>
                      <a:pt x="2231" y="3835"/>
                    </a:cubicBezTo>
                    <a:lnTo>
                      <a:pt x="2231" y="3835"/>
                    </a:lnTo>
                    <a:lnTo>
                      <a:pt x="4537" y="3835"/>
                    </a:lnTo>
                    <a:cubicBezTo>
                      <a:pt x="3935" y="1555"/>
                      <a:pt x="2657" y="1"/>
                      <a:pt x="1153" y="1"/>
                    </a:cubicBezTo>
                    <a:lnTo>
                      <a:pt x="1153" y="1"/>
                    </a:lnTo>
                    <a:cubicBezTo>
                      <a:pt x="752" y="1"/>
                      <a:pt x="376" y="126"/>
                      <a:pt x="0" y="326"/>
                    </a:cubicBezTo>
                    <a:close/>
                    <a:moveTo>
                      <a:pt x="0" y="13234"/>
                    </a:moveTo>
                    <a:cubicBezTo>
                      <a:pt x="376" y="13434"/>
                      <a:pt x="752" y="13560"/>
                      <a:pt x="1153" y="13560"/>
                    </a:cubicBezTo>
                    <a:lnTo>
                      <a:pt x="1153" y="13560"/>
                    </a:lnTo>
                    <a:cubicBezTo>
                      <a:pt x="1178" y="13560"/>
                      <a:pt x="1178" y="13560"/>
                      <a:pt x="1203" y="13560"/>
                    </a:cubicBezTo>
                    <a:lnTo>
                      <a:pt x="1203" y="13560"/>
                    </a:lnTo>
                    <a:cubicBezTo>
                      <a:pt x="1228" y="13434"/>
                      <a:pt x="1253" y="13309"/>
                      <a:pt x="1253" y="13159"/>
                    </a:cubicBezTo>
                    <a:lnTo>
                      <a:pt x="1253" y="13159"/>
                    </a:lnTo>
                    <a:cubicBezTo>
                      <a:pt x="1253" y="12858"/>
                      <a:pt x="1153" y="12557"/>
                      <a:pt x="1028" y="12332"/>
                    </a:cubicBezTo>
                    <a:lnTo>
                      <a:pt x="1028" y="12332"/>
                    </a:lnTo>
                    <a:cubicBezTo>
                      <a:pt x="702" y="12707"/>
                      <a:pt x="376" y="13008"/>
                      <a:pt x="0" y="132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41"/>
              <p:cNvSpPr/>
              <p:nvPr/>
            </p:nvSpPr>
            <p:spPr>
              <a:xfrm>
                <a:off x="1471100" y="1593200"/>
                <a:ext cx="151025" cy="339000"/>
              </a:xfrm>
              <a:custGeom>
                <a:avLst/>
                <a:gdLst/>
                <a:ahLst/>
                <a:cxnLst/>
                <a:rect l="l" t="t" r="r" b="b"/>
                <a:pathLst>
                  <a:path w="6041" h="13560" extrusionOk="0">
                    <a:moveTo>
                      <a:pt x="3734" y="1"/>
                    </a:moveTo>
                    <a:cubicBezTo>
                      <a:pt x="1679" y="1"/>
                      <a:pt x="0" y="3033"/>
                      <a:pt x="0" y="6768"/>
                    </a:cubicBezTo>
                    <a:lnTo>
                      <a:pt x="0" y="6768"/>
                    </a:lnTo>
                    <a:cubicBezTo>
                      <a:pt x="0" y="10527"/>
                      <a:pt x="1679" y="13560"/>
                      <a:pt x="3734" y="13560"/>
                    </a:cubicBezTo>
                    <a:lnTo>
                      <a:pt x="3734" y="13560"/>
                    </a:lnTo>
                    <a:lnTo>
                      <a:pt x="6040" y="13560"/>
                    </a:lnTo>
                    <a:cubicBezTo>
                      <a:pt x="5639" y="13560"/>
                      <a:pt x="5263" y="13434"/>
                      <a:pt x="4887" y="13234"/>
                    </a:cubicBezTo>
                    <a:lnTo>
                      <a:pt x="4887" y="13234"/>
                    </a:lnTo>
                    <a:cubicBezTo>
                      <a:pt x="3384" y="12357"/>
                      <a:pt x="2306" y="9800"/>
                      <a:pt x="2306" y="6768"/>
                    </a:cubicBezTo>
                    <a:lnTo>
                      <a:pt x="2306" y="6768"/>
                    </a:lnTo>
                    <a:cubicBezTo>
                      <a:pt x="2306" y="3760"/>
                      <a:pt x="3384" y="1204"/>
                      <a:pt x="4887" y="326"/>
                    </a:cubicBezTo>
                    <a:lnTo>
                      <a:pt x="4887" y="326"/>
                    </a:lnTo>
                    <a:cubicBezTo>
                      <a:pt x="5263" y="126"/>
                      <a:pt x="5639" y="1"/>
                      <a:pt x="6040" y="1"/>
                    </a:cubicBezTo>
                    <a:lnTo>
                      <a:pt x="6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22" name="Google Shape;1922;p41"/>
            <p:cNvGrpSpPr/>
            <p:nvPr/>
          </p:nvGrpSpPr>
          <p:grpSpPr>
            <a:xfrm>
              <a:off x="7340329" y="402095"/>
              <a:ext cx="325269" cy="511271"/>
              <a:chOff x="1471100" y="1593200"/>
              <a:chExt cx="235600" cy="370325"/>
            </a:xfrm>
          </p:grpSpPr>
          <p:sp>
            <p:nvSpPr>
              <p:cNvPr id="1923" name="Google Shape;1923;p41"/>
              <p:cNvSpPr/>
              <p:nvPr/>
            </p:nvSpPr>
            <p:spPr>
              <a:xfrm>
                <a:off x="1542525" y="1881425"/>
                <a:ext cx="82100" cy="82100"/>
              </a:xfrm>
              <a:custGeom>
                <a:avLst/>
                <a:gdLst/>
                <a:ahLst/>
                <a:cxnLst/>
                <a:rect l="l" t="t" r="r" b="b"/>
                <a:pathLst>
                  <a:path w="3284" h="3284" extrusionOk="0">
                    <a:moveTo>
                      <a:pt x="0" y="1630"/>
                    </a:moveTo>
                    <a:cubicBezTo>
                      <a:pt x="0" y="2557"/>
                      <a:pt x="727" y="3284"/>
                      <a:pt x="1629" y="3284"/>
                    </a:cubicBezTo>
                    <a:lnTo>
                      <a:pt x="1629" y="3284"/>
                    </a:lnTo>
                    <a:cubicBezTo>
                      <a:pt x="2532" y="3284"/>
                      <a:pt x="3283" y="2557"/>
                      <a:pt x="3283" y="1630"/>
                    </a:cubicBezTo>
                    <a:lnTo>
                      <a:pt x="3283" y="1630"/>
                    </a:lnTo>
                    <a:cubicBezTo>
                      <a:pt x="3283" y="727"/>
                      <a:pt x="2532" y="1"/>
                      <a:pt x="1629" y="1"/>
                    </a:cubicBezTo>
                    <a:lnTo>
                      <a:pt x="1629" y="1"/>
                    </a:lnTo>
                    <a:cubicBezTo>
                      <a:pt x="727" y="1"/>
                      <a:pt x="0" y="727"/>
                      <a:pt x="0" y="1630"/>
                    </a:cubicBez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41"/>
              <p:cNvSpPr/>
              <p:nvPr/>
            </p:nvSpPr>
            <p:spPr>
              <a:xfrm>
                <a:off x="1593275" y="1593200"/>
                <a:ext cx="113425" cy="339000"/>
              </a:xfrm>
              <a:custGeom>
                <a:avLst/>
                <a:gdLst/>
                <a:ahLst/>
                <a:cxnLst/>
                <a:rect l="l" t="t" r="r" b="b"/>
                <a:pathLst>
                  <a:path w="4537" h="13560" extrusionOk="0">
                    <a:moveTo>
                      <a:pt x="0" y="326"/>
                    </a:moveTo>
                    <a:cubicBezTo>
                      <a:pt x="1003" y="903"/>
                      <a:pt x="1805" y="2181"/>
                      <a:pt x="2231" y="3835"/>
                    </a:cubicBezTo>
                    <a:lnTo>
                      <a:pt x="2231" y="3835"/>
                    </a:lnTo>
                    <a:lnTo>
                      <a:pt x="4537" y="3835"/>
                    </a:lnTo>
                    <a:cubicBezTo>
                      <a:pt x="3935" y="1555"/>
                      <a:pt x="2657" y="1"/>
                      <a:pt x="1153" y="1"/>
                    </a:cubicBezTo>
                    <a:lnTo>
                      <a:pt x="1153" y="1"/>
                    </a:lnTo>
                    <a:cubicBezTo>
                      <a:pt x="752" y="1"/>
                      <a:pt x="376" y="126"/>
                      <a:pt x="0" y="326"/>
                    </a:cubicBezTo>
                    <a:close/>
                    <a:moveTo>
                      <a:pt x="0" y="13234"/>
                    </a:moveTo>
                    <a:cubicBezTo>
                      <a:pt x="376" y="13434"/>
                      <a:pt x="752" y="13560"/>
                      <a:pt x="1153" y="13560"/>
                    </a:cubicBezTo>
                    <a:lnTo>
                      <a:pt x="1153" y="13560"/>
                    </a:lnTo>
                    <a:cubicBezTo>
                      <a:pt x="1178" y="13560"/>
                      <a:pt x="1178" y="13560"/>
                      <a:pt x="1203" y="13560"/>
                    </a:cubicBezTo>
                    <a:lnTo>
                      <a:pt x="1203" y="13560"/>
                    </a:lnTo>
                    <a:cubicBezTo>
                      <a:pt x="1228" y="13434"/>
                      <a:pt x="1253" y="13309"/>
                      <a:pt x="1253" y="13159"/>
                    </a:cubicBezTo>
                    <a:lnTo>
                      <a:pt x="1253" y="13159"/>
                    </a:lnTo>
                    <a:cubicBezTo>
                      <a:pt x="1253" y="12858"/>
                      <a:pt x="1153" y="12557"/>
                      <a:pt x="1028" y="12332"/>
                    </a:cubicBezTo>
                    <a:lnTo>
                      <a:pt x="1028" y="12332"/>
                    </a:lnTo>
                    <a:cubicBezTo>
                      <a:pt x="702" y="12707"/>
                      <a:pt x="376" y="13008"/>
                      <a:pt x="0" y="132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41"/>
              <p:cNvSpPr/>
              <p:nvPr/>
            </p:nvSpPr>
            <p:spPr>
              <a:xfrm>
                <a:off x="1471100" y="1593200"/>
                <a:ext cx="151025" cy="339000"/>
              </a:xfrm>
              <a:custGeom>
                <a:avLst/>
                <a:gdLst/>
                <a:ahLst/>
                <a:cxnLst/>
                <a:rect l="l" t="t" r="r" b="b"/>
                <a:pathLst>
                  <a:path w="6041" h="13560" extrusionOk="0">
                    <a:moveTo>
                      <a:pt x="3734" y="1"/>
                    </a:moveTo>
                    <a:cubicBezTo>
                      <a:pt x="1679" y="1"/>
                      <a:pt x="0" y="3033"/>
                      <a:pt x="0" y="6768"/>
                    </a:cubicBezTo>
                    <a:lnTo>
                      <a:pt x="0" y="6768"/>
                    </a:lnTo>
                    <a:cubicBezTo>
                      <a:pt x="0" y="10527"/>
                      <a:pt x="1679" y="13560"/>
                      <a:pt x="3734" y="13560"/>
                    </a:cubicBezTo>
                    <a:lnTo>
                      <a:pt x="3734" y="13560"/>
                    </a:lnTo>
                    <a:lnTo>
                      <a:pt x="6040" y="13560"/>
                    </a:lnTo>
                    <a:cubicBezTo>
                      <a:pt x="5639" y="13560"/>
                      <a:pt x="5263" y="13434"/>
                      <a:pt x="4887" y="13234"/>
                    </a:cubicBezTo>
                    <a:lnTo>
                      <a:pt x="4887" y="13234"/>
                    </a:lnTo>
                    <a:cubicBezTo>
                      <a:pt x="3384" y="12357"/>
                      <a:pt x="2306" y="9800"/>
                      <a:pt x="2306" y="6768"/>
                    </a:cubicBezTo>
                    <a:lnTo>
                      <a:pt x="2306" y="6768"/>
                    </a:lnTo>
                    <a:cubicBezTo>
                      <a:pt x="2306" y="3760"/>
                      <a:pt x="3384" y="1204"/>
                      <a:pt x="4887" y="326"/>
                    </a:cubicBezTo>
                    <a:lnTo>
                      <a:pt x="4887" y="326"/>
                    </a:lnTo>
                    <a:cubicBezTo>
                      <a:pt x="5263" y="126"/>
                      <a:pt x="5639" y="1"/>
                      <a:pt x="6040" y="1"/>
                    </a:cubicBezTo>
                    <a:lnTo>
                      <a:pt x="6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26" name="Google Shape;1926;p41"/>
            <p:cNvGrpSpPr/>
            <p:nvPr/>
          </p:nvGrpSpPr>
          <p:grpSpPr>
            <a:xfrm>
              <a:off x="7844629" y="402095"/>
              <a:ext cx="325269" cy="511271"/>
              <a:chOff x="1471100" y="1593200"/>
              <a:chExt cx="235600" cy="370325"/>
            </a:xfrm>
          </p:grpSpPr>
          <p:sp>
            <p:nvSpPr>
              <p:cNvPr id="1927" name="Google Shape;1927;p41"/>
              <p:cNvSpPr/>
              <p:nvPr/>
            </p:nvSpPr>
            <p:spPr>
              <a:xfrm>
                <a:off x="1542525" y="1881425"/>
                <a:ext cx="82100" cy="82100"/>
              </a:xfrm>
              <a:custGeom>
                <a:avLst/>
                <a:gdLst/>
                <a:ahLst/>
                <a:cxnLst/>
                <a:rect l="l" t="t" r="r" b="b"/>
                <a:pathLst>
                  <a:path w="3284" h="3284" extrusionOk="0">
                    <a:moveTo>
                      <a:pt x="0" y="1630"/>
                    </a:moveTo>
                    <a:cubicBezTo>
                      <a:pt x="0" y="2557"/>
                      <a:pt x="727" y="3284"/>
                      <a:pt x="1629" y="3284"/>
                    </a:cubicBezTo>
                    <a:lnTo>
                      <a:pt x="1629" y="3284"/>
                    </a:lnTo>
                    <a:cubicBezTo>
                      <a:pt x="2532" y="3284"/>
                      <a:pt x="3283" y="2557"/>
                      <a:pt x="3283" y="1630"/>
                    </a:cubicBezTo>
                    <a:lnTo>
                      <a:pt x="3283" y="1630"/>
                    </a:lnTo>
                    <a:cubicBezTo>
                      <a:pt x="3283" y="727"/>
                      <a:pt x="2532" y="1"/>
                      <a:pt x="1629" y="1"/>
                    </a:cubicBezTo>
                    <a:lnTo>
                      <a:pt x="1629" y="1"/>
                    </a:lnTo>
                    <a:cubicBezTo>
                      <a:pt x="727" y="1"/>
                      <a:pt x="0" y="727"/>
                      <a:pt x="0" y="1630"/>
                    </a:cubicBez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41"/>
              <p:cNvSpPr/>
              <p:nvPr/>
            </p:nvSpPr>
            <p:spPr>
              <a:xfrm>
                <a:off x="1593275" y="1593200"/>
                <a:ext cx="113425" cy="339000"/>
              </a:xfrm>
              <a:custGeom>
                <a:avLst/>
                <a:gdLst/>
                <a:ahLst/>
                <a:cxnLst/>
                <a:rect l="l" t="t" r="r" b="b"/>
                <a:pathLst>
                  <a:path w="4537" h="13560" extrusionOk="0">
                    <a:moveTo>
                      <a:pt x="0" y="326"/>
                    </a:moveTo>
                    <a:cubicBezTo>
                      <a:pt x="1003" y="903"/>
                      <a:pt x="1805" y="2181"/>
                      <a:pt x="2231" y="3835"/>
                    </a:cubicBezTo>
                    <a:lnTo>
                      <a:pt x="2231" y="3835"/>
                    </a:lnTo>
                    <a:lnTo>
                      <a:pt x="4537" y="3835"/>
                    </a:lnTo>
                    <a:cubicBezTo>
                      <a:pt x="3935" y="1555"/>
                      <a:pt x="2657" y="1"/>
                      <a:pt x="1153" y="1"/>
                    </a:cubicBezTo>
                    <a:lnTo>
                      <a:pt x="1153" y="1"/>
                    </a:lnTo>
                    <a:cubicBezTo>
                      <a:pt x="752" y="1"/>
                      <a:pt x="376" y="126"/>
                      <a:pt x="0" y="326"/>
                    </a:cubicBezTo>
                    <a:close/>
                    <a:moveTo>
                      <a:pt x="0" y="13234"/>
                    </a:moveTo>
                    <a:cubicBezTo>
                      <a:pt x="376" y="13434"/>
                      <a:pt x="752" y="13560"/>
                      <a:pt x="1153" y="13560"/>
                    </a:cubicBezTo>
                    <a:lnTo>
                      <a:pt x="1153" y="13560"/>
                    </a:lnTo>
                    <a:cubicBezTo>
                      <a:pt x="1178" y="13560"/>
                      <a:pt x="1178" y="13560"/>
                      <a:pt x="1203" y="13560"/>
                    </a:cubicBezTo>
                    <a:lnTo>
                      <a:pt x="1203" y="13560"/>
                    </a:lnTo>
                    <a:cubicBezTo>
                      <a:pt x="1228" y="13434"/>
                      <a:pt x="1253" y="13309"/>
                      <a:pt x="1253" y="13159"/>
                    </a:cubicBezTo>
                    <a:lnTo>
                      <a:pt x="1253" y="13159"/>
                    </a:lnTo>
                    <a:cubicBezTo>
                      <a:pt x="1253" y="12858"/>
                      <a:pt x="1153" y="12557"/>
                      <a:pt x="1028" y="12332"/>
                    </a:cubicBezTo>
                    <a:lnTo>
                      <a:pt x="1028" y="12332"/>
                    </a:lnTo>
                    <a:cubicBezTo>
                      <a:pt x="702" y="12707"/>
                      <a:pt x="376" y="13008"/>
                      <a:pt x="0" y="132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41"/>
              <p:cNvSpPr/>
              <p:nvPr/>
            </p:nvSpPr>
            <p:spPr>
              <a:xfrm>
                <a:off x="1471100" y="1593200"/>
                <a:ext cx="151025" cy="339000"/>
              </a:xfrm>
              <a:custGeom>
                <a:avLst/>
                <a:gdLst/>
                <a:ahLst/>
                <a:cxnLst/>
                <a:rect l="l" t="t" r="r" b="b"/>
                <a:pathLst>
                  <a:path w="6041" h="13560" extrusionOk="0">
                    <a:moveTo>
                      <a:pt x="3734" y="1"/>
                    </a:moveTo>
                    <a:cubicBezTo>
                      <a:pt x="1679" y="1"/>
                      <a:pt x="0" y="3033"/>
                      <a:pt x="0" y="6768"/>
                    </a:cubicBezTo>
                    <a:lnTo>
                      <a:pt x="0" y="6768"/>
                    </a:lnTo>
                    <a:cubicBezTo>
                      <a:pt x="0" y="10527"/>
                      <a:pt x="1679" y="13560"/>
                      <a:pt x="3734" y="13560"/>
                    </a:cubicBezTo>
                    <a:lnTo>
                      <a:pt x="3734" y="13560"/>
                    </a:lnTo>
                    <a:lnTo>
                      <a:pt x="6040" y="13560"/>
                    </a:lnTo>
                    <a:cubicBezTo>
                      <a:pt x="5639" y="13560"/>
                      <a:pt x="5263" y="13434"/>
                      <a:pt x="4887" y="13234"/>
                    </a:cubicBezTo>
                    <a:lnTo>
                      <a:pt x="4887" y="13234"/>
                    </a:lnTo>
                    <a:cubicBezTo>
                      <a:pt x="3384" y="12357"/>
                      <a:pt x="2306" y="9800"/>
                      <a:pt x="2306" y="6768"/>
                    </a:cubicBezTo>
                    <a:lnTo>
                      <a:pt x="2306" y="6768"/>
                    </a:lnTo>
                    <a:cubicBezTo>
                      <a:pt x="2306" y="3760"/>
                      <a:pt x="3384" y="1204"/>
                      <a:pt x="4887" y="326"/>
                    </a:cubicBezTo>
                    <a:lnTo>
                      <a:pt x="4887" y="326"/>
                    </a:lnTo>
                    <a:cubicBezTo>
                      <a:pt x="5263" y="126"/>
                      <a:pt x="5639" y="1"/>
                      <a:pt x="6040" y="1"/>
                    </a:cubicBezTo>
                    <a:lnTo>
                      <a:pt x="6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930" name="Google Shape;1930;p41"/>
          <p:cNvSpPr/>
          <p:nvPr/>
        </p:nvSpPr>
        <p:spPr>
          <a:xfrm>
            <a:off x="715625" y="3406900"/>
            <a:ext cx="3073800" cy="1365600"/>
          </a:xfrm>
          <a:prstGeom prst="rect">
            <a:avLst/>
          </a:pr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41"/>
          <p:cNvSpPr/>
          <p:nvPr/>
        </p:nvSpPr>
        <p:spPr>
          <a:xfrm>
            <a:off x="4399950" y="3406900"/>
            <a:ext cx="4033800" cy="1365600"/>
          </a:xfrm>
          <a:prstGeom prst="rect">
            <a:avLst/>
          </a:pr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32" name="Google Shape;1932;p41"/>
          <p:cNvGrpSpPr/>
          <p:nvPr/>
        </p:nvGrpSpPr>
        <p:grpSpPr>
          <a:xfrm>
            <a:off x="4031919" y="3569172"/>
            <a:ext cx="531539" cy="1041063"/>
            <a:chOff x="4031919" y="3569172"/>
            <a:chExt cx="531539" cy="1041063"/>
          </a:xfrm>
        </p:grpSpPr>
        <p:grpSp>
          <p:nvGrpSpPr>
            <p:cNvPr id="1933" name="Google Shape;1933;p41"/>
            <p:cNvGrpSpPr/>
            <p:nvPr/>
          </p:nvGrpSpPr>
          <p:grpSpPr>
            <a:xfrm>
              <a:off x="4031919" y="3569172"/>
              <a:ext cx="531539" cy="155710"/>
              <a:chOff x="1780525" y="2859350"/>
              <a:chExt cx="387250" cy="113450"/>
            </a:xfrm>
          </p:grpSpPr>
          <p:sp>
            <p:nvSpPr>
              <p:cNvPr id="1934" name="Google Shape;1934;p41"/>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41"/>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41"/>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37" name="Google Shape;1937;p41"/>
            <p:cNvGrpSpPr/>
            <p:nvPr/>
          </p:nvGrpSpPr>
          <p:grpSpPr>
            <a:xfrm>
              <a:off x="4031919" y="3864286"/>
              <a:ext cx="531539" cy="155710"/>
              <a:chOff x="1780525" y="2859350"/>
              <a:chExt cx="387250" cy="113450"/>
            </a:xfrm>
          </p:grpSpPr>
          <p:sp>
            <p:nvSpPr>
              <p:cNvPr id="1938" name="Google Shape;1938;p41"/>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41"/>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41"/>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1" name="Google Shape;1941;p41"/>
            <p:cNvGrpSpPr/>
            <p:nvPr/>
          </p:nvGrpSpPr>
          <p:grpSpPr>
            <a:xfrm>
              <a:off x="4031919" y="4159400"/>
              <a:ext cx="531539" cy="155710"/>
              <a:chOff x="1780525" y="2859350"/>
              <a:chExt cx="387250" cy="113450"/>
            </a:xfrm>
          </p:grpSpPr>
          <p:sp>
            <p:nvSpPr>
              <p:cNvPr id="1942" name="Google Shape;1942;p41"/>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41"/>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41"/>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5" name="Google Shape;1945;p41"/>
            <p:cNvGrpSpPr/>
            <p:nvPr/>
          </p:nvGrpSpPr>
          <p:grpSpPr>
            <a:xfrm>
              <a:off x="4031919" y="4454525"/>
              <a:ext cx="531539" cy="155710"/>
              <a:chOff x="1780525" y="2859350"/>
              <a:chExt cx="387250" cy="113450"/>
            </a:xfrm>
          </p:grpSpPr>
          <p:sp>
            <p:nvSpPr>
              <p:cNvPr id="1946" name="Google Shape;1946;p41"/>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41"/>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41"/>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49" name="Google Shape;1949;p41"/>
          <p:cNvGrpSpPr/>
          <p:nvPr/>
        </p:nvGrpSpPr>
        <p:grpSpPr>
          <a:xfrm>
            <a:off x="1289140" y="3612346"/>
            <a:ext cx="1926766" cy="954720"/>
            <a:chOff x="5010950" y="3680700"/>
            <a:chExt cx="948025" cy="469750"/>
          </a:xfrm>
        </p:grpSpPr>
        <p:sp>
          <p:nvSpPr>
            <p:cNvPr id="1950" name="Google Shape;1950;p41"/>
            <p:cNvSpPr/>
            <p:nvPr/>
          </p:nvSpPr>
          <p:spPr>
            <a:xfrm>
              <a:off x="5490275" y="3680700"/>
              <a:ext cx="468700" cy="464925"/>
            </a:xfrm>
            <a:custGeom>
              <a:avLst/>
              <a:gdLst/>
              <a:ahLst/>
              <a:cxnLst/>
              <a:rect l="l" t="t" r="r" b="b"/>
              <a:pathLst>
                <a:path w="18748" h="18597" extrusionOk="0">
                  <a:moveTo>
                    <a:pt x="10652" y="624"/>
                  </a:moveTo>
                  <a:cubicBezTo>
                    <a:pt x="11229" y="649"/>
                    <a:pt x="11755" y="800"/>
                    <a:pt x="12306" y="1025"/>
                  </a:cubicBezTo>
                  <a:cubicBezTo>
                    <a:pt x="12206" y="1301"/>
                    <a:pt x="12106" y="1527"/>
                    <a:pt x="12006" y="1752"/>
                  </a:cubicBezTo>
                  <a:cubicBezTo>
                    <a:pt x="11805" y="2228"/>
                    <a:pt x="11855" y="2404"/>
                    <a:pt x="12256" y="2679"/>
                  </a:cubicBezTo>
                  <a:cubicBezTo>
                    <a:pt x="12482" y="2830"/>
                    <a:pt x="12733" y="2980"/>
                    <a:pt x="12983" y="3131"/>
                  </a:cubicBezTo>
                  <a:cubicBezTo>
                    <a:pt x="13153" y="3216"/>
                    <a:pt x="13269" y="3260"/>
                    <a:pt x="13373" y="3260"/>
                  </a:cubicBezTo>
                  <a:cubicBezTo>
                    <a:pt x="13514" y="3260"/>
                    <a:pt x="13633" y="3178"/>
                    <a:pt x="13835" y="3005"/>
                  </a:cubicBezTo>
                  <a:cubicBezTo>
                    <a:pt x="14086" y="2780"/>
                    <a:pt x="14337" y="2529"/>
                    <a:pt x="14637" y="2253"/>
                  </a:cubicBezTo>
                  <a:cubicBezTo>
                    <a:pt x="15063" y="2554"/>
                    <a:pt x="15489" y="2955"/>
                    <a:pt x="15941" y="3431"/>
                  </a:cubicBezTo>
                  <a:cubicBezTo>
                    <a:pt x="15640" y="3707"/>
                    <a:pt x="15389" y="3958"/>
                    <a:pt x="15113" y="4233"/>
                  </a:cubicBezTo>
                  <a:cubicBezTo>
                    <a:pt x="14712" y="4634"/>
                    <a:pt x="14712" y="4735"/>
                    <a:pt x="15063" y="5186"/>
                  </a:cubicBezTo>
                  <a:cubicBezTo>
                    <a:pt x="15239" y="5436"/>
                    <a:pt x="15414" y="5687"/>
                    <a:pt x="15615" y="5913"/>
                  </a:cubicBezTo>
                  <a:cubicBezTo>
                    <a:pt x="15786" y="6115"/>
                    <a:pt x="15890" y="6202"/>
                    <a:pt x="16040" y="6202"/>
                  </a:cubicBezTo>
                  <a:cubicBezTo>
                    <a:pt x="16132" y="6202"/>
                    <a:pt x="16240" y="6170"/>
                    <a:pt x="16392" y="6113"/>
                  </a:cubicBezTo>
                  <a:cubicBezTo>
                    <a:pt x="16718" y="5988"/>
                    <a:pt x="17018" y="5862"/>
                    <a:pt x="17394" y="5712"/>
                  </a:cubicBezTo>
                  <a:cubicBezTo>
                    <a:pt x="17745" y="6364"/>
                    <a:pt x="17921" y="7040"/>
                    <a:pt x="18046" y="7817"/>
                  </a:cubicBezTo>
                  <a:cubicBezTo>
                    <a:pt x="17645" y="7893"/>
                    <a:pt x="17294" y="7943"/>
                    <a:pt x="16918" y="7993"/>
                  </a:cubicBezTo>
                  <a:cubicBezTo>
                    <a:pt x="16392" y="8043"/>
                    <a:pt x="16342" y="8118"/>
                    <a:pt x="16342" y="8644"/>
                  </a:cubicBezTo>
                  <a:cubicBezTo>
                    <a:pt x="16367" y="9096"/>
                    <a:pt x="16367" y="9572"/>
                    <a:pt x="16417" y="10023"/>
                  </a:cubicBezTo>
                  <a:cubicBezTo>
                    <a:pt x="16417" y="10248"/>
                    <a:pt x="16492" y="10474"/>
                    <a:pt x="16517" y="10750"/>
                  </a:cubicBezTo>
                  <a:lnTo>
                    <a:pt x="18096" y="10750"/>
                  </a:lnTo>
                  <a:cubicBezTo>
                    <a:pt x="17946" y="11301"/>
                    <a:pt x="17820" y="11802"/>
                    <a:pt x="17670" y="12404"/>
                  </a:cubicBezTo>
                  <a:cubicBezTo>
                    <a:pt x="17269" y="12203"/>
                    <a:pt x="16968" y="12028"/>
                    <a:pt x="16642" y="11877"/>
                  </a:cubicBezTo>
                  <a:cubicBezTo>
                    <a:pt x="16485" y="11813"/>
                    <a:pt x="16362" y="11775"/>
                    <a:pt x="16256" y="11775"/>
                  </a:cubicBezTo>
                  <a:cubicBezTo>
                    <a:pt x="16076" y="11775"/>
                    <a:pt x="15948" y="11884"/>
                    <a:pt x="15790" y="12153"/>
                  </a:cubicBezTo>
                  <a:cubicBezTo>
                    <a:pt x="15640" y="12479"/>
                    <a:pt x="15464" y="12805"/>
                    <a:pt x="15339" y="13156"/>
                  </a:cubicBezTo>
                  <a:cubicBezTo>
                    <a:pt x="15189" y="13532"/>
                    <a:pt x="15264" y="13732"/>
                    <a:pt x="15615" y="13983"/>
                  </a:cubicBezTo>
                  <a:cubicBezTo>
                    <a:pt x="15865" y="14183"/>
                    <a:pt x="16116" y="14359"/>
                    <a:pt x="16467" y="14584"/>
                  </a:cubicBezTo>
                  <a:cubicBezTo>
                    <a:pt x="16066" y="15035"/>
                    <a:pt x="15715" y="15411"/>
                    <a:pt x="15339" y="15837"/>
                  </a:cubicBezTo>
                  <a:cubicBezTo>
                    <a:pt x="15063" y="15537"/>
                    <a:pt x="14863" y="15311"/>
                    <a:pt x="14637" y="15086"/>
                  </a:cubicBezTo>
                  <a:cubicBezTo>
                    <a:pt x="14421" y="14842"/>
                    <a:pt x="14270" y="14730"/>
                    <a:pt x="14098" y="14730"/>
                  </a:cubicBezTo>
                  <a:cubicBezTo>
                    <a:pt x="13951" y="14730"/>
                    <a:pt x="13790" y="14811"/>
                    <a:pt x="13560" y="14960"/>
                  </a:cubicBezTo>
                  <a:cubicBezTo>
                    <a:pt x="13334" y="15111"/>
                    <a:pt x="13134" y="15261"/>
                    <a:pt x="12908" y="15411"/>
                  </a:cubicBezTo>
                  <a:cubicBezTo>
                    <a:pt x="12482" y="15737"/>
                    <a:pt x="12457" y="15862"/>
                    <a:pt x="12657" y="16339"/>
                  </a:cubicBezTo>
                  <a:cubicBezTo>
                    <a:pt x="12733" y="16489"/>
                    <a:pt x="12808" y="16639"/>
                    <a:pt x="12883" y="16765"/>
                  </a:cubicBezTo>
                  <a:cubicBezTo>
                    <a:pt x="12933" y="16915"/>
                    <a:pt x="13008" y="17065"/>
                    <a:pt x="13083" y="17291"/>
                  </a:cubicBezTo>
                  <a:cubicBezTo>
                    <a:pt x="12457" y="17642"/>
                    <a:pt x="11780" y="17817"/>
                    <a:pt x="11003" y="17968"/>
                  </a:cubicBezTo>
                  <a:cubicBezTo>
                    <a:pt x="10978" y="17642"/>
                    <a:pt x="10953" y="17366"/>
                    <a:pt x="10928" y="17091"/>
                  </a:cubicBezTo>
                  <a:cubicBezTo>
                    <a:pt x="10903" y="16514"/>
                    <a:pt x="10828" y="16439"/>
                    <a:pt x="10251" y="16439"/>
                  </a:cubicBezTo>
                  <a:cubicBezTo>
                    <a:pt x="10118" y="16431"/>
                    <a:pt x="9981" y="16428"/>
                    <a:pt x="9844" y="16428"/>
                  </a:cubicBezTo>
                  <a:cubicBezTo>
                    <a:pt x="9569" y="16428"/>
                    <a:pt x="9291" y="16439"/>
                    <a:pt x="9023" y="16439"/>
                  </a:cubicBezTo>
                  <a:cubicBezTo>
                    <a:pt x="8372" y="16489"/>
                    <a:pt x="8296" y="16564"/>
                    <a:pt x="8221" y="17241"/>
                  </a:cubicBezTo>
                  <a:cubicBezTo>
                    <a:pt x="8171" y="17466"/>
                    <a:pt x="8171" y="17717"/>
                    <a:pt x="8146" y="17993"/>
                  </a:cubicBezTo>
                  <a:cubicBezTo>
                    <a:pt x="8108" y="17994"/>
                    <a:pt x="8069" y="17995"/>
                    <a:pt x="8032" y="17995"/>
                  </a:cubicBezTo>
                  <a:cubicBezTo>
                    <a:pt x="7480" y="17995"/>
                    <a:pt x="7006" y="17828"/>
                    <a:pt x="6467" y="17617"/>
                  </a:cubicBezTo>
                  <a:cubicBezTo>
                    <a:pt x="6567" y="17291"/>
                    <a:pt x="6692" y="16990"/>
                    <a:pt x="6793" y="16690"/>
                  </a:cubicBezTo>
                  <a:cubicBezTo>
                    <a:pt x="6943" y="16213"/>
                    <a:pt x="6918" y="16063"/>
                    <a:pt x="6492" y="15762"/>
                  </a:cubicBezTo>
                  <a:cubicBezTo>
                    <a:pt x="6191" y="15562"/>
                    <a:pt x="5840" y="15386"/>
                    <a:pt x="5514" y="15186"/>
                  </a:cubicBezTo>
                  <a:cubicBezTo>
                    <a:pt x="5409" y="15128"/>
                    <a:pt x="5303" y="15100"/>
                    <a:pt x="5199" y="15100"/>
                  </a:cubicBezTo>
                  <a:cubicBezTo>
                    <a:pt x="5034" y="15100"/>
                    <a:pt x="4876" y="15172"/>
                    <a:pt x="4737" y="15311"/>
                  </a:cubicBezTo>
                  <a:cubicBezTo>
                    <a:pt x="4587" y="15461"/>
                    <a:pt x="4437" y="15587"/>
                    <a:pt x="4286" y="15712"/>
                  </a:cubicBezTo>
                  <a:cubicBezTo>
                    <a:pt x="4161" y="15862"/>
                    <a:pt x="4011" y="15988"/>
                    <a:pt x="3785" y="16188"/>
                  </a:cubicBezTo>
                  <a:cubicBezTo>
                    <a:pt x="3309" y="15687"/>
                    <a:pt x="2858" y="15236"/>
                    <a:pt x="2331" y="14685"/>
                  </a:cubicBezTo>
                  <a:cubicBezTo>
                    <a:pt x="2657" y="14459"/>
                    <a:pt x="2933" y="14284"/>
                    <a:pt x="3184" y="14108"/>
                  </a:cubicBezTo>
                  <a:cubicBezTo>
                    <a:pt x="3560" y="13857"/>
                    <a:pt x="3585" y="13732"/>
                    <a:pt x="3459" y="13306"/>
                  </a:cubicBezTo>
                  <a:cubicBezTo>
                    <a:pt x="3359" y="13055"/>
                    <a:pt x="3284" y="12805"/>
                    <a:pt x="3184" y="12554"/>
                  </a:cubicBezTo>
                  <a:cubicBezTo>
                    <a:pt x="3035" y="12128"/>
                    <a:pt x="2915" y="11976"/>
                    <a:pt x="2629" y="11976"/>
                  </a:cubicBezTo>
                  <a:cubicBezTo>
                    <a:pt x="2528" y="11976"/>
                    <a:pt x="2407" y="11995"/>
                    <a:pt x="2256" y="12028"/>
                  </a:cubicBezTo>
                  <a:cubicBezTo>
                    <a:pt x="1880" y="12128"/>
                    <a:pt x="1504" y="12203"/>
                    <a:pt x="1053" y="12329"/>
                  </a:cubicBezTo>
                  <a:cubicBezTo>
                    <a:pt x="903" y="11702"/>
                    <a:pt x="753" y="11101"/>
                    <a:pt x="577" y="10399"/>
                  </a:cubicBezTo>
                  <a:lnTo>
                    <a:pt x="1504" y="10399"/>
                  </a:lnTo>
                  <a:cubicBezTo>
                    <a:pt x="2081" y="10374"/>
                    <a:pt x="2231" y="10198"/>
                    <a:pt x="2281" y="9647"/>
                  </a:cubicBezTo>
                  <a:cubicBezTo>
                    <a:pt x="2331" y="9171"/>
                    <a:pt x="2382" y="8720"/>
                    <a:pt x="2382" y="8243"/>
                  </a:cubicBezTo>
                  <a:cubicBezTo>
                    <a:pt x="2407" y="7842"/>
                    <a:pt x="2331" y="7767"/>
                    <a:pt x="1905" y="7742"/>
                  </a:cubicBezTo>
                  <a:cubicBezTo>
                    <a:pt x="1529" y="7692"/>
                    <a:pt x="1154" y="7692"/>
                    <a:pt x="753" y="7667"/>
                  </a:cubicBezTo>
                  <a:cubicBezTo>
                    <a:pt x="853" y="6890"/>
                    <a:pt x="1078" y="6213"/>
                    <a:pt x="1429" y="5562"/>
                  </a:cubicBezTo>
                  <a:cubicBezTo>
                    <a:pt x="1730" y="5687"/>
                    <a:pt x="2006" y="5787"/>
                    <a:pt x="2306" y="5887"/>
                  </a:cubicBezTo>
                  <a:cubicBezTo>
                    <a:pt x="2421" y="5928"/>
                    <a:pt x="2530" y="5951"/>
                    <a:pt x="2634" y="5951"/>
                  </a:cubicBezTo>
                  <a:cubicBezTo>
                    <a:pt x="2848" y="5951"/>
                    <a:pt x="3040" y="5856"/>
                    <a:pt x="3209" y="5637"/>
                  </a:cubicBezTo>
                  <a:cubicBezTo>
                    <a:pt x="3484" y="5236"/>
                    <a:pt x="3810" y="4885"/>
                    <a:pt x="4111" y="4509"/>
                  </a:cubicBezTo>
                  <a:cubicBezTo>
                    <a:pt x="4387" y="4158"/>
                    <a:pt x="4387" y="4008"/>
                    <a:pt x="4061" y="3682"/>
                  </a:cubicBezTo>
                  <a:cubicBezTo>
                    <a:pt x="3810" y="3456"/>
                    <a:pt x="3560" y="3231"/>
                    <a:pt x="3259" y="2955"/>
                  </a:cubicBezTo>
                  <a:cubicBezTo>
                    <a:pt x="3610" y="2679"/>
                    <a:pt x="3910" y="2404"/>
                    <a:pt x="4236" y="2128"/>
                  </a:cubicBezTo>
                  <a:cubicBezTo>
                    <a:pt x="4437" y="2429"/>
                    <a:pt x="4612" y="2679"/>
                    <a:pt x="4763" y="2930"/>
                  </a:cubicBezTo>
                  <a:cubicBezTo>
                    <a:pt x="4966" y="3211"/>
                    <a:pt x="5110" y="3337"/>
                    <a:pt x="5306" y="3337"/>
                  </a:cubicBezTo>
                  <a:cubicBezTo>
                    <a:pt x="5424" y="3337"/>
                    <a:pt x="5561" y="3291"/>
                    <a:pt x="5740" y="3206"/>
                  </a:cubicBezTo>
                  <a:cubicBezTo>
                    <a:pt x="6918" y="2679"/>
                    <a:pt x="6943" y="2629"/>
                    <a:pt x="6467" y="1426"/>
                  </a:cubicBezTo>
                  <a:cubicBezTo>
                    <a:pt x="6442" y="1326"/>
                    <a:pt x="6392" y="1226"/>
                    <a:pt x="6342" y="1050"/>
                  </a:cubicBezTo>
                  <a:cubicBezTo>
                    <a:pt x="6692" y="925"/>
                    <a:pt x="7043" y="825"/>
                    <a:pt x="7419" y="699"/>
                  </a:cubicBezTo>
                  <a:cubicBezTo>
                    <a:pt x="7469" y="1050"/>
                    <a:pt x="7494" y="1326"/>
                    <a:pt x="7545" y="1602"/>
                  </a:cubicBezTo>
                  <a:cubicBezTo>
                    <a:pt x="7595" y="1978"/>
                    <a:pt x="7695" y="2103"/>
                    <a:pt x="8096" y="2103"/>
                  </a:cubicBezTo>
                  <a:cubicBezTo>
                    <a:pt x="8773" y="2103"/>
                    <a:pt x="9449" y="2078"/>
                    <a:pt x="10126" y="2028"/>
                  </a:cubicBezTo>
                  <a:cubicBezTo>
                    <a:pt x="10527" y="2003"/>
                    <a:pt x="10602" y="1877"/>
                    <a:pt x="10627" y="1476"/>
                  </a:cubicBezTo>
                  <a:cubicBezTo>
                    <a:pt x="10627" y="1326"/>
                    <a:pt x="10627" y="1201"/>
                    <a:pt x="10627" y="1050"/>
                  </a:cubicBezTo>
                  <a:cubicBezTo>
                    <a:pt x="10627" y="925"/>
                    <a:pt x="10627" y="800"/>
                    <a:pt x="10652" y="624"/>
                  </a:cubicBezTo>
                  <a:close/>
                  <a:moveTo>
                    <a:pt x="10438" y="0"/>
                  </a:moveTo>
                  <a:cubicBezTo>
                    <a:pt x="10189" y="0"/>
                    <a:pt x="10116" y="136"/>
                    <a:pt x="10076" y="499"/>
                  </a:cubicBezTo>
                  <a:cubicBezTo>
                    <a:pt x="10051" y="800"/>
                    <a:pt x="10076" y="1126"/>
                    <a:pt x="10076" y="1476"/>
                  </a:cubicBezTo>
                  <a:cubicBezTo>
                    <a:pt x="9374" y="1527"/>
                    <a:pt x="8722" y="1552"/>
                    <a:pt x="8096" y="1602"/>
                  </a:cubicBezTo>
                  <a:cubicBezTo>
                    <a:pt x="8046" y="1201"/>
                    <a:pt x="7996" y="900"/>
                    <a:pt x="7971" y="574"/>
                  </a:cubicBezTo>
                  <a:cubicBezTo>
                    <a:pt x="7916" y="225"/>
                    <a:pt x="7874" y="105"/>
                    <a:pt x="7678" y="105"/>
                  </a:cubicBezTo>
                  <a:cubicBezTo>
                    <a:pt x="7607" y="105"/>
                    <a:pt x="7515" y="121"/>
                    <a:pt x="7394" y="148"/>
                  </a:cubicBezTo>
                  <a:cubicBezTo>
                    <a:pt x="6993" y="223"/>
                    <a:pt x="6617" y="349"/>
                    <a:pt x="6241" y="474"/>
                  </a:cubicBezTo>
                  <a:cubicBezTo>
                    <a:pt x="5715" y="674"/>
                    <a:pt x="5640" y="850"/>
                    <a:pt x="5865" y="1401"/>
                  </a:cubicBezTo>
                  <a:cubicBezTo>
                    <a:pt x="5991" y="1677"/>
                    <a:pt x="6091" y="1978"/>
                    <a:pt x="6216" y="2304"/>
                  </a:cubicBezTo>
                  <a:cubicBezTo>
                    <a:pt x="5890" y="2479"/>
                    <a:pt x="5640" y="2629"/>
                    <a:pt x="5339" y="2805"/>
                  </a:cubicBezTo>
                  <a:cubicBezTo>
                    <a:pt x="5138" y="2504"/>
                    <a:pt x="4988" y="2278"/>
                    <a:pt x="4838" y="2053"/>
                  </a:cubicBezTo>
                  <a:cubicBezTo>
                    <a:pt x="4631" y="1799"/>
                    <a:pt x="4435" y="1666"/>
                    <a:pt x="4211" y="1666"/>
                  </a:cubicBezTo>
                  <a:cubicBezTo>
                    <a:pt x="4081" y="1666"/>
                    <a:pt x="3941" y="1710"/>
                    <a:pt x="3785" y="1802"/>
                  </a:cubicBezTo>
                  <a:cubicBezTo>
                    <a:pt x="3334" y="2078"/>
                    <a:pt x="2908" y="2429"/>
                    <a:pt x="2582" y="2930"/>
                  </a:cubicBezTo>
                  <a:cubicBezTo>
                    <a:pt x="2933" y="3331"/>
                    <a:pt x="3309" y="3757"/>
                    <a:pt x="3660" y="4158"/>
                  </a:cubicBezTo>
                  <a:cubicBezTo>
                    <a:pt x="3534" y="4309"/>
                    <a:pt x="3409" y="4459"/>
                    <a:pt x="3309" y="4584"/>
                  </a:cubicBezTo>
                  <a:cubicBezTo>
                    <a:pt x="3058" y="4860"/>
                    <a:pt x="2858" y="5261"/>
                    <a:pt x="2582" y="5336"/>
                  </a:cubicBezTo>
                  <a:cubicBezTo>
                    <a:pt x="2534" y="5352"/>
                    <a:pt x="2484" y="5359"/>
                    <a:pt x="2432" y="5359"/>
                  </a:cubicBezTo>
                  <a:cubicBezTo>
                    <a:pt x="2161" y="5359"/>
                    <a:pt x="1849" y="5166"/>
                    <a:pt x="1555" y="5060"/>
                  </a:cubicBezTo>
                  <a:cubicBezTo>
                    <a:pt x="1467" y="5025"/>
                    <a:pt x="1379" y="5005"/>
                    <a:pt x="1296" y="5005"/>
                  </a:cubicBezTo>
                  <a:cubicBezTo>
                    <a:pt x="1143" y="5005"/>
                    <a:pt x="1009" y="5073"/>
                    <a:pt x="928" y="5236"/>
                  </a:cubicBezTo>
                  <a:cubicBezTo>
                    <a:pt x="577" y="5963"/>
                    <a:pt x="226" y="6715"/>
                    <a:pt x="226" y="7567"/>
                  </a:cubicBezTo>
                  <a:cubicBezTo>
                    <a:pt x="226" y="8068"/>
                    <a:pt x="352" y="8168"/>
                    <a:pt x="828" y="8218"/>
                  </a:cubicBezTo>
                  <a:cubicBezTo>
                    <a:pt x="1179" y="8243"/>
                    <a:pt x="1504" y="8243"/>
                    <a:pt x="1880" y="8268"/>
                  </a:cubicBezTo>
                  <a:cubicBezTo>
                    <a:pt x="1805" y="8820"/>
                    <a:pt x="1780" y="9321"/>
                    <a:pt x="1730" y="9822"/>
                  </a:cubicBezTo>
                  <a:cubicBezTo>
                    <a:pt x="1529" y="9847"/>
                    <a:pt x="1379" y="9872"/>
                    <a:pt x="1204" y="9898"/>
                  </a:cubicBezTo>
                  <a:cubicBezTo>
                    <a:pt x="1053" y="9923"/>
                    <a:pt x="903" y="9923"/>
                    <a:pt x="727" y="9948"/>
                  </a:cubicBezTo>
                  <a:cubicBezTo>
                    <a:pt x="176" y="10048"/>
                    <a:pt x="1" y="10273"/>
                    <a:pt x="101" y="10825"/>
                  </a:cubicBezTo>
                  <a:cubicBezTo>
                    <a:pt x="201" y="11301"/>
                    <a:pt x="301" y="11777"/>
                    <a:pt x="452" y="12228"/>
                  </a:cubicBezTo>
                  <a:cubicBezTo>
                    <a:pt x="556" y="12624"/>
                    <a:pt x="643" y="12743"/>
                    <a:pt x="957" y="12743"/>
                  </a:cubicBezTo>
                  <a:cubicBezTo>
                    <a:pt x="1021" y="12743"/>
                    <a:pt x="1094" y="12738"/>
                    <a:pt x="1179" y="12730"/>
                  </a:cubicBezTo>
                  <a:cubicBezTo>
                    <a:pt x="1630" y="12705"/>
                    <a:pt x="2056" y="12629"/>
                    <a:pt x="2582" y="12554"/>
                  </a:cubicBezTo>
                  <a:cubicBezTo>
                    <a:pt x="2707" y="12905"/>
                    <a:pt x="2833" y="13231"/>
                    <a:pt x="2933" y="13532"/>
                  </a:cubicBezTo>
                  <a:cubicBezTo>
                    <a:pt x="2607" y="13807"/>
                    <a:pt x="2331" y="14008"/>
                    <a:pt x="2106" y="14233"/>
                  </a:cubicBezTo>
                  <a:cubicBezTo>
                    <a:pt x="1755" y="14584"/>
                    <a:pt x="1730" y="14810"/>
                    <a:pt x="2056" y="15186"/>
                  </a:cubicBezTo>
                  <a:cubicBezTo>
                    <a:pt x="2432" y="15612"/>
                    <a:pt x="2833" y="16038"/>
                    <a:pt x="3259" y="16439"/>
                  </a:cubicBezTo>
                  <a:cubicBezTo>
                    <a:pt x="3453" y="16621"/>
                    <a:pt x="3600" y="16709"/>
                    <a:pt x="3748" y="16709"/>
                  </a:cubicBezTo>
                  <a:cubicBezTo>
                    <a:pt x="3906" y="16709"/>
                    <a:pt x="4066" y="16608"/>
                    <a:pt x="4286" y="16414"/>
                  </a:cubicBezTo>
                  <a:cubicBezTo>
                    <a:pt x="4587" y="16163"/>
                    <a:pt x="4863" y="15913"/>
                    <a:pt x="5189" y="15662"/>
                  </a:cubicBezTo>
                  <a:cubicBezTo>
                    <a:pt x="5590" y="15862"/>
                    <a:pt x="6016" y="15988"/>
                    <a:pt x="6291" y="16389"/>
                  </a:cubicBezTo>
                  <a:cubicBezTo>
                    <a:pt x="6166" y="16690"/>
                    <a:pt x="6066" y="16990"/>
                    <a:pt x="5966" y="17316"/>
                  </a:cubicBezTo>
                  <a:cubicBezTo>
                    <a:pt x="5790" y="17943"/>
                    <a:pt x="5840" y="18043"/>
                    <a:pt x="6442" y="18243"/>
                  </a:cubicBezTo>
                  <a:cubicBezTo>
                    <a:pt x="6893" y="18369"/>
                    <a:pt x="7344" y="18469"/>
                    <a:pt x="7795" y="18569"/>
                  </a:cubicBezTo>
                  <a:cubicBezTo>
                    <a:pt x="7892" y="18587"/>
                    <a:pt x="7979" y="18596"/>
                    <a:pt x="8057" y="18596"/>
                  </a:cubicBezTo>
                  <a:cubicBezTo>
                    <a:pt x="8422" y="18596"/>
                    <a:pt x="8590" y="18397"/>
                    <a:pt x="8672" y="17943"/>
                  </a:cubicBezTo>
                  <a:cubicBezTo>
                    <a:pt x="8722" y="17642"/>
                    <a:pt x="8748" y="17316"/>
                    <a:pt x="8798" y="16990"/>
                  </a:cubicBezTo>
                  <a:lnTo>
                    <a:pt x="10326" y="16990"/>
                  </a:lnTo>
                  <a:cubicBezTo>
                    <a:pt x="10377" y="17316"/>
                    <a:pt x="10427" y="17642"/>
                    <a:pt x="10477" y="17943"/>
                  </a:cubicBezTo>
                  <a:cubicBezTo>
                    <a:pt x="10553" y="18362"/>
                    <a:pt x="10673" y="18549"/>
                    <a:pt x="10956" y="18549"/>
                  </a:cubicBezTo>
                  <a:cubicBezTo>
                    <a:pt x="11046" y="18549"/>
                    <a:pt x="11152" y="18530"/>
                    <a:pt x="11279" y="18494"/>
                  </a:cubicBezTo>
                  <a:cubicBezTo>
                    <a:pt x="11931" y="18344"/>
                    <a:pt x="12582" y="18118"/>
                    <a:pt x="13209" y="17867"/>
                  </a:cubicBezTo>
                  <a:cubicBezTo>
                    <a:pt x="13685" y="17692"/>
                    <a:pt x="13735" y="17492"/>
                    <a:pt x="13560" y="17015"/>
                  </a:cubicBezTo>
                  <a:cubicBezTo>
                    <a:pt x="13409" y="16664"/>
                    <a:pt x="13259" y="16314"/>
                    <a:pt x="13083" y="15963"/>
                  </a:cubicBezTo>
                  <a:cubicBezTo>
                    <a:pt x="13459" y="15712"/>
                    <a:pt x="13760" y="15512"/>
                    <a:pt x="14086" y="15311"/>
                  </a:cubicBezTo>
                  <a:cubicBezTo>
                    <a:pt x="14362" y="15637"/>
                    <a:pt x="14612" y="15888"/>
                    <a:pt x="14863" y="16163"/>
                  </a:cubicBezTo>
                  <a:cubicBezTo>
                    <a:pt x="15066" y="16367"/>
                    <a:pt x="15199" y="16473"/>
                    <a:pt x="15332" y="16473"/>
                  </a:cubicBezTo>
                  <a:cubicBezTo>
                    <a:pt x="15462" y="16473"/>
                    <a:pt x="15593" y="16373"/>
                    <a:pt x="15790" y="16163"/>
                  </a:cubicBezTo>
                  <a:cubicBezTo>
                    <a:pt x="16166" y="15787"/>
                    <a:pt x="16517" y="15411"/>
                    <a:pt x="16843" y="15010"/>
                  </a:cubicBezTo>
                  <a:cubicBezTo>
                    <a:pt x="17169" y="14584"/>
                    <a:pt x="17169" y="14509"/>
                    <a:pt x="16743" y="14158"/>
                  </a:cubicBezTo>
                  <a:cubicBezTo>
                    <a:pt x="16442" y="13933"/>
                    <a:pt x="16141" y="13707"/>
                    <a:pt x="15815" y="13431"/>
                  </a:cubicBezTo>
                  <a:cubicBezTo>
                    <a:pt x="15966" y="13081"/>
                    <a:pt x="16141" y="12730"/>
                    <a:pt x="16291" y="12404"/>
                  </a:cubicBezTo>
                  <a:cubicBezTo>
                    <a:pt x="16893" y="12579"/>
                    <a:pt x="17394" y="12955"/>
                    <a:pt x="18021" y="12955"/>
                  </a:cubicBezTo>
                  <a:cubicBezTo>
                    <a:pt x="18347" y="12278"/>
                    <a:pt x="18522" y="11552"/>
                    <a:pt x="18647" y="10825"/>
                  </a:cubicBezTo>
                  <a:cubicBezTo>
                    <a:pt x="18723" y="10399"/>
                    <a:pt x="18672" y="10349"/>
                    <a:pt x="18221" y="10273"/>
                  </a:cubicBezTo>
                  <a:cubicBezTo>
                    <a:pt x="17845" y="10223"/>
                    <a:pt x="17444" y="10198"/>
                    <a:pt x="16993" y="10148"/>
                  </a:cubicBezTo>
                  <a:cubicBezTo>
                    <a:pt x="16968" y="9622"/>
                    <a:pt x="16918" y="9096"/>
                    <a:pt x="16893" y="8544"/>
                  </a:cubicBezTo>
                  <a:cubicBezTo>
                    <a:pt x="17369" y="8469"/>
                    <a:pt x="17795" y="8419"/>
                    <a:pt x="18196" y="8369"/>
                  </a:cubicBezTo>
                  <a:cubicBezTo>
                    <a:pt x="18622" y="8294"/>
                    <a:pt x="18748" y="8193"/>
                    <a:pt x="18647" y="7767"/>
                  </a:cubicBezTo>
                  <a:cubicBezTo>
                    <a:pt x="18447" y="7040"/>
                    <a:pt x="18246" y="6339"/>
                    <a:pt x="17996" y="5637"/>
                  </a:cubicBezTo>
                  <a:cubicBezTo>
                    <a:pt x="17892" y="5293"/>
                    <a:pt x="17789" y="5161"/>
                    <a:pt x="17573" y="5161"/>
                  </a:cubicBezTo>
                  <a:cubicBezTo>
                    <a:pt x="17474" y="5161"/>
                    <a:pt x="17351" y="5189"/>
                    <a:pt x="17194" y="5236"/>
                  </a:cubicBezTo>
                  <a:cubicBezTo>
                    <a:pt x="16818" y="5361"/>
                    <a:pt x="16467" y="5486"/>
                    <a:pt x="16091" y="5637"/>
                  </a:cubicBezTo>
                  <a:cubicBezTo>
                    <a:pt x="15840" y="5311"/>
                    <a:pt x="15640" y="5035"/>
                    <a:pt x="15389" y="4735"/>
                  </a:cubicBezTo>
                  <a:cubicBezTo>
                    <a:pt x="15715" y="4409"/>
                    <a:pt x="16016" y="4133"/>
                    <a:pt x="16291" y="3882"/>
                  </a:cubicBezTo>
                  <a:cubicBezTo>
                    <a:pt x="16667" y="3532"/>
                    <a:pt x="16692" y="3381"/>
                    <a:pt x="16342" y="3030"/>
                  </a:cubicBezTo>
                  <a:cubicBezTo>
                    <a:pt x="15966" y="2629"/>
                    <a:pt x="15565" y="2253"/>
                    <a:pt x="15139" y="1902"/>
                  </a:cubicBezTo>
                  <a:cubicBezTo>
                    <a:pt x="14927" y="1726"/>
                    <a:pt x="14776" y="1638"/>
                    <a:pt x="14632" y="1638"/>
                  </a:cubicBezTo>
                  <a:cubicBezTo>
                    <a:pt x="14468" y="1638"/>
                    <a:pt x="14312" y="1751"/>
                    <a:pt x="14086" y="1978"/>
                  </a:cubicBezTo>
                  <a:cubicBezTo>
                    <a:pt x="13835" y="2203"/>
                    <a:pt x="13610" y="2454"/>
                    <a:pt x="13359" y="2730"/>
                  </a:cubicBezTo>
                  <a:cubicBezTo>
                    <a:pt x="13033" y="2504"/>
                    <a:pt x="12758" y="2329"/>
                    <a:pt x="12457" y="2128"/>
                  </a:cubicBezTo>
                  <a:cubicBezTo>
                    <a:pt x="12582" y="1827"/>
                    <a:pt x="12733" y="1577"/>
                    <a:pt x="12833" y="1301"/>
                  </a:cubicBezTo>
                  <a:cubicBezTo>
                    <a:pt x="13033" y="875"/>
                    <a:pt x="12983" y="674"/>
                    <a:pt x="12532" y="524"/>
                  </a:cubicBezTo>
                  <a:cubicBezTo>
                    <a:pt x="11905" y="298"/>
                    <a:pt x="11279" y="148"/>
                    <a:pt x="10652" y="23"/>
                  </a:cubicBezTo>
                  <a:cubicBezTo>
                    <a:pt x="10569" y="8"/>
                    <a:pt x="10498" y="0"/>
                    <a:pt x="104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41"/>
            <p:cNvSpPr/>
            <p:nvPr/>
          </p:nvSpPr>
          <p:spPr>
            <a:xfrm>
              <a:off x="5661950" y="3852925"/>
              <a:ext cx="132250" cy="131000"/>
            </a:xfrm>
            <a:custGeom>
              <a:avLst/>
              <a:gdLst/>
              <a:ahLst/>
              <a:cxnLst/>
              <a:rect l="l" t="t" r="r" b="b"/>
              <a:pathLst>
                <a:path w="5290" h="5240" extrusionOk="0">
                  <a:moveTo>
                    <a:pt x="2657" y="603"/>
                  </a:moveTo>
                  <a:cubicBezTo>
                    <a:pt x="3810" y="603"/>
                    <a:pt x="4688" y="1505"/>
                    <a:pt x="4688" y="2633"/>
                  </a:cubicBezTo>
                  <a:cubicBezTo>
                    <a:pt x="4688" y="3746"/>
                    <a:pt x="3784" y="4688"/>
                    <a:pt x="2676" y="4688"/>
                  </a:cubicBezTo>
                  <a:cubicBezTo>
                    <a:pt x="2661" y="4688"/>
                    <a:pt x="2647" y="4688"/>
                    <a:pt x="2632" y="4688"/>
                  </a:cubicBezTo>
                  <a:cubicBezTo>
                    <a:pt x="1505" y="4663"/>
                    <a:pt x="602" y="3760"/>
                    <a:pt x="602" y="2633"/>
                  </a:cubicBezTo>
                  <a:cubicBezTo>
                    <a:pt x="602" y="1480"/>
                    <a:pt x="1505" y="603"/>
                    <a:pt x="2657" y="603"/>
                  </a:cubicBezTo>
                  <a:close/>
                  <a:moveTo>
                    <a:pt x="2607" y="1"/>
                  </a:moveTo>
                  <a:cubicBezTo>
                    <a:pt x="1154" y="26"/>
                    <a:pt x="1" y="1204"/>
                    <a:pt x="26" y="2658"/>
                  </a:cubicBezTo>
                  <a:cubicBezTo>
                    <a:pt x="51" y="4096"/>
                    <a:pt x="1179" y="5240"/>
                    <a:pt x="2611" y="5240"/>
                  </a:cubicBezTo>
                  <a:cubicBezTo>
                    <a:pt x="2626" y="5240"/>
                    <a:pt x="2642" y="5239"/>
                    <a:pt x="2657" y="5239"/>
                  </a:cubicBezTo>
                  <a:cubicBezTo>
                    <a:pt x="4111" y="5239"/>
                    <a:pt x="5289" y="4086"/>
                    <a:pt x="5289" y="2633"/>
                  </a:cubicBezTo>
                  <a:cubicBezTo>
                    <a:pt x="5289" y="1154"/>
                    <a:pt x="4086" y="1"/>
                    <a:pt x="26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41"/>
            <p:cNvSpPr/>
            <p:nvPr/>
          </p:nvSpPr>
          <p:spPr>
            <a:xfrm>
              <a:off x="5010950" y="3760875"/>
              <a:ext cx="392250" cy="389575"/>
            </a:xfrm>
            <a:custGeom>
              <a:avLst/>
              <a:gdLst/>
              <a:ahLst/>
              <a:cxnLst/>
              <a:rect l="l" t="t" r="r" b="b"/>
              <a:pathLst>
                <a:path w="15690" h="15583" extrusionOk="0">
                  <a:moveTo>
                    <a:pt x="8923" y="525"/>
                  </a:moveTo>
                  <a:cubicBezTo>
                    <a:pt x="9399" y="550"/>
                    <a:pt x="9850" y="675"/>
                    <a:pt x="10326" y="876"/>
                  </a:cubicBezTo>
                  <a:cubicBezTo>
                    <a:pt x="10226" y="1102"/>
                    <a:pt x="10126" y="1277"/>
                    <a:pt x="10051" y="1477"/>
                  </a:cubicBezTo>
                  <a:cubicBezTo>
                    <a:pt x="9900" y="1878"/>
                    <a:pt x="9925" y="2029"/>
                    <a:pt x="10276" y="2254"/>
                  </a:cubicBezTo>
                  <a:cubicBezTo>
                    <a:pt x="10452" y="2405"/>
                    <a:pt x="10677" y="2505"/>
                    <a:pt x="10878" y="2630"/>
                  </a:cubicBezTo>
                  <a:cubicBezTo>
                    <a:pt x="11027" y="2705"/>
                    <a:pt x="11122" y="2743"/>
                    <a:pt x="11205" y="2743"/>
                  </a:cubicBezTo>
                  <a:cubicBezTo>
                    <a:pt x="11317" y="2743"/>
                    <a:pt x="11407" y="2674"/>
                    <a:pt x="11580" y="2530"/>
                  </a:cubicBezTo>
                  <a:cubicBezTo>
                    <a:pt x="11805" y="2330"/>
                    <a:pt x="12006" y="2129"/>
                    <a:pt x="12256" y="1904"/>
                  </a:cubicBezTo>
                  <a:cubicBezTo>
                    <a:pt x="12632" y="2154"/>
                    <a:pt x="12983" y="2480"/>
                    <a:pt x="13334" y="2881"/>
                  </a:cubicBezTo>
                  <a:cubicBezTo>
                    <a:pt x="13108" y="3107"/>
                    <a:pt x="12883" y="3332"/>
                    <a:pt x="12657" y="3558"/>
                  </a:cubicBezTo>
                  <a:cubicBezTo>
                    <a:pt x="12331" y="3883"/>
                    <a:pt x="12306" y="3984"/>
                    <a:pt x="12607" y="4360"/>
                  </a:cubicBezTo>
                  <a:cubicBezTo>
                    <a:pt x="12758" y="4560"/>
                    <a:pt x="12908" y="4761"/>
                    <a:pt x="13083" y="4961"/>
                  </a:cubicBezTo>
                  <a:cubicBezTo>
                    <a:pt x="13225" y="5135"/>
                    <a:pt x="13318" y="5209"/>
                    <a:pt x="13448" y="5209"/>
                  </a:cubicBezTo>
                  <a:cubicBezTo>
                    <a:pt x="13524" y="5209"/>
                    <a:pt x="13614" y="5183"/>
                    <a:pt x="13735" y="5137"/>
                  </a:cubicBezTo>
                  <a:cubicBezTo>
                    <a:pt x="14011" y="5036"/>
                    <a:pt x="14261" y="4911"/>
                    <a:pt x="14562" y="4786"/>
                  </a:cubicBezTo>
                  <a:cubicBezTo>
                    <a:pt x="14863" y="5337"/>
                    <a:pt x="15013" y="5914"/>
                    <a:pt x="15113" y="6565"/>
                  </a:cubicBezTo>
                  <a:cubicBezTo>
                    <a:pt x="14788" y="6615"/>
                    <a:pt x="14487" y="6665"/>
                    <a:pt x="14161" y="6716"/>
                  </a:cubicBezTo>
                  <a:cubicBezTo>
                    <a:pt x="13735" y="6766"/>
                    <a:pt x="13685" y="6816"/>
                    <a:pt x="13710" y="7242"/>
                  </a:cubicBezTo>
                  <a:cubicBezTo>
                    <a:pt x="13710" y="7643"/>
                    <a:pt x="13710" y="8019"/>
                    <a:pt x="13735" y="8395"/>
                  </a:cubicBezTo>
                  <a:cubicBezTo>
                    <a:pt x="13760" y="8595"/>
                    <a:pt x="13810" y="8796"/>
                    <a:pt x="13835" y="8996"/>
                  </a:cubicBezTo>
                  <a:lnTo>
                    <a:pt x="15164" y="8996"/>
                  </a:lnTo>
                  <a:cubicBezTo>
                    <a:pt x="15038" y="9472"/>
                    <a:pt x="14938" y="9899"/>
                    <a:pt x="14813" y="10400"/>
                  </a:cubicBezTo>
                  <a:cubicBezTo>
                    <a:pt x="14487" y="10224"/>
                    <a:pt x="14211" y="10099"/>
                    <a:pt x="13936" y="9974"/>
                  </a:cubicBezTo>
                  <a:cubicBezTo>
                    <a:pt x="13807" y="9909"/>
                    <a:pt x="13705" y="9875"/>
                    <a:pt x="13618" y="9875"/>
                  </a:cubicBezTo>
                  <a:cubicBezTo>
                    <a:pt x="13468" y="9875"/>
                    <a:pt x="13361" y="9977"/>
                    <a:pt x="13234" y="10199"/>
                  </a:cubicBezTo>
                  <a:cubicBezTo>
                    <a:pt x="13083" y="10450"/>
                    <a:pt x="12958" y="10751"/>
                    <a:pt x="12858" y="11026"/>
                  </a:cubicBezTo>
                  <a:cubicBezTo>
                    <a:pt x="12732" y="11352"/>
                    <a:pt x="12783" y="11503"/>
                    <a:pt x="13083" y="11728"/>
                  </a:cubicBezTo>
                  <a:cubicBezTo>
                    <a:pt x="13284" y="11879"/>
                    <a:pt x="13509" y="12029"/>
                    <a:pt x="13785" y="12229"/>
                  </a:cubicBezTo>
                  <a:cubicBezTo>
                    <a:pt x="13459" y="12605"/>
                    <a:pt x="13184" y="12931"/>
                    <a:pt x="12858" y="13282"/>
                  </a:cubicBezTo>
                  <a:cubicBezTo>
                    <a:pt x="12632" y="13031"/>
                    <a:pt x="12457" y="12831"/>
                    <a:pt x="12281" y="12630"/>
                  </a:cubicBezTo>
                  <a:cubicBezTo>
                    <a:pt x="12092" y="12441"/>
                    <a:pt x="11962" y="12347"/>
                    <a:pt x="11815" y="12347"/>
                  </a:cubicBezTo>
                  <a:cubicBezTo>
                    <a:pt x="11689" y="12347"/>
                    <a:pt x="11551" y="12416"/>
                    <a:pt x="11354" y="12555"/>
                  </a:cubicBezTo>
                  <a:cubicBezTo>
                    <a:pt x="11179" y="12681"/>
                    <a:pt x="11003" y="12806"/>
                    <a:pt x="10828" y="12931"/>
                  </a:cubicBezTo>
                  <a:cubicBezTo>
                    <a:pt x="10477" y="13207"/>
                    <a:pt x="10452" y="13282"/>
                    <a:pt x="10602" y="13708"/>
                  </a:cubicBezTo>
                  <a:cubicBezTo>
                    <a:pt x="10652" y="13808"/>
                    <a:pt x="10727" y="13934"/>
                    <a:pt x="10778" y="14059"/>
                  </a:cubicBezTo>
                  <a:cubicBezTo>
                    <a:pt x="10828" y="14184"/>
                    <a:pt x="10878" y="14310"/>
                    <a:pt x="10953" y="14485"/>
                  </a:cubicBezTo>
                  <a:cubicBezTo>
                    <a:pt x="10427" y="14786"/>
                    <a:pt x="9850" y="14936"/>
                    <a:pt x="9224" y="15062"/>
                  </a:cubicBezTo>
                  <a:cubicBezTo>
                    <a:pt x="9199" y="14786"/>
                    <a:pt x="9174" y="14560"/>
                    <a:pt x="9149" y="14310"/>
                  </a:cubicBezTo>
                  <a:cubicBezTo>
                    <a:pt x="9123" y="13833"/>
                    <a:pt x="9073" y="13783"/>
                    <a:pt x="8572" y="13783"/>
                  </a:cubicBezTo>
                  <a:cubicBezTo>
                    <a:pt x="8409" y="13771"/>
                    <a:pt x="8240" y="13765"/>
                    <a:pt x="8071" y="13765"/>
                  </a:cubicBezTo>
                  <a:cubicBezTo>
                    <a:pt x="7902" y="13765"/>
                    <a:pt x="7732" y="13771"/>
                    <a:pt x="7570" y="13783"/>
                  </a:cubicBezTo>
                  <a:cubicBezTo>
                    <a:pt x="7018" y="13808"/>
                    <a:pt x="6943" y="13884"/>
                    <a:pt x="6868" y="14435"/>
                  </a:cubicBezTo>
                  <a:cubicBezTo>
                    <a:pt x="6843" y="14635"/>
                    <a:pt x="6843" y="14836"/>
                    <a:pt x="6818" y="15087"/>
                  </a:cubicBezTo>
                  <a:cubicBezTo>
                    <a:pt x="6341" y="15087"/>
                    <a:pt x="5890" y="14936"/>
                    <a:pt x="5414" y="14761"/>
                  </a:cubicBezTo>
                  <a:cubicBezTo>
                    <a:pt x="5514" y="14485"/>
                    <a:pt x="5615" y="14259"/>
                    <a:pt x="5690" y="14009"/>
                  </a:cubicBezTo>
                  <a:cubicBezTo>
                    <a:pt x="5815" y="13583"/>
                    <a:pt x="5790" y="13457"/>
                    <a:pt x="5439" y="13232"/>
                  </a:cubicBezTo>
                  <a:cubicBezTo>
                    <a:pt x="5189" y="13031"/>
                    <a:pt x="4913" y="12881"/>
                    <a:pt x="4612" y="12731"/>
                  </a:cubicBezTo>
                  <a:cubicBezTo>
                    <a:pt x="4527" y="12683"/>
                    <a:pt x="4442" y="12661"/>
                    <a:pt x="4359" y="12661"/>
                  </a:cubicBezTo>
                  <a:cubicBezTo>
                    <a:pt x="4223" y="12661"/>
                    <a:pt x="4095" y="12722"/>
                    <a:pt x="3986" y="12831"/>
                  </a:cubicBezTo>
                  <a:cubicBezTo>
                    <a:pt x="3860" y="12956"/>
                    <a:pt x="3735" y="13056"/>
                    <a:pt x="3610" y="13182"/>
                  </a:cubicBezTo>
                  <a:cubicBezTo>
                    <a:pt x="3484" y="13282"/>
                    <a:pt x="3359" y="13407"/>
                    <a:pt x="3184" y="13558"/>
                  </a:cubicBezTo>
                  <a:cubicBezTo>
                    <a:pt x="2783" y="13157"/>
                    <a:pt x="2407" y="12756"/>
                    <a:pt x="1955" y="12330"/>
                  </a:cubicBezTo>
                  <a:cubicBezTo>
                    <a:pt x="2231" y="12129"/>
                    <a:pt x="2457" y="11979"/>
                    <a:pt x="2657" y="11828"/>
                  </a:cubicBezTo>
                  <a:cubicBezTo>
                    <a:pt x="2983" y="11603"/>
                    <a:pt x="3008" y="11528"/>
                    <a:pt x="2883" y="11152"/>
                  </a:cubicBezTo>
                  <a:cubicBezTo>
                    <a:pt x="2833" y="10951"/>
                    <a:pt x="2757" y="10751"/>
                    <a:pt x="2682" y="10525"/>
                  </a:cubicBezTo>
                  <a:cubicBezTo>
                    <a:pt x="2555" y="10180"/>
                    <a:pt x="2454" y="10045"/>
                    <a:pt x="2217" y="10045"/>
                  </a:cubicBezTo>
                  <a:cubicBezTo>
                    <a:pt x="2127" y="10045"/>
                    <a:pt x="2018" y="10065"/>
                    <a:pt x="1880" y="10099"/>
                  </a:cubicBezTo>
                  <a:cubicBezTo>
                    <a:pt x="1580" y="10149"/>
                    <a:pt x="1254" y="10249"/>
                    <a:pt x="878" y="10325"/>
                  </a:cubicBezTo>
                  <a:cubicBezTo>
                    <a:pt x="752" y="9798"/>
                    <a:pt x="627" y="9297"/>
                    <a:pt x="502" y="8721"/>
                  </a:cubicBezTo>
                  <a:lnTo>
                    <a:pt x="1279" y="8721"/>
                  </a:lnTo>
                  <a:cubicBezTo>
                    <a:pt x="1755" y="8696"/>
                    <a:pt x="1880" y="8570"/>
                    <a:pt x="1905" y="8094"/>
                  </a:cubicBezTo>
                  <a:cubicBezTo>
                    <a:pt x="1955" y="7693"/>
                    <a:pt x="1981" y="7317"/>
                    <a:pt x="2006" y="6916"/>
                  </a:cubicBezTo>
                  <a:cubicBezTo>
                    <a:pt x="2031" y="6565"/>
                    <a:pt x="1955" y="6515"/>
                    <a:pt x="1605" y="6490"/>
                  </a:cubicBezTo>
                  <a:cubicBezTo>
                    <a:pt x="1304" y="6465"/>
                    <a:pt x="978" y="6440"/>
                    <a:pt x="627" y="6440"/>
                  </a:cubicBezTo>
                  <a:cubicBezTo>
                    <a:pt x="702" y="5788"/>
                    <a:pt x="903" y="5212"/>
                    <a:pt x="1179" y="4660"/>
                  </a:cubicBezTo>
                  <a:cubicBezTo>
                    <a:pt x="1454" y="4761"/>
                    <a:pt x="1680" y="4861"/>
                    <a:pt x="1930" y="4936"/>
                  </a:cubicBezTo>
                  <a:cubicBezTo>
                    <a:pt x="2033" y="4979"/>
                    <a:pt x="2129" y="5001"/>
                    <a:pt x="2220" y="5001"/>
                  </a:cubicBezTo>
                  <a:cubicBezTo>
                    <a:pt x="2396" y="5001"/>
                    <a:pt x="2550" y="4917"/>
                    <a:pt x="2682" y="4736"/>
                  </a:cubicBezTo>
                  <a:cubicBezTo>
                    <a:pt x="2933" y="4410"/>
                    <a:pt x="3209" y="4109"/>
                    <a:pt x="3459" y="3783"/>
                  </a:cubicBezTo>
                  <a:cubicBezTo>
                    <a:pt x="3685" y="3508"/>
                    <a:pt x="3660" y="3357"/>
                    <a:pt x="3384" y="3107"/>
                  </a:cubicBezTo>
                  <a:cubicBezTo>
                    <a:pt x="3184" y="2906"/>
                    <a:pt x="2983" y="2706"/>
                    <a:pt x="2732" y="2480"/>
                  </a:cubicBezTo>
                  <a:cubicBezTo>
                    <a:pt x="3008" y="2254"/>
                    <a:pt x="3284" y="2029"/>
                    <a:pt x="3560" y="1803"/>
                  </a:cubicBezTo>
                  <a:cubicBezTo>
                    <a:pt x="3735" y="2054"/>
                    <a:pt x="3860" y="2254"/>
                    <a:pt x="4011" y="2480"/>
                  </a:cubicBezTo>
                  <a:cubicBezTo>
                    <a:pt x="4169" y="2702"/>
                    <a:pt x="4288" y="2804"/>
                    <a:pt x="4455" y="2804"/>
                  </a:cubicBezTo>
                  <a:cubicBezTo>
                    <a:pt x="4552" y="2804"/>
                    <a:pt x="4666" y="2770"/>
                    <a:pt x="4813" y="2706"/>
                  </a:cubicBezTo>
                  <a:cubicBezTo>
                    <a:pt x="5815" y="2254"/>
                    <a:pt x="5815" y="2229"/>
                    <a:pt x="5414" y="1202"/>
                  </a:cubicBezTo>
                  <a:cubicBezTo>
                    <a:pt x="5389" y="1127"/>
                    <a:pt x="5364" y="1026"/>
                    <a:pt x="5314" y="876"/>
                  </a:cubicBezTo>
                  <a:cubicBezTo>
                    <a:pt x="5615" y="801"/>
                    <a:pt x="5890" y="701"/>
                    <a:pt x="6216" y="600"/>
                  </a:cubicBezTo>
                  <a:cubicBezTo>
                    <a:pt x="6266" y="901"/>
                    <a:pt x="6291" y="1127"/>
                    <a:pt x="6316" y="1352"/>
                  </a:cubicBezTo>
                  <a:cubicBezTo>
                    <a:pt x="6367" y="1678"/>
                    <a:pt x="6442" y="1778"/>
                    <a:pt x="6768" y="1778"/>
                  </a:cubicBezTo>
                  <a:cubicBezTo>
                    <a:pt x="7344" y="1778"/>
                    <a:pt x="7920" y="1753"/>
                    <a:pt x="8497" y="1703"/>
                  </a:cubicBezTo>
                  <a:cubicBezTo>
                    <a:pt x="8823" y="1678"/>
                    <a:pt x="8873" y="1603"/>
                    <a:pt x="8898" y="1252"/>
                  </a:cubicBezTo>
                  <a:cubicBezTo>
                    <a:pt x="8898" y="1127"/>
                    <a:pt x="8898" y="1001"/>
                    <a:pt x="8898" y="901"/>
                  </a:cubicBezTo>
                  <a:cubicBezTo>
                    <a:pt x="8898" y="801"/>
                    <a:pt x="8898" y="701"/>
                    <a:pt x="8923" y="525"/>
                  </a:cubicBezTo>
                  <a:close/>
                  <a:moveTo>
                    <a:pt x="8739" y="1"/>
                  </a:moveTo>
                  <a:cubicBezTo>
                    <a:pt x="8535" y="1"/>
                    <a:pt x="8467" y="125"/>
                    <a:pt x="8447" y="425"/>
                  </a:cubicBezTo>
                  <a:cubicBezTo>
                    <a:pt x="8422" y="675"/>
                    <a:pt x="8447" y="951"/>
                    <a:pt x="8447" y="1252"/>
                  </a:cubicBezTo>
                  <a:cubicBezTo>
                    <a:pt x="7845" y="1277"/>
                    <a:pt x="7319" y="1327"/>
                    <a:pt x="6768" y="1352"/>
                  </a:cubicBezTo>
                  <a:cubicBezTo>
                    <a:pt x="6742" y="1026"/>
                    <a:pt x="6692" y="751"/>
                    <a:pt x="6667" y="500"/>
                  </a:cubicBezTo>
                  <a:cubicBezTo>
                    <a:pt x="6629" y="198"/>
                    <a:pt x="6592" y="95"/>
                    <a:pt x="6414" y="95"/>
                  </a:cubicBezTo>
                  <a:cubicBezTo>
                    <a:pt x="6356" y="95"/>
                    <a:pt x="6283" y="106"/>
                    <a:pt x="6191" y="124"/>
                  </a:cubicBezTo>
                  <a:cubicBezTo>
                    <a:pt x="5865" y="199"/>
                    <a:pt x="5539" y="300"/>
                    <a:pt x="5239" y="400"/>
                  </a:cubicBezTo>
                  <a:cubicBezTo>
                    <a:pt x="4788" y="575"/>
                    <a:pt x="4737" y="726"/>
                    <a:pt x="4913" y="1177"/>
                  </a:cubicBezTo>
                  <a:cubicBezTo>
                    <a:pt x="5013" y="1427"/>
                    <a:pt x="5113" y="1678"/>
                    <a:pt x="5214" y="1954"/>
                  </a:cubicBezTo>
                  <a:cubicBezTo>
                    <a:pt x="4938" y="2104"/>
                    <a:pt x="4712" y="2229"/>
                    <a:pt x="4487" y="2355"/>
                  </a:cubicBezTo>
                  <a:cubicBezTo>
                    <a:pt x="4311" y="2129"/>
                    <a:pt x="4186" y="1929"/>
                    <a:pt x="4036" y="1728"/>
                  </a:cubicBezTo>
                  <a:cubicBezTo>
                    <a:pt x="3881" y="1511"/>
                    <a:pt x="3725" y="1399"/>
                    <a:pt x="3547" y="1399"/>
                  </a:cubicBezTo>
                  <a:cubicBezTo>
                    <a:pt x="3436" y="1399"/>
                    <a:pt x="3317" y="1442"/>
                    <a:pt x="3184" y="1528"/>
                  </a:cubicBezTo>
                  <a:cubicBezTo>
                    <a:pt x="2783" y="1753"/>
                    <a:pt x="2432" y="2029"/>
                    <a:pt x="2156" y="2455"/>
                  </a:cubicBezTo>
                  <a:cubicBezTo>
                    <a:pt x="2457" y="2806"/>
                    <a:pt x="2757" y="3157"/>
                    <a:pt x="3058" y="3482"/>
                  </a:cubicBezTo>
                  <a:cubicBezTo>
                    <a:pt x="2958" y="3633"/>
                    <a:pt x="2858" y="3758"/>
                    <a:pt x="2757" y="3858"/>
                  </a:cubicBezTo>
                  <a:cubicBezTo>
                    <a:pt x="2582" y="4084"/>
                    <a:pt x="2407" y="4435"/>
                    <a:pt x="2156" y="4485"/>
                  </a:cubicBezTo>
                  <a:cubicBezTo>
                    <a:pt x="2118" y="4496"/>
                    <a:pt x="2078" y="4502"/>
                    <a:pt x="2037" y="4502"/>
                  </a:cubicBezTo>
                  <a:cubicBezTo>
                    <a:pt x="1807" y="4502"/>
                    <a:pt x="1538" y="4344"/>
                    <a:pt x="1304" y="4259"/>
                  </a:cubicBezTo>
                  <a:cubicBezTo>
                    <a:pt x="1220" y="4222"/>
                    <a:pt x="1143" y="4202"/>
                    <a:pt x="1073" y="4202"/>
                  </a:cubicBezTo>
                  <a:cubicBezTo>
                    <a:pt x="955" y="4202"/>
                    <a:pt x="856" y="4259"/>
                    <a:pt x="778" y="4385"/>
                  </a:cubicBezTo>
                  <a:cubicBezTo>
                    <a:pt x="477" y="5011"/>
                    <a:pt x="201" y="5638"/>
                    <a:pt x="201" y="6365"/>
                  </a:cubicBezTo>
                  <a:cubicBezTo>
                    <a:pt x="201" y="6766"/>
                    <a:pt x="276" y="6841"/>
                    <a:pt x="702" y="6891"/>
                  </a:cubicBezTo>
                  <a:cubicBezTo>
                    <a:pt x="978" y="6916"/>
                    <a:pt x="1254" y="6916"/>
                    <a:pt x="1580" y="6941"/>
                  </a:cubicBezTo>
                  <a:cubicBezTo>
                    <a:pt x="1529" y="7392"/>
                    <a:pt x="1479" y="7818"/>
                    <a:pt x="1454" y="8244"/>
                  </a:cubicBezTo>
                  <a:cubicBezTo>
                    <a:pt x="1279" y="8269"/>
                    <a:pt x="1153" y="8295"/>
                    <a:pt x="1028" y="8295"/>
                  </a:cubicBezTo>
                  <a:cubicBezTo>
                    <a:pt x="878" y="8320"/>
                    <a:pt x="752" y="8320"/>
                    <a:pt x="627" y="8345"/>
                  </a:cubicBezTo>
                  <a:cubicBezTo>
                    <a:pt x="151" y="8420"/>
                    <a:pt x="1" y="8595"/>
                    <a:pt x="101" y="9071"/>
                  </a:cubicBezTo>
                  <a:cubicBezTo>
                    <a:pt x="176" y="9472"/>
                    <a:pt x="276" y="9874"/>
                    <a:pt x="377" y="10249"/>
                  </a:cubicBezTo>
                  <a:cubicBezTo>
                    <a:pt x="485" y="10597"/>
                    <a:pt x="556" y="10681"/>
                    <a:pt x="850" y="10681"/>
                  </a:cubicBezTo>
                  <a:cubicBezTo>
                    <a:pt x="895" y="10681"/>
                    <a:pt x="946" y="10679"/>
                    <a:pt x="1003" y="10676"/>
                  </a:cubicBezTo>
                  <a:cubicBezTo>
                    <a:pt x="1354" y="10650"/>
                    <a:pt x="1730" y="10575"/>
                    <a:pt x="2181" y="10525"/>
                  </a:cubicBezTo>
                  <a:cubicBezTo>
                    <a:pt x="2281" y="10826"/>
                    <a:pt x="2382" y="11102"/>
                    <a:pt x="2457" y="11352"/>
                  </a:cubicBezTo>
                  <a:cubicBezTo>
                    <a:pt x="2206" y="11578"/>
                    <a:pt x="1955" y="11728"/>
                    <a:pt x="1755" y="11929"/>
                  </a:cubicBezTo>
                  <a:cubicBezTo>
                    <a:pt x="1479" y="12229"/>
                    <a:pt x="1454" y="12405"/>
                    <a:pt x="1730" y="12731"/>
                  </a:cubicBezTo>
                  <a:cubicBezTo>
                    <a:pt x="2031" y="13107"/>
                    <a:pt x="2382" y="13457"/>
                    <a:pt x="2732" y="13783"/>
                  </a:cubicBezTo>
                  <a:cubicBezTo>
                    <a:pt x="2901" y="13940"/>
                    <a:pt x="3023" y="14015"/>
                    <a:pt x="3147" y="14015"/>
                  </a:cubicBezTo>
                  <a:cubicBezTo>
                    <a:pt x="3280" y="14015"/>
                    <a:pt x="3414" y="13927"/>
                    <a:pt x="3610" y="13758"/>
                  </a:cubicBezTo>
                  <a:cubicBezTo>
                    <a:pt x="3835" y="13533"/>
                    <a:pt x="4086" y="13332"/>
                    <a:pt x="4336" y="13132"/>
                  </a:cubicBezTo>
                  <a:cubicBezTo>
                    <a:pt x="4687" y="13282"/>
                    <a:pt x="5038" y="13382"/>
                    <a:pt x="5264" y="13733"/>
                  </a:cubicBezTo>
                  <a:cubicBezTo>
                    <a:pt x="5164" y="14009"/>
                    <a:pt x="5088" y="14259"/>
                    <a:pt x="5013" y="14510"/>
                  </a:cubicBezTo>
                  <a:cubicBezTo>
                    <a:pt x="4838" y="15036"/>
                    <a:pt x="4888" y="15137"/>
                    <a:pt x="5389" y="15287"/>
                  </a:cubicBezTo>
                  <a:cubicBezTo>
                    <a:pt x="5765" y="15387"/>
                    <a:pt x="6141" y="15488"/>
                    <a:pt x="6517" y="15563"/>
                  </a:cubicBezTo>
                  <a:cubicBezTo>
                    <a:pt x="6601" y="15576"/>
                    <a:pt x="6675" y="15583"/>
                    <a:pt x="6742" y="15583"/>
                  </a:cubicBezTo>
                  <a:cubicBezTo>
                    <a:pt x="7053" y="15583"/>
                    <a:pt x="7186" y="15429"/>
                    <a:pt x="7269" y="15036"/>
                  </a:cubicBezTo>
                  <a:cubicBezTo>
                    <a:pt x="7294" y="14786"/>
                    <a:pt x="7344" y="14510"/>
                    <a:pt x="7369" y="14234"/>
                  </a:cubicBezTo>
                  <a:lnTo>
                    <a:pt x="8647" y="14234"/>
                  </a:lnTo>
                  <a:cubicBezTo>
                    <a:pt x="8697" y="14535"/>
                    <a:pt x="8722" y="14786"/>
                    <a:pt x="8773" y="15062"/>
                  </a:cubicBezTo>
                  <a:cubicBezTo>
                    <a:pt x="8850" y="15409"/>
                    <a:pt x="8942" y="15548"/>
                    <a:pt x="9186" y="15548"/>
                  </a:cubicBezTo>
                  <a:cubicBezTo>
                    <a:pt x="9259" y="15548"/>
                    <a:pt x="9345" y="15536"/>
                    <a:pt x="9449" y="15513"/>
                  </a:cubicBezTo>
                  <a:cubicBezTo>
                    <a:pt x="10001" y="15362"/>
                    <a:pt x="10552" y="15187"/>
                    <a:pt x="11078" y="14986"/>
                  </a:cubicBezTo>
                  <a:cubicBezTo>
                    <a:pt x="11454" y="14836"/>
                    <a:pt x="11504" y="14660"/>
                    <a:pt x="11354" y="14259"/>
                  </a:cubicBezTo>
                  <a:cubicBezTo>
                    <a:pt x="11229" y="13984"/>
                    <a:pt x="11103" y="13683"/>
                    <a:pt x="10978" y="13382"/>
                  </a:cubicBezTo>
                  <a:cubicBezTo>
                    <a:pt x="11279" y="13182"/>
                    <a:pt x="11529" y="13006"/>
                    <a:pt x="11780" y="12831"/>
                  </a:cubicBezTo>
                  <a:cubicBezTo>
                    <a:pt x="12031" y="13107"/>
                    <a:pt x="12231" y="13332"/>
                    <a:pt x="12457" y="13558"/>
                  </a:cubicBezTo>
                  <a:cubicBezTo>
                    <a:pt x="12623" y="13724"/>
                    <a:pt x="12730" y="13812"/>
                    <a:pt x="12842" y="13812"/>
                  </a:cubicBezTo>
                  <a:cubicBezTo>
                    <a:pt x="12950" y="13812"/>
                    <a:pt x="13062" y="13730"/>
                    <a:pt x="13234" y="13558"/>
                  </a:cubicBezTo>
                  <a:cubicBezTo>
                    <a:pt x="13534" y="13232"/>
                    <a:pt x="13835" y="12906"/>
                    <a:pt x="14111" y="12580"/>
                  </a:cubicBezTo>
                  <a:cubicBezTo>
                    <a:pt x="14387" y="12229"/>
                    <a:pt x="14362" y="12154"/>
                    <a:pt x="14036" y="11879"/>
                  </a:cubicBezTo>
                  <a:cubicBezTo>
                    <a:pt x="13785" y="11678"/>
                    <a:pt x="13534" y="11478"/>
                    <a:pt x="13234" y="11277"/>
                  </a:cubicBezTo>
                  <a:cubicBezTo>
                    <a:pt x="13384" y="10976"/>
                    <a:pt x="13509" y="10676"/>
                    <a:pt x="13635" y="10400"/>
                  </a:cubicBezTo>
                  <a:cubicBezTo>
                    <a:pt x="14161" y="10550"/>
                    <a:pt x="14562" y="10851"/>
                    <a:pt x="15088" y="10851"/>
                  </a:cubicBezTo>
                  <a:cubicBezTo>
                    <a:pt x="15364" y="10275"/>
                    <a:pt x="15514" y="9673"/>
                    <a:pt x="15615" y="9071"/>
                  </a:cubicBezTo>
                  <a:cubicBezTo>
                    <a:pt x="15690" y="8721"/>
                    <a:pt x="15640" y="8670"/>
                    <a:pt x="15264" y="8620"/>
                  </a:cubicBezTo>
                  <a:cubicBezTo>
                    <a:pt x="14938" y="8570"/>
                    <a:pt x="14612" y="8545"/>
                    <a:pt x="14236" y="8520"/>
                  </a:cubicBezTo>
                  <a:cubicBezTo>
                    <a:pt x="14211" y="8069"/>
                    <a:pt x="14186" y="7643"/>
                    <a:pt x="14161" y="7167"/>
                  </a:cubicBezTo>
                  <a:cubicBezTo>
                    <a:pt x="14562" y="7117"/>
                    <a:pt x="14888" y="7066"/>
                    <a:pt x="15239" y="7016"/>
                  </a:cubicBezTo>
                  <a:cubicBezTo>
                    <a:pt x="15615" y="6966"/>
                    <a:pt x="15690" y="6866"/>
                    <a:pt x="15615" y="6515"/>
                  </a:cubicBezTo>
                  <a:cubicBezTo>
                    <a:pt x="15464" y="5914"/>
                    <a:pt x="15289" y="5312"/>
                    <a:pt x="15088" y="4736"/>
                  </a:cubicBezTo>
                  <a:cubicBezTo>
                    <a:pt x="14987" y="4449"/>
                    <a:pt x="14897" y="4344"/>
                    <a:pt x="14720" y="4344"/>
                  </a:cubicBezTo>
                  <a:cubicBezTo>
                    <a:pt x="14633" y="4344"/>
                    <a:pt x="14526" y="4369"/>
                    <a:pt x="14387" y="4410"/>
                  </a:cubicBezTo>
                  <a:cubicBezTo>
                    <a:pt x="14086" y="4510"/>
                    <a:pt x="13785" y="4610"/>
                    <a:pt x="13484" y="4736"/>
                  </a:cubicBezTo>
                  <a:cubicBezTo>
                    <a:pt x="13284" y="4460"/>
                    <a:pt x="13108" y="4234"/>
                    <a:pt x="12908" y="3984"/>
                  </a:cubicBezTo>
                  <a:cubicBezTo>
                    <a:pt x="13184" y="3708"/>
                    <a:pt x="13409" y="3482"/>
                    <a:pt x="13660" y="3257"/>
                  </a:cubicBezTo>
                  <a:cubicBezTo>
                    <a:pt x="13961" y="2981"/>
                    <a:pt x="13986" y="2856"/>
                    <a:pt x="13685" y="2530"/>
                  </a:cubicBezTo>
                  <a:cubicBezTo>
                    <a:pt x="13359" y="2204"/>
                    <a:pt x="13033" y="1904"/>
                    <a:pt x="12682" y="1603"/>
                  </a:cubicBezTo>
                  <a:cubicBezTo>
                    <a:pt x="12508" y="1452"/>
                    <a:pt x="12382" y="1376"/>
                    <a:pt x="12259" y="1376"/>
                  </a:cubicBezTo>
                  <a:cubicBezTo>
                    <a:pt x="12118" y="1376"/>
                    <a:pt x="11981" y="1477"/>
                    <a:pt x="11780" y="1678"/>
                  </a:cubicBezTo>
                  <a:cubicBezTo>
                    <a:pt x="11580" y="1853"/>
                    <a:pt x="11404" y="2079"/>
                    <a:pt x="11179" y="2305"/>
                  </a:cubicBezTo>
                  <a:cubicBezTo>
                    <a:pt x="10903" y="2104"/>
                    <a:pt x="10677" y="1954"/>
                    <a:pt x="10427" y="1778"/>
                  </a:cubicBezTo>
                  <a:cubicBezTo>
                    <a:pt x="10552" y="1528"/>
                    <a:pt x="10652" y="1327"/>
                    <a:pt x="10753" y="1102"/>
                  </a:cubicBezTo>
                  <a:cubicBezTo>
                    <a:pt x="10903" y="751"/>
                    <a:pt x="10878" y="575"/>
                    <a:pt x="10477" y="450"/>
                  </a:cubicBezTo>
                  <a:cubicBezTo>
                    <a:pt x="9976" y="274"/>
                    <a:pt x="9449" y="149"/>
                    <a:pt x="8923" y="24"/>
                  </a:cubicBezTo>
                  <a:cubicBezTo>
                    <a:pt x="8852" y="9"/>
                    <a:pt x="8791" y="1"/>
                    <a:pt x="87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41"/>
            <p:cNvSpPr/>
            <p:nvPr/>
          </p:nvSpPr>
          <p:spPr>
            <a:xfrm>
              <a:off x="5155075" y="3905550"/>
              <a:ext cx="110300" cy="109700"/>
            </a:xfrm>
            <a:custGeom>
              <a:avLst/>
              <a:gdLst/>
              <a:ahLst/>
              <a:cxnLst/>
              <a:rect l="l" t="t" r="r" b="b"/>
              <a:pathLst>
                <a:path w="4412" h="4388" extrusionOk="0">
                  <a:moveTo>
                    <a:pt x="2185" y="502"/>
                  </a:moveTo>
                  <a:cubicBezTo>
                    <a:pt x="2200" y="502"/>
                    <a:pt x="2215" y="502"/>
                    <a:pt x="2231" y="503"/>
                  </a:cubicBezTo>
                  <a:cubicBezTo>
                    <a:pt x="3183" y="503"/>
                    <a:pt x="3910" y="1254"/>
                    <a:pt x="3935" y="2182"/>
                  </a:cubicBezTo>
                  <a:cubicBezTo>
                    <a:pt x="3935" y="3120"/>
                    <a:pt x="3157" y="3912"/>
                    <a:pt x="2248" y="3912"/>
                  </a:cubicBezTo>
                  <a:cubicBezTo>
                    <a:pt x="2234" y="3912"/>
                    <a:pt x="2220" y="3911"/>
                    <a:pt x="2206" y="3911"/>
                  </a:cubicBezTo>
                  <a:cubicBezTo>
                    <a:pt x="1253" y="3911"/>
                    <a:pt x="501" y="3134"/>
                    <a:pt x="501" y="2207"/>
                  </a:cubicBezTo>
                  <a:cubicBezTo>
                    <a:pt x="477" y="1269"/>
                    <a:pt x="1229" y="502"/>
                    <a:pt x="2185" y="502"/>
                  </a:cubicBezTo>
                  <a:close/>
                  <a:moveTo>
                    <a:pt x="2226" y="1"/>
                  </a:moveTo>
                  <a:cubicBezTo>
                    <a:pt x="2211" y="1"/>
                    <a:pt x="2196" y="1"/>
                    <a:pt x="2180" y="1"/>
                  </a:cubicBezTo>
                  <a:cubicBezTo>
                    <a:pt x="952" y="26"/>
                    <a:pt x="0" y="1004"/>
                    <a:pt x="25" y="2232"/>
                  </a:cubicBezTo>
                  <a:cubicBezTo>
                    <a:pt x="25" y="3420"/>
                    <a:pt x="978" y="4388"/>
                    <a:pt x="2184" y="4388"/>
                  </a:cubicBezTo>
                  <a:cubicBezTo>
                    <a:pt x="2200" y="4388"/>
                    <a:pt x="2215" y="4388"/>
                    <a:pt x="2231" y="4387"/>
                  </a:cubicBezTo>
                  <a:cubicBezTo>
                    <a:pt x="3434" y="4387"/>
                    <a:pt x="4411" y="3410"/>
                    <a:pt x="4411" y="2207"/>
                  </a:cubicBezTo>
                  <a:cubicBezTo>
                    <a:pt x="4411" y="994"/>
                    <a:pt x="3433" y="1"/>
                    <a:pt x="22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54" name="Google Shape;1954;p41"/>
          <p:cNvGrpSpPr/>
          <p:nvPr/>
        </p:nvGrpSpPr>
        <p:grpSpPr>
          <a:xfrm>
            <a:off x="5129281" y="3778810"/>
            <a:ext cx="2575134" cy="621779"/>
            <a:chOff x="2525200" y="826325"/>
            <a:chExt cx="1399225" cy="337850"/>
          </a:xfrm>
        </p:grpSpPr>
        <p:sp>
          <p:nvSpPr>
            <p:cNvPr id="1955" name="Google Shape;1955;p41"/>
            <p:cNvSpPr/>
            <p:nvPr/>
          </p:nvSpPr>
          <p:spPr>
            <a:xfrm>
              <a:off x="2563450" y="898225"/>
              <a:ext cx="1149275" cy="85250"/>
            </a:xfrm>
            <a:custGeom>
              <a:avLst/>
              <a:gdLst/>
              <a:ahLst/>
              <a:cxnLst/>
              <a:rect l="l" t="t" r="r" b="b"/>
              <a:pathLst>
                <a:path w="45971" h="3410" extrusionOk="0">
                  <a:moveTo>
                    <a:pt x="17256" y="1507"/>
                  </a:moveTo>
                  <a:lnTo>
                    <a:pt x="17256" y="1507"/>
                  </a:lnTo>
                  <a:cubicBezTo>
                    <a:pt x="17256" y="1507"/>
                    <a:pt x="17279" y="1530"/>
                    <a:pt x="17279" y="1530"/>
                  </a:cubicBezTo>
                  <a:cubicBezTo>
                    <a:pt x="17279" y="1507"/>
                    <a:pt x="17256" y="1507"/>
                    <a:pt x="17256" y="1507"/>
                  </a:cubicBezTo>
                  <a:close/>
                  <a:moveTo>
                    <a:pt x="33690" y="2055"/>
                  </a:moveTo>
                  <a:cubicBezTo>
                    <a:pt x="33690" y="2055"/>
                    <a:pt x="33667" y="2055"/>
                    <a:pt x="33667" y="2078"/>
                  </a:cubicBezTo>
                  <a:cubicBezTo>
                    <a:pt x="33690" y="2055"/>
                    <a:pt x="33690" y="2055"/>
                    <a:pt x="33690" y="2055"/>
                  </a:cubicBezTo>
                  <a:close/>
                  <a:moveTo>
                    <a:pt x="32229" y="2580"/>
                  </a:moveTo>
                  <a:cubicBezTo>
                    <a:pt x="32218" y="2580"/>
                    <a:pt x="32212" y="2585"/>
                    <a:pt x="32207" y="2591"/>
                  </a:cubicBezTo>
                  <a:lnTo>
                    <a:pt x="32207" y="2591"/>
                  </a:lnTo>
                  <a:lnTo>
                    <a:pt x="32229" y="2580"/>
                  </a:lnTo>
                  <a:close/>
                  <a:moveTo>
                    <a:pt x="411" y="0"/>
                  </a:moveTo>
                  <a:cubicBezTo>
                    <a:pt x="365" y="0"/>
                    <a:pt x="320" y="0"/>
                    <a:pt x="274" y="23"/>
                  </a:cubicBezTo>
                  <a:cubicBezTo>
                    <a:pt x="183" y="46"/>
                    <a:pt x="114" y="115"/>
                    <a:pt x="69" y="206"/>
                  </a:cubicBezTo>
                  <a:cubicBezTo>
                    <a:pt x="23" y="297"/>
                    <a:pt x="0" y="411"/>
                    <a:pt x="46" y="503"/>
                  </a:cubicBezTo>
                  <a:cubicBezTo>
                    <a:pt x="69" y="617"/>
                    <a:pt x="137" y="662"/>
                    <a:pt x="228" y="731"/>
                  </a:cubicBezTo>
                  <a:cubicBezTo>
                    <a:pt x="685" y="1028"/>
                    <a:pt x="1141" y="1302"/>
                    <a:pt x="1621" y="1530"/>
                  </a:cubicBezTo>
                  <a:cubicBezTo>
                    <a:pt x="2054" y="1758"/>
                    <a:pt x="2511" y="1941"/>
                    <a:pt x="2990" y="2100"/>
                  </a:cubicBezTo>
                  <a:cubicBezTo>
                    <a:pt x="3796" y="2376"/>
                    <a:pt x="4640" y="2514"/>
                    <a:pt x="5506" y="2514"/>
                  </a:cubicBezTo>
                  <a:cubicBezTo>
                    <a:pt x="5573" y="2514"/>
                    <a:pt x="5640" y="2513"/>
                    <a:pt x="5706" y="2511"/>
                  </a:cubicBezTo>
                  <a:cubicBezTo>
                    <a:pt x="6642" y="2488"/>
                    <a:pt x="7578" y="2283"/>
                    <a:pt x="8491" y="2009"/>
                  </a:cubicBezTo>
                  <a:cubicBezTo>
                    <a:pt x="8993" y="1849"/>
                    <a:pt x="9495" y="1644"/>
                    <a:pt x="9975" y="1461"/>
                  </a:cubicBezTo>
                  <a:cubicBezTo>
                    <a:pt x="10477" y="1256"/>
                    <a:pt x="10979" y="1096"/>
                    <a:pt x="11481" y="1005"/>
                  </a:cubicBezTo>
                  <a:cubicBezTo>
                    <a:pt x="11827" y="955"/>
                    <a:pt x="12184" y="918"/>
                    <a:pt x="12536" y="918"/>
                  </a:cubicBezTo>
                  <a:cubicBezTo>
                    <a:pt x="12673" y="918"/>
                    <a:pt x="12808" y="924"/>
                    <a:pt x="12942" y="936"/>
                  </a:cubicBezTo>
                  <a:cubicBezTo>
                    <a:pt x="13558" y="1005"/>
                    <a:pt x="14152" y="1165"/>
                    <a:pt x="14745" y="1370"/>
                  </a:cubicBezTo>
                  <a:cubicBezTo>
                    <a:pt x="14700" y="1347"/>
                    <a:pt x="14677" y="1347"/>
                    <a:pt x="14654" y="1324"/>
                  </a:cubicBezTo>
                  <a:lnTo>
                    <a:pt x="14654" y="1324"/>
                  </a:lnTo>
                  <a:cubicBezTo>
                    <a:pt x="15499" y="1644"/>
                    <a:pt x="16343" y="2009"/>
                    <a:pt x="17210" y="2306"/>
                  </a:cubicBezTo>
                  <a:cubicBezTo>
                    <a:pt x="17690" y="2466"/>
                    <a:pt x="18146" y="2625"/>
                    <a:pt x="18648" y="2694"/>
                  </a:cubicBezTo>
                  <a:cubicBezTo>
                    <a:pt x="18865" y="2717"/>
                    <a:pt x="19082" y="2728"/>
                    <a:pt x="19299" y="2728"/>
                  </a:cubicBezTo>
                  <a:cubicBezTo>
                    <a:pt x="19516" y="2728"/>
                    <a:pt x="19733" y="2717"/>
                    <a:pt x="19949" y="2694"/>
                  </a:cubicBezTo>
                  <a:cubicBezTo>
                    <a:pt x="20771" y="2603"/>
                    <a:pt x="21547" y="2306"/>
                    <a:pt x="22300" y="1986"/>
                  </a:cubicBezTo>
                  <a:cubicBezTo>
                    <a:pt x="23031" y="1690"/>
                    <a:pt x="23784" y="1393"/>
                    <a:pt x="24560" y="1233"/>
                  </a:cubicBezTo>
                  <a:cubicBezTo>
                    <a:pt x="24834" y="1182"/>
                    <a:pt x="25108" y="1156"/>
                    <a:pt x="25382" y="1156"/>
                  </a:cubicBezTo>
                  <a:cubicBezTo>
                    <a:pt x="25473" y="1156"/>
                    <a:pt x="25564" y="1159"/>
                    <a:pt x="25656" y="1165"/>
                  </a:cubicBezTo>
                  <a:cubicBezTo>
                    <a:pt x="25975" y="1210"/>
                    <a:pt x="26318" y="1256"/>
                    <a:pt x="26637" y="1370"/>
                  </a:cubicBezTo>
                  <a:cubicBezTo>
                    <a:pt x="27322" y="1644"/>
                    <a:pt x="27938" y="2055"/>
                    <a:pt x="28577" y="2443"/>
                  </a:cubicBezTo>
                  <a:cubicBezTo>
                    <a:pt x="28897" y="2648"/>
                    <a:pt x="29217" y="2831"/>
                    <a:pt x="29559" y="2991"/>
                  </a:cubicBezTo>
                  <a:cubicBezTo>
                    <a:pt x="29924" y="3150"/>
                    <a:pt x="30335" y="3264"/>
                    <a:pt x="30723" y="3333"/>
                  </a:cubicBezTo>
                  <a:cubicBezTo>
                    <a:pt x="30997" y="3384"/>
                    <a:pt x="31284" y="3410"/>
                    <a:pt x="31564" y="3410"/>
                  </a:cubicBezTo>
                  <a:cubicBezTo>
                    <a:pt x="31657" y="3410"/>
                    <a:pt x="31750" y="3407"/>
                    <a:pt x="31841" y="3401"/>
                  </a:cubicBezTo>
                  <a:cubicBezTo>
                    <a:pt x="32184" y="3379"/>
                    <a:pt x="32503" y="3310"/>
                    <a:pt x="32823" y="3219"/>
                  </a:cubicBezTo>
                  <a:cubicBezTo>
                    <a:pt x="33485" y="3036"/>
                    <a:pt x="34101" y="2694"/>
                    <a:pt x="34695" y="2420"/>
                  </a:cubicBezTo>
                  <a:cubicBezTo>
                    <a:pt x="34672" y="2420"/>
                    <a:pt x="34649" y="2443"/>
                    <a:pt x="34603" y="2443"/>
                  </a:cubicBezTo>
                  <a:cubicBezTo>
                    <a:pt x="34946" y="2306"/>
                    <a:pt x="35288" y="2146"/>
                    <a:pt x="35630" y="2009"/>
                  </a:cubicBezTo>
                  <a:cubicBezTo>
                    <a:pt x="36018" y="1872"/>
                    <a:pt x="36429" y="1758"/>
                    <a:pt x="36863" y="1667"/>
                  </a:cubicBezTo>
                  <a:cubicBezTo>
                    <a:pt x="37310" y="1597"/>
                    <a:pt x="37758" y="1570"/>
                    <a:pt x="38205" y="1570"/>
                  </a:cubicBezTo>
                  <a:cubicBezTo>
                    <a:pt x="38488" y="1570"/>
                    <a:pt x="38771" y="1581"/>
                    <a:pt x="39054" y="1598"/>
                  </a:cubicBezTo>
                  <a:lnTo>
                    <a:pt x="39100" y="1598"/>
                  </a:lnTo>
                  <a:cubicBezTo>
                    <a:pt x="41268" y="1781"/>
                    <a:pt x="43391" y="2443"/>
                    <a:pt x="45605" y="2443"/>
                  </a:cubicBezTo>
                  <a:cubicBezTo>
                    <a:pt x="45811" y="2443"/>
                    <a:pt x="45970" y="2237"/>
                    <a:pt x="45970" y="2032"/>
                  </a:cubicBezTo>
                  <a:cubicBezTo>
                    <a:pt x="45947" y="1826"/>
                    <a:pt x="45765" y="1667"/>
                    <a:pt x="45559" y="1667"/>
                  </a:cubicBezTo>
                  <a:cubicBezTo>
                    <a:pt x="45466" y="1673"/>
                    <a:pt x="45372" y="1676"/>
                    <a:pt x="45279" y="1676"/>
                  </a:cubicBezTo>
                  <a:cubicBezTo>
                    <a:pt x="45053" y="1676"/>
                    <a:pt x="44827" y="1660"/>
                    <a:pt x="44601" y="1644"/>
                  </a:cubicBezTo>
                  <a:lnTo>
                    <a:pt x="44578" y="1644"/>
                  </a:lnTo>
                  <a:cubicBezTo>
                    <a:pt x="43619" y="1553"/>
                    <a:pt x="42683" y="1393"/>
                    <a:pt x="41748" y="1210"/>
                  </a:cubicBezTo>
                  <a:cubicBezTo>
                    <a:pt x="40789" y="1050"/>
                    <a:pt x="39830" y="891"/>
                    <a:pt x="38849" y="822"/>
                  </a:cubicBezTo>
                  <a:cubicBezTo>
                    <a:pt x="38667" y="814"/>
                    <a:pt x="38486" y="809"/>
                    <a:pt x="38305" y="809"/>
                  </a:cubicBezTo>
                  <a:cubicBezTo>
                    <a:pt x="37528" y="809"/>
                    <a:pt x="36754" y="893"/>
                    <a:pt x="35996" y="1096"/>
                  </a:cubicBezTo>
                  <a:cubicBezTo>
                    <a:pt x="35197" y="1302"/>
                    <a:pt x="34444" y="1690"/>
                    <a:pt x="33690" y="2055"/>
                  </a:cubicBezTo>
                  <a:cubicBezTo>
                    <a:pt x="33693" y="2055"/>
                    <a:pt x="33696" y="2054"/>
                    <a:pt x="33699" y="2054"/>
                  </a:cubicBezTo>
                  <a:lnTo>
                    <a:pt x="33699" y="2054"/>
                  </a:lnTo>
                  <a:cubicBezTo>
                    <a:pt x="33687" y="2061"/>
                    <a:pt x="33676" y="2069"/>
                    <a:pt x="33667" y="2078"/>
                  </a:cubicBezTo>
                  <a:cubicBezTo>
                    <a:pt x="33202" y="2299"/>
                    <a:pt x="32714" y="2478"/>
                    <a:pt x="32205" y="2593"/>
                  </a:cubicBezTo>
                  <a:lnTo>
                    <a:pt x="32205" y="2593"/>
                  </a:lnTo>
                  <a:cubicBezTo>
                    <a:pt x="32206" y="2592"/>
                    <a:pt x="32206" y="2592"/>
                    <a:pt x="32207" y="2591"/>
                  </a:cubicBezTo>
                  <a:lnTo>
                    <a:pt x="32207" y="2591"/>
                  </a:lnTo>
                  <a:lnTo>
                    <a:pt x="32202" y="2594"/>
                  </a:lnTo>
                  <a:lnTo>
                    <a:pt x="32202" y="2594"/>
                  </a:lnTo>
                  <a:cubicBezTo>
                    <a:pt x="32188" y="2597"/>
                    <a:pt x="32175" y="2600"/>
                    <a:pt x="32161" y="2603"/>
                  </a:cubicBezTo>
                  <a:cubicBezTo>
                    <a:pt x="31987" y="2629"/>
                    <a:pt x="31806" y="2640"/>
                    <a:pt x="31621" y="2640"/>
                  </a:cubicBezTo>
                  <a:cubicBezTo>
                    <a:pt x="31490" y="2640"/>
                    <a:pt x="31358" y="2635"/>
                    <a:pt x="31225" y="2625"/>
                  </a:cubicBezTo>
                  <a:cubicBezTo>
                    <a:pt x="30860" y="2603"/>
                    <a:pt x="30472" y="2511"/>
                    <a:pt x="30107" y="2397"/>
                  </a:cubicBezTo>
                  <a:cubicBezTo>
                    <a:pt x="29194" y="2055"/>
                    <a:pt x="28440" y="1416"/>
                    <a:pt x="27573" y="959"/>
                  </a:cubicBezTo>
                  <a:cubicBezTo>
                    <a:pt x="27139" y="731"/>
                    <a:pt x="26683" y="571"/>
                    <a:pt x="26204" y="480"/>
                  </a:cubicBezTo>
                  <a:cubicBezTo>
                    <a:pt x="25936" y="426"/>
                    <a:pt x="25669" y="404"/>
                    <a:pt x="25401" y="404"/>
                  </a:cubicBezTo>
                  <a:cubicBezTo>
                    <a:pt x="25212" y="404"/>
                    <a:pt x="25023" y="415"/>
                    <a:pt x="24834" y="434"/>
                  </a:cubicBezTo>
                  <a:cubicBezTo>
                    <a:pt x="23191" y="594"/>
                    <a:pt x="21775" y="1575"/>
                    <a:pt x="20155" y="1895"/>
                  </a:cubicBezTo>
                  <a:cubicBezTo>
                    <a:pt x="19864" y="1946"/>
                    <a:pt x="19586" y="1972"/>
                    <a:pt x="19301" y="1972"/>
                  </a:cubicBezTo>
                  <a:cubicBezTo>
                    <a:pt x="19206" y="1972"/>
                    <a:pt x="19111" y="1969"/>
                    <a:pt x="19014" y="1963"/>
                  </a:cubicBezTo>
                  <a:cubicBezTo>
                    <a:pt x="18420" y="1918"/>
                    <a:pt x="17850" y="1712"/>
                    <a:pt x="17279" y="1530"/>
                  </a:cubicBezTo>
                  <a:lnTo>
                    <a:pt x="17233" y="1507"/>
                  </a:lnTo>
                  <a:lnTo>
                    <a:pt x="17256" y="1507"/>
                  </a:lnTo>
                  <a:cubicBezTo>
                    <a:pt x="16457" y="1233"/>
                    <a:pt x="15681" y="891"/>
                    <a:pt x="14882" y="617"/>
                  </a:cubicBezTo>
                  <a:cubicBezTo>
                    <a:pt x="14517" y="480"/>
                    <a:pt x="14152" y="389"/>
                    <a:pt x="13764" y="297"/>
                  </a:cubicBezTo>
                  <a:cubicBezTo>
                    <a:pt x="13376" y="206"/>
                    <a:pt x="12965" y="160"/>
                    <a:pt x="12577" y="160"/>
                  </a:cubicBezTo>
                  <a:cubicBezTo>
                    <a:pt x="12535" y="159"/>
                    <a:pt x="12494" y="159"/>
                    <a:pt x="12453" y="159"/>
                  </a:cubicBezTo>
                  <a:cubicBezTo>
                    <a:pt x="11514" y="159"/>
                    <a:pt x="10599" y="403"/>
                    <a:pt x="9747" y="731"/>
                  </a:cubicBezTo>
                  <a:cubicBezTo>
                    <a:pt x="9495" y="822"/>
                    <a:pt x="9244" y="936"/>
                    <a:pt x="8993" y="1028"/>
                  </a:cubicBezTo>
                  <a:cubicBezTo>
                    <a:pt x="8742" y="1119"/>
                    <a:pt x="8491" y="1210"/>
                    <a:pt x="8263" y="1279"/>
                  </a:cubicBezTo>
                  <a:cubicBezTo>
                    <a:pt x="7829" y="1416"/>
                    <a:pt x="7373" y="1530"/>
                    <a:pt x="6916" y="1621"/>
                  </a:cubicBezTo>
                  <a:cubicBezTo>
                    <a:pt x="6425" y="1706"/>
                    <a:pt x="5922" y="1753"/>
                    <a:pt x="5424" y="1753"/>
                  </a:cubicBezTo>
                  <a:cubicBezTo>
                    <a:pt x="5251" y="1753"/>
                    <a:pt x="5079" y="1747"/>
                    <a:pt x="4908" y="1735"/>
                  </a:cubicBezTo>
                  <a:cubicBezTo>
                    <a:pt x="4268" y="1667"/>
                    <a:pt x="3652" y="1530"/>
                    <a:pt x="3036" y="1324"/>
                  </a:cubicBezTo>
                  <a:cubicBezTo>
                    <a:pt x="2169" y="1005"/>
                    <a:pt x="1347" y="571"/>
                    <a:pt x="571" y="46"/>
                  </a:cubicBezTo>
                  <a:cubicBezTo>
                    <a:pt x="525" y="23"/>
                    <a:pt x="479" y="0"/>
                    <a:pt x="4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41"/>
            <p:cNvSpPr/>
            <p:nvPr/>
          </p:nvSpPr>
          <p:spPr>
            <a:xfrm>
              <a:off x="2525200" y="1008350"/>
              <a:ext cx="1211475" cy="81275"/>
            </a:xfrm>
            <a:custGeom>
              <a:avLst/>
              <a:gdLst/>
              <a:ahLst/>
              <a:cxnLst/>
              <a:rect l="l" t="t" r="r" b="b"/>
              <a:pathLst>
                <a:path w="48459" h="3251" extrusionOk="0">
                  <a:moveTo>
                    <a:pt x="13947" y="1"/>
                  </a:moveTo>
                  <a:cubicBezTo>
                    <a:pt x="13673" y="1"/>
                    <a:pt x="13422" y="1"/>
                    <a:pt x="13148" y="46"/>
                  </a:cubicBezTo>
                  <a:cubicBezTo>
                    <a:pt x="12623" y="115"/>
                    <a:pt x="12121" y="252"/>
                    <a:pt x="11619" y="434"/>
                  </a:cubicBezTo>
                  <a:cubicBezTo>
                    <a:pt x="10615" y="845"/>
                    <a:pt x="9816" y="1599"/>
                    <a:pt x="8857" y="2078"/>
                  </a:cubicBezTo>
                  <a:cubicBezTo>
                    <a:pt x="8492" y="2238"/>
                    <a:pt x="8127" y="2352"/>
                    <a:pt x="7739" y="2420"/>
                  </a:cubicBezTo>
                  <a:cubicBezTo>
                    <a:pt x="7413" y="2472"/>
                    <a:pt x="7075" y="2497"/>
                    <a:pt x="6734" y="2497"/>
                  </a:cubicBezTo>
                  <a:cubicBezTo>
                    <a:pt x="6620" y="2497"/>
                    <a:pt x="6506" y="2494"/>
                    <a:pt x="6392" y="2489"/>
                  </a:cubicBezTo>
                  <a:cubicBezTo>
                    <a:pt x="5662" y="2420"/>
                    <a:pt x="4931" y="2238"/>
                    <a:pt x="4246" y="1987"/>
                  </a:cubicBezTo>
                  <a:cubicBezTo>
                    <a:pt x="2968" y="1530"/>
                    <a:pt x="1781" y="891"/>
                    <a:pt x="594" y="252"/>
                  </a:cubicBezTo>
                  <a:cubicBezTo>
                    <a:pt x="540" y="225"/>
                    <a:pt x="481" y="212"/>
                    <a:pt x="423" y="212"/>
                  </a:cubicBezTo>
                  <a:cubicBezTo>
                    <a:pt x="288" y="212"/>
                    <a:pt x="156" y="283"/>
                    <a:pt x="92" y="412"/>
                  </a:cubicBezTo>
                  <a:cubicBezTo>
                    <a:pt x="1" y="617"/>
                    <a:pt x="69" y="822"/>
                    <a:pt x="252" y="937"/>
                  </a:cubicBezTo>
                  <a:cubicBezTo>
                    <a:pt x="1165" y="1439"/>
                    <a:pt x="2101" y="1918"/>
                    <a:pt x="3037" y="2329"/>
                  </a:cubicBezTo>
                  <a:cubicBezTo>
                    <a:pt x="4041" y="2763"/>
                    <a:pt x="5091" y="3105"/>
                    <a:pt x="6164" y="3219"/>
                  </a:cubicBezTo>
                  <a:cubicBezTo>
                    <a:pt x="6400" y="3240"/>
                    <a:pt x="6631" y="3251"/>
                    <a:pt x="6860" y="3251"/>
                  </a:cubicBezTo>
                  <a:cubicBezTo>
                    <a:pt x="7140" y="3251"/>
                    <a:pt x="7417" y="3234"/>
                    <a:pt x="7693" y="3196"/>
                  </a:cubicBezTo>
                  <a:cubicBezTo>
                    <a:pt x="7967" y="3173"/>
                    <a:pt x="8241" y="3105"/>
                    <a:pt x="8492" y="3037"/>
                  </a:cubicBezTo>
                  <a:cubicBezTo>
                    <a:pt x="8743" y="2968"/>
                    <a:pt x="8971" y="2854"/>
                    <a:pt x="9199" y="2763"/>
                  </a:cubicBezTo>
                  <a:cubicBezTo>
                    <a:pt x="10090" y="2329"/>
                    <a:pt x="10820" y="1667"/>
                    <a:pt x="11710" y="1233"/>
                  </a:cubicBezTo>
                  <a:cubicBezTo>
                    <a:pt x="12121" y="1051"/>
                    <a:pt x="12555" y="914"/>
                    <a:pt x="13011" y="822"/>
                  </a:cubicBezTo>
                  <a:cubicBezTo>
                    <a:pt x="13306" y="778"/>
                    <a:pt x="13601" y="753"/>
                    <a:pt x="13896" y="753"/>
                  </a:cubicBezTo>
                  <a:cubicBezTo>
                    <a:pt x="14057" y="753"/>
                    <a:pt x="14219" y="761"/>
                    <a:pt x="14381" y="777"/>
                  </a:cubicBezTo>
                  <a:cubicBezTo>
                    <a:pt x="15066" y="822"/>
                    <a:pt x="15727" y="1005"/>
                    <a:pt x="16367" y="1233"/>
                  </a:cubicBezTo>
                  <a:cubicBezTo>
                    <a:pt x="17987" y="1804"/>
                    <a:pt x="19494" y="2648"/>
                    <a:pt x="21206" y="2900"/>
                  </a:cubicBezTo>
                  <a:cubicBezTo>
                    <a:pt x="21515" y="2944"/>
                    <a:pt x="21825" y="2969"/>
                    <a:pt x="22128" y="2969"/>
                  </a:cubicBezTo>
                  <a:cubicBezTo>
                    <a:pt x="22294" y="2969"/>
                    <a:pt x="22459" y="2961"/>
                    <a:pt x="22621" y="2945"/>
                  </a:cubicBezTo>
                  <a:cubicBezTo>
                    <a:pt x="23191" y="2922"/>
                    <a:pt x="23739" y="2808"/>
                    <a:pt x="24264" y="2648"/>
                  </a:cubicBezTo>
                  <a:cubicBezTo>
                    <a:pt x="25337" y="2352"/>
                    <a:pt x="26364" y="1895"/>
                    <a:pt x="27460" y="1690"/>
                  </a:cubicBezTo>
                  <a:cubicBezTo>
                    <a:pt x="27802" y="1638"/>
                    <a:pt x="28132" y="1613"/>
                    <a:pt x="28468" y="1613"/>
                  </a:cubicBezTo>
                  <a:cubicBezTo>
                    <a:pt x="28580" y="1613"/>
                    <a:pt x="28692" y="1616"/>
                    <a:pt x="28806" y="1621"/>
                  </a:cubicBezTo>
                  <a:cubicBezTo>
                    <a:pt x="29651" y="1713"/>
                    <a:pt x="30473" y="1964"/>
                    <a:pt x="31272" y="2215"/>
                  </a:cubicBezTo>
                  <a:cubicBezTo>
                    <a:pt x="31682" y="2329"/>
                    <a:pt x="32093" y="2443"/>
                    <a:pt x="32527" y="2534"/>
                  </a:cubicBezTo>
                  <a:cubicBezTo>
                    <a:pt x="32983" y="2648"/>
                    <a:pt x="33440" y="2694"/>
                    <a:pt x="33896" y="2717"/>
                  </a:cubicBezTo>
                  <a:cubicBezTo>
                    <a:pt x="34764" y="2717"/>
                    <a:pt x="35585" y="2489"/>
                    <a:pt x="36384" y="2169"/>
                  </a:cubicBezTo>
                  <a:cubicBezTo>
                    <a:pt x="37069" y="1872"/>
                    <a:pt x="37731" y="1553"/>
                    <a:pt x="38484" y="1416"/>
                  </a:cubicBezTo>
                  <a:cubicBezTo>
                    <a:pt x="38702" y="1382"/>
                    <a:pt x="38931" y="1361"/>
                    <a:pt x="39164" y="1361"/>
                  </a:cubicBezTo>
                  <a:cubicBezTo>
                    <a:pt x="39249" y="1361"/>
                    <a:pt x="39335" y="1364"/>
                    <a:pt x="39420" y="1370"/>
                  </a:cubicBezTo>
                  <a:cubicBezTo>
                    <a:pt x="39785" y="1393"/>
                    <a:pt x="40173" y="1484"/>
                    <a:pt x="40539" y="1621"/>
                  </a:cubicBezTo>
                  <a:cubicBezTo>
                    <a:pt x="41064" y="1804"/>
                    <a:pt x="41543" y="2055"/>
                    <a:pt x="42068" y="2283"/>
                  </a:cubicBezTo>
                  <a:cubicBezTo>
                    <a:pt x="42342" y="2397"/>
                    <a:pt x="42616" y="2512"/>
                    <a:pt x="42912" y="2580"/>
                  </a:cubicBezTo>
                  <a:cubicBezTo>
                    <a:pt x="43232" y="2671"/>
                    <a:pt x="43552" y="2694"/>
                    <a:pt x="43871" y="2717"/>
                  </a:cubicBezTo>
                  <a:cubicBezTo>
                    <a:pt x="43909" y="2718"/>
                    <a:pt x="43947" y="2719"/>
                    <a:pt x="43986" y="2719"/>
                  </a:cubicBezTo>
                  <a:cubicBezTo>
                    <a:pt x="44698" y="2719"/>
                    <a:pt x="45389" y="2519"/>
                    <a:pt x="46039" y="2238"/>
                  </a:cubicBezTo>
                  <a:cubicBezTo>
                    <a:pt x="46747" y="1941"/>
                    <a:pt x="47409" y="1599"/>
                    <a:pt x="48139" y="1393"/>
                  </a:cubicBezTo>
                  <a:cubicBezTo>
                    <a:pt x="48345" y="1347"/>
                    <a:pt x="48459" y="1119"/>
                    <a:pt x="48390" y="937"/>
                  </a:cubicBezTo>
                  <a:cubicBezTo>
                    <a:pt x="48336" y="772"/>
                    <a:pt x="48192" y="666"/>
                    <a:pt x="48032" y="666"/>
                  </a:cubicBezTo>
                  <a:cubicBezTo>
                    <a:pt x="47992" y="666"/>
                    <a:pt x="47952" y="672"/>
                    <a:pt x="47911" y="686"/>
                  </a:cubicBezTo>
                  <a:cubicBezTo>
                    <a:pt x="46770" y="982"/>
                    <a:pt x="45766" y="1667"/>
                    <a:pt x="44624" y="1895"/>
                  </a:cubicBezTo>
                  <a:cubicBezTo>
                    <a:pt x="44390" y="1929"/>
                    <a:pt x="44156" y="1950"/>
                    <a:pt x="43923" y="1950"/>
                  </a:cubicBezTo>
                  <a:cubicBezTo>
                    <a:pt x="43837" y="1950"/>
                    <a:pt x="43751" y="1947"/>
                    <a:pt x="43666" y="1941"/>
                  </a:cubicBezTo>
                  <a:cubicBezTo>
                    <a:pt x="43346" y="1918"/>
                    <a:pt x="43049" y="1827"/>
                    <a:pt x="42753" y="1735"/>
                  </a:cubicBezTo>
                  <a:cubicBezTo>
                    <a:pt x="42136" y="1507"/>
                    <a:pt x="41589" y="1210"/>
                    <a:pt x="40995" y="982"/>
                  </a:cubicBezTo>
                  <a:cubicBezTo>
                    <a:pt x="40653" y="845"/>
                    <a:pt x="40287" y="731"/>
                    <a:pt x="39922" y="663"/>
                  </a:cubicBezTo>
                  <a:cubicBezTo>
                    <a:pt x="39672" y="618"/>
                    <a:pt x="39421" y="593"/>
                    <a:pt x="39164" y="593"/>
                  </a:cubicBezTo>
                  <a:cubicBezTo>
                    <a:pt x="39024" y="593"/>
                    <a:pt x="38881" y="601"/>
                    <a:pt x="38735" y="617"/>
                  </a:cubicBezTo>
                  <a:cubicBezTo>
                    <a:pt x="38051" y="663"/>
                    <a:pt x="37389" y="914"/>
                    <a:pt x="36750" y="1188"/>
                  </a:cubicBezTo>
                  <a:cubicBezTo>
                    <a:pt x="36088" y="1462"/>
                    <a:pt x="35449" y="1735"/>
                    <a:pt x="34741" y="1872"/>
                  </a:cubicBezTo>
                  <a:cubicBezTo>
                    <a:pt x="34433" y="1924"/>
                    <a:pt x="34125" y="1949"/>
                    <a:pt x="33817" y="1949"/>
                  </a:cubicBezTo>
                  <a:cubicBezTo>
                    <a:pt x="33714" y="1949"/>
                    <a:pt x="33611" y="1947"/>
                    <a:pt x="33508" y="1941"/>
                  </a:cubicBezTo>
                  <a:cubicBezTo>
                    <a:pt x="32664" y="1850"/>
                    <a:pt x="31865" y="1599"/>
                    <a:pt x="31066" y="1347"/>
                  </a:cubicBezTo>
                  <a:cubicBezTo>
                    <a:pt x="30655" y="1233"/>
                    <a:pt x="30222" y="1119"/>
                    <a:pt x="29811" y="1005"/>
                  </a:cubicBezTo>
                  <a:cubicBezTo>
                    <a:pt x="29377" y="914"/>
                    <a:pt x="28920" y="868"/>
                    <a:pt x="28487" y="845"/>
                  </a:cubicBezTo>
                  <a:cubicBezTo>
                    <a:pt x="28448" y="844"/>
                    <a:pt x="28409" y="844"/>
                    <a:pt x="28370" y="844"/>
                  </a:cubicBezTo>
                  <a:cubicBezTo>
                    <a:pt x="27496" y="844"/>
                    <a:pt x="26624" y="1085"/>
                    <a:pt x="25793" y="1347"/>
                  </a:cubicBezTo>
                  <a:cubicBezTo>
                    <a:pt x="24949" y="1621"/>
                    <a:pt x="24104" y="1964"/>
                    <a:pt x="23214" y="2123"/>
                  </a:cubicBezTo>
                  <a:cubicBezTo>
                    <a:pt x="22864" y="2184"/>
                    <a:pt x="22524" y="2205"/>
                    <a:pt x="22188" y="2205"/>
                  </a:cubicBezTo>
                  <a:cubicBezTo>
                    <a:pt x="22020" y="2205"/>
                    <a:pt x="21852" y="2200"/>
                    <a:pt x="21685" y="2192"/>
                  </a:cubicBezTo>
                  <a:cubicBezTo>
                    <a:pt x="20977" y="2123"/>
                    <a:pt x="20293" y="1941"/>
                    <a:pt x="19608" y="1713"/>
                  </a:cubicBezTo>
                  <a:cubicBezTo>
                    <a:pt x="17964" y="1096"/>
                    <a:pt x="16367" y="206"/>
                    <a:pt x="14586" y="24"/>
                  </a:cubicBezTo>
                  <a:cubicBezTo>
                    <a:pt x="14381" y="1"/>
                    <a:pt x="14153" y="1"/>
                    <a:pt x="139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41"/>
            <p:cNvSpPr/>
            <p:nvPr/>
          </p:nvSpPr>
          <p:spPr>
            <a:xfrm>
              <a:off x="2525200" y="902800"/>
              <a:ext cx="113025" cy="133025"/>
            </a:xfrm>
            <a:custGeom>
              <a:avLst/>
              <a:gdLst/>
              <a:ahLst/>
              <a:cxnLst/>
              <a:rect l="l" t="t" r="r" b="b"/>
              <a:pathLst>
                <a:path w="4521" h="5321" extrusionOk="0">
                  <a:moveTo>
                    <a:pt x="1827" y="0"/>
                  </a:moveTo>
                  <a:cubicBezTo>
                    <a:pt x="1758" y="0"/>
                    <a:pt x="1690" y="0"/>
                    <a:pt x="1621" y="46"/>
                  </a:cubicBezTo>
                  <a:cubicBezTo>
                    <a:pt x="1462" y="160"/>
                    <a:pt x="1393" y="411"/>
                    <a:pt x="1530" y="571"/>
                  </a:cubicBezTo>
                  <a:cubicBezTo>
                    <a:pt x="2261" y="1621"/>
                    <a:pt x="2831" y="2762"/>
                    <a:pt x="3493" y="3858"/>
                  </a:cubicBezTo>
                  <a:cubicBezTo>
                    <a:pt x="2397" y="4017"/>
                    <a:pt x="1302" y="4109"/>
                    <a:pt x="275" y="4588"/>
                  </a:cubicBezTo>
                  <a:cubicBezTo>
                    <a:pt x="183" y="4634"/>
                    <a:pt x="115" y="4679"/>
                    <a:pt x="69" y="4771"/>
                  </a:cubicBezTo>
                  <a:cubicBezTo>
                    <a:pt x="24" y="4862"/>
                    <a:pt x="1" y="4953"/>
                    <a:pt x="46" y="5067"/>
                  </a:cubicBezTo>
                  <a:cubicBezTo>
                    <a:pt x="69" y="5159"/>
                    <a:pt x="138" y="5227"/>
                    <a:pt x="229" y="5273"/>
                  </a:cubicBezTo>
                  <a:cubicBezTo>
                    <a:pt x="271" y="5301"/>
                    <a:pt x="340" y="5320"/>
                    <a:pt x="402" y="5320"/>
                  </a:cubicBezTo>
                  <a:cubicBezTo>
                    <a:pt x="441" y="5320"/>
                    <a:pt x="477" y="5313"/>
                    <a:pt x="503" y="5296"/>
                  </a:cubicBezTo>
                  <a:cubicBezTo>
                    <a:pt x="1051" y="5067"/>
                    <a:pt x="1599" y="4908"/>
                    <a:pt x="2192" y="4816"/>
                  </a:cubicBezTo>
                  <a:lnTo>
                    <a:pt x="2078" y="4816"/>
                  </a:lnTo>
                  <a:cubicBezTo>
                    <a:pt x="2763" y="4702"/>
                    <a:pt x="3470" y="4656"/>
                    <a:pt x="4155" y="4542"/>
                  </a:cubicBezTo>
                  <a:cubicBezTo>
                    <a:pt x="4224" y="4542"/>
                    <a:pt x="4292" y="4519"/>
                    <a:pt x="4338" y="4474"/>
                  </a:cubicBezTo>
                  <a:cubicBezTo>
                    <a:pt x="4406" y="4428"/>
                    <a:pt x="4452" y="4383"/>
                    <a:pt x="4475" y="4337"/>
                  </a:cubicBezTo>
                  <a:cubicBezTo>
                    <a:pt x="4520" y="4200"/>
                    <a:pt x="4520" y="4063"/>
                    <a:pt x="4452" y="3949"/>
                  </a:cubicBezTo>
                  <a:cubicBezTo>
                    <a:pt x="3653" y="2716"/>
                    <a:pt x="3014" y="1370"/>
                    <a:pt x="2146" y="160"/>
                  </a:cubicBezTo>
                  <a:cubicBezTo>
                    <a:pt x="2078" y="46"/>
                    <a:pt x="1964" y="0"/>
                    <a:pt x="18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41"/>
            <p:cNvSpPr/>
            <p:nvPr/>
          </p:nvSpPr>
          <p:spPr>
            <a:xfrm>
              <a:off x="3687025" y="827475"/>
              <a:ext cx="26275" cy="133125"/>
            </a:xfrm>
            <a:custGeom>
              <a:avLst/>
              <a:gdLst/>
              <a:ahLst/>
              <a:cxnLst/>
              <a:rect l="l" t="t" r="r" b="b"/>
              <a:pathLst>
                <a:path w="1051" h="5325" extrusionOk="0">
                  <a:moveTo>
                    <a:pt x="365" y="0"/>
                  </a:moveTo>
                  <a:cubicBezTo>
                    <a:pt x="183" y="0"/>
                    <a:pt x="0" y="183"/>
                    <a:pt x="0" y="388"/>
                  </a:cubicBezTo>
                  <a:cubicBezTo>
                    <a:pt x="137" y="1917"/>
                    <a:pt x="274" y="3447"/>
                    <a:pt x="206" y="4976"/>
                  </a:cubicBezTo>
                  <a:cubicBezTo>
                    <a:pt x="206" y="5067"/>
                    <a:pt x="274" y="5159"/>
                    <a:pt x="343" y="5227"/>
                  </a:cubicBezTo>
                  <a:cubicBezTo>
                    <a:pt x="399" y="5283"/>
                    <a:pt x="471" y="5324"/>
                    <a:pt x="558" y="5324"/>
                  </a:cubicBezTo>
                  <a:cubicBezTo>
                    <a:pt x="577" y="5324"/>
                    <a:pt x="596" y="5322"/>
                    <a:pt x="616" y="5318"/>
                  </a:cubicBezTo>
                  <a:cubicBezTo>
                    <a:pt x="708" y="5318"/>
                    <a:pt x="799" y="5273"/>
                    <a:pt x="868" y="5204"/>
                  </a:cubicBezTo>
                  <a:cubicBezTo>
                    <a:pt x="936" y="5113"/>
                    <a:pt x="959" y="5022"/>
                    <a:pt x="959" y="4930"/>
                  </a:cubicBezTo>
                  <a:cubicBezTo>
                    <a:pt x="1050" y="3401"/>
                    <a:pt x="913" y="1872"/>
                    <a:pt x="776" y="365"/>
                  </a:cubicBezTo>
                  <a:cubicBezTo>
                    <a:pt x="753" y="160"/>
                    <a:pt x="594" y="0"/>
                    <a:pt x="3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41"/>
            <p:cNvSpPr/>
            <p:nvPr/>
          </p:nvSpPr>
          <p:spPr>
            <a:xfrm>
              <a:off x="3713825" y="1022625"/>
              <a:ext cx="21150" cy="136450"/>
            </a:xfrm>
            <a:custGeom>
              <a:avLst/>
              <a:gdLst/>
              <a:ahLst/>
              <a:cxnLst/>
              <a:rect l="l" t="t" r="r" b="b"/>
              <a:pathLst>
                <a:path w="846" h="5458" extrusionOk="0">
                  <a:moveTo>
                    <a:pt x="366" y="0"/>
                  </a:moveTo>
                  <a:cubicBezTo>
                    <a:pt x="161" y="0"/>
                    <a:pt x="1" y="183"/>
                    <a:pt x="1" y="388"/>
                  </a:cubicBezTo>
                  <a:cubicBezTo>
                    <a:pt x="24" y="1963"/>
                    <a:pt x="24" y="3538"/>
                    <a:pt x="92" y="5113"/>
                  </a:cubicBezTo>
                  <a:cubicBezTo>
                    <a:pt x="92" y="5306"/>
                    <a:pt x="252" y="5458"/>
                    <a:pt x="441" y="5458"/>
                  </a:cubicBezTo>
                  <a:cubicBezTo>
                    <a:pt x="454" y="5458"/>
                    <a:pt x="467" y="5457"/>
                    <a:pt x="480" y="5456"/>
                  </a:cubicBezTo>
                  <a:cubicBezTo>
                    <a:pt x="686" y="5456"/>
                    <a:pt x="845" y="5273"/>
                    <a:pt x="845" y="5068"/>
                  </a:cubicBezTo>
                  <a:cubicBezTo>
                    <a:pt x="777" y="3493"/>
                    <a:pt x="777" y="1918"/>
                    <a:pt x="777" y="366"/>
                  </a:cubicBezTo>
                  <a:cubicBezTo>
                    <a:pt x="777" y="160"/>
                    <a:pt x="572" y="0"/>
                    <a:pt x="3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41"/>
            <p:cNvSpPr/>
            <p:nvPr/>
          </p:nvSpPr>
          <p:spPr>
            <a:xfrm>
              <a:off x="3684725" y="826325"/>
              <a:ext cx="239700" cy="337850"/>
            </a:xfrm>
            <a:custGeom>
              <a:avLst/>
              <a:gdLst/>
              <a:ahLst/>
              <a:cxnLst/>
              <a:rect l="l" t="t" r="r" b="b"/>
              <a:pathLst>
                <a:path w="9588" h="13514" extrusionOk="0">
                  <a:moveTo>
                    <a:pt x="4249" y="2831"/>
                  </a:moveTo>
                  <a:cubicBezTo>
                    <a:pt x="4271" y="2846"/>
                    <a:pt x="4293" y="2861"/>
                    <a:pt x="4315" y="2876"/>
                  </a:cubicBezTo>
                  <a:cubicBezTo>
                    <a:pt x="4293" y="2855"/>
                    <a:pt x="4271" y="2833"/>
                    <a:pt x="4249" y="2831"/>
                  </a:cubicBezTo>
                  <a:close/>
                  <a:moveTo>
                    <a:pt x="412" y="0"/>
                  </a:moveTo>
                  <a:cubicBezTo>
                    <a:pt x="320" y="0"/>
                    <a:pt x="206" y="23"/>
                    <a:pt x="138" y="115"/>
                  </a:cubicBezTo>
                  <a:cubicBezTo>
                    <a:pt x="1" y="274"/>
                    <a:pt x="1" y="525"/>
                    <a:pt x="161" y="662"/>
                  </a:cubicBezTo>
                  <a:cubicBezTo>
                    <a:pt x="2717" y="2922"/>
                    <a:pt x="5707" y="4634"/>
                    <a:pt x="8515" y="6529"/>
                  </a:cubicBezTo>
                  <a:lnTo>
                    <a:pt x="8606" y="6597"/>
                  </a:lnTo>
                  <a:cubicBezTo>
                    <a:pt x="8378" y="6802"/>
                    <a:pt x="8149" y="7008"/>
                    <a:pt x="7898" y="7213"/>
                  </a:cubicBezTo>
                  <a:cubicBezTo>
                    <a:pt x="5707" y="9108"/>
                    <a:pt x="3288" y="10774"/>
                    <a:pt x="1256" y="12897"/>
                  </a:cubicBezTo>
                  <a:cubicBezTo>
                    <a:pt x="1119" y="13034"/>
                    <a:pt x="1142" y="13285"/>
                    <a:pt x="1279" y="13422"/>
                  </a:cubicBezTo>
                  <a:cubicBezTo>
                    <a:pt x="1352" y="13485"/>
                    <a:pt x="1445" y="13514"/>
                    <a:pt x="1537" y="13514"/>
                  </a:cubicBezTo>
                  <a:cubicBezTo>
                    <a:pt x="1645" y="13514"/>
                    <a:pt x="1753" y="13473"/>
                    <a:pt x="1827" y="13399"/>
                  </a:cubicBezTo>
                  <a:cubicBezTo>
                    <a:pt x="2466" y="12737"/>
                    <a:pt x="3128" y="12121"/>
                    <a:pt x="3813" y="11527"/>
                  </a:cubicBezTo>
                  <a:lnTo>
                    <a:pt x="3813" y="11527"/>
                  </a:lnTo>
                  <a:cubicBezTo>
                    <a:pt x="3790" y="11550"/>
                    <a:pt x="3767" y="11573"/>
                    <a:pt x="3744" y="11596"/>
                  </a:cubicBezTo>
                  <a:cubicBezTo>
                    <a:pt x="5639" y="9975"/>
                    <a:pt x="7670" y="8514"/>
                    <a:pt x="9496" y="6802"/>
                  </a:cubicBezTo>
                  <a:cubicBezTo>
                    <a:pt x="9565" y="6734"/>
                    <a:pt x="9587" y="6620"/>
                    <a:pt x="9587" y="6529"/>
                  </a:cubicBezTo>
                  <a:cubicBezTo>
                    <a:pt x="9587" y="6437"/>
                    <a:pt x="9542" y="6323"/>
                    <a:pt x="9473" y="6255"/>
                  </a:cubicBezTo>
                  <a:cubicBezTo>
                    <a:pt x="7739" y="5068"/>
                    <a:pt x="5958" y="3995"/>
                    <a:pt x="4246" y="2831"/>
                  </a:cubicBezTo>
                  <a:cubicBezTo>
                    <a:pt x="4247" y="2831"/>
                    <a:pt x="4248" y="2831"/>
                    <a:pt x="4249" y="2831"/>
                  </a:cubicBezTo>
                  <a:lnTo>
                    <a:pt x="4249" y="2831"/>
                  </a:lnTo>
                  <a:cubicBezTo>
                    <a:pt x="3016" y="1977"/>
                    <a:pt x="1807" y="1079"/>
                    <a:pt x="663" y="92"/>
                  </a:cubicBezTo>
                  <a:cubicBezTo>
                    <a:pt x="594" y="23"/>
                    <a:pt x="503" y="0"/>
                    <a:pt x="4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41"/>
            <p:cNvSpPr/>
            <p:nvPr/>
          </p:nvSpPr>
          <p:spPr>
            <a:xfrm>
              <a:off x="2796825" y="1068850"/>
              <a:ext cx="130700" cy="39125"/>
            </a:xfrm>
            <a:custGeom>
              <a:avLst/>
              <a:gdLst/>
              <a:ahLst/>
              <a:cxnLst/>
              <a:rect l="l" t="t" r="r" b="b"/>
              <a:pathLst>
                <a:path w="5228" h="1565" extrusionOk="0">
                  <a:moveTo>
                    <a:pt x="2489" y="0"/>
                  </a:moveTo>
                  <a:cubicBezTo>
                    <a:pt x="2078" y="0"/>
                    <a:pt x="1644" y="69"/>
                    <a:pt x="1279" y="251"/>
                  </a:cubicBezTo>
                  <a:cubicBezTo>
                    <a:pt x="822" y="434"/>
                    <a:pt x="434" y="731"/>
                    <a:pt x="92" y="1096"/>
                  </a:cubicBezTo>
                  <a:cubicBezTo>
                    <a:pt x="1" y="1210"/>
                    <a:pt x="23" y="1393"/>
                    <a:pt x="138" y="1507"/>
                  </a:cubicBezTo>
                  <a:cubicBezTo>
                    <a:pt x="188" y="1547"/>
                    <a:pt x="246" y="1565"/>
                    <a:pt x="306" y="1565"/>
                  </a:cubicBezTo>
                  <a:cubicBezTo>
                    <a:pt x="383" y="1565"/>
                    <a:pt x="462" y="1535"/>
                    <a:pt x="526" y="1484"/>
                  </a:cubicBezTo>
                  <a:cubicBezTo>
                    <a:pt x="617" y="1370"/>
                    <a:pt x="708" y="1301"/>
                    <a:pt x="800" y="1210"/>
                  </a:cubicBezTo>
                  <a:cubicBezTo>
                    <a:pt x="1005" y="1050"/>
                    <a:pt x="1210" y="913"/>
                    <a:pt x="1439" y="799"/>
                  </a:cubicBezTo>
                  <a:cubicBezTo>
                    <a:pt x="1644" y="708"/>
                    <a:pt x="1827" y="639"/>
                    <a:pt x="2032" y="594"/>
                  </a:cubicBezTo>
                  <a:cubicBezTo>
                    <a:pt x="2210" y="578"/>
                    <a:pt x="2387" y="561"/>
                    <a:pt x="2557" y="561"/>
                  </a:cubicBezTo>
                  <a:cubicBezTo>
                    <a:pt x="2627" y="561"/>
                    <a:pt x="2696" y="564"/>
                    <a:pt x="2763" y="571"/>
                  </a:cubicBezTo>
                  <a:cubicBezTo>
                    <a:pt x="3128" y="617"/>
                    <a:pt x="3493" y="685"/>
                    <a:pt x="3835" y="799"/>
                  </a:cubicBezTo>
                  <a:cubicBezTo>
                    <a:pt x="4155" y="913"/>
                    <a:pt x="4452" y="1050"/>
                    <a:pt x="4771" y="1187"/>
                  </a:cubicBezTo>
                  <a:cubicBezTo>
                    <a:pt x="4814" y="1208"/>
                    <a:pt x="4858" y="1219"/>
                    <a:pt x="4902" y="1219"/>
                  </a:cubicBezTo>
                  <a:cubicBezTo>
                    <a:pt x="4998" y="1219"/>
                    <a:pt x="5089" y="1168"/>
                    <a:pt x="5136" y="1073"/>
                  </a:cubicBezTo>
                  <a:cubicBezTo>
                    <a:pt x="5228" y="936"/>
                    <a:pt x="5159" y="753"/>
                    <a:pt x="5022" y="685"/>
                  </a:cubicBezTo>
                  <a:cubicBezTo>
                    <a:pt x="4223" y="297"/>
                    <a:pt x="3402" y="0"/>
                    <a:pt x="25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41"/>
            <p:cNvSpPr/>
            <p:nvPr/>
          </p:nvSpPr>
          <p:spPr>
            <a:xfrm>
              <a:off x="3256750" y="1076250"/>
              <a:ext cx="182075" cy="46825"/>
            </a:xfrm>
            <a:custGeom>
              <a:avLst/>
              <a:gdLst/>
              <a:ahLst/>
              <a:cxnLst/>
              <a:rect l="l" t="t" r="r" b="b"/>
              <a:pathLst>
                <a:path w="7283" h="1873" extrusionOk="0">
                  <a:moveTo>
                    <a:pt x="298" y="1"/>
                  </a:moveTo>
                  <a:cubicBezTo>
                    <a:pt x="183" y="1"/>
                    <a:pt x="92" y="69"/>
                    <a:pt x="24" y="161"/>
                  </a:cubicBezTo>
                  <a:cubicBezTo>
                    <a:pt x="1" y="229"/>
                    <a:pt x="1" y="321"/>
                    <a:pt x="24" y="389"/>
                  </a:cubicBezTo>
                  <a:cubicBezTo>
                    <a:pt x="47" y="457"/>
                    <a:pt x="92" y="503"/>
                    <a:pt x="161" y="549"/>
                  </a:cubicBezTo>
                  <a:cubicBezTo>
                    <a:pt x="1188" y="1188"/>
                    <a:pt x="2329" y="1667"/>
                    <a:pt x="3539" y="1827"/>
                  </a:cubicBezTo>
                  <a:cubicBezTo>
                    <a:pt x="3836" y="1850"/>
                    <a:pt x="4132" y="1873"/>
                    <a:pt x="4429" y="1873"/>
                  </a:cubicBezTo>
                  <a:cubicBezTo>
                    <a:pt x="4726" y="1850"/>
                    <a:pt x="5045" y="1804"/>
                    <a:pt x="5342" y="1758"/>
                  </a:cubicBezTo>
                  <a:cubicBezTo>
                    <a:pt x="5981" y="1644"/>
                    <a:pt x="6575" y="1370"/>
                    <a:pt x="7100" y="1051"/>
                  </a:cubicBezTo>
                  <a:cubicBezTo>
                    <a:pt x="7236" y="960"/>
                    <a:pt x="7282" y="777"/>
                    <a:pt x="7191" y="640"/>
                  </a:cubicBezTo>
                  <a:cubicBezTo>
                    <a:pt x="7133" y="568"/>
                    <a:pt x="7039" y="523"/>
                    <a:pt x="6948" y="523"/>
                  </a:cubicBezTo>
                  <a:cubicBezTo>
                    <a:pt x="6896" y="523"/>
                    <a:pt x="6845" y="538"/>
                    <a:pt x="6803" y="572"/>
                  </a:cubicBezTo>
                  <a:cubicBezTo>
                    <a:pt x="6643" y="663"/>
                    <a:pt x="6460" y="754"/>
                    <a:pt x="6301" y="845"/>
                  </a:cubicBezTo>
                  <a:cubicBezTo>
                    <a:pt x="5935" y="1005"/>
                    <a:pt x="5525" y="1142"/>
                    <a:pt x="5114" y="1234"/>
                  </a:cubicBezTo>
                  <a:cubicBezTo>
                    <a:pt x="4839" y="1277"/>
                    <a:pt x="4564" y="1293"/>
                    <a:pt x="4295" y="1293"/>
                  </a:cubicBezTo>
                  <a:cubicBezTo>
                    <a:pt x="4139" y="1293"/>
                    <a:pt x="3986" y="1288"/>
                    <a:pt x="3836" y="1279"/>
                  </a:cubicBezTo>
                  <a:cubicBezTo>
                    <a:pt x="3288" y="1234"/>
                    <a:pt x="2763" y="1097"/>
                    <a:pt x="2261" y="937"/>
                  </a:cubicBezTo>
                  <a:lnTo>
                    <a:pt x="2238" y="937"/>
                  </a:lnTo>
                  <a:cubicBezTo>
                    <a:pt x="2215" y="914"/>
                    <a:pt x="2215" y="914"/>
                    <a:pt x="2192" y="914"/>
                  </a:cubicBezTo>
                  <a:lnTo>
                    <a:pt x="2238" y="937"/>
                  </a:lnTo>
                  <a:cubicBezTo>
                    <a:pt x="1599" y="686"/>
                    <a:pt x="982" y="389"/>
                    <a:pt x="412" y="47"/>
                  </a:cubicBezTo>
                  <a:cubicBezTo>
                    <a:pt x="389" y="24"/>
                    <a:pt x="343" y="1"/>
                    <a:pt x="2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41"/>
            <p:cNvSpPr/>
            <p:nvPr/>
          </p:nvSpPr>
          <p:spPr>
            <a:xfrm>
              <a:off x="2976575" y="878250"/>
              <a:ext cx="149525" cy="42675"/>
            </a:xfrm>
            <a:custGeom>
              <a:avLst/>
              <a:gdLst/>
              <a:ahLst/>
              <a:cxnLst/>
              <a:rect l="l" t="t" r="r" b="b"/>
              <a:pathLst>
                <a:path w="5981" h="1707" extrusionOk="0">
                  <a:moveTo>
                    <a:pt x="5661" y="1"/>
                  </a:moveTo>
                  <a:cubicBezTo>
                    <a:pt x="5638" y="1"/>
                    <a:pt x="5616" y="23"/>
                    <a:pt x="5593" y="23"/>
                  </a:cubicBezTo>
                  <a:cubicBezTo>
                    <a:pt x="5342" y="138"/>
                    <a:pt x="5091" y="252"/>
                    <a:pt x="4840" y="389"/>
                  </a:cubicBezTo>
                  <a:cubicBezTo>
                    <a:pt x="4223" y="663"/>
                    <a:pt x="3607" y="959"/>
                    <a:pt x="2922" y="1096"/>
                  </a:cubicBezTo>
                  <a:cubicBezTo>
                    <a:pt x="2717" y="1142"/>
                    <a:pt x="2489" y="1142"/>
                    <a:pt x="2238" y="1142"/>
                  </a:cubicBezTo>
                  <a:cubicBezTo>
                    <a:pt x="2055" y="1119"/>
                    <a:pt x="1872" y="1073"/>
                    <a:pt x="1690" y="1005"/>
                  </a:cubicBezTo>
                  <a:cubicBezTo>
                    <a:pt x="1484" y="936"/>
                    <a:pt x="1302" y="822"/>
                    <a:pt x="1119" y="708"/>
                  </a:cubicBezTo>
                  <a:cubicBezTo>
                    <a:pt x="891" y="548"/>
                    <a:pt x="685" y="389"/>
                    <a:pt x="503" y="183"/>
                  </a:cubicBezTo>
                  <a:cubicBezTo>
                    <a:pt x="453" y="143"/>
                    <a:pt x="390" y="125"/>
                    <a:pt x="327" y="125"/>
                  </a:cubicBezTo>
                  <a:cubicBezTo>
                    <a:pt x="246" y="125"/>
                    <a:pt x="166" y="155"/>
                    <a:pt x="115" y="206"/>
                  </a:cubicBezTo>
                  <a:cubicBezTo>
                    <a:pt x="1" y="343"/>
                    <a:pt x="23" y="503"/>
                    <a:pt x="138" y="617"/>
                  </a:cubicBezTo>
                  <a:cubicBezTo>
                    <a:pt x="503" y="1005"/>
                    <a:pt x="936" y="1324"/>
                    <a:pt x="1416" y="1530"/>
                  </a:cubicBezTo>
                  <a:cubicBezTo>
                    <a:pt x="1744" y="1651"/>
                    <a:pt x="2073" y="1706"/>
                    <a:pt x="2411" y="1706"/>
                  </a:cubicBezTo>
                  <a:cubicBezTo>
                    <a:pt x="2519" y="1706"/>
                    <a:pt x="2629" y="1701"/>
                    <a:pt x="2740" y="1690"/>
                  </a:cubicBezTo>
                  <a:cubicBezTo>
                    <a:pt x="3173" y="1644"/>
                    <a:pt x="3630" y="1530"/>
                    <a:pt x="4041" y="1347"/>
                  </a:cubicBezTo>
                  <a:cubicBezTo>
                    <a:pt x="4520" y="1165"/>
                    <a:pt x="4999" y="936"/>
                    <a:pt x="5456" y="708"/>
                  </a:cubicBezTo>
                  <a:lnTo>
                    <a:pt x="5456" y="708"/>
                  </a:lnTo>
                  <a:cubicBezTo>
                    <a:pt x="5456" y="708"/>
                    <a:pt x="5456" y="708"/>
                    <a:pt x="5433" y="731"/>
                  </a:cubicBezTo>
                  <a:cubicBezTo>
                    <a:pt x="5547" y="663"/>
                    <a:pt x="5661" y="617"/>
                    <a:pt x="5775" y="571"/>
                  </a:cubicBezTo>
                  <a:cubicBezTo>
                    <a:pt x="5844" y="526"/>
                    <a:pt x="5890" y="503"/>
                    <a:pt x="5935" y="434"/>
                  </a:cubicBezTo>
                  <a:cubicBezTo>
                    <a:pt x="5981" y="366"/>
                    <a:pt x="5981" y="274"/>
                    <a:pt x="5958" y="206"/>
                  </a:cubicBezTo>
                  <a:cubicBezTo>
                    <a:pt x="5935" y="138"/>
                    <a:pt x="5867" y="69"/>
                    <a:pt x="5798" y="46"/>
                  </a:cubicBezTo>
                  <a:cubicBezTo>
                    <a:pt x="5775" y="23"/>
                    <a:pt x="5730" y="1"/>
                    <a:pt x="56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41"/>
            <p:cNvSpPr/>
            <p:nvPr/>
          </p:nvSpPr>
          <p:spPr>
            <a:xfrm>
              <a:off x="3380575" y="878825"/>
              <a:ext cx="261375" cy="56875"/>
            </a:xfrm>
            <a:custGeom>
              <a:avLst/>
              <a:gdLst/>
              <a:ahLst/>
              <a:cxnLst/>
              <a:rect l="l" t="t" r="r" b="b"/>
              <a:pathLst>
                <a:path w="10455" h="2275" extrusionOk="0">
                  <a:moveTo>
                    <a:pt x="9907" y="525"/>
                  </a:moveTo>
                  <a:cubicBezTo>
                    <a:pt x="9892" y="525"/>
                    <a:pt x="9877" y="525"/>
                    <a:pt x="9861" y="532"/>
                  </a:cubicBezTo>
                  <a:lnTo>
                    <a:pt x="9861" y="532"/>
                  </a:lnTo>
                  <a:cubicBezTo>
                    <a:pt x="9877" y="530"/>
                    <a:pt x="9892" y="528"/>
                    <a:pt x="9907" y="525"/>
                  </a:cubicBezTo>
                  <a:close/>
                  <a:moveTo>
                    <a:pt x="5502" y="0"/>
                  </a:moveTo>
                  <a:cubicBezTo>
                    <a:pt x="5137" y="0"/>
                    <a:pt x="4794" y="23"/>
                    <a:pt x="4452" y="69"/>
                  </a:cubicBezTo>
                  <a:cubicBezTo>
                    <a:pt x="2900" y="274"/>
                    <a:pt x="1462" y="936"/>
                    <a:pt x="161" y="1758"/>
                  </a:cubicBezTo>
                  <a:cubicBezTo>
                    <a:pt x="24" y="1826"/>
                    <a:pt x="1" y="2009"/>
                    <a:pt x="69" y="2146"/>
                  </a:cubicBezTo>
                  <a:cubicBezTo>
                    <a:pt x="128" y="2234"/>
                    <a:pt x="224" y="2275"/>
                    <a:pt x="322" y="2275"/>
                  </a:cubicBezTo>
                  <a:cubicBezTo>
                    <a:pt x="376" y="2275"/>
                    <a:pt x="431" y="2262"/>
                    <a:pt x="480" y="2237"/>
                  </a:cubicBezTo>
                  <a:cubicBezTo>
                    <a:pt x="937" y="1941"/>
                    <a:pt x="1393" y="1667"/>
                    <a:pt x="1895" y="1438"/>
                  </a:cubicBezTo>
                  <a:cubicBezTo>
                    <a:pt x="2626" y="1096"/>
                    <a:pt x="3379" y="845"/>
                    <a:pt x="4178" y="685"/>
                  </a:cubicBezTo>
                  <a:cubicBezTo>
                    <a:pt x="4599" y="607"/>
                    <a:pt x="5031" y="572"/>
                    <a:pt x="5459" y="572"/>
                  </a:cubicBezTo>
                  <a:cubicBezTo>
                    <a:pt x="5657" y="572"/>
                    <a:pt x="5855" y="579"/>
                    <a:pt x="6050" y="594"/>
                  </a:cubicBezTo>
                  <a:cubicBezTo>
                    <a:pt x="6369" y="617"/>
                    <a:pt x="6689" y="662"/>
                    <a:pt x="7008" y="731"/>
                  </a:cubicBezTo>
                  <a:cubicBezTo>
                    <a:pt x="7374" y="822"/>
                    <a:pt x="7739" y="936"/>
                    <a:pt x="8104" y="1005"/>
                  </a:cubicBezTo>
                  <a:cubicBezTo>
                    <a:pt x="8424" y="1096"/>
                    <a:pt x="8766" y="1142"/>
                    <a:pt x="9108" y="1165"/>
                  </a:cubicBezTo>
                  <a:cubicBezTo>
                    <a:pt x="9496" y="1165"/>
                    <a:pt x="9861" y="1119"/>
                    <a:pt x="10227" y="1028"/>
                  </a:cubicBezTo>
                  <a:cubicBezTo>
                    <a:pt x="10386" y="1005"/>
                    <a:pt x="10455" y="822"/>
                    <a:pt x="10409" y="685"/>
                  </a:cubicBezTo>
                  <a:cubicBezTo>
                    <a:pt x="10373" y="558"/>
                    <a:pt x="10264" y="489"/>
                    <a:pt x="10152" y="489"/>
                  </a:cubicBezTo>
                  <a:cubicBezTo>
                    <a:pt x="10124" y="489"/>
                    <a:pt x="10095" y="493"/>
                    <a:pt x="10067" y="503"/>
                  </a:cubicBezTo>
                  <a:cubicBezTo>
                    <a:pt x="9998" y="503"/>
                    <a:pt x="9907" y="525"/>
                    <a:pt x="9839" y="548"/>
                  </a:cubicBezTo>
                  <a:cubicBezTo>
                    <a:pt x="9846" y="541"/>
                    <a:pt x="9854" y="536"/>
                    <a:pt x="9861" y="532"/>
                  </a:cubicBezTo>
                  <a:lnTo>
                    <a:pt x="9861" y="532"/>
                  </a:lnTo>
                  <a:cubicBezTo>
                    <a:pt x="9658" y="562"/>
                    <a:pt x="9444" y="580"/>
                    <a:pt x="9228" y="580"/>
                  </a:cubicBezTo>
                  <a:cubicBezTo>
                    <a:pt x="9143" y="580"/>
                    <a:pt x="9057" y="577"/>
                    <a:pt x="8971" y="571"/>
                  </a:cubicBezTo>
                  <a:cubicBezTo>
                    <a:pt x="8606" y="548"/>
                    <a:pt x="8241" y="457"/>
                    <a:pt x="7876" y="366"/>
                  </a:cubicBezTo>
                  <a:cubicBezTo>
                    <a:pt x="7488" y="274"/>
                    <a:pt x="7122" y="160"/>
                    <a:pt x="6712" y="115"/>
                  </a:cubicBezTo>
                  <a:cubicBezTo>
                    <a:pt x="6324" y="23"/>
                    <a:pt x="5913" y="0"/>
                    <a:pt x="55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68"/>
        <p:cNvGrpSpPr/>
        <p:nvPr/>
      </p:nvGrpSpPr>
      <p:grpSpPr>
        <a:xfrm>
          <a:off x="0" y="0"/>
          <a:ext cx="0" cy="0"/>
          <a:chOff x="0" y="0"/>
          <a:chExt cx="0" cy="0"/>
        </a:xfrm>
      </p:grpSpPr>
      <p:sp>
        <p:nvSpPr>
          <p:cNvPr id="1969" name="Google Shape;1969;p42"/>
          <p:cNvSpPr/>
          <p:nvPr/>
        </p:nvSpPr>
        <p:spPr>
          <a:xfrm>
            <a:off x="5479900" y="904350"/>
            <a:ext cx="2953800" cy="3334800"/>
          </a:xfrm>
          <a:prstGeom prst="rect">
            <a:avLst/>
          </a:pr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42"/>
          <p:cNvSpPr txBox="1">
            <a:spLocks noGrp="1"/>
          </p:cNvSpPr>
          <p:nvPr>
            <p:ph type="subTitle" idx="1"/>
          </p:nvPr>
        </p:nvSpPr>
        <p:spPr>
          <a:xfrm>
            <a:off x="711325" y="1422975"/>
            <a:ext cx="5134200" cy="1533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“This is a quote, words full of wisdom that someone important said and can make the reader get inspired.”</a:t>
            </a:r>
            <a:endParaRPr/>
          </a:p>
        </p:txBody>
      </p:sp>
      <p:sp>
        <p:nvSpPr>
          <p:cNvPr id="1971" name="Google Shape;1971;p42"/>
          <p:cNvSpPr txBox="1">
            <a:spLocks noGrp="1"/>
          </p:cNvSpPr>
          <p:nvPr>
            <p:ph type="title"/>
          </p:nvPr>
        </p:nvSpPr>
        <p:spPr>
          <a:xfrm>
            <a:off x="711075" y="3219525"/>
            <a:ext cx="5134200" cy="5010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—Someone Famous</a:t>
            </a:r>
            <a:endParaRPr/>
          </a:p>
        </p:txBody>
      </p:sp>
      <p:grpSp>
        <p:nvGrpSpPr>
          <p:cNvPr id="1972" name="Google Shape;1972;p42"/>
          <p:cNvGrpSpPr/>
          <p:nvPr/>
        </p:nvGrpSpPr>
        <p:grpSpPr>
          <a:xfrm>
            <a:off x="5704668" y="628784"/>
            <a:ext cx="2504252" cy="531539"/>
            <a:chOff x="2553143" y="372809"/>
            <a:chExt cx="2504252" cy="531539"/>
          </a:xfrm>
        </p:grpSpPr>
        <p:grpSp>
          <p:nvGrpSpPr>
            <p:cNvPr id="1973" name="Google Shape;1973;p42"/>
            <p:cNvGrpSpPr/>
            <p:nvPr/>
          </p:nvGrpSpPr>
          <p:grpSpPr>
            <a:xfrm rot="-5400000" flipH="1">
              <a:off x="2365228" y="560724"/>
              <a:ext cx="531539" cy="155710"/>
              <a:chOff x="1780525" y="2859350"/>
              <a:chExt cx="387250" cy="113450"/>
            </a:xfrm>
          </p:grpSpPr>
          <p:sp>
            <p:nvSpPr>
              <p:cNvPr id="1974" name="Google Shape;1974;p42"/>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42"/>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42"/>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77" name="Google Shape;1977;p42"/>
            <p:cNvGrpSpPr/>
            <p:nvPr/>
          </p:nvGrpSpPr>
          <p:grpSpPr>
            <a:xfrm rot="-5400000" flipH="1">
              <a:off x="2658796" y="560724"/>
              <a:ext cx="531539" cy="155710"/>
              <a:chOff x="1780525" y="2859350"/>
              <a:chExt cx="387250" cy="113450"/>
            </a:xfrm>
          </p:grpSpPr>
          <p:sp>
            <p:nvSpPr>
              <p:cNvPr id="1978" name="Google Shape;1978;p42"/>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42"/>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42"/>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1" name="Google Shape;1981;p42"/>
            <p:cNvGrpSpPr/>
            <p:nvPr/>
          </p:nvGrpSpPr>
          <p:grpSpPr>
            <a:xfrm rot="-5400000" flipH="1">
              <a:off x="2952364" y="560724"/>
              <a:ext cx="531539" cy="155710"/>
              <a:chOff x="1780525" y="2859350"/>
              <a:chExt cx="387250" cy="113450"/>
            </a:xfrm>
          </p:grpSpPr>
          <p:sp>
            <p:nvSpPr>
              <p:cNvPr id="1982" name="Google Shape;1982;p42"/>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42"/>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42"/>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5" name="Google Shape;1985;p42"/>
            <p:cNvGrpSpPr/>
            <p:nvPr/>
          </p:nvGrpSpPr>
          <p:grpSpPr>
            <a:xfrm rot="-5400000" flipH="1">
              <a:off x="3245932" y="560724"/>
              <a:ext cx="531539" cy="155710"/>
              <a:chOff x="1780525" y="2859350"/>
              <a:chExt cx="387250" cy="113450"/>
            </a:xfrm>
          </p:grpSpPr>
          <p:sp>
            <p:nvSpPr>
              <p:cNvPr id="1986" name="Google Shape;1986;p42"/>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42"/>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42"/>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9" name="Google Shape;1989;p42"/>
            <p:cNvGrpSpPr/>
            <p:nvPr/>
          </p:nvGrpSpPr>
          <p:grpSpPr>
            <a:xfrm rot="-5400000" flipH="1">
              <a:off x="3539499" y="560724"/>
              <a:ext cx="531539" cy="155710"/>
              <a:chOff x="1780525" y="2859350"/>
              <a:chExt cx="387250" cy="113450"/>
            </a:xfrm>
          </p:grpSpPr>
          <p:sp>
            <p:nvSpPr>
              <p:cNvPr id="1990" name="Google Shape;1990;p42"/>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42"/>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42"/>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93" name="Google Shape;1993;p42"/>
            <p:cNvGrpSpPr/>
            <p:nvPr/>
          </p:nvGrpSpPr>
          <p:grpSpPr>
            <a:xfrm rot="-5400000" flipH="1">
              <a:off x="3833067" y="560724"/>
              <a:ext cx="531539" cy="155710"/>
              <a:chOff x="1780525" y="2859350"/>
              <a:chExt cx="387250" cy="113450"/>
            </a:xfrm>
          </p:grpSpPr>
          <p:sp>
            <p:nvSpPr>
              <p:cNvPr id="1994" name="Google Shape;1994;p42"/>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42"/>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42"/>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97" name="Google Shape;1997;p42"/>
            <p:cNvGrpSpPr/>
            <p:nvPr/>
          </p:nvGrpSpPr>
          <p:grpSpPr>
            <a:xfrm rot="-5400000" flipH="1">
              <a:off x="4126635" y="560724"/>
              <a:ext cx="531539" cy="155710"/>
              <a:chOff x="1780525" y="2859350"/>
              <a:chExt cx="387250" cy="113450"/>
            </a:xfrm>
          </p:grpSpPr>
          <p:sp>
            <p:nvSpPr>
              <p:cNvPr id="1998" name="Google Shape;1998;p42"/>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42"/>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42"/>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01" name="Google Shape;2001;p42"/>
            <p:cNvGrpSpPr/>
            <p:nvPr/>
          </p:nvGrpSpPr>
          <p:grpSpPr>
            <a:xfrm rot="-5400000" flipH="1">
              <a:off x="4420203" y="560724"/>
              <a:ext cx="531539" cy="155710"/>
              <a:chOff x="1780525" y="2859350"/>
              <a:chExt cx="387250" cy="113450"/>
            </a:xfrm>
          </p:grpSpPr>
          <p:sp>
            <p:nvSpPr>
              <p:cNvPr id="2002" name="Google Shape;2002;p42"/>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42"/>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42"/>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05" name="Google Shape;2005;p42"/>
            <p:cNvGrpSpPr/>
            <p:nvPr/>
          </p:nvGrpSpPr>
          <p:grpSpPr>
            <a:xfrm rot="-5400000" flipH="1">
              <a:off x="4713770" y="560724"/>
              <a:ext cx="531539" cy="155710"/>
              <a:chOff x="1780525" y="2859350"/>
              <a:chExt cx="387250" cy="113450"/>
            </a:xfrm>
          </p:grpSpPr>
          <p:sp>
            <p:nvSpPr>
              <p:cNvPr id="2006" name="Google Shape;2006;p42"/>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42"/>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42"/>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009" name="Google Shape;2009;p42"/>
          <p:cNvGrpSpPr/>
          <p:nvPr/>
        </p:nvGrpSpPr>
        <p:grpSpPr>
          <a:xfrm flipH="1">
            <a:off x="6192221" y="1699301"/>
            <a:ext cx="1529144" cy="1891741"/>
            <a:chOff x="1697500" y="3523950"/>
            <a:chExt cx="1234375" cy="1527075"/>
          </a:xfrm>
        </p:grpSpPr>
        <p:sp>
          <p:nvSpPr>
            <p:cNvPr id="2010" name="Google Shape;2010;p42"/>
            <p:cNvSpPr/>
            <p:nvPr/>
          </p:nvSpPr>
          <p:spPr>
            <a:xfrm>
              <a:off x="1816550" y="4533800"/>
              <a:ext cx="627850" cy="495100"/>
            </a:xfrm>
            <a:custGeom>
              <a:avLst/>
              <a:gdLst/>
              <a:ahLst/>
              <a:cxnLst/>
              <a:rect l="l" t="t" r="r" b="b"/>
              <a:pathLst>
                <a:path w="25114" h="19804" extrusionOk="0">
                  <a:moveTo>
                    <a:pt x="18596" y="0"/>
                  </a:moveTo>
                  <a:cubicBezTo>
                    <a:pt x="18322" y="0"/>
                    <a:pt x="18060" y="123"/>
                    <a:pt x="17946" y="329"/>
                  </a:cubicBezTo>
                  <a:cubicBezTo>
                    <a:pt x="17820" y="555"/>
                    <a:pt x="17896" y="831"/>
                    <a:pt x="18121" y="981"/>
                  </a:cubicBezTo>
                  <a:lnTo>
                    <a:pt x="18848" y="1482"/>
                  </a:lnTo>
                  <a:lnTo>
                    <a:pt x="16642" y="1006"/>
                  </a:lnTo>
                  <a:cubicBezTo>
                    <a:pt x="16579" y="991"/>
                    <a:pt x="16516" y="984"/>
                    <a:pt x="16454" y="984"/>
                  </a:cubicBezTo>
                  <a:cubicBezTo>
                    <a:pt x="16196" y="984"/>
                    <a:pt x="15962" y="1105"/>
                    <a:pt x="15840" y="1307"/>
                  </a:cubicBezTo>
                  <a:cubicBezTo>
                    <a:pt x="15690" y="1557"/>
                    <a:pt x="15790" y="1858"/>
                    <a:pt x="16066" y="2009"/>
                  </a:cubicBezTo>
                  <a:lnTo>
                    <a:pt x="17469" y="2836"/>
                  </a:lnTo>
                  <a:lnTo>
                    <a:pt x="13510" y="1883"/>
                  </a:lnTo>
                  <a:cubicBezTo>
                    <a:pt x="13434" y="1860"/>
                    <a:pt x="13355" y="1849"/>
                    <a:pt x="13276" y="1849"/>
                  </a:cubicBezTo>
                  <a:cubicBezTo>
                    <a:pt x="13012" y="1849"/>
                    <a:pt x="12748" y="1972"/>
                    <a:pt x="12632" y="2184"/>
                  </a:cubicBezTo>
                  <a:cubicBezTo>
                    <a:pt x="12482" y="2435"/>
                    <a:pt x="12607" y="2760"/>
                    <a:pt x="12908" y="2911"/>
                  </a:cubicBezTo>
                  <a:lnTo>
                    <a:pt x="14612" y="3663"/>
                  </a:lnTo>
                  <a:lnTo>
                    <a:pt x="14612" y="3663"/>
                  </a:lnTo>
                  <a:lnTo>
                    <a:pt x="5214" y="1081"/>
                  </a:lnTo>
                  <a:cubicBezTo>
                    <a:pt x="5137" y="1058"/>
                    <a:pt x="5057" y="1047"/>
                    <a:pt x="4976" y="1047"/>
                  </a:cubicBezTo>
                  <a:cubicBezTo>
                    <a:pt x="4714" y="1047"/>
                    <a:pt x="4452" y="1165"/>
                    <a:pt x="4337" y="1357"/>
                  </a:cubicBezTo>
                  <a:cubicBezTo>
                    <a:pt x="4161" y="1633"/>
                    <a:pt x="4286" y="1958"/>
                    <a:pt x="4612" y="2109"/>
                  </a:cubicBezTo>
                  <a:cubicBezTo>
                    <a:pt x="6041" y="2785"/>
                    <a:pt x="8698" y="3412"/>
                    <a:pt x="10527" y="4289"/>
                  </a:cubicBezTo>
                  <a:cubicBezTo>
                    <a:pt x="7770" y="3237"/>
                    <a:pt x="4662" y="2585"/>
                    <a:pt x="4462" y="2510"/>
                  </a:cubicBezTo>
                  <a:lnTo>
                    <a:pt x="4462" y="2535"/>
                  </a:lnTo>
                  <a:cubicBezTo>
                    <a:pt x="4260" y="2450"/>
                    <a:pt x="4103" y="2405"/>
                    <a:pt x="3968" y="2405"/>
                  </a:cubicBezTo>
                  <a:cubicBezTo>
                    <a:pt x="3785" y="2405"/>
                    <a:pt x="3643" y="2487"/>
                    <a:pt x="3484" y="2660"/>
                  </a:cubicBezTo>
                  <a:cubicBezTo>
                    <a:pt x="3284" y="2936"/>
                    <a:pt x="3359" y="3287"/>
                    <a:pt x="3685" y="3462"/>
                  </a:cubicBezTo>
                  <a:cubicBezTo>
                    <a:pt x="3760" y="3487"/>
                    <a:pt x="6793" y="4389"/>
                    <a:pt x="9575" y="5868"/>
                  </a:cubicBezTo>
                  <a:lnTo>
                    <a:pt x="3760" y="3913"/>
                  </a:lnTo>
                  <a:cubicBezTo>
                    <a:pt x="3656" y="3873"/>
                    <a:pt x="3542" y="3854"/>
                    <a:pt x="3429" y="3854"/>
                  </a:cubicBezTo>
                  <a:cubicBezTo>
                    <a:pt x="3188" y="3854"/>
                    <a:pt x="2952" y="3943"/>
                    <a:pt x="2833" y="4114"/>
                  </a:cubicBezTo>
                  <a:cubicBezTo>
                    <a:pt x="2632" y="4389"/>
                    <a:pt x="2708" y="4715"/>
                    <a:pt x="3033" y="4891"/>
                  </a:cubicBezTo>
                  <a:lnTo>
                    <a:pt x="13058" y="9703"/>
                  </a:lnTo>
                  <a:lnTo>
                    <a:pt x="2958" y="5893"/>
                  </a:lnTo>
                  <a:cubicBezTo>
                    <a:pt x="2854" y="5845"/>
                    <a:pt x="2742" y="5823"/>
                    <a:pt x="2631" y="5823"/>
                  </a:cubicBezTo>
                  <a:cubicBezTo>
                    <a:pt x="2396" y="5823"/>
                    <a:pt x="2167" y="5923"/>
                    <a:pt x="2031" y="6094"/>
                  </a:cubicBezTo>
                  <a:cubicBezTo>
                    <a:pt x="1830" y="6344"/>
                    <a:pt x="1931" y="6695"/>
                    <a:pt x="2231" y="6846"/>
                  </a:cubicBezTo>
                  <a:lnTo>
                    <a:pt x="13459" y="12284"/>
                  </a:lnTo>
                  <a:lnTo>
                    <a:pt x="2783" y="7723"/>
                  </a:lnTo>
                  <a:cubicBezTo>
                    <a:pt x="2681" y="7684"/>
                    <a:pt x="2572" y="7664"/>
                    <a:pt x="2464" y="7664"/>
                  </a:cubicBezTo>
                  <a:cubicBezTo>
                    <a:pt x="2226" y="7664"/>
                    <a:pt x="1993" y="7759"/>
                    <a:pt x="1855" y="7948"/>
                  </a:cubicBezTo>
                  <a:cubicBezTo>
                    <a:pt x="1655" y="8199"/>
                    <a:pt x="1755" y="8525"/>
                    <a:pt x="2081" y="8700"/>
                  </a:cubicBezTo>
                  <a:lnTo>
                    <a:pt x="9099" y="12385"/>
                  </a:lnTo>
                  <a:lnTo>
                    <a:pt x="9099" y="12385"/>
                  </a:lnTo>
                  <a:lnTo>
                    <a:pt x="2357" y="9502"/>
                  </a:lnTo>
                  <a:cubicBezTo>
                    <a:pt x="2252" y="9454"/>
                    <a:pt x="2137" y="9432"/>
                    <a:pt x="2024" y="9432"/>
                  </a:cubicBezTo>
                  <a:cubicBezTo>
                    <a:pt x="1783" y="9432"/>
                    <a:pt x="1549" y="9533"/>
                    <a:pt x="1429" y="9703"/>
                  </a:cubicBezTo>
                  <a:cubicBezTo>
                    <a:pt x="1229" y="9953"/>
                    <a:pt x="1304" y="10279"/>
                    <a:pt x="1605" y="10455"/>
                  </a:cubicBezTo>
                  <a:lnTo>
                    <a:pt x="9374" y="14866"/>
                  </a:lnTo>
                  <a:lnTo>
                    <a:pt x="9374" y="14866"/>
                  </a:lnTo>
                  <a:lnTo>
                    <a:pt x="1630" y="11708"/>
                  </a:lnTo>
                  <a:cubicBezTo>
                    <a:pt x="1525" y="11660"/>
                    <a:pt x="1413" y="11637"/>
                    <a:pt x="1302" y="11637"/>
                  </a:cubicBezTo>
                  <a:cubicBezTo>
                    <a:pt x="1068" y="11637"/>
                    <a:pt x="839" y="11738"/>
                    <a:pt x="702" y="11908"/>
                  </a:cubicBezTo>
                  <a:cubicBezTo>
                    <a:pt x="527" y="12159"/>
                    <a:pt x="602" y="12485"/>
                    <a:pt x="903" y="12660"/>
                  </a:cubicBezTo>
                  <a:lnTo>
                    <a:pt x="6342" y="15718"/>
                  </a:lnTo>
                  <a:lnTo>
                    <a:pt x="6342" y="15718"/>
                  </a:lnTo>
                  <a:lnTo>
                    <a:pt x="1429" y="13888"/>
                  </a:lnTo>
                  <a:cubicBezTo>
                    <a:pt x="1334" y="13852"/>
                    <a:pt x="1235" y="13834"/>
                    <a:pt x="1137" y="13834"/>
                  </a:cubicBezTo>
                  <a:cubicBezTo>
                    <a:pt x="899" y="13834"/>
                    <a:pt x="669" y="13936"/>
                    <a:pt x="527" y="14114"/>
                  </a:cubicBezTo>
                  <a:cubicBezTo>
                    <a:pt x="352" y="14364"/>
                    <a:pt x="427" y="14690"/>
                    <a:pt x="728" y="14866"/>
                  </a:cubicBezTo>
                  <a:lnTo>
                    <a:pt x="3735" y="16670"/>
                  </a:lnTo>
                  <a:lnTo>
                    <a:pt x="1078" y="15718"/>
                  </a:lnTo>
                  <a:cubicBezTo>
                    <a:pt x="993" y="15692"/>
                    <a:pt x="904" y="15679"/>
                    <a:pt x="815" y="15679"/>
                  </a:cubicBezTo>
                  <a:cubicBezTo>
                    <a:pt x="567" y="15679"/>
                    <a:pt x="324" y="15777"/>
                    <a:pt x="176" y="15943"/>
                  </a:cubicBezTo>
                  <a:cubicBezTo>
                    <a:pt x="1" y="16194"/>
                    <a:pt x="76" y="16495"/>
                    <a:pt x="352" y="16670"/>
                  </a:cubicBezTo>
                  <a:lnTo>
                    <a:pt x="1454" y="17422"/>
                  </a:lnTo>
                  <a:lnTo>
                    <a:pt x="1204" y="17347"/>
                  </a:lnTo>
                  <a:cubicBezTo>
                    <a:pt x="1130" y="17320"/>
                    <a:pt x="1051" y="17308"/>
                    <a:pt x="971" y="17308"/>
                  </a:cubicBezTo>
                  <a:cubicBezTo>
                    <a:pt x="753" y="17308"/>
                    <a:pt x="530" y="17401"/>
                    <a:pt x="402" y="17547"/>
                  </a:cubicBezTo>
                  <a:cubicBezTo>
                    <a:pt x="201" y="17748"/>
                    <a:pt x="226" y="18024"/>
                    <a:pt x="427" y="18224"/>
                  </a:cubicBezTo>
                  <a:lnTo>
                    <a:pt x="1555" y="19377"/>
                  </a:lnTo>
                  <a:cubicBezTo>
                    <a:pt x="1698" y="19506"/>
                    <a:pt x="1907" y="19578"/>
                    <a:pt x="2116" y="19578"/>
                  </a:cubicBezTo>
                  <a:cubicBezTo>
                    <a:pt x="2273" y="19578"/>
                    <a:pt x="2429" y="19538"/>
                    <a:pt x="2557" y="19452"/>
                  </a:cubicBezTo>
                  <a:cubicBezTo>
                    <a:pt x="2708" y="19352"/>
                    <a:pt x="2783" y="19202"/>
                    <a:pt x="2808" y="19051"/>
                  </a:cubicBezTo>
                  <a:lnTo>
                    <a:pt x="5013" y="19753"/>
                  </a:lnTo>
                  <a:cubicBezTo>
                    <a:pt x="5114" y="19778"/>
                    <a:pt x="5189" y="19803"/>
                    <a:pt x="5289" y="19803"/>
                  </a:cubicBezTo>
                  <a:cubicBezTo>
                    <a:pt x="5515" y="19803"/>
                    <a:pt x="5765" y="19678"/>
                    <a:pt x="5890" y="19502"/>
                  </a:cubicBezTo>
                  <a:cubicBezTo>
                    <a:pt x="6066" y="19277"/>
                    <a:pt x="5991" y="18976"/>
                    <a:pt x="5715" y="18801"/>
                  </a:cubicBezTo>
                  <a:lnTo>
                    <a:pt x="5114" y="18375"/>
                  </a:lnTo>
                  <a:lnTo>
                    <a:pt x="8798" y="19678"/>
                  </a:lnTo>
                  <a:cubicBezTo>
                    <a:pt x="8882" y="19704"/>
                    <a:pt x="8969" y="19716"/>
                    <a:pt x="9056" y="19716"/>
                  </a:cubicBezTo>
                  <a:cubicBezTo>
                    <a:pt x="9304" y="19716"/>
                    <a:pt x="9545" y="19613"/>
                    <a:pt x="9675" y="19427"/>
                  </a:cubicBezTo>
                  <a:cubicBezTo>
                    <a:pt x="9850" y="19202"/>
                    <a:pt x="9775" y="18876"/>
                    <a:pt x="9500" y="18700"/>
                  </a:cubicBezTo>
                  <a:lnTo>
                    <a:pt x="7068" y="17247"/>
                  </a:lnTo>
                  <a:lnTo>
                    <a:pt x="12983" y="19477"/>
                  </a:lnTo>
                  <a:cubicBezTo>
                    <a:pt x="13078" y="19514"/>
                    <a:pt x="13180" y="19531"/>
                    <a:pt x="13280" y="19531"/>
                  </a:cubicBezTo>
                  <a:cubicBezTo>
                    <a:pt x="13524" y="19531"/>
                    <a:pt x="13761" y="19429"/>
                    <a:pt x="13886" y="19252"/>
                  </a:cubicBezTo>
                  <a:cubicBezTo>
                    <a:pt x="14061" y="19001"/>
                    <a:pt x="13986" y="18675"/>
                    <a:pt x="13685" y="18500"/>
                  </a:cubicBezTo>
                  <a:lnTo>
                    <a:pt x="9901" y="16370"/>
                  </a:lnTo>
                  <a:lnTo>
                    <a:pt x="9901" y="16370"/>
                  </a:lnTo>
                  <a:lnTo>
                    <a:pt x="17444" y="19452"/>
                  </a:lnTo>
                  <a:cubicBezTo>
                    <a:pt x="17549" y="19500"/>
                    <a:pt x="17661" y="19523"/>
                    <a:pt x="17772" y="19523"/>
                  </a:cubicBezTo>
                  <a:cubicBezTo>
                    <a:pt x="18007" y="19523"/>
                    <a:pt x="18236" y="19422"/>
                    <a:pt x="18372" y="19252"/>
                  </a:cubicBezTo>
                  <a:cubicBezTo>
                    <a:pt x="18572" y="19001"/>
                    <a:pt x="18472" y="18675"/>
                    <a:pt x="18171" y="18500"/>
                  </a:cubicBezTo>
                  <a:lnTo>
                    <a:pt x="11454" y="14690"/>
                  </a:lnTo>
                  <a:lnTo>
                    <a:pt x="22256" y="19302"/>
                  </a:lnTo>
                  <a:cubicBezTo>
                    <a:pt x="22367" y="19349"/>
                    <a:pt x="22482" y="19372"/>
                    <a:pt x="22595" y="19372"/>
                  </a:cubicBezTo>
                  <a:cubicBezTo>
                    <a:pt x="22840" y="19372"/>
                    <a:pt x="23072" y="19265"/>
                    <a:pt x="23209" y="19076"/>
                  </a:cubicBezTo>
                  <a:cubicBezTo>
                    <a:pt x="23384" y="18826"/>
                    <a:pt x="23284" y="18500"/>
                    <a:pt x="22983" y="18324"/>
                  </a:cubicBezTo>
                  <a:lnTo>
                    <a:pt x="15765" y="14540"/>
                  </a:lnTo>
                  <a:lnTo>
                    <a:pt x="15765" y="14540"/>
                  </a:lnTo>
                  <a:lnTo>
                    <a:pt x="24186" y="18124"/>
                  </a:lnTo>
                  <a:cubicBezTo>
                    <a:pt x="24266" y="18172"/>
                    <a:pt x="24365" y="18189"/>
                    <a:pt x="24466" y="18189"/>
                  </a:cubicBezTo>
                  <a:cubicBezTo>
                    <a:pt x="24524" y="18189"/>
                    <a:pt x="24582" y="18183"/>
                    <a:pt x="24637" y="18174"/>
                  </a:cubicBezTo>
                  <a:cubicBezTo>
                    <a:pt x="24612" y="17773"/>
                    <a:pt x="24587" y="17397"/>
                    <a:pt x="24587" y="16996"/>
                  </a:cubicBezTo>
                  <a:lnTo>
                    <a:pt x="15815" y="12184"/>
                  </a:lnTo>
                  <a:lnTo>
                    <a:pt x="15815" y="12184"/>
                  </a:lnTo>
                  <a:lnTo>
                    <a:pt x="24412" y="15969"/>
                  </a:lnTo>
                  <a:cubicBezTo>
                    <a:pt x="24462" y="15994"/>
                    <a:pt x="24537" y="15994"/>
                    <a:pt x="24587" y="16019"/>
                  </a:cubicBezTo>
                  <a:cubicBezTo>
                    <a:pt x="24612" y="15593"/>
                    <a:pt x="24663" y="15192"/>
                    <a:pt x="24738" y="14765"/>
                  </a:cubicBezTo>
                  <a:lnTo>
                    <a:pt x="16292" y="10104"/>
                  </a:lnTo>
                  <a:lnTo>
                    <a:pt x="16292" y="10104"/>
                  </a:lnTo>
                  <a:lnTo>
                    <a:pt x="23986" y="13487"/>
                  </a:lnTo>
                  <a:cubicBezTo>
                    <a:pt x="24090" y="13535"/>
                    <a:pt x="24202" y="13558"/>
                    <a:pt x="24313" y="13558"/>
                  </a:cubicBezTo>
                  <a:cubicBezTo>
                    <a:pt x="24548" y="13558"/>
                    <a:pt x="24777" y="13457"/>
                    <a:pt x="24913" y="13287"/>
                  </a:cubicBezTo>
                  <a:cubicBezTo>
                    <a:pt x="25114" y="13036"/>
                    <a:pt x="25013" y="12685"/>
                    <a:pt x="24688" y="12535"/>
                  </a:cubicBezTo>
                  <a:lnTo>
                    <a:pt x="14186" y="6946"/>
                  </a:lnTo>
                  <a:lnTo>
                    <a:pt x="14186" y="6946"/>
                  </a:lnTo>
                  <a:cubicBezTo>
                    <a:pt x="16066" y="7673"/>
                    <a:pt x="18347" y="8550"/>
                    <a:pt x="21079" y="9603"/>
                  </a:cubicBezTo>
                  <a:cubicBezTo>
                    <a:pt x="22482" y="10154"/>
                    <a:pt x="23409" y="10505"/>
                    <a:pt x="23460" y="10530"/>
                  </a:cubicBezTo>
                  <a:cubicBezTo>
                    <a:pt x="23560" y="10566"/>
                    <a:pt x="23665" y="10583"/>
                    <a:pt x="23768" y="10583"/>
                  </a:cubicBezTo>
                  <a:cubicBezTo>
                    <a:pt x="24024" y="10583"/>
                    <a:pt x="24269" y="10476"/>
                    <a:pt x="24412" y="10279"/>
                  </a:cubicBezTo>
                  <a:cubicBezTo>
                    <a:pt x="24637" y="9953"/>
                    <a:pt x="24537" y="9778"/>
                    <a:pt x="24086" y="9527"/>
                  </a:cubicBezTo>
                  <a:lnTo>
                    <a:pt x="24086" y="9502"/>
                  </a:lnTo>
                  <a:cubicBezTo>
                    <a:pt x="24086" y="9502"/>
                    <a:pt x="24061" y="9502"/>
                    <a:pt x="24036" y="9477"/>
                  </a:cubicBezTo>
                  <a:cubicBezTo>
                    <a:pt x="23861" y="9402"/>
                    <a:pt x="23635" y="9277"/>
                    <a:pt x="23384" y="9151"/>
                  </a:cubicBezTo>
                  <a:lnTo>
                    <a:pt x="21354" y="8174"/>
                  </a:lnTo>
                  <a:cubicBezTo>
                    <a:pt x="19675" y="7372"/>
                    <a:pt x="17444" y="6294"/>
                    <a:pt x="15214" y="5217"/>
                  </a:cubicBezTo>
                  <a:lnTo>
                    <a:pt x="14186" y="4740"/>
                  </a:lnTo>
                  <a:lnTo>
                    <a:pt x="22958" y="7472"/>
                  </a:lnTo>
                  <a:cubicBezTo>
                    <a:pt x="23051" y="7505"/>
                    <a:pt x="23145" y="7521"/>
                    <a:pt x="23237" y="7521"/>
                  </a:cubicBezTo>
                  <a:cubicBezTo>
                    <a:pt x="23494" y="7521"/>
                    <a:pt x="23731" y="7399"/>
                    <a:pt x="23861" y="7197"/>
                  </a:cubicBezTo>
                  <a:cubicBezTo>
                    <a:pt x="24011" y="6946"/>
                    <a:pt x="23911" y="6620"/>
                    <a:pt x="23585" y="6470"/>
                  </a:cubicBezTo>
                  <a:lnTo>
                    <a:pt x="19199" y="4540"/>
                  </a:lnTo>
                  <a:lnTo>
                    <a:pt x="22106" y="5292"/>
                  </a:lnTo>
                  <a:cubicBezTo>
                    <a:pt x="22177" y="5308"/>
                    <a:pt x="22250" y="5316"/>
                    <a:pt x="22323" y="5316"/>
                  </a:cubicBezTo>
                  <a:cubicBezTo>
                    <a:pt x="22585" y="5316"/>
                    <a:pt x="22841" y="5212"/>
                    <a:pt x="22958" y="5016"/>
                  </a:cubicBezTo>
                  <a:cubicBezTo>
                    <a:pt x="23134" y="4765"/>
                    <a:pt x="23033" y="4465"/>
                    <a:pt x="22758" y="4289"/>
                  </a:cubicBezTo>
                  <a:lnTo>
                    <a:pt x="20402" y="2911"/>
                  </a:lnTo>
                  <a:lnTo>
                    <a:pt x="21906" y="3237"/>
                  </a:lnTo>
                  <a:cubicBezTo>
                    <a:pt x="21965" y="3251"/>
                    <a:pt x="22026" y="3258"/>
                    <a:pt x="22087" y="3258"/>
                  </a:cubicBezTo>
                  <a:cubicBezTo>
                    <a:pt x="22337" y="3258"/>
                    <a:pt x="22587" y="3142"/>
                    <a:pt x="22708" y="2961"/>
                  </a:cubicBezTo>
                  <a:cubicBezTo>
                    <a:pt x="22858" y="2710"/>
                    <a:pt x="22783" y="2435"/>
                    <a:pt x="22532" y="2259"/>
                  </a:cubicBezTo>
                  <a:lnTo>
                    <a:pt x="21129" y="1282"/>
                  </a:lnTo>
                  <a:cubicBezTo>
                    <a:pt x="21354" y="1207"/>
                    <a:pt x="21505" y="1056"/>
                    <a:pt x="21555" y="856"/>
                  </a:cubicBezTo>
                  <a:cubicBezTo>
                    <a:pt x="21605" y="555"/>
                    <a:pt x="21329" y="254"/>
                    <a:pt x="20953" y="204"/>
                  </a:cubicBezTo>
                  <a:lnTo>
                    <a:pt x="18673" y="4"/>
                  </a:lnTo>
                  <a:cubicBezTo>
                    <a:pt x="18647" y="1"/>
                    <a:pt x="18622" y="0"/>
                    <a:pt x="18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42"/>
            <p:cNvSpPr/>
            <p:nvPr/>
          </p:nvSpPr>
          <p:spPr>
            <a:xfrm>
              <a:off x="1697500" y="3966275"/>
              <a:ext cx="822725" cy="1084750"/>
            </a:xfrm>
            <a:custGeom>
              <a:avLst/>
              <a:gdLst/>
              <a:ahLst/>
              <a:cxnLst/>
              <a:rect l="l" t="t" r="r" b="b"/>
              <a:pathLst>
                <a:path w="32909" h="43390" extrusionOk="0">
                  <a:moveTo>
                    <a:pt x="32257" y="8168"/>
                  </a:moveTo>
                  <a:cubicBezTo>
                    <a:pt x="32432" y="8995"/>
                    <a:pt x="32031" y="9547"/>
                    <a:pt x="31730" y="10173"/>
                  </a:cubicBezTo>
                  <a:cubicBezTo>
                    <a:pt x="31505" y="9622"/>
                    <a:pt x="31705" y="8770"/>
                    <a:pt x="32257" y="8168"/>
                  </a:cubicBezTo>
                  <a:close/>
                  <a:moveTo>
                    <a:pt x="15833" y="572"/>
                  </a:moveTo>
                  <a:cubicBezTo>
                    <a:pt x="15910" y="572"/>
                    <a:pt x="15988" y="573"/>
                    <a:pt x="16066" y="574"/>
                  </a:cubicBezTo>
                  <a:cubicBezTo>
                    <a:pt x="22307" y="699"/>
                    <a:pt x="28046" y="5712"/>
                    <a:pt x="27996" y="12805"/>
                  </a:cubicBezTo>
                  <a:cubicBezTo>
                    <a:pt x="27947" y="19796"/>
                    <a:pt x="22296" y="24888"/>
                    <a:pt x="15894" y="24888"/>
                  </a:cubicBezTo>
                  <a:cubicBezTo>
                    <a:pt x="15801" y="24888"/>
                    <a:pt x="15708" y="24887"/>
                    <a:pt x="15615" y="24885"/>
                  </a:cubicBezTo>
                  <a:cubicBezTo>
                    <a:pt x="9048" y="24735"/>
                    <a:pt x="3710" y="19446"/>
                    <a:pt x="3685" y="12679"/>
                  </a:cubicBezTo>
                  <a:cubicBezTo>
                    <a:pt x="3809" y="5477"/>
                    <a:pt x="9652" y="572"/>
                    <a:pt x="15833" y="572"/>
                  </a:cubicBezTo>
                  <a:close/>
                  <a:moveTo>
                    <a:pt x="1053" y="41176"/>
                  </a:moveTo>
                  <a:lnTo>
                    <a:pt x="1053" y="41176"/>
                  </a:lnTo>
                  <a:cubicBezTo>
                    <a:pt x="1354" y="41852"/>
                    <a:pt x="1279" y="42354"/>
                    <a:pt x="853" y="42780"/>
                  </a:cubicBezTo>
                  <a:cubicBezTo>
                    <a:pt x="527" y="42304"/>
                    <a:pt x="602" y="41802"/>
                    <a:pt x="1053" y="41176"/>
                  </a:cubicBezTo>
                  <a:close/>
                  <a:moveTo>
                    <a:pt x="15829" y="1"/>
                  </a:moveTo>
                  <a:cubicBezTo>
                    <a:pt x="12353" y="1"/>
                    <a:pt x="8907" y="1416"/>
                    <a:pt x="6417" y="4183"/>
                  </a:cubicBezTo>
                  <a:cubicBezTo>
                    <a:pt x="4161" y="6689"/>
                    <a:pt x="3033" y="9647"/>
                    <a:pt x="3134" y="13030"/>
                  </a:cubicBezTo>
                  <a:cubicBezTo>
                    <a:pt x="3284" y="17416"/>
                    <a:pt x="5264" y="20825"/>
                    <a:pt x="8848" y="23381"/>
                  </a:cubicBezTo>
                  <a:cubicBezTo>
                    <a:pt x="8723" y="23532"/>
                    <a:pt x="8673" y="23657"/>
                    <a:pt x="8572" y="23757"/>
                  </a:cubicBezTo>
                  <a:cubicBezTo>
                    <a:pt x="8096" y="24309"/>
                    <a:pt x="7570" y="24810"/>
                    <a:pt x="7144" y="25386"/>
                  </a:cubicBezTo>
                  <a:cubicBezTo>
                    <a:pt x="5715" y="27366"/>
                    <a:pt x="4462" y="29446"/>
                    <a:pt x="3510" y="31702"/>
                  </a:cubicBezTo>
                  <a:cubicBezTo>
                    <a:pt x="2482" y="34208"/>
                    <a:pt x="1830" y="36840"/>
                    <a:pt x="1229" y="39472"/>
                  </a:cubicBezTo>
                  <a:cubicBezTo>
                    <a:pt x="1129" y="39898"/>
                    <a:pt x="1028" y="40274"/>
                    <a:pt x="703" y="40649"/>
                  </a:cubicBezTo>
                  <a:cubicBezTo>
                    <a:pt x="201" y="41201"/>
                    <a:pt x="1" y="41903"/>
                    <a:pt x="126" y="42654"/>
                  </a:cubicBezTo>
                  <a:cubicBezTo>
                    <a:pt x="176" y="43081"/>
                    <a:pt x="402" y="43331"/>
                    <a:pt x="753" y="43381"/>
                  </a:cubicBezTo>
                  <a:cubicBezTo>
                    <a:pt x="789" y="43387"/>
                    <a:pt x="825" y="43390"/>
                    <a:pt x="861" y="43390"/>
                  </a:cubicBezTo>
                  <a:cubicBezTo>
                    <a:pt x="1144" y="43390"/>
                    <a:pt x="1399" y="43214"/>
                    <a:pt x="1555" y="42880"/>
                  </a:cubicBezTo>
                  <a:cubicBezTo>
                    <a:pt x="1755" y="42529"/>
                    <a:pt x="1855" y="42128"/>
                    <a:pt x="1805" y="41727"/>
                  </a:cubicBezTo>
                  <a:cubicBezTo>
                    <a:pt x="1755" y="41401"/>
                    <a:pt x="1705" y="41101"/>
                    <a:pt x="1655" y="40775"/>
                  </a:cubicBezTo>
                  <a:cubicBezTo>
                    <a:pt x="1630" y="40624"/>
                    <a:pt x="1605" y="40449"/>
                    <a:pt x="1655" y="40299"/>
                  </a:cubicBezTo>
                  <a:cubicBezTo>
                    <a:pt x="1906" y="39171"/>
                    <a:pt x="2181" y="38018"/>
                    <a:pt x="2432" y="36890"/>
                  </a:cubicBezTo>
                  <a:cubicBezTo>
                    <a:pt x="3359" y="33005"/>
                    <a:pt x="4988" y="29421"/>
                    <a:pt x="7269" y="26163"/>
                  </a:cubicBezTo>
                  <a:cubicBezTo>
                    <a:pt x="7495" y="25812"/>
                    <a:pt x="7745" y="25486"/>
                    <a:pt x="7996" y="25136"/>
                  </a:cubicBezTo>
                  <a:lnTo>
                    <a:pt x="7996" y="25136"/>
                  </a:lnTo>
                  <a:cubicBezTo>
                    <a:pt x="7996" y="25486"/>
                    <a:pt x="7921" y="25762"/>
                    <a:pt x="7820" y="26038"/>
                  </a:cubicBezTo>
                  <a:cubicBezTo>
                    <a:pt x="7570" y="26790"/>
                    <a:pt x="7319" y="27542"/>
                    <a:pt x="7094" y="28294"/>
                  </a:cubicBezTo>
                  <a:cubicBezTo>
                    <a:pt x="6141" y="31451"/>
                    <a:pt x="5314" y="34659"/>
                    <a:pt x="5139" y="37968"/>
                  </a:cubicBezTo>
                  <a:cubicBezTo>
                    <a:pt x="5089" y="38970"/>
                    <a:pt x="5139" y="39948"/>
                    <a:pt x="5139" y="40925"/>
                  </a:cubicBezTo>
                  <a:cubicBezTo>
                    <a:pt x="5139" y="41142"/>
                    <a:pt x="5162" y="41453"/>
                    <a:pt x="5455" y="41453"/>
                  </a:cubicBezTo>
                  <a:cubicBezTo>
                    <a:pt x="5466" y="41453"/>
                    <a:pt x="5478" y="41452"/>
                    <a:pt x="5490" y="41451"/>
                  </a:cubicBezTo>
                  <a:cubicBezTo>
                    <a:pt x="5815" y="41401"/>
                    <a:pt x="5715" y="41101"/>
                    <a:pt x="5715" y="40900"/>
                  </a:cubicBezTo>
                  <a:cubicBezTo>
                    <a:pt x="5715" y="39973"/>
                    <a:pt x="5690" y="39045"/>
                    <a:pt x="5715" y="38118"/>
                  </a:cubicBezTo>
                  <a:cubicBezTo>
                    <a:pt x="5765" y="35963"/>
                    <a:pt x="6166" y="33832"/>
                    <a:pt x="6718" y="31752"/>
                  </a:cubicBezTo>
                  <a:cubicBezTo>
                    <a:pt x="7369" y="29346"/>
                    <a:pt x="8146" y="26965"/>
                    <a:pt x="8898" y="24584"/>
                  </a:cubicBezTo>
                  <a:cubicBezTo>
                    <a:pt x="8973" y="24283"/>
                    <a:pt x="9124" y="24008"/>
                    <a:pt x="9274" y="23657"/>
                  </a:cubicBezTo>
                  <a:cubicBezTo>
                    <a:pt x="11265" y="24831"/>
                    <a:pt x="13561" y="25444"/>
                    <a:pt x="15877" y="25444"/>
                  </a:cubicBezTo>
                  <a:cubicBezTo>
                    <a:pt x="19244" y="25444"/>
                    <a:pt x="22655" y="24149"/>
                    <a:pt x="25239" y="21401"/>
                  </a:cubicBezTo>
                  <a:cubicBezTo>
                    <a:pt x="25314" y="21527"/>
                    <a:pt x="25389" y="21652"/>
                    <a:pt x="25465" y="21777"/>
                  </a:cubicBezTo>
                  <a:cubicBezTo>
                    <a:pt x="26718" y="24384"/>
                    <a:pt x="27695" y="27090"/>
                    <a:pt x="28297" y="29898"/>
                  </a:cubicBezTo>
                  <a:cubicBezTo>
                    <a:pt x="28723" y="31877"/>
                    <a:pt x="28973" y="33883"/>
                    <a:pt x="29124" y="35888"/>
                  </a:cubicBezTo>
                  <a:cubicBezTo>
                    <a:pt x="29224" y="37316"/>
                    <a:pt x="29249" y="38745"/>
                    <a:pt x="29049" y="40173"/>
                  </a:cubicBezTo>
                  <a:cubicBezTo>
                    <a:pt x="28998" y="40474"/>
                    <a:pt x="28923" y="40800"/>
                    <a:pt x="28898" y="41126"/>
                  </a:cubicBezTo>
                  <a:cubicBezTo>
                    <a:pt x="28898" y="41226"/>
                    <a:pt x="29049" y="41401"/>
                    <a:pt x="29174" y="41451"/>
                  </a:cubicBezTo>
                  <a:cubicBezTo>
                    <a:pt x="29178" y="41454"/>
                    <a:pt x="29184" y="41455"/>
                    <a:pt x="29190" y="41455"/>
                  </a:cubicBezTo>
                  <a:cubicBezTo>
                    <a:pt x="29254" y="41455"/>
                    <a:pt x="29406" y="41342"/>
                    <a:pt x="29475" y="41251"/>
                  </a:cubicBezTo>
                  <a:cubicBezTo>
                    <a:pt x="29525" y="41126"/>
                    <a:pt x="29525" y="40975"/>
                    <a:pt x="29550" y="40825"/>
                  </a:cubicBezTo>
                  <a:cubicBezTo>
                    <a:pt x="29826" y="38970"/>
                    <a:pt x="29800" y="37116"/>
                    <a:pt x="29650" y="35236"/>
                  </a:cubicBezTo>
                  <a:cubicBezTo>
                    <a:pt x="29324" y="31527"/>
                    <a:pt x="28648" y="27943"/>
                    <a:pt x="27244" y="24484"/>
                  </a:cubicBezTo>
                  <a:cubicBezTo>
                    <a:pt x="27194" y="24359"/>
                    <a:pt x="27169" y="24208"/>
                    <a:pt x="27094" y="23958"/>
                  </a:cubicBezTo>
                  <a:lnTo>
                    <a:pt x="27094" y="23958"/>
                  </a:lnTo>
                  <a:cubicBezTo>
                    <a:pt x="27294" y="24133"/>
                    <a:pt x="27394" y="24233"/>
                    <a:pt x="27520" y="24309"/>
                  </a:cubicBezTo>
                  <a:cubicBezTo>
                    <a:pt x="27996" y="24760"/>
                    <a:pt x="28572" y="25035"/>
                    <a:pt x="29199" y="25211"/>
                  </a:cubicBezTo>
                  <a:cubicBezTo>
                    <a:pt x="29394" y="25259"/>
                    <a:pt x="29575" y="25284"/>
                    <a:pt x="29744" y="25284"/>
                  </a:cubicBezTo>
                  <a:cubicBezTo>
                    <a:pt x="30272" y="25284"/>
                    <a:pt x="30681" y="25041"/>
                    <a:pt x="31003" y="24509"/>
                  </a:cubicBezTo>
                  <a:cubicBezTo>
                    <a:pt x="31254" y="24083"/>
                    <a:pt x="31430" y="23632"/>
                    <a:pt x="31555" y="23181"/>
                  </a:cubicBezTo>
                  <a:cubicBezTo>
                    <a:pt x="32232" y="20775"/>
                    <a:pt x="32232" y="18319"/>
                    <a:pt x="32106" y="15862"/>
                  </a:cubicBezTo>
                  <a:cubicBezTo>
                    <a:pt x="32056" y="14459"/>
                    <a:pt x="31931" y="13080"/>
                    <a:pt x="31831" y="11702"/>
                  </a:cubicBezTo>
                  <a:cubicBezTo>
                    <a:pt x="31805" y="11351"/>
                    <a:pt x="31881" y="11075"/>
                    <a:pt x="32056" y="10775"/>
                  </a:cubicBezTo>
                  <a:cubicBezTo>
                    <a:pt x="32357" y="10223"/>
                    <a:pt x="32607" y="9672"/>
                    <a:pt x="32808" y="9070"/>
                  </a:cubicBezTo>
                  <a:cubicBezTo>
                    <a:pt x="32908" y="8795"/>
                    <a:pt x="32908" y="8419"/>
                    <a:pt x="32833" y="8143"/>
                  </a:cubicBezTo>
                  <a:cubicBezTo>
                    <a:pt x="32730" y="7790"/>
                    <a:pt x="32507" y="7601"/>
                    <a:pt x="32259" y="7601"/>
                  </a:cubicBezTo>
                  <a:cubicBezTo>
                    <a:pt x="32083" y="7601"/>
                    <a:pt x="31896" y="7695"/>
                    <a:pt x="31730" y="7892"/>
                  </a:cubicBezTo>
                  <a:cubicBezTo>
                    <a:pt x="31505" y="8168"/>
                    <a:pt x="31354" y="8544"/>
                    <a:pt x="31229" y="8895"/>
                  </a:cubicBezTo>
                  <a:cubicBezTo>
                    <a:pt x="31003" y="9572"/>
                    <a:pt x="31129" y="10248"/>
                    <a:pt x="31204" y="10925"/>
                  </a:cubicBezTo>
                  <a:cubicBezTo>
                    <a:pt x="31354" y="12303"/>
                    <a:pt x="31430" y="13707"/>
                    <a:pt x="31505" y="15085"/>
                  </a:cubicBezTo>
                  <a:cubicBezTo>
                    <a:pt x="31630" y="17266"/>
                    <a:pt x="31680" y="19446"/>
                    <a:pt x="31329" y="21602"/>
                  </a:cubicBezTo>
                  <a:cubicBezTo>
                    <a:pt x="31179" y="22379"/>
                    <a:pt x="30953" y="23181"/>
                    <a:pt x="30678" y="23908"/>
                  </a:cubicBezTo>
                  <a:cubicBezTo>
                    <a:pt x="30479" y="24468"/>
                    <a:pt x="30162" y="24716"/>
                    <a:pt x="29709" y="24716"/>
                  </a:cubicBezTo>
                  <a:cubicBezTo>
                    <a:pt x="29535" y="24716"/>
                    <a:pt x="29340" y="24679"/>
                    <a:pt x="29124" y="24609"/>
                  </a:cubicBezTo>
                  <a:cubicBezTo>
                    <a:pt x="28597" y="24434"/>
                    <a:pt x="28121" y="24183"/>
                    <a:pt x="27720" y="23782"/>
                  </a:cubicBezTo>
                  <a:cubicBezTo>
                    <a:pt x="27319" y="23356"/>
                    <a:pt x="26943" y="22930"/>
                    <a:pt x="26542" y="22504"/>
                  </a:cubicBezTo>
                  <a:cubicBezTo>
                    <a:pt x="26091" y="22053"/>
                    <a:pt x="25916" y="21426"/>
                    <a:pt x="25640" y="20925"/>
                  </a:cubicBezTo>
                  <a:cubicBezTo>
                    <a:pt x="30352" y="15060"/>
                    <a:pt x="29149" y="7065"/>
                    <a:pt x="23861" y="2830"/>
                  </a:cubicBezTo>
                  <a:cubicBezTo>
                    <a:pt x="21492" y="932"/>
                    <a:pt x="18650" y="1"/>
                    <a:pt x="158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42"/>
            <p:cNvSpPr/>
            <p:nvPr/>
          </p:nvSpPr>
          <p:spPr>
            <a:xfrm>
              <a:off x="2200025" y="3523950"/>
              <a:ext cx="731850" cy="621600"/>
            </a:xfrm>
            <a:custGeom>
              <a:avLst/>
              <a:gdLst/>
              <a:ahLst/>
              <a:cxnLst/>
              <a:rect l="l" t="t" r="r" b="b"/>
              <a:pathLst>
                <a:path w="29274" h="24864" extrusionOk="0">
                  <a:moveTo>
                    <a:pt x="14681" y="581"/>
                  </a:moveTo>
                  <a:cubicBezTo>
                    <a:pt x="16493" y="581"/>
                    <a:pt x="18274" y="849"/>
                    <a:pt x="20025" y="1375"/>
                  </a:cubicBezTo>
                  <a:cubicBezTo>
                    <a:pt x="20251" y="1450"/>
                    <a:pt x="20502" y="1425"/>
                    <a:pt x="20702" y="1525"/>
                  </a:cubicBezTo>
                  <a:cubicBezTo>
                    <a:pt x="22431" y="2352"/>
                    <a:pt x="24211" y="3129"/>
                    <a:pt x="25589" y="4558"/>
                  </a:cubicBezTo>
                  <a:cubicBezTo>
                    <a:pt x="26141" y="5159"/>
                    <a:pt x="26667" y="5761"/>
                    <a:pt x="27093" y="6437"/>
                  </a:cubicBezTo>
                  <a:cubicBezTo>
                    <a:pt x="28622" y="9019"/>
                    <a:pt x="28622" y="11600"/>
                    <a:pt x="27068" y="14157"/>
                  </a:cubicBezTo>
                  <a:cubicBezTo>
                    <a:pt x="26141" y="15711"/>
                    <a:pt x="24837" y="16864"/>
                    <a:pt x="23283" y="17716"/>
                  </a:cubicBezTo>
                  <a:cubicBezTo>
                    <a:pt x="22707" y="18041"/>
                    <a:pt x="22406" y="18392"/>
                    <a:pt x="22406" y="19094"/>
                  </a:cubicBezTo>
                  <a:cubicBezTo>
                    <a:pt x="22406" y="19495"/>
                    <a:pt x="22256" y="19921"/>
                    <a:pt x="22080" y="20297"/>
                  </a:cubicBezTo>
                  <a:cubicBezTo>
                    <a:pt x="21429" y="21926"/>
                    <a:pt x="20276" y="23129"/>
                    <a:pt x="18697" y="24032"/>
                  </a:cubicBezTo>
                  <a:cubicBezTo>
                    <a:pt x="18998" y="23154"/>
                    <a:pt x="19299" y="22427"/>
                    <a:pt x="19474" y="21651"/>
                  </a:cubicBezTo>
                  <a:cubicBezTo>
                    <a:pt x="19599" y="21149"/>
                    <a:pt x="19599" y="20598"/>
                    <a:pt x="19549" y="20097"/>
                  </a:cubicBezTo>
                  <a:cubicBezTo>
                    <a:pt x="19492" y="19641"/>
                    <a:pt x="19363" y="19473"/>
                    <a:pt x="19053" y="19473"/>
                  </a:cubicBezTo>
                  <a:cubicBezTo>
                    <a:pt x="18954" y="19473"/>
                    <a:pt x="18836" y="19490"/>
                    <a:pt x="18697" y="19520"/>
                  </a:cubicBezTo>
                  <a:cubicBezTo>
                    <a:pt x="17312" y="19813"/>
                    <a:pt x="15935" y="19965"/>
                    <a:pt x="14569" y="19965"/>
                  </a:cubicBezTo>
                  <a:cubicBezTo>
                    <a:pt x="12423" y="19965"/>
                    <a:pt x="10303" y="19590"/>
                    <a:pt x="8221" y="18793"/>
                  </a:cubicBezTo>
                  <a:cubicBezTo>
                    <a:pt x="6115" y="17991"/>
                    <a:pt x="4261" y="16838"/>
                    <a:pt x="2832" y="15059"/>
                  </a:cubicBezTo>
                  <a:cubicBezTo>
                    <a:pt x="1604" y="13530"/>
                    <a:pt x="927" y="11801"/>
                    <a:pt x="1053" y="9796"/>
                  </a:cubicBezTo>
                  <a:cubicBezTo>
                    <a:pt x="1128" y="8442"/>
                    <a:pt x="1604" y="7214"/>
                    <a:pt x="2356" y="6087"/>
                  </a:cubicBezTo>
                  <a:cubicBezTo>
                    <a:pt x="3283" y="4683"/>
                    <a:pt x="4537" y="3630"/>
                    <a:pt x="5990" y="2778"/>
                  </a:cubicBezTo>
                  <a:cubicBezTo>
                    <a:pt x="8196" y="1500"/>
                    <a:pt x="10577" y="848"/>
                    <a:pt x="13108" y="648"/>
                  </a:cubicBezTo>
                  <a:cubicBezTo>
                    <a:pt x="13635" y="603"/>
                    <a:pt x="14159" y="581"/>
                    <a:pt x="14681" y="581"/>
                  </a:cubicBezTo>
                  <a:close/>
                  <a:moveTo>
                    <a:pt x="14656" y="1"/>
                  </a:moveTo>
                  <a:cubicBezTo>
                    <a:pt x="13727" y="1"/>
                    <a:pt x="12792" y="68"/>
                    <a:pt x="11855" y="197"/>
                  </a:cubicBezTo>
                  <a:cubicBezTo>
                    <a:pt x="9549" y="523"/>
                    <a:pt x="7394" y="1224"/>
                    <a:pt x="5414" y="2452"/>
                  </a:cubicBezTo>
                  <a:cubicBezTo>
                    <a:pt x="3935" y="3355"/>
                    <a:pt x="2682" y="4483"/>
                    <a:pt x="1755" y="5936"/>
                  </a:cubicBezTo>
                  <a:cubicBezTo>
                    <a:pt x="0" y="8793"/>
                    <a:pt x="0" y="11676"/>
                    <a:pt x="1755" y="14558"/>
                  </a:cubicBezTo>
                  <a:cubicBezTo>
                    <a:pt x="2732" y="16112"/>
                    <a:pt x="4060" y="17290"/>
                    <a:pt x="5639" y="18192"/>
                  </a:cubicBezTo>
                  <a:cubicBezTo>
                    <a:pt x="8444" y="19821"/>
                    <a:pt x="11452" y="20517"/>
                    <a:pt x="14594" y="20517"/>
                  </a:cubicBezTo>
                  <a:cubicBezTo>
                    <a:pt x="15271" y="20517"/>
                    <a:pt x="15954" y="20485"/>
                    <a:pt x="16642" y="20422"/>
                  </a:cubicBezTo>
                  <a:cubicBezTo>
                    <a:pt x="17419" y="20347"/>
                    <a:pt x="18196" y="20197"/>
                    <a:pt x="18973" y="20097"/>
                  </a:cubicBezTo>
                  <a:cubicBezTo>
                    <a:pt x="19123" y="20498"/>
                    <a:pt x="19098" y="20899"/>
                    <a:pt x="19023" y="21300"/>
                  </a:cubicBezTo>
                  <a:cubicBezTo>
                    <a:pt x="18772" y="22327"/>
                    <a:pt x="18446" y="23305"/>
                    <a:pt x="17795" y="24157"/>
                  </a:cubicBezTo>
                  <a:cubicBezTo>
                    <a:pt x="17644" y="24307"/>
                    <a:pt x="17544" y="24508"/>
                    <a:pt x="17669" y="24708"/>
                  </a:cubicBezTo>
                  <a:cubicBezTo>
                    <a:pt x="17755" y="24823"/>
                    <a:pt x="17858" y="24864"/>
                    <a:pt x="17967" y="24864"/>
                  </a:cubicBezTo>
                  <a:cubicBezTo>
                    <a:pt x="18049" y="24864"/>
                    <a:pt x="18135" y="24841"/>
                    <a:pt x="18221" y="24808"/>
                  </a:cubicBezTo>
                  <a:cubicBezTo>
                    <a:pt x="18421" y="24758"/>
                    <a:pt x="18622" y="24708"/>
                    <a:pt x="18772" y="24583"/>
                  </a:cubicBezTo>
                  <a:cubicBezTo>
                    <a:pt x="19299" y="24257"/>
                    <a:pt x="19875" y="23956"/>
                    <a:pt x="20351" y="23555"/>
                  </a:cubicBezTo>
                  <a:cubicBezTo>
                    <a:pt x="21880" y="22277"/>
                    <a:pt x="22933" y="20698"/>
                    <a:pt x="23033" y="18593"/>
                  </a:cubicBezTo>
                  <a:cubicBezTo>
                    <a:pt x="23058" y="18568"/>
                    <a:pt x="23058" y="18543"/>
                    <a:pt x="23083" y="18543"/>
                  </a:cubicBezTo>
                  <a:cubicBezTo>
                    <a:pt x="23258" y="18443"/>
                    <a:pt x="23434" y="18317"/>
                    <a:pt x="23584" y="18217"/>
                  </a:cubicBezTo>
                  <a:cubicBezTo>
                    <a:pt x="25088" y="17340"/>
                    <a:pt x="26366" y="16237"/>
                    <a:pt x="27344" y="14783"/>
                  </a:cubicBezTo>
                  <a:cubicBezTo>
                    <a:pt x="29248" y="11976"/>
                    <a:pt x="29274" y="8643"/>
                    <a:pt x="27394" y="5811"/>
                  </a:cubicBezTo>
                  <a:cubicBezTo>
                    <a:pt x="26717" y="4833"/>
                    <a:pt x="25915" y="3956"/>
                    <a:pt x="24938" y="3254"/>
                  </a:cubicBezTo>
                  <a:cubicBezTo>
                    <a:pt x="23659" y="2327"/>
                    <a:pt x="22356" y="1400"/>
                    <a:pt x="20727" y="1149"/>
                  </a:cubicBezTo>
                  <a:cubicBezTo>
                    <a:pt x="20702" y="1149"/>
                    <a:pt x="20677" y="1099"/>
                    <a:pt x="20627" y="1074"/>
                  </a:cubicBezTo>
                  <a:cubicBezTo>
                    <a:pt x="20401" y="974"/>
                    <a:pt x="20176" y="848"/>
                    <a:pt x="19925" y="773"/>
                  </a:cubicBezTo>
                  <a:cubicBezTo>
                    <a:pt x="18196" y="246"/>
                    <a:pt x="16435" y="1"/>
                    <a:pt x="146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42"/>
            <p:cNvSpPr/>
            <p:nvPr/>
          </p:nvSpPr>
          <p:spPr>
            <a:xfrm>
              <a:off x="2055900" y="4245650"/>
              <a:ext cx="207425" cy="125975"/>
            </a:xfrm>
            <a:custGeom>
              <a:avLst/>
              <a:gdLst/>
              <a:ahLst/>
              <a:cxnLst/>
              <a:rect l="l" t="t" r="r" b="b"/>
              <a:pathLst>
                <a:path w="8297" h="5039" extrusionOk="0">
                  <a:moveTo>
                    <a:pt x="8071" y="1"/>
                  </a:moveTo>
                  <a:cubicBezTo>
                    <a:pt x="7971" y="1"/>
                    <a:pt x="7820" y="176"/>
                    <a:pt x="7770" y="301"/>
                  </a:cubicBezTo>
                  <a:cubicBezTo>
                    <a:pt x="7695" y="427"/>
                    <a:pt x="7695" y="602"/>
                    <a:pt x="7670" y="778"/>
                  </a:cubicBezTo>
                  <a:cubicBezTo>
                    <a:pt x="7469" y="1705"/>
                    <a:pt x="7169" y="2582"/>
                    <a:pt x="6567" y="3359"/>
                  </a:cubicBezTo>
                  <a:cubicBezTo>
                    <a:pt x="5998" y="4047"/>
                    <a:pt x="5293" y="4466"/>
                    <a:pt x="4369" y="4466"/>
                  </a:cubicBezTo>
                  <a:cubicBezTo>
                    <a:pt x="4317" y="4466"/>
                    <a:pt x="4265" y="4464"/>
                    <a:pt x="4211" y="4462"/>
                  </a:cubicBezTo>
                  <a:cubicBezTo>
                    <a:pt x="3660" y="4437"/>
                    <a:pt x="3159" y="4261"/>
                    <a:pt x="2682" y="4011"/>
                  </a:cubicBezTo>
                  <a:cubicBezTo>
                    <a:pt x="1905" y="3585"/>
                    <a:pt x="1304" y="3008"/>
                    <a:pt x="753" y="2357"/>
                  </a:cubicBezTo>
                  <a:cubicBezTo>
                    <a:pt x="652" y="2231"/>
                    <a:pt x="577" y="2081"/>
                    <a:pt x="452" y="2006"/>
                  </a:cubicBezTo>
                  <a:cubicBezTo>
                    <a:pt x="402" y="1981"/>
                    <a:pt x="333" y="1968"/>
                    <a:pt x="264" y="1968"/>
                  </a:cubicBezTo>
                  <a:cubicBezTo>
                    <a:pt x="195" y="1968"/>
                    <a:pt x="126" y="1981"/>
                    <a:pt x="76" y="2006"/>
                  </a:cubicBezTo>
                  <a:cubicBezTo>
                    <a:pt x="26" y="2031"/>
                    <a:pt x="1" y="2206"/>
                    <a:pt x="26" y="2306"/>
                  </a:cubicBezTo>
                  <a:cubicBezTo>
                    <a:pt x="26" y="2382"/>
                    <a:pt x="101" y="2457"/>
                    <a:pt x="151" y="2507"/>
                  </a:cubicBezTo>
                  <a:cubicBezTo>
                    <a:pt x="803" y="3359"/>
                    <a:pt x="1580" y="4086"/>
                    <a:pt x="2557" y="4587"/>
                  </a:cubicBezTo>
                  <a:cubicBezTo>
                    <a:pt x="3109" y="4888"/>
                    <a:pt x="3710" y="5038"/>
                    <a:pt x="4462" y="5038"/>
                  </a:cubicBezTo>
                  <a:cubicBezTo>
                    <a:pt x="5489" y="5038"/>
                    <a:pt x="6392" y="4512"/>
                    <a:pt x="7068" y="3635"/>
                  </a:cubicBezTo>
                  <a:cubicBezTo>
                    <a:pt x="7770" y="2707"/>
                    <a:pt x="8121" y="1655"/>
                    <a:pt x="8297" y="527"/>
                  </a:cubicBezTo>
                  <a:cubicBezTo>
                    <a:pt x="8297" y="477"/>
                    <a:pt x="8297" y="452"/>
                    <a:pt x="8297" y="402"/>
                  </a:cubicBezTo>
                  <a:cubicBezTo>
                    <a:pt x="8297" y="226"/>
                    <a:pt x="8297" y="1"/>
                    <a:pt x="80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42"/>
            <p:cNvSpPr/>
            <p:nvPr/>
          </p:nvSpPr>
          <p:spPr>
            <a:xfrm>
              <a:off x="1985100" y="4207825"/>
              <a:ext cx="33225" cy="45375"/>
            </a:xfrm>
            <a:custGeom>
              <a:avLst/>
              <a:gdLst/>
              <a:ahLst/>
              <a:cxnLst/>
              <a:rect l="l" t="t" r="r" b="b"/>
              <a:pathLst>
                <a:path w="1329" h="1815" extrusionOk="0">
                  <a:moveTo>
                    <a:pt x="681" y="0"/>
                  </a:moveTo>
                  <a:cubicBezTo>
                    <a:pt x="459" y="0"/>
                    <a:pt x="235" y="148"/>
                    <a:pt x="126" y="411"/>
                  </a:cubicBezTo>
                  <a:cubicBezTo>
                    <a:pt x="51" y="561"/>
                    <a:pt x="26" y="712"/>
                    <a:pt x="1" y="862"/>
                  </a:cubicBezTo>
                  <a:cubicBezTo>
                    <a:pt x="1" y="1338"/>
                    <a:pt x="352" y="1814"/>
                    <a:pt x="702" y="1814"/>
                  </a:cubicBezTo>
                  <a:cubicBezTo>
                    <a:pt x="1003" y="1814"/>
                    <a:pt x="1329" y="1363"/>
                    <a:pt x="1329" y="837"/>
                  </a:cubicBezTo>
                  <a:cubicBezTo>
                    <a:pt x="1329" y="787"/>
                    <a:pt x="1329" y="661"/>
                    <a:pt x="1279" y="536"/>
                  </a:cubicBezTo>
                  <a:cubicBezTo>
                    <a:pt x="1204" y="286"/>
                    <a:pt x="1078" y="60"/>
                    <a:pt x="778" y="10"/>
                  </a:cubicBezTo>
                  <a:cubicBezTo>
                    <a:pt x="746" y="3"/>
                    <a:pt x="713" y="0"/>
                    <a:pt x="6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42"/>
            <p:cNvSpPr/>
            <p:nvPr/>
          </p:nvSpPr>
          <p:spPr>
            <a:xfrm>
              <a:off x="2232600" y="4164800"/>
              <a:ext cx="33225" cy="37650"/>
            </a:xfrm>
            <a:custGeom>
              <a:avLst/>
              <a:gdLst/>
              <a:ahLst/>
              <a:cxnLst/>
              <a:rect l="l" t="t" r="r" b="b"/>
              <a:pathLst>
                <a:path w="1329" h="1506" extrusionOk="0">
                  <a:moveTo>
                    <a:pt x="637" y="0"/>
                  </a:moveTo>
                  <a:cubicBezTo>
                    <a:pt x="280" y="0"/>
                    <a:pt x="0" y="319"/>
                    <a:pt x="0" y="778"/>
                  </a:cubicBezTo>
                  <a:cubicBezTo>
                    <a:pt x="0" y="1230"/>
                    <a:pt x="226" y="1505"/>
                    <a:pt x="602" y="1505"/>
                  </a:cubicBezTo>
                  <a:cubicBezTo>
                    <a:pt x="978" y="1505"/>
                    <a:pt x="1304" y="1154"/>
                    <a:pt x="1304" y="753"/>
                  </a:cubicBezTo>
                  <a:cubicBezTo>
                    <a:pt x="1329" y="377"/>
                    <a:pt x="1003" y="27"/>
                    <a:pt x="677" y="2"/>
                  </a:cubicBezTo>
                  <a:cubicBezTo>
                    <a:pt x="664" y="1"/>
                    <a:pt x="650" y="0"/>
                    <a:pt x="6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19"/>
        <p:cNvGrpSpPr/>
        <p:nvPr/>
      </p:nvGrpSpPr>
      <p:grpSpPr>
        <a:xfrm>
          <a:off x="0" y="0"/>
          <a:ext cx="0" cy="0"/>
          <a:chOff x="0" y="0"/>
          <a:chExt cx="0" cy="0"/>
        </a:xfrm>
      </p:grpSpPr>
      <p:sp>
        <p:nvSpPr>
          <p:cNvPr id="2020" name="Google Shape;2020;p43"/>
          <p:cNvSpPr/>
          <p:nvPr/>
        </p:nvSpPr>
        <p:spPr>
          <a:xfrm>
            <a:off x="1090824" y="1658266"/>
            <a:ext cx="812400" cy="733800"/>
          </a:xfrm>
          <a:prstGeom prst="rect">
            <a:avLst/>
          </a:pr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43"/>
          <p:cNvSpPr/>
          <p:nvPr/>
        </p:nvSpPr>
        <p:spPr>
          <a:xfrm>
            <a:off x="1090824" y="2654416"/>
            <a:ext cx="812400" cy="733800"/>
          </a:xfrm>
          <a:prstGeom prst="rect">
            <a:avLst/>
          </a:pr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43"/>
          <p:cNvSpPr/>
          <p:nvPr/>
        </p:nvSpPr>
        <p:spPr>
          <a:xfrm>
            <a:off x="1090824" y="3650566"/>
            <a:ext cx="812400" cy="733800"/>
          </a:xfrm>
          <a:prstGeom prst="rect">
            <a:avLst/>
          </a:pr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43"/>
          <p:cNvSpPr txBox="1">
            <a:spLocks noGrp="1"/>
          </p:cNvSpPr>
          <p:nvPr>
            <p:ph type="subTitle" idx="2"/>
          </p:nvPr>
        </p:nvSpPr>
        <p:spPr>
          <a:xfrm>
            <a:off x="2255994" y="1685789"/>
            <a:ext cx="5797200" cy="387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Mercury</a:t>
            </a:r>
            <a:endParaRPr/>
          </a:p>
        </p:txBody>
      </p:sp>
      <p:sp>
        <p:nvSpPr>
          <p:cNvPr id="2024" name="Google Shape;2024;p43"/>
          <p:cNvSpPr txBox="1">
            <a:spLocks noGrp="1"/>
          </p:cNvSpPr>
          <p:nvPr>
            <p:ph type="subTitle" idx="1"/>
          </p:nvPr>
        </p:nvSpPr>
        <p:spPr>
          <a:xfrm>
            <a:off x="2255994" y="2023433"/>
            <a:ext cx="5797200" cy="34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of them all</a:t>
            </a:r>
            <a:endParaRPr/>
          </a:p>
        </p:txBody>
      </p:sp>
      <p:sp>
        <p:nvSpPr>
          <p:cNvPr id="2025" name="Google Shape;2025;p43"/>
          <p:cNvSpPr txBox="1">
            <a:spLocks noGrp="1"/>
          </p:cNvSpPr>
          <p:nvPr>
            <p:ph type="ctrTitle"/>
          </p:nvPr>
        </p:nvSpPr>
        <p:spPr>
          <a:xfrm>
            <a:off x="713250" y="446075"/>
            <a:ext cx="7717500" cy="537000"/>
          </a:xfrm>
          <a:prstGeom prst="rect">
            <a:avLst/>
          </a:prstGeom>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a:t> What is this topic about?</a:t>
            </a:r>
            <a:endParaRPr/>
          </a:p>
        </p:txBody>
      </p:sp>
      <p:sp>
        <p:nvSpPr>
          <p:cNvPr id="2026" name="Google Shape;2026;p43"/>
          <p:cNvSpPr txBox="1">
            <a:spLocks noGrp="1"/>
          </p:cNvSpPr>
          <p:nvPr>
            <p:ph type="subTitle" idx="3"/>
          </p:nvPr>
        </p:nvSpPr>
        <p:spPr>
          <a:xfrm>
            <a:off x="2255994" y="3019583"/>
            <a:ext cx="5797200" cy="3411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a:t>Venus has a beautiful name and is the second planet from the Sun</a:t>
            </a:r>
            <a:endParaRPr/>
          </a:p>
        </p:txBody>
      </p:sp>
      <p:sp>
        <p:nvSpPr>
          <p:cNvPr id="2027" name="Google Shape;2027;p43"/>
          <p:cNvSpPr txBox="1">
            <a:spLocks noGrp="1"/>
          </p:cNvSpPr>
          <p:nvPr>
            <p:ph type="subTitle" idx="4"/>
          </p:nvPr>
        </p:nvSpPr>
        <p:spPr>
          <a:xfrm>
            <a:off x="2255994" y="2681935"/>
            <a:ext cx="5797200" cy="387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Venus</a:t>
            </a:r>
            <a:endParaRPr/>
          </a:p>
        </p:txBody>
      </p:sp>
      <p:sp>
        <p:nvSpPr>
          <p:cNvPr id="2028" name="Google Shape;2028;p43"/>
          <p:cNvSpPr txBox="1">
            <a:spLocks noGrp="1"/>
          </p:cNvSpPr>
          <p:nvPr>
            <p:ph type="subTitle" idx="5"/>
          </p:nvPr>
        </p:nvSpPr>
        <p:spPr>
          <a:xfrm>
            <a:off x="2255994" y="4015733"/>
            <a:ext cx="5797200" cy="3411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a:t>Despite being red, Mars is actually a very cold place</a:t>
            </a:r>
            <a:endParaRPr/>
          </a:p>
        </p:txBody>
      </p:sp>
      <p:sp>
        <p:nvSpPr>
          <p:cNvPr id="2029" name="Google Shape;2029;p43"/>
          <p:cNvSpPr txBox="1">
            <a:spLocks noGrp="1"/>
          </p:cNvSpPr>
          <p:nvPr>
            <p:ph type="subTitle" idx="6"/>
          </p:nvPr>
        </p:nvSpPr>
        <p:spPr>
          <a:xfrm>
            <a:off x="2255994" y="3678081"/>
            <a:ext cx="5797200" cy="387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Mars</a:t>
            </a:r>
            <a:endParaRPr/>
          </a:p>
        </p:txBody>
      </p:sp>
      <p:grpSp>
        <p:nvGrpSpPr>
          <p:cNvPr id="2030" name="Google Shape;2030;p43"/>
          <p:cNvGrpSpPr/>
          <p:nvPr/>
        </p:nvGrpSpPr>
        <p:grpSpPr>
          <a:xfrm>
            <a:off x="8167932" y="1449335"/>
            <a:ext cx="531539" cy="3091388"/>
            <a:chOff x="8167932" y="1504647"/>
            <a:chExt cx="531539" cy="3091388"/>
          </a:xfrm>
        </p:grpSpPr>
        <p:grpSp>
          <p:nvGrpSpPr>
            <p:cNvPr id="2031" name="Google Shape;2031;p43"/>
            <p:cNvGrpSpPr/>
            <p:nvPr/>
          </p:nvGrpSpPr>
          <p:grpSpPr>
            <a:xfrm flipH="1">
              <a:off x="8167932" y="1504647"/>
              <a:ext cx="531539" cy="155710"/>
              <a:chOff x="1780525" y="2859350"/>
              <a:chExt cx="387250" cy="113450"/>
            </a:xfrm>
          </p:grpSpPr>
          <p:sp>
            <p:nvSpPr>
              <p:cNvPr id="2032" name="Google Shape;2032;p43"/>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43"/>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43"/>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35" name="Google Shape;2035;p43"/>
            <p:cNvGrpSpPr/>
            <p:nvPr/>
          </p:nvGrpSpPr>
          <p:grpSpPr>
            <a:xfrm flipH="1">
              <a:off x="8167932" y="1798215"/>
              <a:ext cx="531539" cy="155710"/>
              <a:chOff x="1780525" y="2859350"/>
              <a:chExt cx="387250" cy="113450"/>
            </a:xfrm>
          </p:grpSpPr>
          <p:sp>
            <p:nvSpPr>
              <p:cNvPr id="2036" name="Google Shape;2036;p43"/>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43"/>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43"/>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39" name="Google Shape;2039;p43"/>
            <p:cNvGrpSpPr/>
            <p:nvPr/>
          </p:nvGrpSpPr>
          <p:grpSpPr>
            <a:xfrm flipH="1">
              <a:off x="8167932" y="2091783"/>
              <a:ext cx="531539" cy="155710"/>
              <a:chOff x="1780525" y="2859350"/>
              <a:chExt cx="387250" cy="113450"/>
            </a:xfrm>
          </p:grpSpPr>
          <p:sp>
            <p:nvSpPr>
              <p:cNvPr id="2040" name="Google Shape;2040;p43"/>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43"/>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43"/>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43" name="Google Shape;2043;p43"/>
            <p:cNvGrpSpPr/>
            <p:nvPr/>
          </p:nvGrpSpPr>
          <p:grpSpPr>
            <a:xfrm flipH="1">
              <a:off x="8167932" y="2385351"/>
              <a:ext cx="531539" cy="155710"/>
              <a:chOff x="1780525" y="2859350"/>
              <a:chExt cx="387250" cy="113450"/>
            </a:xfrm>
          </p:grpSpPr>
          <p:sp>
            <p:nvSpPr>
              <p:cNvPr id="2044" name="Google Shape;2044;p43"/>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43"/>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43"/>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47" name="Google Shape;2047;p43"/>
            <p:cNvGrpSpPr/>
            <p:nvPr/>
          </p:nvGrpSpPr>
          <p:grpSpPr>
            <a:xfrm flipH="1">
              <a:off x="8167932" y="2678918"/>
              <a:ext cx="531539" cy="155710"/>
              <a:chOff x="1780525" y="2859350"/>
              <a:chExt cx="387250" cy="113450"/>
            </a:xfrm>
          </p:grpSpPr>
          <p:sp>
            <p:nvSpPr>
              <p:cNvPr id="2048" name="Google Shape;2048;p43"/>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43"/>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43"/>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51" name="Google Shape;2051;p43"/>
            <p:cNvGrpSpPr/>
            <p:nvPr/>
          </p:nvGrpSpPr>
          <p:grpSpPr>
            <a:xfrm flipH="1">
              <a:off x="8167932" y="2972486"/>
              <a:ext cx="531539" cy="155710"/>
              <a:chOff x="1780525" y="2859350"/>
              <a:chExt cx="387250" cy="113450"/>
            </a:xfrm>
          </p:grpSpPr>
          <p:sp>
            <p:nvSpPr>
              <p:cNvPr id="2052" name="Google Shape;2052;p43"/>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43"/>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43"/>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55" name="Google Shape;2055;p43"/>
            <p:cNvGrpSpPr/>
            <p:nvPr/>
          </p:nvGrpSpPr>
          <p:grpSpPr>
            <a:xfrm flipH="1">
              <a:off x="8167932" y="3266054"/>
              <a:ext cx="531539" cy="155710"/>
              <a:chOff x="1780525" y="2859350"/>
              <a:chExt cx="387250" cy="113450"/>
            </a:xfrm>
          </p:grpSpPr>
          <p:sp>
            <p:nvSpPr>
              <p:cNvPr id="2056" name="Google Shape;2056;p43"/>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43"/>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43"/>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59" name="Google Shape;2059;p43"/>
            <p:cNvGrpSpPr/>
            <p:nvPr/>
          </p:nvGrpSpPr>
          <p:grpSpPr>
            <a:xfrm flipH="1">
              <a:off x="8167932" y="3559622"/>
              <a:ext cx="531539" cy="155710"/>
              <a:chOff x="1780525" y="2859350"/>
              <a:chExt cx="387250" cy="113450"/>
            </a:xfrm>
          </p:grpSpPr>
          <p:sp>
            <p:nvSpPr>
              <p:cNvPr id="2060" name="Google Shape;2060;p43"/>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43"/>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43"/>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63" name="Google Shape;2063;p43"/>
            <p:cNvGrpSpPr/>
            <p:nvPr/>
          </p:nvGrpSpPr>
          <p:grpSpPr>
            <a:xfrm flipH="1">
              <a:off x="8167932" y="3853189"/>
              <a:ext cx="531539" cy="155710"/>
              <a:chOff x="1780525" y="2859350"/>
              <a:chExt cx="387250" cy="113450"/>
            </a:xfrm>
          </p:grpSpPr>
          <p:sp>
            <p:nvSpPr>
              <p:cNvPr id="2064" name="Google Shape;2064;p43"/>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43"/>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43"/>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67" name="Google Shape;2067;p43"/>
            <p:cNvGrpSpPr/>
            <p:nvPr/>
          </p:nvGrpSpPr>
          <p:grpSpPr>
            <a:xfrm flipH="1">
              <a:off x="8167932" y="4146757"/>
              <a:ext cx="531539" cy="155710"/>
              <a:chOff x="1780525" y="2859350"/>
              <a:chExt cx="387250" cy="113450"/>
            </a:xfrm>
          </p:grpSpPr>
          <p:sp>
            <p:nvSpPr>
              <p:cNvPr id="2068" name="Google Shape;2068;p43"/>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43"/>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43"/>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71" name="Google Shape;2071;p43"/>
            <p:cNvGrpSpPr/>
            <p:nvPr/>
          </p:nvGrpSpPr>
          <p:grpSpPr>
            <a:xfrm flipH="1">
              <a:off x="8167932" y="4440325"/>
              <a:ext cx="531539" cy="155710"/>
              <a:chOff x="1780525" y="2859350"/>
              <a:chExt cx="387250" cy="113450"/>
            </a:xfrm>
          </p:grpSpPr>
          <p:sp>
            <p:nvSpPr>
              <p:cNvPr id="2072" name="Google Shape;2072;p43"/>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43"/>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43"/>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075" name="Google Shape;2075;p43"/>
          <p:cNvSpPr/>
          <p:nvPr/>
        </p:nvSpPr>
        <p:spPr>
          <a:xfrm>
            <a:off x="1264552" y="3786322"/>
            <a:ext cx="464945" cy="462312"/>
          </a:xfrm>
          <a:custGeom>
            <a:avLst/>
            <a:gdLst/>
            <a:ahLst/>
            <a:cxnLst/>
            <a:rect l="l" t="t" r="r" b="b"/>
            <a:pathLst>
              <a:path w="11478" h="11413" extrusionOk="0">
                <a:moveTo>
                  <a:pt x="1401" y="515"/>
                </a:moveTo>
                <a:cubicBezTo>
                  <a:pt x="1616" y="515"/>
                  <a:pt x="1834" y="595"/>
                  <a:pt x="2000" y="756"/>
                </a:cubicBezTo>
                <a:lnTo>
                  <a:pt x="2548" y="1304"/>
                </a:lnTo>
                <a:lnTo>
                  <a:pt x="1358" y="2494"/>
                </a:lnTo>
                <a:lnTo>
                  <a:pt x="810" y="1947"/>
                </a:lnTo>
                <a:cubicBezTo>
                  <a:pt x="476" y="1625"/>
                  <a:pt x="476" y="1078"/>
                  <a:pt x="810" y="756"/>
                </a:cubicBezTo>
                <a:cubicBezTo>
                  <a:pt x="971" y="595"/>
                  <a:pt x="1185" y="515"/>
                  <a:pt x="1401" y="515"/>
                </a:cubicBezTo>
                <a:close/>
                <a:moveTo>
                  <a:pt x="2798" y="1566"/>
                </a:moveTo>
                <a:lnTo>
                  <a:pt x="3251" y="2006"/>
                </a:lnTo>
                <a:lnTo>
                  <a:pt x="2655" y="2602"/>
                </a:lnTo>
                <a:lnTo>
                  <a:pt x="2060" y="3197"/>
                </a:lnTo>
                <a:lnTo>
                  <a:pt x="1608" y="2756"/>
                </a:lnTo>
                <a:lnTo>
                  <a:pt x="2798" y="1566"/>
                </a:lnTo>
                <a:close/>
                <a:moveTo>
                  <a:pt x="10132" y="9031"/>
                </a:moveTo>
                <a:lnTo>
                  <a:pt x="10811" y="10757"/>
                </a:lnTo>
                <a:lnTo>
                  <a:pt x="9085" y="10091"/>
                </a:lnTo>
                <a:lnTo>
                  <a:pt x="10132" y="9031"/>
                </a:lnTo>
                <a:close/>
                <a:moveTo>
                  <a:pt x="4036" y="5685"/>
                </a:moveTo>
                <a:lnTo>
                  <a:pt x="5763" y="7412"/>
                </a:lnTo>
                <a:lnTo>
                  <a:pt x="5418" y="7757"/>
                </a:lnTo>
                <a:lnTo>
                  <a:pt x="5001" y="7340"/>
                </a:lnTo>
                <a:cubicBezTo>
                  <a:pt x="4965" y="7299"/>
                  <a:pt x="4920" y="7278"/>
                  <a:pt x="4876" y="7278"/>
                </a:cubicBezTo>
                <a:cubicBezTo>
                  <a:pt x="4831" y="7278"/>
                  <a:pt x="4787" y="7299"/>
                  <a:pt x="4751" y="7340"/>
                </a:cubicBezTo>
                <a:cubicBezTo>
                  <a:pt x="4679" y="7412"/>
                  <a:pt x="4679" y="7519"/>
                  <a:pt x="4751" y="7590"/>
                </a:cubicBezTo>
                <a:lnTo>
                  <a:pt x="5168" y="8007"/>
                </a:lnTo>
                <a:lnTo>
                  <a:pt x="4763" y="8412"/>
                </a:lnTo>
                <a:lnTo>
                  <a:pt x="3822" y="7471"/>
                </a:lnTo>
                <a:cubicBezTo>
                  <a:pt x="3786" y="7436"/>
                  <a:pt x="3742" y="7418"/>
                  <a:pt x="3697" y="7418"/>
                </a:cubicBezTo>
                <a:cubicBezTo>
                  <a:pt x="3652" y="7418"/>
                  <a:pt x="3608" y="7436"/>
                  <a:pt x="3572" y="7471"/>
                </a:cubicBezTo>
                <a:cubicBezTo>
                  <a:pt x="3501" y="7543"/>
                  <a:pt x="3501" y="7650"/>
                  <a:pt x="3572" y="7721"/>
                </a:cubicBezTo>
                <a:lnTo>
                  <a:pt x="4513" y="8662"/>
                </a:lnTo>
                <a:lnTo>
                  <a:pt x="4108" y="9067"/>
                </a:lnTo>
                <a:lnTo>
                  <a:pt x="3691" y="8638"/>
                </a:lnTo>
                <a:cubicBezTo>
                  <a:pt x="3655" y="8602"/>
                  <a:pt x="3611" y="8584"/>
                  <a:pt x="3566" y="8584"/>
                </a:cubicBezTo>
                <a:cubicBezTo>
                  <a:pt x="3521" y="8584"/>
                  <a:pt x="3477" y="8602"/>
                  <a:pt x="3441" y="8638"/>
                </a:cubicBezTo>
                <a:cubicBezTo>
                  <a:pt x="3358" y="8721"/>
                  <a:pt x="3358" y="8817"/>
                  <a:pt x="3441" y="8900"/>
                </a:cubicBezTo>
                <a:lnTo>
                  <a:pt x="3858" y="9317"/>
                </a:lnTo>
                <a:lnTo>
                  <a:pt x="3453" y="9710"/>
                </a:lnTo>
                <a:lnTo>
                  <a:pt x="3036" y="9293"/>
                </a:lnTo>
                <a:cubicBezTo>
                  <a:pt x="3001" y="9257"/>
                  <a:pt x="2956" y="9239"/>
                  <a:pt x="2911" y="9239"/>
                </a:cubicBezTo>
                <a:cubicBezTo>
                  <a:pt x="2867" y="9239"/>
                  <a:pt x="2822" y="9257"/>
                  <a:pt x="2786" y="9293"/>
                </a:cubicBezTo>
                <a:cubicBezTo>
                  <a:pt x="2703" y="9376"/>
                  <a:pt x="2703" y="9471"/>
                  <a:pt x="2786" y="9555"/>
                </a:cubicBezTo>
                <a:lnTo>
                  <a:pt x="3203" y="9972"/>
                </a:lnTo>
                <a:lnTo>
                  <a:pt x="2798" y="10364"/>
                </a:lnTo>
                <a:lnTo>
                  <a:pt x="1858" y="9436"/>
                </a:lnTo>
                <a:cubicBezTo>
                  <a:pt x="1822" y="9394"/>
                  <a:pt x="1777" y="9373"/>
                  <a:pt x="1733" y="9373"/>
                </a:cubicBezTo>
                <a:cubicBezTo>
                  <a:pt x="1688" y="9373"/>
                  <a:pt x="1643" y="9394"/>
                  <a:pt x="1608" y="9436"/>
                </a:cubicBezTo>
                <a:cubicBezTo>
                  <a:pt x="1536" y="9507"/>
                  <a:pt x="1536" y="9614"/>
                  <a:pt x="1608" y="9686"/>
                </a:cubicBezTo>
                <a:lnTo>
                  <a:pt x="2548" y="10626"/>
                </a:lnTo>
                <a:lnTo>
                  <a:pt x="2191" y="10984"/>
                </a:lnTo>
                <a:cubicBezTo>
                  <a:pt x="2155" y="11007"/>
                  <a:pt x="2096" y="11043"/>
                  <a:pt x="2048" y="11043"/>
                </a:cubicBezTo>
                <a:cubicBezTo>
                  <a:pt x="2012" y="11043"/>
                  <a:pt x="1953" y="11019"/>
                  <a:pt x="1917" y="10984"/>
                </a:cubicBezTo>
                <a:lnTo>
                  <a:pt x="465" y="9519"/>
                </a:lnTo>
                <a:cubicBezTo>
                  <a:pt x="381" y="9448"/>
                  <a:pt x="381" y="9329"/>
                  <a:pt x="465" y="9257"/>
                </a:cubicBezTo>
                <a:lnTo>
                  <a:pt x="4036" y="5685"/>
                </a:lnTo>
                <a:close/>
                <a:moveTo>
                  <a:pt x="9428" y="0"/>
                </a:moveTo>
                <a:cubicBezTo>
                  <a:pt x="9290" y="0"/>
                  <a:pt x="9150" y="54"/>
                  <a:pt x="9037" y="161"/>
                </a:cubicBezTo>
                <a:lnTo>
                  <a:pt x="6299" y="2899"/>
                </a:lnTo>
                <a:cubicBezTo>
                  <a:pt x="6227" y="2971"/>
                  <a:pt x="6227" y="3078"/>
                  <a:pt x="6299" y="3149"/>
                </a:cubicBezTo>
                <a:cubicBezTo>
                  <a:pt x="6334" y="3185"/>
                  <a:pt x="6379" y="3203"/>
                  <a:pt x="6424" y="3203"/>
                </a:cubicBezTo>
                <a:cubicBezTo>
                  <a:pt x="6468" y="3203"/>
                  <a:pt x="6513" y="3185"/>
                  <a:pt x="6549" y="3149"/>
                </a:cubicBezTo>
                <a:lnTo>
                  <a:pt x="9287" y="411"/>
                </a:lnTo>
                <a:cubicBezTo>
                  <a:pt x="9323" y="387"/>
                  <a:pt x="9382" y="351"/>
                  <a:pt x="9418" y="351"/>
                </a:cubicBezTo>
                <a:cubicBezTo>
                  <a:pt x="9466" y="351"/>
                  <a:pt x="9525" y="363"/>
                  <a:pt x="9561" y="411"/>
                </a:cubicBezTo>
                <a:lnTo>
                  <a:pt x="11013" y="1875"/>
                </a:lnTo>
                <a:cubicBezTo>
                  <a:pt x="11049" y="1899"/>
                  <a:pt x="11073" y="1959"/>
                  <a:pt x="11073" y="2006"/>
                </a:cubicBezTo>
                <a:cubicBezTo>
                  <a:pt x="11073" y="2054"/>
                  <a:pt x="11061" y="2113"/>
                  <a:pt x="11013" y="2137"/>
                </a:cubicBezTo>
                <a:lnTo>
                  <a:pt x="10656" y="2494"/>
                </a:lnTo>
                <a:lnTo>
                  <a:pt x="9716" y="1554"/>
                </a:lnTo>
                <a:cubicBezTo>
                  <a:pt x="9680" y="1518"/>
                  <a:pt x="9635" y="1500"/>
                  <a:pt x="9591" y="1500"/>
                </a:cubicBezTo>
                <a:cubicBezTo>
                  <a:pt x="9546" y="1500"/>
                  <a:pt x="9501" y="1518"/>
                  <a:pt x="9466" y="1554"/>
                </a:cubicBezTo>
                <a:cubicBezTo>
                  <a:pt x="9394" y="1637"/>
                  <a:pt x="9394" y="1732"/>
                  <a:pt x="9466" y="1816"/>
                </a:cubicBezTo>
                <a:lnTo>
                  <a:pt x="10406" y="2744"/>
                </a:lnTo>
                <a:lnTo>
                  <a:pt x="10001" y="3149"/>
                </a:lnTo>
                <a:lnTo>
                  <a:pt x="9585" y="2733"/>
                </a:lnTo>
                <a:cubicBezTo>
                  <a:pt x="9549" y="2697"/>
                  <a:pt x="9504" y="2679"/>
                  <a:pt x="9460" y="2679"/>
                </a:cubicBezTo>
                <a:cubicBezTo>
                  <a:pt x="9415" y="2679"/>
                  <a:pt x="9370" y="2697"/>
                  <a:pt x="9335" y="2733"/>
                </a:cubicBezTo>
                <a:cubicBezTo>
                  <a:pt x="9263" y="2804"/>
                  <a:pt x="9263" y="2911"/>
                  <a:pt x="9335" y="2983"/>
                </a:cubicBezTo>
                <a:lnTo>
                  <a:pt x="9751" y="3399"/>
                </a:lnTo>
                <a:lnTo>
                  <a:pt x="9347" y="3804"/>
                </a:lnTo>
                <a:lnTo>
                  <a:pt x="8930" y="3387"/>
                </a:lnTo>
                <a:cubicBezTo>
                  <a:pt x="8894" y="3352"/>
                  <a:pt x="8850" y="3334"/>
                  <a:pt x="8805" y="3334"/>
                </a:cubicBezTo>
                <a:cubicBezTo>
                  <a:pt x="8760" y="3334"/>
                  <a:pt x="8716" y="3352"/>
                  <a:pt x="8680" y="3387"/>
                </a:cubicBezTo>
                <a:cubicBezTo>
                  <a:pt x="8597" y="3459"/>
                  <a:pt x="8597" y="3566"/>
                  <a:pt x="8680" y="3637"/>
                </a:cubicBezTo>
                <a:lnTo>
                  <a:pt x="9097" y="4054"/>
                </a:lnTo>
                <a:lnTo>
                  <a:pt x="8692" y="4459"/>
                </a:lnTo>
                <a:lnTo>
                  <a:pt x="7751" y="3518"/>
                </a:lnTo>
                <a:cubicBezTo>
                  <a:pt x="7715" y="3483"/>
                  <a:pt x="7671" y="3465"/>
                  <a:pt x="7626" y="3465"/>
                </a:cubicBezTo>
                <a:cubicBezTo>
                  <a:pt x="7581" y="3465"/>
                  <a:pt x="7537" y="3483"/>
                  <a:pt x="7501" y="3518"/>
                </a:cubicBezTo>
                <a:cubicBezTo>
                  <a:pt x="7430" y="3602"/>
                  <a:pt x="7430" y="3697"/>
                  <a:pt x="7501" y="3780"/>
                </a:cubicBezTo>
                <a:lnTo>
                  <a:pt x="8442" y="4709"/>
                </a:lnTo>
                <a:lnTo>
                  <a:pt x="8037" y="5114"/>
                </a:lnTo>
                <a:lnTo>
                  <a:pt x="7620" y="4697"/>
                </a:lnTo>
                <a:cubicBezTo>
                  <a:pt x="7584" y="4661"/>
                  <a:pt x="7540" y="4644"/>
                  <a:pt x="7495" y="4644"/>
                </a:cubicBezTo>
                <a:cubicBezTo>
                  <a:pt x="7451" y="4644"/>
                  <a:pt x="7406" y="4661"/>
                  <a:pt x="7370" y="4697"/>
                </a:cubicBezTo>
                <a:cubicBezTo>
                  <a:pt x="7287" y="4769"/>
                  <a:pt x="7287" y="4876"/>
                  <a:pt x="7370" y="4947"/>
                </a:cubicBezTo>
                <a:lnTo>
                  <a:pt x="7787" y="5364"/>
                </a:lnTo>
                <a:lnTo>
                  <a:pt x="7442" y="5709"/>
                </a:lnTo>
                <a:lnTo>
                  <a:pt x="5715" y="3983"/>
                </a:lnTo>
                <a:lnTo>
                  <a:pt x="6037" y="3661"/>
                </a:lnTo>
                <a:cubicBezTo>
                  <a:pt x="6120" y="3578"/>
                  <a:pt x="6120" y="3483"/>
                  <a:pt x="6037" y="3399"/>
                </a:cubicBezTo>
                <a:cubicBezTo>
                  <a:pt x="6001" y="3364"/>
                  <a:pt x="5956" y="3346"/>
                  <a:pt x="5912" y="3346"/>
                </a:cubicBezTo>
                <a:cubicBezTo>
                  <a:pt x="5867" y="3346"/>
                  <a:pt x="5822" y="3364"/>
                  <a:pt x="5787" y="3399"/>
                </a:cubicBezTo>
                <a:lnTo>
                  <a:pt x="5465" y="3733"/>
                </a:lnTo>
                <a:lnTo>
                  <a:pt x="2239" y="506"/>
                </a:lnTo>
                <a:cubicBezTo>
                  <a:pt x="2012" y="280"/>
                  <a:pt x="1715" y="161"/>
                  <a:pt x="1381" y="161"/>
                </a:cubicBezTo>
                <a:cubicBezTo>
                  <a:pt x="1072" y="161"/>
                  <a:pt x="762" y="280"/>
                  <a:pt x="536" y="506"/>
                </a:cubicBezTo>
                <a:cubicBezTo>
                  <a:pt x="310" y="732"/>
                  <a:pt x="191" y="1030"/>
                  <a:pt x="191" y="1351"/>
                </a:cubicBezTo>
                <a:cubicBezTo>
                  <a:pt x="191" y="1661"/>
                  <a:pt x="310" y="1971"/>
                  <a:pt x="536" y="2197"/>
                </a:cubicBezTo>
                <a:lnTo>
                  <a:pt x="3774" y="5447"/>
                </a:lnTo>
                <a:lnTo>
                  <a:pt x="203" y="9019"/>
                </a:lnTo>
                <a:cubicBezTo>
                  <a:pt x="0" y="9221"/>
                  <a:pt x="0" y="9567"/>
                  <a:pt x="203" y="9793"/>
                </a:cubicBezTo>
                <a:lnTo>
                  <a:pt x="1667" y="11246"/>
                </a:lnTo>
                <a:cubicBezTo>
                  <a:pt x="1774" y="11353"/>
                  <a:pt x="1905" y="11412"/>
                  <a:pt x="2048" y="11412"/>
                </a:cubicBezTo>
                <a:cubicBezTo>
                  <a:pt x="2203" y="11412"/>
                  <a:pt x="2334" y="11353"/>
                  <a:pt x="2441" y="11246"/>
                </a:cubicBezTo>
                <a:lnTo>
                  <a:pt x="6013" y="7674"/>
                </a:lnTo>
                <a:lnTo>
                  <a:pt x="6263" y="7924"/>
                </a:lnTo>
                <a:cubicBezTo>
                  <a:pt x="6299" y="7965"/>
                  <a:pt x="6343" y="7986"/>
                  <a:pt x="6389" y="7986"/>
                </a:cubicBezTo>
                <a:cubicBezTo>
                  <a:pt x="6436" y="7986"/>
                  <a:pt x="6483" y="7965"/>
                  <a:pt x="6525" y="7924"/>
                </a:cubicBezTo>
                <a:cubicBezTo>
                  <a:pt x="6596" y="7852"/>
                  <a:pt x="6596" y="7745"/>
                  <a:pt x="6525" y="7674"/>
                </a:cubicBezTo>
                <a:lnTo>
                  <a:pt x="6168" y="7316"/>
                </a:lnTo>
                <a:cubicBezTo>
                  <a:pt x="6168" y="7305"/>
                  <a:pt x="6144" y="7305"/>
                  <a:pt x="6132" y="7293"/>
                </a:cubicBezTo>
                <a:lnTo>
                  <a:pt x="6096" y="7257"/>
                </a:lnTo>
                <a:lnTo>
                  <a:pt x="2310" y="3471"/>
                </a:lnTo>
                <a:lnTo>
                  <a:pt x="2786" y="2995"/>
                </a:lnTo>
                <a:lnTo>
                  <a:pt x="3084" y="3292"/>
                </a:lnTo>
                <a:cubicBezTo>
                  <a:pt x="3108" y="3316"/>
                  <a:pt x="3155" y="3328"/>
                  <a:pt x="3203" y="3328"/>
                </a:cubicBezTo>
                <a:cubicBezTo>
                  <a:pt x="3239" y="3328"/>
                  <a:pt x="3286" y="3316"/>
                  <a:pt x="3322" y="3292"/>
                </a:cubicBezTo>
                <a:cubicBezTo>
                  <a:pt x="3393" y="3209"/>
                  <a:pt x="3393" y="3114"/>
                  <a:pt x="3322" y="3030"/>
                </a:cubicBezTo>
                <a:lnTo>
                  <a:pt x="3024" y="2733"/>
                </a:lnTo>
                <a:lnTo>
                  <a:pt x="3501" y="2256"/>
                </a:lnTo>
                <a:lnTo>
                  <a:pt x="5358" y="4126"/>
                </a:lnTo>
                <a:lnTo>
                  <a:pt x="7311" y="6066"/>
                </a:lnTo>
                <a:lnTo>
                  <a:pt x="7323" y="6090"/>
                </a:lnTo>
                <a:lnTo>
                  <a:pt x="7334" y="6102"/>
                </a:lnTo>
                <a:lnTo>
                  <a:pt x="9942" y="8710"/>
                </a:lnTo>
                <a:lnTo>
                  <a:pt x="9466" y="9186"/>
                </a:lnTo>
                <a:lnTo>
                  <a:pt x="6846" y="6554"/>
                </a:lnTo>
                <a:lnTo>
                  <a:pt x="5810" y="5519"/>
                </a:lnTo>
                <a:lnTo>
                  <a:pt x="3965" y="3673"/>
                </a:lnTo>
                <a:cubicBezTo>
                  <a:pt x="3923" y="3637"/>
                  <a:pt x="3879" y="3620"/>
                  <a:pt x="3834" y="3620"/>
                </a:cubicBezTo>
                <a:cubicBezTo>
                  <a:pt x="3789" y="3620"/>
                  <a:pt x="3745" y="3637"/>
                  <a:pt x="3703" y="3673"/>
                </a:cubicBezTo>
                <a:cubicBezTo>
                  <a:pt x="3632" y="3745"/>
                  <a:pt x="3632" y="3852"/>
                  <a:pt x="3703" y="3923"/>
                </a:cubicBezTo>
                <a:lnTo>
                  <a:pt x="9239" y="9460"/>
                </a:lnTo>
                <a:lnTo>
                  <a:pt x="8763" y="9936"/>
                </a:lnTo>
                <a:lnTo>
                  <a:pt x="7096" y="8269"/>
                </a:lnTo>
                <a:cubicBezTo>
                  <a:pt x="7061" y="8233"/>
                  <a:pt x="7016" y="8215"/>
                  <a:pt x="6971" y="8215"/>
                </a:cubicBezTo>
                <a:cubicBezTo>
                  <a:pt x="6927" y="8215"/>
                  <a:pt x="6882" y="8233"/>
                  <a:pt x="6846" y="8269"/>
                </a:cubicBezTo>
                <a:cubicBezTo>
                  <a:pt x="6775" y="8340"/>
                  <a:pt x="6775" y="8448"/>
                  <a:pt x="6846" y="8519"/>
                </a:cubicBezTo>
                <a:lnTo>
                  <a:pt x="8632" y="10305"/>
                </a:lnTo>
                <a:cubicBezTo>
                  <a:pt x="8644" y="10329"/>
                  <a:pt x="8680" y="10341"/>
                  <a:pt x="8692" y="10353"/>
                </a:cubicBezTo>
                <a:lnTo>
                  <a:pt x="10799" y="11174"/>
                </a:lnTo>
                <a:cubicBezTo>
                  <a:pt x="10835" y="11186"/>
                  <a:pt x="10883" y="11186"/>
                  <a:pt x="10906" y="11186"/>
                </a:cubicBezTo>
                <a:cubicBezTo>
                  <a:pt x="10990" y="11186"/>
                  <a:pt x="11061" y="11162"/>
                  <a:pt x="11121" y="11103"/>
                </a:cubicBezTo>
                <a:cubicBezTo>
                  <a:pt x="11192" y="11019"/>
                  <a:pt x="11228" y="10900"/>
                  <a:pt x="11180" y="10805"/>
                </a:cubicBezTo>
                <a:lnTo>
                  <a:pt x="10359" y="8686"/>
                </a:lnTo>
                <a:cubicBezTo>
                  <a:pt x="10347" y="8662"/>
                  <a:pt x="10323" y="8638"/>
                  <a:pt x="10311" y="8626"/>
                </a:cubicBezTo>
                <a:lnTo>
                  <a:pt x="7692" y="6007"/>
                </a:lnTo>
                <a:lnTo>
                  <a:pt x="11264" y="2435"/>
                </a:lnTo>
                <a:cubicBezTo>
                  <a:pt x="11478" y="2185"/>
                  <a:pt x="11478" y="1840"/>
                  <a:pt x="11264" y="1625"/>
                </a:cubicBezTo>
                <a:lnTo>
                  <a:pt x="9811" y="161"/>
                </a:lnTo>
                <a:cubicBezTo>
                  <a:pt x="9704" y="54"/>
                  <a:pt x="9567" y="0"/>
                  <a:pt x="9428"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76" name="Google Shape;2076;p43"/>
          <p:cNvGrpSpPr/>
          <p:nvPr/>
        </p:nvGrpSpPr>
        <p:grpSpPr>
          <a:xfrm>
            <a:off x="1271183" y="1805112"/>
            <a:ext cx="451682" cy="451218"/>
            <a:chOff x="2497275" y="2744159"/>
            <a:chExt cx="370930" cy="370549"/>
          </a:xfrm>
        </p:grpSpPr>
        <p:sp>
          <p:nvSpPr>
            <p:cNvPr id="2077" name="Google Shape;2077;p43"/>
            <p:cNvSpPr/>
            <p:nvPr/>
          </p:nvSpPr>
          <p:spPr>
            <a:xfrm>
              <a:off x="2497275" y="2744159"/>
              <a:ext cx="284366" cy="284747"/>
            </a:xfrm>
            <a:custGeom>
              <a:avLst/>
              <a:gdLst/>
              <a:ahLst/>
              <a:cxnLst/>
              <a:rect l="l" t="t" r="r" b="b"/>
              <a:pathLst>
                <a:path w="8955" h="8967" extrusionOk="0">
                  <a:moveTo>
                    <a:pt x="4204" y="1"/>
                  </a:moveTo>
                  <a:cubicBezTo>
                    <a:pt x="3942" y="1"/>
                    <a:pt x="3704" y="203"/>
                    <a:pt x="3644" y="465"/>
                  </a:cubicBezTo>
                  <a:lnTo>
                    <a:pt x="3466" y="1334"/>
                  </a:lnTo>
                  <a:cubicBezTo>
                    <a:pt x="3287" y="1394"/>
                    <a:pt x="3108" y="1465"/>
                    <a:pt x="2942" y="1537"/>
                  </a:cubicBezTo>
                  <a:lnTo>
                    <a:pt x="2215" y="1048"/>
                  </a:lnTo>
                  <a:cubicBezTo>
                    <a:pt x="2120" y="983"/>
                    <a:pt x="2009" y="952"/>
                    <a:pt x="1899" y="952"/>
                  </a:cubicBezTo>
                  <a:cubicBezTo>
                    <a:pt x="1749" y="952"/>
                    <a:pt x="1599" y="1010"/>
                    <a:pt x="1489" y="1120"/>
                  </a:cubicBezTo>
                  <a:lnTo>
                    <a:pt x="1108" y="1489"/>
                  </a:lnTo>
                  <a:cubicBezTo>
                    <a:pt x="918" y="1691"/>
                    <a:pt x="894" y="1989"/>
                    <a:pt x="1037" y="2227"/>
                  </a:cubicBezTo>
                  <a:lnTo>
                    <a:pt x="1525" y="2953"/>
                  </a:lnTo>
                  <a:cubicBezTo>
                    <a:pt x="1441" y="3120"/>
                    <a:pt x="1370" y="3287"/>
                    <a:pt x="1322" y="3465"/>
                  </a:cubicBezTo>
                  <a:lnTo>
                    <a:pt x="453" y="3644"/>
                  </a:lnTo>
                  <a:cubicBezTo>
                    <a:pt x="191" y="3703"/>
                    <a:pt x="1" y="3930"/>
                    <a:pt x="1" y="4215"/>
                  </a:cubicBezTo>
                  <a:lnTo>
                    <a:pt x="1" y="4751"/>
                  </a:lnTo>
                  <a:cubicBezTo>
                    <a:pt x="1" y="5025"/>
                    <a:pt x="191" y="5251"/>
                    <a:pt x="453" y="5323"/>
                  </a:cubicBezTo>
                  <a:lnTo>
                    <a:pt x="1322" y="5501"/>
                  </a:lnTo>
                  <a:cubicBezTo>
                    <a:pt x="1382" y="5668"/>
                    <a:pt x="1453" y="5847"/>
                    <a:pt x="1525" y="6013"/>
                  </a:cubicBezTo>
                  <a:lnTo>
                    <a:pt x="1037" y="6740"/>
                  </a:lnTo>
                  <a:cubicBezTo>
                    <a:pt x="894" y="6966"/>
                    <a:pt x="918" y="7287"/>
                    <a:pt x="1108" y="7478"/>
                  </a:cubicBezTo>
                  <a:lnTo>
                    <a:pt x="1489" y="7847"/>
                  </a:lnTo>
                  <a:cubicBezTo>
                    <a:pt x="1599" y="7957"/>
                    <a:pt x="1745" y="8015"/>
                    <a:pt x="1894" y="8015"/>
                  </a:cubicBezTo>
                  <a:cubicBezTo>
                    <a:pt x="2003" y="8015"/>
                    <a:pt x="2115" y="7984"/>
                    <a:pt x="2215" y="7918"/>
                  </a:cubicBezTo>
                  <a:lnTo>
                    <a:pt x="2942" y="7430"/>
                  </a:lnTo>
                  <a:cubicBezTo>
                    <a:pt x="3108" y="7513"/>
                    <a:pt x="3287" y="7597"/>
                    <a:pt x="3466" y="7633"/>
                  </a:cubicBezTo>
                  <a:lnTo>
                    <a:pt x="3644" y="8502"/>
                  </a:lnTo>
                  <a:cubicBezTo>
                    <a:pt x="3704" y="8764"/>
                    <a:pt x="3930" y="8966"/>
                    <a:pt x="4204" y="8966"/>
                  </a:cubicBezTo>
                  <a:lnTo>
                    <a:pt x="4740" y="8966"/>
                  </a:lnTo>
                  <a:cubicBezTo>
                    <a:pt x="5013" y="8966"/>
                    <a:pt x="5251" y="8764"/>
                    <a:pt x="5311" y="8502"/>
                  </a:cubicBezTo>
                  <a:lnTo>
                    <a:pt x="5490" y="7633"/>
                  </a:lnTo>
                  <a:cubicBezTo>
                    <a:pt x="5621" y="7597"/>
                    <a:pt x="5775" y="7537"/>
                    <a:pt x="5906" y="7478"/>
                  </a:cubicBezTo>
                  <a:cubicBezTo>
                    <a:pt x="6002" y="7442"/>
                    <a:pt x="6037" y="7323"/>
                    <a:pt x="6002" y="7240"/>
                  </a:cubicBezTo>
                  <a:cubicBezTo>
                    <a:pt x="5966" y="7169"/>
                    <a:pt x="5898" y="7131"/>
                    <a:pt x="5831" y="7131"/>
                  </a:cubicBezTo>
                  <a:cubicBezTo>
                    <a:pt x="5808" y="7131"/>
                    <a:pt x="5785" y="7135"/>
                    <a:pt x="5763" y="7144"/>
                  </a:cubicBezTo>
                  <a:cubicBezTo>
                    <a:pt x="5609" y="7228"/>
                    <a:pt x="5466" y="7287"/>
                    <a:pt x="5299" y="7323"/>
                  </a:cubicBezTo>
                  <a:cubicBezTo>
                    <a:pt x="5240" y="7347"/>
                    <a:pt x="5180" y="7406"/>
                    <a:pt x="5168" y="7454"/>
                  </a:cubicBezTo>
                  <a:lnTo>
                    <a:pt x="4966" y="8430"/>
                  </a:lnTo>
                  <a:cubicBezTo>
                    <a:pt x="4954" y="8514"/>
                    <a:pt x="4870" y="8597"/>
                    <a:pt x="4763" y="8597"/>
                  </a:cubicBezTo>
                  <a:lnTo>
                    <a:pt x="4228" y="8597"/>
                  </a:lnTo>
                  <a:cubicBezTo>
                    <a:pt x="4120" y="8597"/>
                    <a:pt x="4049" y="8514"/>
                    <a:pt x="4013" y="8430"/>
                  </a:cubicBezTo>
                  <a:lnTo>
                    <a:pt x="3823" y="7454"/>
                  </a:lnTo>
                  <a:cubicBezTo>
                    <a:pt x="3811" y="7383"/>
                    <a:pt x="3763" y="7335"/>
                    <a:pt x="3692" y="7323"/>
                  </a:cubicBezTo>
                  <a:cubicBezTo>
                    <a:pt x="3466" y="7263"/>
                    <a:pt x="3239" y="7180"/>
                    <a:pt x="3049" y="7061"/>
                  </a:cubicBezTo>
                  <a:cubicBezTo>
                    <a:pt x="3019" y="7043"/>
                    <a:pt x="2986" y="7034"/>
                    <a:pt x="2954" y="7034"/>
                  </a:cubicBezTo>
                  <a:cubicBezTo>
                    <a:pt x="2921" y="7034"/>
                    <a:pt x="2888" y="7043"/>
                    <a:pt x="2858" y="7061"/>
                  </a:cubicBezTo>
                  <a:lnTo>
                    <a:pt x="2037" y="7609"/>
                  </a:lnTo>
                  <a:cubicBezTo>
                    <a:pt x="2006" y="7634"/>
                    <a:pt x="1966" y="7647"/>
                    <a:pt x="1926" y="7647"/>
                  </a:cubicBezTo>
                  <a:cubicBezTo>
                    <a:pt x="1874" y="7647"/>
                    <a:pt x="1821" y="7625"/>
                    <a:pt x="1787" y="7585"/>
                  </a:cubicBezTo>
                  <a:lnTo>
                    <a:pt x="1418" y="7204"/>
                  </a:lnTo>
                  <a:cubicBezTo>
                    <a:pt x="1334" y="7132"/>
                    <a:pt x="1334" y="7025"/>
                    <a:pt x="1382" y="6954"/>
                  </a:cubicBezTo>
                  <a:lnTo>
                    <a:pt x="1930" y="6132"/>
                  </a:lnTo>
                  <a:cubicBezTo>
                    <a:pt x="1977" y="6073"/>
                    <a:pt x="1977" y="6001"/>
                    <a:pt x="1930" y="5942"/>
                  </a:cubicBezTo>
                  <a:cubicBezTo>
                    <a:pt x="1811" y="5739"/>
                    <a:pt x="1727" y="5525"/>
                    <a:pt x="1668" y="5299"/>
                  </a:cubicBezTo>
                  <a:cubicBezTo>
                    <a:pt x="1656" y="5239"/>
                    <a:pt x="1596" y="5180"/>
                    <a:pt x="1537" y="5168"/>
                  </a:cubicBezTo>
                  <a:lnTo>
                    <a:pt x="560" y="4977"/>
                  </a:lnTo>
                  <a:cubicBezTo>
                    <a:pt x="477" y="4954"/>
                    <a:pt x="406" y="4870"/>
                    <a:pt x="406" y="4763"/>
                  </a:cubicBezTo>
                  <a:lnTo>
                    <a:pt x="406" y="4227"/>
                  </a:lnTo>
                  <a:cubicBezTo>
                    <a:pt x="406" y="4132"/>
                    <a:pt x="477" y="4049"/>
                    <a:pt x="560" y="4025"/>
                  </a:cubicBezTo>
                  <a:lnTo>
                    <a:pt x="1537" y="3834"/>
                  </a:lnTo>
                  <a:cubicBezTo>
                    <a:pt x="1608" y="3811"/>
                    <a:pt x="1656" y="3775"/>
                    <a:pt x="1668" y="3692"/>
                  </a:cubicBezTo>
                  <a:cubicBezTo>
                    <a:pt x="1727" y="3477"/>
                    <a:pt x="1811" y="3251"/>
                    <a:pt x="1930" y="3061"/>
                  </a:cubicBezTo>
                  <a:cubicBezTo>
                    <a:pt x="1965" y="3001"/>
                    <a:pt x="1965" y="2918"/>
                    <a:pt x="1930" y="2858"/>
                  </a:cubicBezTo>
                  <a:lnTo>
                    <a:pt x="1382" y="2049"/>
                  </a:lnTo>
                  <a:cubicBezTo>
                    <a:pt x="1322" y="1965"/>
                    <a:pt x="1334" y="1846"/>
                    <a:pt x="1418" y="1787"/>
                  </a:cubicBezTo>
                  <a:lnTo>
                    <a:pt x="1787" y="1417"/>
                  </a:lnTo>
                  <a:cubicBezTo>
                    <a:pt x="1826" y="1378"/>
                    <a:pt x="1876" y="1360"/>
                    <a:pt x="1925" y="1360"/>
                  </a:cubicBezTo>
                  <a:cubicBezTo>
                    <a:pt x="1965" y="1360"/>
                    <a:pt x="2005" y="1372"/>
                    <a:pt x="2037" y="1394"/>
                  </a:cubicBezTo>
                  <a:lnTo>
                    <a:pt x="2858" y="1941"/>
                  </a:lnTo>
                  <a:cubicBezTo>
                    <a:pt x="2888" y="1965"/>
                    <a:pt x="2921" y="1977"/>
                    <a:pt x="2954" y="1977"/>
                  </a:cubicBezTo>
                  <a:cubicBezTo>
                    <a:pt x="2986" y="1977"/>
                    <a:pt x="3019" y="1965"/>
                    <a:pt x="3049" y="1941"/>
                  </a:cubicBezTo>
                  <a:cubicBezTo>
                    <a:pt x="3263" y="1822"/>
                    <a:pt x="3466" y="1727"/>
                    <a:pt x="3692" y="1668"/>
                  </a:cubicBezTo>
                  <a:cubicBezTo>
                    <a:pt x="3751" y="1656"/>
                    <a:pt x="3811" y="1596"/>
                    <a:pt x="3823" y="1537"/>
                  </a:cubicBezTo>
                  <a:lnTo>
                    <a:pt x="4013" y="572"/>
                  </a:lnTo>
                  <a:cubicBezTo>
                    <a:pt x="4037" y="477"/>
                    <a:pt x="4120" y="405"/>
                    <a:pt x="4228" y="405"/>
                  </a:cubicBezTo>
                  <a:lnTo>
                    <a:pt x="4763" y="405"/>
                  </a:lnTo>
                  <a:cubicBezTo>
                    <a:pt x="4870" y="405"/>
                    <a:pt x="4942" y="477"/>
                    <a:pt x="4966" y="572"/>
                  </a:cubicBezTo>
                  <a:lnTo>
                    <a:pt x="5168" y="1537"/>
                  </a:lnTo>
                  <a:cubicBezTo>
                    <a:pt x="5180" y="1608"/>
                    <a:pt x="5216" y="1656"/>
                    <a:pt x="5299" y="1668"/>
                  </a:cubicBezTo>
                  <a:cubicBezTo>
                    <a:pt x="5513" y="1727"/>
                    <a:pt x="5740" y="1822"/>
                    <a:pt x="5930" y="1941"/>
                  </a:cubicBezTo>
                  <a:cubicBezTo>
                    <a:pt x="5960" y="1953"/>
                    <a:pt x="5996" y="1959"/>
                    <a:pt x="6031" y="1959"/>
                  </a:cubicBezTo>
                  <a:cubicBezTo>
                    <a:pt x="6067" y="1959"/>
                    <a:pt x="6103" y="1953"/>
                    <a:pt x="6133" y="1941"/>
                  </a:cubicBezTo>
                  <a:lnTo>
                    <a:pt x="6942" y="1394"/>
                  </a:lnTo>
                  <a:cubicBezTo>
                    <a:pt x="6978" y="1368"/>
                    <a:pt x="7021" y="1356"/>
                    <a:pt x="7063" y="1356"/>
                  </a:cubicBezTo>
                  <a:cubicBezTo>
                    <a:pt x="7117" y="1356"/>
                    <a:pt x="7170" y="1377"/>
                    <a:pt x="7204" y="1417"/>
                  </a:cubicBezTo>
                  <a:lnTo>
                    <a:pt x="7573" y="1787"/>
                  </a:lnTo>
                  <a:cubicBezTo>
                    <a:pt x="7645" y="1870"/>
                    <a:pt x="7645" y="1965"/>
                    <a:pt x="7597" y="2049"/>
                  </a:cubicBezTo>
                  <a:lnTo>
                    <a:pt x="7049" y="2858"/>
                  </a:lnTo>
                  <a:cubicBezTo>
                    <a:pt x="7002" y="2918"/>
                    <a:pt x="7002" y="2989"/>
                    <a:pt x="7049" y="3061"/>
                  </a:cubicBezTo>
                  <a:cubicBezTo>
                    <a:pt x="7168" y="3263"/>
                    <a:pt x="7264" y="3477"/>
                    <a:pt x="7323" y="3692"/>
                  </a:cubicBezTo>
                  <a:cubicBezTo>
                    <a:pt x="7335" y="3751"/>
                    <a:pt x="7395" y="3811"/>
                    <a:pt x="7454" y="3834"/>
                  </a:cubicBezTo>
                  <a:lnTo>
                    <a:pt x="8419" y="4025"/>
                  </a:lnTo>
                  <a:cubicBezTo>
                    <a:pt x="8514" y="4037"/>
                    <a:pt x="8585" y="4132"/>
                    <a:pt x="8585" y="4227"/>
                  </a:cubicBezTo>
                  <a:lnTo>
                    <a:pt x="8585" y="4763"/>
                  </a:lnTo>
                  <a:cubicBezTo>
                    <a:pt x="8585" y="4870"/>
                    <a:pt x="8514" y="4942"/>
                    <a:pt x="8419" y="4977"/>
                  </a:cubicBezTo>
                  <a:lnTo>
                    <a:pt x="7454" y="5168"/>
                  </a:lnTo>
                  <a:cubicBezTo>
                    <a:pt x="7383" y="5180"/>
                    <a:pt x="7335" y="5227"/>
                    <a:pt x="7323" y="5299"/>
                  </a:cubicBezTo>
                  <a:cubicBezTo>
                    <a:pt x="7276" y="5466"/>
                    <a:pt x="7216" y="5632"/>
                    <a:pt x="7145" y="5775"/>
                  </a:cubicBezTo>
                  <a:cubicBezTo>
                    <a:pt x="7097" y="5870"/>
                    <a:pt x="7145" y="5966"/>
                    <a:pt x="7228" y="6013"/>
                  </a:cubicBezTo>
                  <a:cubicBezTo>
                    <a:pt x="7254" y="6026"/>
                    <a:pt x="7280" y="6032"/>
                    <a:pt x="7305" y="6032"/>
                  </a:cubicBezTo>
                  <a:cubicBezTo>
                    <a:pt x="7372" y="6032"/>
                    <a:pt x="7431" y="5991"/>
                    <a:pt x="7466" y="5930"/>
                  </a:cubicBezTo>
                  <a:cubicBezTo>
                    <a:pt x="7526" y="5799"/>
                    <a:pt x="7585" y="5644"/>
                    <a:pt x="7633" y="5501"/>
                  </a:cubicBezTo>
                  <a:lnTo>
                    <a:pt x="8490" y="5323"/>
                  </a:lnTo>
                  <a:cubicBezTo>
                    <a:pt x="8764" y="5263"/>
                    <a:pt x="8954" y="5037"/>
                    <a:pt x="8954" y="4751"/>
                  </a:cubicBezTo>
                  <a:lnTo>
                    <a:pt x="8954" y="4215"/>
                  </a:lnTo>
                  <a:cubicBezTo>
                    <a:pt x="8954" y="3942"/>
                    <a:pt x="8764" y="3715"/>
                    <a:pt x="8490" y="3644"/>
                  </a:cubicBezTo>
                  <a:lnTo>
                    <a:pt x="7633" y="3465"/>
                  </a:lnTo>
                  <a:cubicBezTo>
                    <a:pt x="7573" y="3287"/>
                    <a:pt x="7502" y="3120"/>
                    <a:pt x="7418" y="2953"/>
                  </a:cubicBezTo>
                  <a:lnTo>
                    <a:pt x="7918" y="2227"/>
                  </a:lnTo>
                  <a:cubicBezTo>
                    <a:pt x="8061" y="2001"/>
                    <a:pt x="8038" y="1679"/>
                    <a:pt x="7835" y="1489"/>
                  </a:cubicBezTo>
                  <a:lnTo>
                    <a:pt x="7466" y="1120"/>
                  </a:lnTo>
                  <a:cubicBezTo>
                    <a:pt x="7356" y="1010"/>
                    <a:pt x="7211" y="952"/>
                    <a:pt x="7061" y="952"/>
                  </a:cubicBezTo>
                  <a:cubicBezTo>
                    <a:pt x="6952" y="952"/>
                    <a:pt x="6840" y="983"/>
                    <a:pt x="6740" y="1048"/>
                  </a:cubicBezTo>
                  <a:lnTo>
                    <a:pt x="6013" y="1537"/>
                  </a:lnTo>
                  <a:cubicBezTo>
                    <a:pt x="5847" y="1453"/>
                    <a:pt x="5668" y="1370"/>
                    <a:pt x="5490" y="1334"/>
                  </a:cubicBezTo>
                  <a:lnTo>
                    <a:pt x="5311" y="465"/>
                  </a:lnTo>
                  <a:cubicBezTo>
                    <a:pt x="5251" y="203"/>
                    <a:pt x="5025" y="1"/>
                    <a:pt x="4740"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43"/>
            <p:cNvSpPr/>
            <p:nvPr/>
          </p:nvSpPr>
          <p:spPr>
            <a:xfrm>
              <a:off x="2592191" y="2821673"/>
              <a:ext cx="113461" cy="98345"/>
            </a:xfrm>
            <a:custGeom>
              <a:avLst/>
              <a:gdLst/>
              <a:ahLst/>
              <a:cxnLst/>
              <a:rect l="l" t="t" r="r" b="b"/>
              <a:pathLst>
                <a:path w="3573" h="3097" extrusionOk="0">
                  <a:moveTo>
                    <a:pt x="1524" y="0"/>
                  </a:moveTo>
                  <a:cubicBezTo>
                    <a:pt x="989" y="0"/>
                    <a:pt x="465" y="215"/>
                    <a:pt x="72" y="584"/>
                  </a:cubicBezTo>
                  <a:cubicBezTo>
                    <a:pt x="0" y="655"/>
                    <a:pt x="0" y="774"/>
                    <a:pt x="72" y="834"/>
                  </a:cubicBezTo>
                  <a:cubicBezTo>
                    <a:pt x="113" y="876"/>
                    <a:pt x="164" y="896"/>
                    <a:pt x="212" y="896"/>
                  </a:cubicBezTo>
                  <a:cubicBezTo>
                    <a:pt x="259" y="896"/>
                    <a:pt x="304" y="876"/>
                    <a:pt x="334" y="834"/>
                  </a:cubicBezTo>
                  <a:cubicBezTo>
                    <a:pt x="643" y="524"/>
                    <a:pt x="1072" y="358"/>
                    <a:pt x="1500" y="358"/>
                  </a:cubicBezTo>
                  <a:cubicBezTo>
                    <a:pt x="2441" y="358"/>
                    <a:pt x="3203" y="1120"/>
                    <a:pt x="3203" y="2060"/>
                  </a:cubicBezTo>
                  <a:cubicBezTo>
                    <a:pt x="3203" y="2322"/>
                    <a:pt x="3144" y="2596"/>
                    <a:pt x="3024" y="2834"/>
                  </a:cubicBezTo>
                  <a:cubicBezTo>
                    <a:pt x="2965" y="2941"/>
                    <a:pt x="3013" y="3037"/>
                    <a:pt x="3096" y="3084"/>
                  </a:cubicBezTo>
                  <a:cubicBezTo>
                    <a:pt x="3132" y="3096"/>
                    <a:pt x="3155" y="3096"/>
                    <a:pt x="3191" y="3096"/>
                  </a:cubicBezTo>
                  <a:cubicBezTo>
                    <a:pt x="3251" y="3096"/>
                    <a:pt x="3322" y="3072"/>
                    <a:pt x="3346" y="3001"/>
                  </a:cubicBezTo>
                  <a:cubicBezTo>
                    <a:pt x="3501" y="2715"/>
                    <a:pt x="3572" y="2382"/>
                    <a:pt x="3572" y="2060"/>
                  </a:cubicBezTo>
                  <a:cubicBezTo>
                    <a:pt x="3572" y="929"/>
                    <a:pt x="2655" y="0"/>
                    <a:pt x="152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43"/>
            <p:cNvSpPr/>
            <p:nvPr/>
          </p:nvSpPr>
          <p:spPr>
            <a:xfrm>
              <a:off x="2574408" y="2862129"/>
              <a:ext cx="106665" cy="90756"/>
            </a:xfrm>
            <a:custGeom>
              <a:avLst/>
              <a:gdLst/>
              <a:ahLst/>
              <a:cxnLst/>
              <a:rect l="l" t="t" r="r" b="b"/>
              <a:pathLst>
                <a:path w="3359" h="2858" extrusionOk="0">
                  <a:moveTo>
                    <a:pt x="294" y="1"/>
                  </a:moveTo>
                  <a:cubicBezTo>
                    <a:pt x="218" y="1"/>
                    <a:pt x="145" y="48"/>
                    <a:pt x="108" y="131"/>
                  </a:cubicBezTo>
                  <a:cubicBezTo>
                    <a:pt x="36" y="334"/>
                    <a:pt x="1" y="572"/>
                    <a:pt x="1" y="798"/>
                  </a:cubicBezTo>
                  <a:cubicBezTo>
                    <a:pt x="1" y="1929"/>
                    <a:pt x="917" y="2858"/>
                    <a:pt x="2049" y="2858"/>
                  </a:cubicBezTo>
                  <a:cubicBezTo>
                    <a:pt x="2477" y="2858"/>
                    <a:pt x="2894" y="2715"/>
                    <a:pt x="3251" y="2465"/>
                  </a:cubicBezTo>
                  <a:cubicBezTo>
                    <a:pt x="3346" y="2405"/>
                    <a:pt x="3358" y="2286"/>
                    <a:pt x="3299" y="2215"/>
                  </a:cubicBezTo>
                  <a:cubicBezTo>
                    <a:pt x="3263" y="2158"/>
                    <a:pt x="3206" y="2131"/>
                    <a:pt x="3151" y="2131"/>
                  </a:cubicBezTo>
                  <a:cubicBezTo>
                    <a:pt x="3114" y="2131"/>
                    <a:pt x="3077" y="2143"/>
                    <a:pt x="3049" y="2167"/>
                  </a:cubicBezTo>
                  <a:cubicBezTo>
                    <a:pt x="2763" y="2382"/>
                    <a:pt x="2406" y="2501"/>
                    <a:pt x="2049" y="2501"/>
                  </a:cubicBezTo>
                  <a:cubicBezTo>
                    <a:pt x="1108" y="2501"/>
                    <a:pt x="346" y="1739"/>
                    <a:pt x="346" y="798"/>
                  </a:cubicBezTo>
                  <a:cubicBezTo>
                    <a:pt x="346" y="608"/>
                    <a:pt x="382" y="429"/>
                    <a:pt x="441" y="250"/>
                  </a:cubicBezTo>
                  <a:cubicBezTo>
                    <a:pt x="501" y="143"/>
                    <a:pt x="441" y="36"/>
                    <a:pt x="358" y="12"/>
                  </a:cubicBezTo>
                  <a:cubicBezTo>
                    <a:pt x="337" y="4"/>
                    <a:pt x="315" y="1"/>
                    <a:pt x="294"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43"/>
            <p:cNvSpPr/>
            <p:nvPr/>
          </p:nvSpPr>
          <p:spPr>
            <a:xfrm>
              <a:off x="2676881" y="2923385"/>
              <a:ext cx="191324" cy="191324"/>
            </a:xfrm>
            <a:custGeom>
              <a:avLst/>
              <a:gdLst/>
              <a:ahLst/>
              <a:cxnLst/>
              <a:rect l="l" t="t" r="r" b="b"/>
              <a:pathLst>
                <a:path w="6025" h="6025" extrusionOk="0">
                  <a:moveTo>
                    <a:pt x="2810" y="0"/>
                  </a:moveTo>
                  <a:cubicBezTo>
                    <a:pt x="2608" y="0"/>
                    <a:pt x="2429" y="155"/>
                    <a:pt x="2382" y="357"/>
                  </a:cubicBezTo>
                  <a:lnTo>
                    <a:pt x="2274" y="893"/>
                  </a:lnTo>
                  <a:cubicBezTo>
                    <a:pt x="2191" y="929"/>
                    <a:pt x="2084" y="965"/>
                    <a:pt x="1989" y="1012"/>
                  </a:cubicBezTo>
                  <a:lnTo>
                    <a:pt x="1548" y="715"/>
                  </a:lnTo>
                  <a:cubicBezTo>
                    <a:pt x="1475" y="666"/>
                    <a:pt x="1393" y="643"/>
                    <a:pt x="1313" y="643"/>
                  </a:cubicBezTo>
                  <a:cubicBezTo>
                    <a:pt x="1198" y="643"/>
                    <a:pt x="1085" y="690"/>
                    <a:pt x="1000" y="774"/>
                  </a:cubicBezTo>
                  <a:lnTo>
                    <a:pt x="738" y="1024"/>
                  </a:lnTo>
                  <a:cubicBezTo>
                    <a:pt x="596" y="1179"/>
                    <a:pt x="572" y="1417"/>
                    <a:pt x="679" y="1584"/>
                  </a:cubicBezTo>
                  <a:lnTo>
                    <a:pt x="977" y="2024"/>
                  </a:lnTo>
                  <a:cubicBezTo>
                    <a:pt x="917" y="2143"/>
                    <a:pt x="858" y="2274"/>
                    <a:pt x="834" y="2417"/>
                  </a:cubicBezTo>
                  <a:cubicBezTo>
                    <a:pt x="798" y="2512"/>
                    <a:pt x="858" y="2608"/>
                    <a:pt x="965" y="2631"/>
                  </a:cubicBezTo>
                  <a:cubicBezTo>
                    <a:pt x="986" y="2639"/>
                    <a:pt x="1006" y="2642"/>
                    <a:pt x="1025" y="2642"/>
                  </a:cubicBezTo>
                  <a:cubicBezTo>
                    <a:pt x="1103" y="2642"/>
                    <a:pt x="1162" y="2587"/>
                    <a:pt x="1191" y="2501"/>
                  </a:cubicBezTo>
                  <a:cubicBezTo>
                    <a:pt x="1227" y="2358"/>
                    <a:pt x="1298" y="2215"/>
                    <a:pt x="1346" y="2096"/>
                  </a:cubicBezTo>
                  <a:cubicBezTo>
                    <a:pt x="1381" y="2036"/>
                    <a:pt x="1381" y="1965"/>
                    <a:pt x="1346" y="1905"/>
                  </a:cubicBezTo>
                  <a:lnTo>
                    <a:pt x="1000" y="1369"/>
                  </a:lnTo>
                  <a:cubicBezTo>
                    <a:pt x="977" y="1346"/>
                    <a:pt x="977" y="1310"/>
                    <a:pt x="1012" y="1286"/>
                  </a:cubicBezTo>
                  <a:lnTo>
                    <a:pt x="1262" y="1024"/>
                  </a:lnTo>
                  <a:cubicBezTo>
                    <a:pt x="1283" y="1010"/>
                    <a:pt x="1300" y="1004"/>
                    <a:pt x="1318" y="1004"/>
                  </a:cubicBezTo>
                  <a:cubicBezTo>
                    <a:pt x="1330" y="1004"/>
                    <a:pt x="1343" y="1007"/>
                    <a:pt x="1358" y="1012"/>
                  </a:cubicBezTo>
                  <a:lnTo>
                    <a:pt x="1893" y="1369"/>
                  </a:lnTo>
                  <a:cubicBezTo>
                    <a:pt x="1923" y="1393"/>
                    <a:pt x="1956" y="1405"/>
                    <a:pt x="1989" y="1405"/>
                  </a:cubicBezTo>
                  <a:cubicBezTo>
                    <a:pt x="2021" y="1405"/>
                    <a:pt x="2054" y="1393"/>
                    <a:pt x="2084" y="1369"/>
                  </a:cubicBezTo>
                  <a:cubicBezTo>
                    <a:pt x="2215" y="1298"/>
                    <a:pt x="2346" y="1238"/>
                    <a:pt x="2489" y="1203"/>
                  </a:cubicBezTo>
                  <a:cubicBezTo>
                    <a:pt x="2548" y="1191"/>
                    <a:pt x="2608" y="1131"/>
                    <a:pt x="2620" y="1072"/>
                  </a:cubicBezTo>
                  <a:lnTo>
                    <a:pt x="2751" y="429"/>
                  </a:lnTo>
                  <a:cubicBezTo>
                    <a:pt x="2751" y="405"/>
                    <a:pt x="2786" y="369"/>
                    <a:pt x="2822" y="369"/>
                  </a:cubicBezTo>
                  <a:lnTo>
                    <a:pt x="3167" y="369"/>
                  </a:lnTo>
                  <a:cubicBezTo>
                    <a:pt x="3203" y="369"/>
                    <a:pt x="3227" y="405"/>
                    <a:pt x="3239" y="429"/>
                  </a:cubicBezTo>
                  <a:lnTo>
                    <a:pt x="3382" y="1072"/>
                  </a:lnTo>
                  <a:cubicBezTo>
                    <a:pt x="3394" y="1143"/>
                    <a:pt x="3429" y="1191"/>
                    <a:pt x="3513" y="1203"/>
                  </a:cubicBezTo>
                  <a:cubicBezTo>
                    <a:pt x="3656" y="1250"/>
                    <a:pt x="3786" y="1310"/>
                    <a:pt x="3917" y="1369"/>
                  </a:cubicBezTo>
                  <a:cubicBezTo>
                    <a:pt x="3947" y="1387"/>
                    <a:pt x="3980" y="1396"/>
                    <a:pt x="4013" y="1396"/>
                  </a:cubicBezTo>
                  <a:cubicBezTo>
                    <a:pt x="4045" y="1396"/>
                    <a:pt x="4078" y="1387"/>
                    <a:pt x="4108" y="1369"/>
                  </a:cubicBezTo>
                  <a:lnTo>
                    <a:pt x="4644" y="1012"/>
                  </a:lnTo>
                  <a:cubicBezTo>
                    <a:pt x="4654" y="1007"/>
                    <a:pt x="4665" y="1004"/>
                    <a:pt x="4678" y="1004"/>
                  </a:cubicBezTo>
                  <a:cubicBezTo>
                    <a:pt x="4695" y="1004"/>
                    <a:pt x="4713" y="1010"/>
                    <a:pt x="4727" y="1024"/>
                  </a:cubicBezTo>
                  <a:lnTo>
                    <a:pt x="4989" y="1286"/>
                  </a:lnTo>
                  <a:cubicBezTo>
                    <a:pt x="5013" y="1310"/>
                    <a:pt x="5013" y="1346"/>
                    <a:pt x="5001" y="1369"/>
                  </a:cubicBezTo>
                  <a:lnTo>
                    <a:pt x="4644" y="1905"/>
                  </a:lnTo>
                  <a:cubicBezTo>
                    <a:pt x="4596" y="1965"/>
                    <a:pt x="4596" y="2036"/>
                    <a:pt x="4644" y="2096"/>
                  </a:cubicBezTo>
                  <a:cubicBezTo>
                    <a:pt x="4715" y="2239"/>
                    <a:pt x="4775" y="2370"/>
                    <a:pt x="4810" y="2501"/>
                  </a:cubicBezTo>
                  <a:cubicBezTo>
                    <a:pt x="4822" y="2560"/>
                    <a:pt x="4882" y="2620"/>
                    <a:pt x="4941" y="2631"/>
                  </a:cubicBezTo>
                  <a:lnTo>
                    <a:pt x="5584" y="2774"/>
                  </a:lnTo>
                  <a:cubicBezTo>
                    <a:pt x="5608" y="2774"/>
                    <a:pt x="5644" y="2798"/>
                    <a:pt x="5644" y="2846"/>
                  </a:cubicBezTo>
                  <a:lnTo>
                    <a:pt x="5644" y="3191"/>
                  </a:lnTo>
                  <a:cubicBezTo>
                    <a:pt x="5644" y="3215"/>
                    <a:pt x="5608" y="3251"/>
                    <a:pt x="5584" y="3263"/>
                  </a:cubicBezTo>
                  <a:lnTo>
                    <a:pt x="4941" y="3393"/>
                  </a:lnTo>
                  <a:cubicBezTo>
                    <a:pt x="4870" y="3405"/>
                    <a:pt x="4822" y="3453"/>
                    <a:pt x="4810" y="3524"/>
                  </a:cubicBezTo>
                  <a:cubicBezTo>
                    <a:pt x="4763" y="3679"/>
                    <a:pt x="4703" y="3810"/>
                    <a:pt x="4644" y="3929"/>
                  </a:cubicBezTo>
                  <a:cubicBezTo>
                    <a:pt x="4608" y="3989"/>
                    <a:pt x="4608" y="4060"/>
                    <a:pt x="4644" y="4120"/>
                  </a:cubicBezTo>
                  <a:lnTo>
                    <a:pt x="5001" y="4656"/>
                  </a:lnTo>
                  <a:cubicBezTo>
                    <a:pt x="5013" y="4691"/>
                    <a:pt x="5013" y="4715"/>
                    <a:pt x="4989" y="4751"/>
                  </a:cubicBezTo>
                  <a:lnTo>
                    <a:pt x="4727" y="5001"/>
                  </a:lnTo>
                  <a:cubicBezTo>
                    <a:pt x="4714" y="5020"/>
                    <a:pt x="4697" y="5029"/>
                    <a:pt x="4681" y="5029"/>
                  </a:cubicBezTo>
                  <a:cubicBezTo>
                    <a:pt x="4668" y="5029"/>
                    <a:pt x="4654" y="5023"/>
                    <a:pt x="4644" y="5013"/>
                  </a:cubicBezTo>
                  <a:lnTo>
                    <a:pt x="4108" y="4656"/>
                  </a:lnTo>
                  <a:cubicBezTo>
                    <a:pt x="4078" y="4638"/>
                    <a:pt x="4045" y="4629"/>
                    <a:pt x="4013" y="4629"/>
                  </a:cubicBezTo>
                  <a:cubicBezTo>
                    <a:pt x="3980" y="4629"/>
                    <a:pt x="3947" y="4638"/>
                    <a:pt x="3917" y="4656"/>
                  </a:cubicBezTo>
                  <a:cubicBezTo>
                    <a:pt x="3775" y="4739"/>
                    <a:pt x="3644" y="4798"/>
                    <a:pt x="3513" y="4822"/>
                  </a:cubicBezTo>
                  <a:cubicBezTo>
                    <a:pt x="3453" y="4834"/>
                    <a:pt x="3394" y="4894"/>
                    <a:pt x="3382" y="4953"/>
                  </a:cubicBezTo>
                  <a:lnTo>
                    <a:pt x="3239" y="5596"/>
                  </a:lnTo>
                  <a:cubicBezTo>
                    <a:pt x="3239" y="5632"/>
                    <a:pt x="3215" y="5656"/>
                    <a:pt x="3167" y="5656"/>
                  </a:cubicBezTo>
                  <a:lnTo>
                    <a:pt x="2822" y="5656"/>
                  </a:lnTo>
                  <a:cubicBezTo>
                    <a:pt x="2798" y="5656"/>
                    <a:pt x="2763" y="5632"/>
                    <a:pt x="2751" y="5596"/>
                  </a:cubicBezTo>
                  <a:lnTo>
                    <a:pt x="2620" y="4953"/>
                  </a:lnTo>
                  <a:cubicBezTo>
                    <a:pt x="2608" y="4882"/>
                    <a:pt x="2560" y="4834"/>
                    <a:pt x="2489" y="4822"/>
                  </a:cubicBezTo>
                  <a:cubicBezTo>
                    <a:pt x="2334" y="4775"/>
                    <a:pt x="2203" y="4715"/>
                    <a:pt x="2084" y="4656"/>
                  </a:cubicBezTo>
                  <a:cubicBezTo>
                    <a:pt x="2054" y="4644"/>
                    <a:pt x="2021" y="4638"/>
                    <a:pt x="1989" y="4638"/>
                  </a:cubicBezTo>
                  <a:cubicBezTo>
                    <a:pt x="1956" y="4638"/>
                    <a:pt x="1923" y="4644"/>
                    <a:pt x="1893" y="4656"/>
                  </a:cubicBezTo>
                  <a:lnTo>
                    <a:pt x="1358" y="5013"/>
                  </a:lnTo>
                  <a:cubicBezTo>
                    <a:pt x="1342" y="5023"/>
                    <a:pt x="1328" y="5029"/>
                    <a:pt x="1314" y="5029"/>
                  </a:cubicBezTo>
                  <a:cubicBezTo>
                    <a:pt x="1298" y="5029"/>
                    <a:pt x="1282" y="5020"/>
                    <a:pt x="1262" y="5001"/>
                  </a:cubicBezTo>
                  <a:lnTo>
                    <a:pt x="1012" y="4751"/>
                  </a:lnTo>
                  <a:cubicBezTo>
                    <a:pt x="977" y="4715"/>
                    <a:pt x="977" y="4691"/>
                    <a:pt x="1000" y="4656"/>
                  </a:cubicBezTo>
                  <a:lnTo>
                    <a:pt x="1346" y="4120"/>
                  </a:lnTo>
                  <a:cubicBezTo>
                    <a:pt x="1393" y="4060"/>
                    <a:pt x="1393" y="3989"/>
                    <a:pt x="1346" y="3929"/>
                  </a:cubicBezTo>
                  <a:cubicBezTo>
                    <a:pt x="1274" y="3798"/>
                    <a:pt x="1215" y="3667"/>
                    <a:pt x="1191" y="3524"/>
                  </a:cubicBezTo>
                  <a:cubicBezTo>
                    <a:pt x="1167" y="3465"/>
                    <a:pt x="1108" y="3405"/>
                    <a:pt x="1048" y="3393"/>
                  </a:cubicBezTo>
                  <a:lnTo>
                    <a:pt x="417" y="3263"/>
                  </a:lnTo>
                  <a:cubicBezTo>
                    <a:pt x="381" y="3263"/>
                    <a:pt x="357" y="3227"/>
                    <a:pt x="357" y="3191"/>
                  </a:cubicBezTo>
                  <a:lnTo>
                    <a:pt x="357" y="2846"/>
                  </a:lnTo>
                  <a:cubicBezTo>
                    <a:pt x="357" y="2810"/>
                    <a:pt x="381" y="2786"/>
                    <a:pt x="417" y="2774"/>
                  </a:cubicBezTo>
                  <a:lnTo>
                    <a:pt x="453" y="2751"/>
                  </a:lnTo>
                  <a:cubicBezTo>
                    <a:pt x="560" y="2739"/>
                    <a:pt x="619" y="2631"/>
                    <a:pt x="608" y="2548"/>
                  </a:cubicBezTo>
                  <a:cubicBezTo>
                    <a:pt x="597" y="2450"/>
                    <a:pt x="506" y="2392"/>
                    <a:pt x="427" y="2392"/>
                  </a:cubicBezTo>
                  <a:cubicBezTo>
                    <a:pt x="419" y="2392"/>
                    <a:pt x="412" y="2392"/>
                    <a:pt x="405" y="2393"/>
                  </a:cubicBezTo>
                  <a:lnTo>
                    <a:pt x="357" y="2417"/>
                  </a:lnTo>
                  <a:cubicBezTo>
                    <a:pt x="143" y="2453"/>
                    <a:pt x="0" y="2631"/>
                    <a:pt x="0" y="2846"/>
                  </a:cubicBezTo>
                  <a:lnTo>
                    <a:pt x="0" y="3191"/>
                  </a:lnTo>
                  <a:cubicBezTo>
                    <a:pt x="0" y="3393"/>
                    <a:pt x="143" y="3572"/>
                    <a:pt x="357" y="3620"/>
                  </a:cubicBezTo>
                  <a:lnTo>
                    <a:pt x="893" y="3727"/>
                  </a:lnTo>
                  <a:cubicBezTo>
                    <a:pt x="917" y="3810"/>
                    <a:pt x="965" y="3917"/>
                    <a:pt x="1012" y="4001"/>
                  </a:cubicBezTo>
                  <a:lnTo>
                    <a:pt x="715" y="4453"/>
                  </a:lnTo>
                  <a:cubicBezTo>
                    <a:pt x="596" y="4632"/>
                    <a:pt x="619" y="4858"/>
                    <a:pt x="774" y="5001"/>
                  </a:cubicBezTo>
                  <a:lnTo>
                    <a:pt x="1024" y="5251"/>
                  </a:lnTo>
                  <a:cubicBezTo>
                    <a:pt x="1112" y="5339"/>
                    <a:pt x="1227" y="5381"/>
                    <a:pt x="1338" y="5381"/>
                  </a:cubicBezTo>
                  <a:cubicBezTo>
                    <a:pt x="1423" y="5381"/>
                    <a:pt x="1505" y="5357"/>
                    <a:pt x="1572" y="5310"/>
                  </a:cubicBezTo>
                  <a:lnTo>
                    <a:pt x="2024" y="5013"/>
                  </a:lnTo>
                  <a:cubicBezTo>
                    <a:pt x="2108" y="5060"/>
                    <a:pt x="2203" y="5108"/>
                    <a:pt x="2310" y="5132"/>
                  </a:cubicBezTo>
                  <a:lnTo>
                    <a:pt x="2405" y="5668"/>
                  </a:lnTo>
                  <a:cubicBezTo>
                    <a:pt x="2453" y="5882"/>
                    <a:pt x="2632" y="6025"/>
                    <a:pt x="2846" y="6025"/>
                  </a:cubicBezTo>
                  <a:lnTo>
                    <a:pt x="3179" y="6025"/>
                  </a:lnTo>
                  <a:cubicBezTo>
                    <a:pt x="3394" y="6025"/>
                    <a:pt x="3572" y="5882"/>
                    <a:pt x="3620" y="5668"/>
                  </a:cubicBezTo>
                  <a:lnTo>
                    <a:pt x="3715" y="5132"/>
                  </a:lnTo>
                  <a:cubicBezTo>
                    <a:pt x="3810" y="5108"/>
                    <a:pt x="3917" y="5060"/>
                    <a:pt x="4001" y="5013"/>
                  </a:cubicBezTo>
                  <a:lnTo>
                    <a:pt x="4453" y="5310"/>
                  </a:lnTo>
                  <a:cubicBezTo>
                    <a:pt x="4529" y="5361"/>
                    <a:pt x="4611" y="5386"/>
                    <a:pt x="4692" y="5386"/>
                  </a:cubicBezTo>
                  <a:cubicBezTo>
                    <a:pt x="4803" y="5386"/>
                    <a:pt x="4912" y="5340"/>
                    <a:pt x="5001" y="5251"/>
                  </a:cubicBezTo>
                  <a:lnTo>
                    <a:pt x="5251" y="5001"/>
                  </a:lnTo>
                  <a:cubicBezTo>
                    <a:pt x="5406" y="4858"/>
                    <a:pt x="5418" y="4620"/>
                    <a:pt x="5310" y="4453"/>
                  </a:cubicBezTo>
                  <a:lnTo>
                    <a:pt x="5013" y="4001"/>
                  </a:lnTo>
                  <a:cubicBezTo>
                    <a:pt x="5060" y="3917"/>
                    <a:pt x="5108" y="3822"/>
                    <a:pt x="5132" y="3727"/>
                  </a:cubicBezTo>
                  <a:lnTo>
                    <a:pt x="5668" y="3620"/>
                  </a:lnTo>
                  <a:cubicBezTo>
                    <a:pt x="5882" y="3572"/>
                    <a:pt x="6025" y="3393"/>
                    <a:pt x="6025" y="3191"/>
                  </a:cubicBezTo>
                  <a:lnTo>
                    <a:pt x="6025" y="2846"/>
                  </a:lnTo>
                  <a:cubicBezTo>
                    <a:pt x="6001" y="2631"/>
                    <a:pt x="5846" y="2453"/>
                    <a:pt x="5644" y="2417"/>
                  </a:cubicBezTo>
                  <a:lnTo>
                    <a:pt x="5108" y="2310"/>
                  </a:lnTo>
                  <a:cubicBezTo>
                    <a:pt x="5072" y="2215"/>
                    <a:pt x="5025" y="2120"/>
                    <a:pt x="4989" y="2024"/>
                  </a:cubicBezTo>
                  <a:lnTo>
                    <a:pt x="5287" y="1584"/>
                  </a:lnTo>
                  <a:cubicBezTo>
                    <a:pt x="5406" y="1405"/>
                    <a:pt x="5370" y="1179"/>
                    <a:pt x="5227" y="1024"/>
                  </a:cubicBezTo>
                  <a:lnTo>
                    <a:pt x="4965" y="774"/>
                  </a:lnTo>
                  <a:cubicBezTo>
                    <a:pt x="4882" y="691"/>
                    <a:pt x="4766" y="648"/>
                    <a:pt x="4651" y="648"/>
                  </a:cubicBezTo>
                  <a:cubicBezTo>
                    <a:pt x="4569" y="648"/>
                    <a:pt x="4487" y="670"/>
                    <a:pt x="4418" y="715"/>
                  </a:cubicBezTo>
                  <a:lnTo>
                    <a:pt x="3977" y="1012"/>
                  </a:lnTo>
                  <a:cubicBezTo>
                    <a:pt x="3882" y="965"/>
                    <a:pt x="3786" y="929"/>
                    <a:pt x="3691" y="893"/>
                  </a:cubicBezTo>
                  <a:lnTo>
                    <a:pt x="3584" y="357"/>
                  </a:lnTo>
                  <a:cubicBezTo>
                    <a:pt x="3536" y="155"/>
                    <a:pt x="3358" y="0"/>
                    <a:pt x="3155"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43"/>
            <p:cNvSpPr/>
            <p:nvPr/>
          </p:nvSpPr>
          <p:spPr>
            <a:xfrm>
              <a:off x="2738867" y="2986895"/>
              <a:ext cx="65066" cy="65066"/>
            </a:xfrm>
            <a:custGeom>
              <a:avLst/>
              <a:gdLst/>
              <a:ahLst/>
              <a:cxnLst/>
              <a:rect l="l" t="t" r="r" b="b"/>
              <a:pathLst>
                <a:path w="2049" h="2049" extrusionOk="0">
                  <a:moveTo>
                    <a:pt x="1025" y="0"/>
                  </a:moveTo>
                  <a:cubicBezTo>
                    <a:pt x="453" y="0"/>
                    <a:pt x="1" y="453"/>
                    <a:pt x="1" y="1024"/>
                  </a:cubicBezTo>
                  <a:cubicBezTo>
                    <a:pt x="1" y="1584"/>
                    <a:pt x="453" y="2048"/>
                    <a:pt x="1025" y="2048"/>
                  </a:cubicBezTo>
                  <a:cubicBezTo>
                    <a:pt x="1251" y="2048"/>
                    <a:pt x="1465" y="1977"/>
                    <a:pt x="1644" y="1846"/>
                  </a:cubicBezTo>
                  <a:cubicBezTo>
                    <a:pt x="1727" y="1786"/>
                    <a:pt x="1739" y="1667"/>
                    <a:pt x="1680" y="1584"/>
                  </a:cubicBezTo>
                  <a:cubicBezTo>
                    <a:pt x="1646" y="1543"/>
                    <a:pt x="1593" y="1522"/>
                    <a:pt x="1540" y="1522"/>
                  </a:cubicBezTo>
                  <a:cubicBezTo>
                    <a:pt x="1500" y="1522"/>
                    <a:pt x="1461" y="1534"/>
                    <a:pt x="1430" y="1560"/>
                  </a:cubicBezTo>
                  <a:cubicBezTo>
                    <a:pt x="1311" y="1644"/>
                    <a:pt x="1168" y="1691"/>
                    <a:pt x="1025" y="1691"/>
                  </a:cubicBezTo>
                  <a:cubicBezTo>
                    <a:pt x="668" y="1691"/>
                    <a:pt x="370" y="1393"/>
                    <a:pt x="370" y="1036"/>
                  </a:cubicBezTo>
                  <a:cubicBezTo>
                    <a:pt x="382" y="655"/>
                    <a:pt x="680" y="370"/>
                    <a:pt x="1037" y="370"/>
                  </a:cubicBezTo>
                  <a:cubicBezTo>
                    <a:pt x="1394" y="370"/>
                    <a:pt x="1692" y="667"/>
                    <a:pt x="1692" y="1024"/>
                  </a:cubicBezTo>
                  <a:cubicBezTo>
                    <a:pt x="1692" y="1132"/>
                    <a:pt x="1775" y="1203"/>
                    <a:pt x="1870" y="1203"/>
                  </a:cubicBezTo>
                  <a:cubicBezTo>
                    <a:pt x="1965" y="1203"/>
                    <a:pt x="2049" y="1108"/>
                    <a:pt x="2049" y="1024"/>
                  </a:cubicBezTo>
                  <a:cubicBezTo>
                    <a:pt x="2049" y="453"/>
                    <a:pt x="1584" y="0"/>
                    <a:pt x="1025"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43"/>
            <p:cNvSpPr/>
            <p:nvPr/>
          </p:nvSpPr>
          <p:spPr>
            <a:xfrm>
              <a:off x="2604670" y="2851904"/>
              <a:ext cx="70718" cy="71131"/>
            </a:xfrm>
            <a:custGeom>
              <a:avLst/>
              <a:gdLst/>
              <a:ahLst/>
              <a:cxnLst/>
              <a:rect l="l" t="t" r="r" b="b"/>
              <a:pathLst>
                <a:path w="2227" h="2240" extrusionOk="0">
                  <a:moveTo>
                    <a:pt x="1107" y="382"/>
                  </a:moveTo>
                  <a:cubicBezTo>
                    <a:pt x="1512" y="382"/>
                    <a:pt x="1858" y="715"/>
                    <a:pt x="1858" y="1120"/>
                  </a:cubicBezTo>
                  <a:cubicBezTo>
                    <a:pt x="1858" y="1525"/>
                    <a:pt x="1512" y="1870"/>
                    <a:pt x="1107" y="1870"/>
                  </a:cubicBezTo>
                  <a:cubicBezTo>
                    <a:pt x="691" y="1870"/>
                    <a:pt x="369" y="1525"/>
                    <a:pt x="369" y="1120"/>
                  </a:cubicBezTo>
                  <a:cubicBezTo>
                    <a:pt x="369" y="703"/>
                    <a:pt x="703" y="382"/>
                    <a:pt x="1107" y="382"/>
                  </a:cubicBezTo>
                  <a:close/>
                  <a:moveTo>
                    <a:pt x="1107" y="1"/>
                  </a:moveTo>
                  <a:cubicBezTo>
                    <a:pt x="500" y="1"/>
                    <a:pt x="0" y="513"/>
                    <a:pt x="0" y="1120"/>
                  </a:cubicBezTo>
                  <a:cubicBezTo>
                    <a:pt x="0" y="1727"/>
                    <a:pt x="500" y="2239"/>
                    <a:pt x="1107" y="2239"/>
                  </a:cubicBezTo>
                  <a:cubicBezTo>
                    <a:pt x="1727" y="2239"/>
                    <a:pt x="2227" y="1727"/>
                    <a:pt x="2227" y="1120"/>
                  </a:cubicBezTo>
                  <a:cubicBezTo>
                    <a:pt x="2227" y="513"/>
                    <a:pt x="1727" y="1"/>
                    <a:pt x="1107"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3" name="Google Shape;2083;p43"/>
          <p:cNvGrpSpPr/>
          <p:nvPr/>
        </p:nvGrpSpPr>
        <p:grpSpPr>
          <a:xfrm>
            <a:off x="1265422" y="2800245"/>
            <a:ext cx="463205" cy="442169"/>
            <a:chOff x="4126815" y="2760704"/>
            <a:chExt cx="380393" cy="363118"/>
          </a:xfrm>
        </p:grpSpPr>
        <p:sp>
          <p:nvSpPr>
            <p:cNvPr id="2084" name="Google Shape;2084;p43"/>
            <p:cNvSpPr/>
            <p:nvPr/>
          </p:nvSpPr>
          <p:spPr>
            <a:xfrm>
              <a:off x="4219825" y="2822435"/>
              <a:ext cx="103267" cy="29056"/>
            </a:xfrm>
            <a:custGeom>
              <a:avLst/>
              <a:gdLst/>
              <a:ahLst/>
              <a:cxnLst/>
              <a:rect l="l" t="t" r="r" b="b"/>
              <a:pathLst>
                <a:path w="3252" h="915" extrusionOk="0">
                  <a:moveTo>
                    <a:pt x="1620" y="0"/>
                  </a:moveTo>
                  <a:cubicBezTo>
                    <a:pt x="1025" y="0"/>
                    <a:pt x="477" y="215"/>
                    <a:pt x="60" y="631"/>
                  </a:cubicBezTo>
                  <a:cubicBezTo>
                    <a:pt x="1" y="691"/>
                    <a:pt x="1" y="810"/>
                    <a:pt x="60" y="869"/>
                  </a:cubicBezTo>
                  <a:cubicBezTo>
                    <a:pt x="90" y="899"/>
                    <a:pt x="132" y="914"/>
                    <a:pt x="175" y="914"/>
                  </a:cubicBezTo>
                  <a:cubicBezTo>
                    <a:pt x="218" y="914"/>
                    <a:pt x="263" y="899"/>
                    <a:pt x="298" y="869"/>
                  </a:cubicBezTo>
                  <a:cubicBezTo>
                    <a:pt x="656" y="512"/>
                    <a:pt x="1120" y="322"/>
                    <a:pt x="1620" y="322"/>
                  </a:cubicBezTo>
                  <a:cubicBezTo>
                    <a:pt x="2132" y="322"/>
                    <a:pt x="2596" y="512"/>
                    <a:pt x="2953" y="869"/>
                  </a:cubicBezTo>
                  <a:cubicBezTo>
                    <a:pt x="2983" y="899"/>
                    <a:pt x="3028" y="914"/>
                    <a:pt x="3073" y="914"/>
                  </a:cubicBezTo>
                  <a:cubicBezTo>
                    <a:pt x="3117" y="914"/>
                    <a:pt x="3162" y="899"/>
                    <a:pt x="3192" y="869"/>
                  </a:cubicBezTo>
                  <a:cubicBezTo>
                    <a:pt x="3251" y="810"/>
                    <a:pt x="3251" y="691"/>
                    <a:pt x="3192" y="631"/>
                  </a:cubicBezTo>
                  <a:cubicBezTo>
                    <a:pt x="2775" y="215"/>
                    <a:pt x="2215" y="0"/>
                    <a:pt x="1620"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43"/>
            <p:cNvSpPr/>
            <p:nvPr/>
          </p:nvSpPr>
          <p:spPr>
            <a:xfrm>
              <a:off x="4126815" y="2760704"/>
              <a:ext cx="380393" cy="363118"/>
            </a:xfrm>
            <a:custGeom>
              <a:avLst/>
              <a:gdLst/>
              <a:ahLst/>
              <a:cxnLst/>
              <a:rect l="l" t="t" r="r" b="b"/>
              <a:pathLst>
                <a:path w="11979" h="11435" extrusionOk="0">
                  <a:moveTo>
                    <a:pt x="7621" y="6921"/>
                  </a:moveTo>
                  <a:lnTo>
                    <a:pt x="8061" y="7373"/>
                  </a:lnTo>
                  <a:lnTo>
                    <a:pt x="7787" y="7659"/>
                  </a:lnTo>
                  <a:lnTo>
                    <a:pt x="7335" y="7207"/>
                  </a:lnTo>
                  <a:cubicBezTo>
                    <a:pt x="7442" y="7123"/>
                    <a:pt x="7526" y="7016"/>
                    <a:pt x="7621" y="6921"/>
                  </a:cubicBezTo>
                  <a:close/>
                  <a:moveTo>
                    <a:pt x="4552" y="328"/>
                  </a:moveTo>
                  <a:cubicBezTo>
                    <a:pt x="5525" y="328"/>
                    <a:pt x="6496" y="700"/>
                    <a:pt x="7228" y="1444"/>
                  </a:cubicBezTo>
                  <a:cubicBezTo>
                    <a:pt x="8645" y="2861"/>
                    <a:pt x="8704" y="5076"/>
                    <a:pt x="7466" y="6564"/>
                  </a:cubicBezTo>
                  <a:cubicBezTo>
                    <a:pt x="7311" y="6766"/>
                    <a:pt x="7156" y="6909"/>
                    <a:pt x="6978" y="7064"/>
                  </a:cubicBezTo>
                  <a:cubicBezTo>
                    <a:pt x="6279" y="7651"/>
                    <a:pt x="5417" y="7944"/>
                    <a:pt x="4554" y="7944"/>
                  </a:cubicBezTo>
                  <a:cubicBezTo>
                    <a:pt x="3579" y="7944"/>
                    <a:pt x="2603" y="7571"/>
                    <a:pt x="1858" y="6826"/>
                  </a:cubicBezTo>
                  <a:cubicBezTo>
                    <a:pt x="370" y="5338"/>
                    <a:pt x="370" y="2921"/>
                    <a:pt x="1858" y="1444"/>
                  </a:cubicBezTo>
                  <a:cubicBezTo>
                    <a:pt x="2602" y="700"/>
                    <a:pt x="3579" y="328"/>
                    <a:pt x="4552" y="328"/>
                  </a:cubicBezTo>
                  <a:close/>
                  <a:moveTo>
                    <a:pt x="8518" y="7440"/>
                  </a:moveTo>
                  <a:cubicBezTo>
                    <a:pt x="8550" y="7440"/>
                    <a:pt x="8580" y="7453"/>
                    <a:pt x="8597" y="7481"/>
                  </a:cubicBezTo>
                  <a:lnTo>
                    <a:pt x="9061" y="7897"/>
                  </a:lnTo>
                  <a:lnTo>
                    <a:pt x="8276" y="8683"/>
                  </a:lnTo>
                  <a:lnTo>
                    <a:pt x="7883" y="8195"/>
                  </a:lnTo>
                  <a:cubicBezTo>
                    <a:pt x="7847" y="8135"/>
                    <a:pt x="7847" y="8052"/>
                    <a:pt x="7883" y="8016"/>
                  </a:cubicBezTo>
                  <a:lnTo>
                    <a:pt x="8418" y="7481"/>
                  </a:lnTo>
                  <a:cubicBezTo>
                    <a:pt x="8444" y="7456"/>
                    <a:pt x="8482" y="7440"/>
                    <a:pt x="8518" y="7440"/>
                  </a:cubicBezTo>
                  <a:close/>
                  <a:moveTo>
                    <a:pt x="9335" y="8100"/>
                  </a:moveTo>
                  <a:lnTo>
                    <a:pt x="11252" y="9779"/>
                  </a:lnTo>
                  <a:cubicBezTo>
                    <a:pt x="11574" y="10064"/>
                    <a:pt x="11597" y="10576"/>
                    <a:pt x="11276" y="10886"/>
                  </a:cubicBezTo>
                  <a:cubicBezTo>
                    <a:pt x="11128" y="11033"/>
                    <a:pt x="10940" y="11105"/>
                    <a:pt x="10752" y="11105"/>
                  </a:cubicBezTo>
                  <a:cubicBezTo>
                    <a:pt x="10544" y="11105"/>
                    <a:pt x="10336" y="11018"/>
                    <a:pt x="10181" y="10850"/>
                  </a:cubicBezTo>
                  <a:lnTo>
                    <a:pt x="8514" y="8921"/>
                  </a:lnTo>
                  <a:lnTo>
                    <a:pt x="9335" y="8100"/>
                  </a:lnTo>
                  <a:close/>
                  <a:moveTo>
                    <a:pt x="4543" y="1"/>
                  </a:moveTo>
                  <a:cubicBezTo>
                    <a:pt x="3483" y="1"/>
                    <a:pt x="2424" y="402"/>
                    <a:pt x="1620" y="1206"/>
                  </a:cubicBezTo>
                  <a:cubicBezTo>
                    <a:pt x="1" y="2837"/>
                    <a:pt x="1" y="5457"/>
                    <a:pt x="1620" y="7064"/>
                  </a:cubicBezTo>
                  <a:cubicBezTo>
                    <a:pt x="2431" y="7875"/>
                    <a:pt x="3489" y="8272"/>
                    <a:pt x="4543" y="8272"/>
                  </a:cubicBezTo>
                  <a:cubicBezTo>
                    <a:pt x="5440" y="8272"/>
                    <a:pt x="6334" y="7985"/>
                    <a:pt x="7073" y="7421"/>
                  </a:cubicBezTo>
                  <a:lnTo>
                    <a:pt x="7561" y="7909"/>
                  </a:lnTo>
                  <a:cubicBezTo>
                    <a:pt x="7490" y="8076"/>
                    <a:pt x="7502" y="8278"/>
                    <a:pt x="7633" y="8409"/>
                  </a:cubicBezTo>
                  <a:lnTo>
                    <a:pt x="9954" y="11064"/>
                  </a:lnTo>
                  <a:cubicBezTo>
                    <a:pt x="10171" y="11312"/>
                    <a:pt x="10471" y="11434"/>
                    <a:pt x="10771" y="11434"/>
                  </a:cubicBezTo>
                  <a:cubicBezTo>
                    <a:pt x="11049" y="11434"/>
                    <a:pt x="11326" y="11330"/>
                    <a:pt x="11538" y="11124"/>
                  </a:cubicBezTo>
                  <a:cubicBezTo>
                    <a:pt x="11978" y="10671"/>
                    <a:pt x="11955" y="9945"/>
                    <a:pt x="11478" y="9540"/>
                  </a:cubicBezTo>
                  <a:lnTo>
                    <a:pt x="8823" y="7219"/>
                  </a:lnTo>
                  <a:cubicBezTo>
                    <a:pt x="8737" y="7139"/>
                    <a:pt x="8629" y="7104"/>
                    <a:pt x="8522" y="7104"/>
                  </a:cubicBezTo>
                  <a:cubicBezTo>
                    <a:pt x="8453" y="7104"/>
                    <a:pt x="8384" y="7119"/>
                    <a:pt x="8323" y="7147"/>
                  </a:cubicBezTo>
                  <a:lnTo>
                    <a:pt x="7823" y="6659"/>
                  </a:lnTo>
                  <a:cubicBezTo>
                    <a:pt x="9073" y="5052"/>
                    <a:pt x="8978" y="2694"/>
                    <a:pt x="7466" y="1206"/>
                  </a:cubicBezTo>
                  <a:cubicBezTo>
                    <a:pt x="6662" y="402"/>
                    <a:pt x="5603" y="1"/>
                    <a:pt x="4543"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43"/>
            <p:cNvSpPr/>
            <p:nvPr/>
          </p:nvSpPr>
          <p:spPr>
            <a:xfrm>
              <a:off x="4278826" y="2791379"/>
              <a:ext cx="103998" cy="201962"/>
            </a:xfrm>
            <a:custGeom>
              <a:avLst/>
              <a:gdLst/>
              <a:ahLst/>
              <a:cxnLst/>
              <a:rect l="l" t="t" r="r" b="b"/>
              <a:pathLst>
                <a:path w="3275" h="6360" extrusionOk="0">
                  <a:moveTo>
                    <a:pt x="191" y="0"/>
                  </a:moveTo>
                  <a:cubicBezTo>
                    <a:pt x="106" y="0"/>
                    <a:pt x="35" y="59"/>
                    <a:pt x="24" y="157"/>
                  </a:cubicBezTo>
                  <a:cubicBezTo>
                    <a:pt x="0" y="264"/>
                    <a:pt x="60" y="335"/>
                    <a:pt x="167" y="347"/>
                  </a:cubicBezTo>
                  <a:cubicBezTo>
                    <a:pt x="798" y="442"/>
                    <a:pt x="1345" y="716"/>
                    <a:pt x="1786" y="1169"/>
                  </a:cubicBezTo>
                  <a:cubicBezTo>
                    <a:pt x="2905" y="2288"/>
                    <a:pt x="2905" y="4110"/>
                    <a:pt x="1786" y="5229"/>
                  </a:cubicBezTo>
                  <a:cubicBezTo>
                    <a:pt x="1345" y="5645"/>
                    <a:pt x="774" y="5931"/>
                    <a:pt x="167" y="6015"/>
                  </a:cubicBezTo>
                  <a:cubicBezTo>
                    <a:pt x="83" y="6038"/>
                    <a:pt x="24" y="6122"/>
                    <a:pt x="24" y="6217"/>
                  </a:cubicBezTo>
                  <a:cubicBezTo>
                    <a:pt x="36" y="6300"/>
                    <a:pt x="107" y="6360"/>
                    <a:pt x="179" y="6360"/>
                  </a:cubicBezTo>
                  <a:lnTo>
                    <a:pt x="214" y="6360"/>
                  </a:lnTo>
                  <a:cubicBezTo>
                    <a:pt x="917" y="6253"/>
                    <a:pt x="1536" y="5943"/>
                    <a:pt x="2024" y="5455"/>
                  </a:cubicBezTo>
                  <a:cubicBezTo>
                    <a:pt x="3274" y="4205"/>
                    <a:pt x="3274" y="2169"/>
                    <a:pt x="2024" y="919"/>
                  </a:cubicBezTo>
                  <a:cubicBezTo>
                    <a:pt x="1536" y="419"/>
                    <a:pt x="917" y="109"/>
                    <a:pt x="214" y="2"/>
                  </a:cubicBezTo>
                  <a:cubicBezTo>
                    <a:pt x="206" y="1"/>
                    <a:pt x="198" y="0"/>
                    <a:pt x="191"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43"/>
            <p:cNvSpPr/>
            <p:nvPr/>
          </p:nvSpPr>
          <p:spPr>
            <a:xfrm>
              <a:off x="4159332" y="2791379"/>
              <a:ext cx="105903" cy="201962"/>
            </a:xfrm>
            <a:custGeom>
              <a:avLst/>
              <a:gdLst/>
              <a:ahLst/>
              <a:cxnLst/>
              <a:rect l="l" t="t" r="r" b="b"/>
              <a:pathLst>
                <a:path w="3335" h="6360" extrusionOk="0">
                  <a:moveTo>
                    <a:pt x="3162" y="1"/>
                  </a:moveTo>
                  <a:cubicBezTo>
                    <a:pt x="3156" y="1"/>
                    <a:pt x="3150" y="1"/>
                    <a:pt x="3144" y="2"/>
                  </a:cubicBezTo>
                  <a:cubicBezTo>
                    <a:pt x="2430" y="61"/>
                    <a:pt x="1775" y="383"/>
                    <a:pt x="1251" y="895"/>
                  </a:cubicBezTo>
                  <a:cubicBezTo>
                    <a:pt x="1" y="2145"/>
                    <a:pt x="1" y="4193"/>
                    <a:pt x="1251" y="5443"/>
                  </a:cubicBezTo>
                  <a:cubicBezTo>
                    <a:pt x="1775" y="5955"/>
                    <a:pt x="2430" y="6277"/>
                    <a:pt x="3144" y="6360"/>
                  </a:cubicBezTo>
                  <a:lnTo>
                    <a:pt x="3156" y="6360"/>
                  </a:lnTo>
                  <a:cubicBezTo>
                    <a:pt x="3251" y="6360"/>
                    <a:pt x="3311" y="6300"/>
                    <a:pt x="3323" y="6217"/>
                  </a:cubicBezTo>
                  <a:cubicBezTo>
                    <a:pt x="3334" y="6122"/>
                    <a:pt x="3263" y="6038"/>
                    <a:pt x="3168" y="6038"/>
                  </a:cubicBezTo>
                  <a:cubicBezTo>
                    <a:pt x="2537" y="5955"/>
                    <a:pt x="1941" y="5681"/>
                    <a:pt x="1477" y="5217"/>
                  </a:cubicBezTo>
                  <a:cubicBezTo>
                    <a:pt x="358" y="4098"/>
                    <a:pt x="358" y="2264"/>
                    <a:pt x="1477" y="1157"/>
                  </a:cubicBezTo>
                  <a:cubicBezTo>
                    <a:pt x="1941" y="692"/>
                    <a:pt x="2513" y="407"/>
                    <a:pt x="3168" y="335"/>
                  </a:cubicBezTo>
                  <a:cubicBezTo>
                    <a:pt x="3263" y="311"/>
                    <a:pt x="3334" y="240"/>
                    <a:pt x="3323" y="157"/>
                  </a:cubicBezTo>
                  <a:cubicBezTo>
                    <a:pt x="3312" y="68"/>
                    <a:pt x="3239" y="1"/>
                    <a:pt x="3162"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91"/>
        <p:cNvGrpSpPr/>
        <p:nvPr/>
      </p:nvGrpSpPr>
      <p:grpSpPr>
        <a:xfrm>
          <a:off x="0" y="0"/>
          <a:ext cx="0" cy="0"/>
          <a:chOff x="0" y="0"/>
          <a:chExt cx="0" cy="0"/>
        </a:xfrm>
      </p:grpSpPr>
      <p:sp>
        <p:nvSpPr>
          <p:cNvPr id="2092" name="Google Shape;2092;p44"/>
          <p:cNvSpPr/>
          <p:nvPr/>
        </p:nvSpPr>
        <p:spPr>
          <a:xfrm flipH="1">
            <a:off x="998813" y="1797762"/>
            <a:ext cx="812400" cy="733800"/>
          </a:xfrm>
          <a:prstGeom prst="rect">
            <a:avLst/>
          </a:pr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44"/>
          <p:cNvSpPr/>
          <p:nvPr/>
        </p:nvSpPr>
        <p:spPr>
          <a:xfrm>
            <a:off x="3789090" y="1797762"/>
            <a:ext cx="812400" cy="733800"/>
          </a:xfrm>
          <a:prstGeom prst="rect">
            <a:avLst/>
          </a:pr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44"/>
          <p:cNvSpPr/>
          <p:nvPr/>
        </p:nvSpPr>
        <p:spPr>
          <a:xfrm flipH="1">
            <a:off x="998813" y="3299637"/>
            <a:ext cx="812400" cy="733800"/>
          </a:xfrm>
          <a:prstGeom prst="rect">
            <a:avLst/>
          </a:pr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44"/>
          <p:cNvSpPr/>
          <p:nvPr/>
        </p:nvSpPr>
        <p:spPr>
          <a:xfrm>
            <a:off x="3789090" y="3299637"/>
            <a:ext cx="812400" cy="733800"/>
          </a:xfrm>
          <a:prstGeom prst="rect">
            <a:avLst/>
          </a:pr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44"/>
          <p:cNvSpPr txBox="1">
            <a:spLocks noGrp="1"/>
          </p:cNvSpPr>
          <p:nvPr>
            <p:ph type="subTitle" idx="1"/>
          </p:nvPr>
        </p:nvSpPr>
        <p:spPr>
          <a:xfrm flipH="1">
            <a:off x="1887363" y="2058833"/>
            <a:ext cx="1887300" cy="5250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a:t>Mars is actually a extremely cold place</a:t>
            </a:r>
            <a:endParaRPr/>
          </a:p>
        </p:txBody>
      </p:sp>
      <p:sp>
        <p:nvSpPr>
          <p:cNvPr id="2097" name="Google Shape;2097;p44"/>
          <p:cNvSpPr txBox="1">
            <a:spLocks noGrp="1"/>
          </p:cNvSpPr>
          <p:nvPr>
            <p:ph type="ctrTitle"/>
          </p:nvPr>
        </p:nvSpPr>
        <p:spPr>
          <a:xfrm>
            <a:off x="713250" y="446075"/>
            <a:ext cx="7717500" cy="537000"/>
          </a:xfrm>
          <a:prstGeom prst="rect">
            <a:avLst/>
          </a:prstGeom>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a:t>Features of the topic</a:t>
            </a:r>
            <a:endParaRPr/>
          </a:p>
        </p:txBody>
      </p:sp>
      <p:sp>
        <p:nvSpPr>
          <p:cNvPr id="2098" name="Google Shape;2098;p44"/>
          <p:cNvSpPr txBox="1">
            <a:spLocks noGrp="1"/>
          </p:cNvSpPr>
          <p:nvPr>
            <p:ph type="subTitle" idx="2"/>
          </p:nvPr>
        </p:nvSpPr>
        <p:spPr>
          <a:xfrm flipH="1">
            <a:off x="1887366" y="1751975"/>
            <a:ext cx="1887300" cy="418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Mars</a:t>
            </a:r>
            <a:endParaRPr/>
          </a:p>
        </p:txBody>
      </p:sp>
      <p:sp>
        <p:nvSpPr>
          <p:cNvPr id="2099" name="Google Shape;2099;p44"/>
          <p:cNvSpPr txBox="1">
            <a:spLocks noGrp="1"/>
          </p:cNvSpPr>
          <p:nvPr>
            <p:ph type="subTitle" idx="3"/>
          </p:nvPr>
        </p:nvSpPr>
        <p:spPr>
          <a:xfrm flipH="1">
            <a:off x="1887363" y="3560700"/>
            <a:ext cx="1887300" cy="5250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a:t>Jupiter is the biggest planet of them all</a:t>
            </a:r>
            <a:endParaRPr/>
          </a:p>
        </p:txBody>
      </p:sp>
      <p:sp>
        <p:nvSpPr>
          <p:cNvPr id="2100" name="Google Shape;2100;p44"/>
          <p:cNvSpPr txBox="1">
            <a:spLocks noGrp="1"/>
          </p:cNvSpPr>
          <p:nvPr>
            <p:ph type="subTitle" idx="4"/>
          </p:nvPr>
        </p:nvSpPr>
        <p:spPr>
          <a:xfrm flipH="1">
            <a:off x="1887366" y="3253841"/>
            <a:ext cx="1887300" cy="418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Jupiter</a:t>
            </a:r>
            <a:endParaRPr/>
          </a:p>
        </p:txBody>
      </p:sp>
      <p:sp>
        <p:nvSpPr>
          <p:cNvPr id="2101" name="Google Shape;2101;p44"/>
          <p:cNvSpPr txBox="1">
            <a:spLocks noGrp="1"/>
          </p:cNvSpPr>
          <p:nvPr>
            <p:ph type="subTitle" idx="5"/>
          </p:nvPr>
        </p:nvSpPr>
        <p:spPr>
          <a:xfrm>
            <a:off x="4677694" y="2058833"/>
            <a:ext cx="1887300" cy="5250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a:t>Venus has extremely high temperatures</a:t>
            </a:r>
            <a:endParaRPr/>
          </a:p>
        </p:txBody>
      </p:sp>
      <p:sp>
        <p:nvSpPr>
          <p:cNvPr id="2102" name="Google Shape;2102;p44"/>
          <p:cNvSpPr txBox="1">
            <a:spLocks noGrp="1"/>
          </p:cNvSpPr>
          <p:nvPr>
            <p:ph type="subTitle" idx="6"/>
          </p:nvPr>
        </p:nvSpPr>
        <p:spPr>
          <a:xfrm>
            <a:off x="4677691" y="1751975"/>
            <a:ext cx="1887300" cy="418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Venus</a:t>
            </a:r>
            <a:endParaRPr/>
          </a:p>
        </p:txBody>
      </p:sp>
      <p:sp>
        <p:nvSpPr>
          <p:cNvPr id="2103" name="Google Shape;2103;p44"/>
          <p:cNvSpPr txBox="1">
            <a:spLocks noGrp="1"/>
          </p:cNvSpPr>
          <p:nvPr>
            <p:ph type="subTitle" idx="7"/>
          </p:nvPr>
        </p:nvSpPr>
        <p:spPr>
          <a:xfrm>
            <a:off x="4677694" y="3560700"/>
            <a:ext cx="1887300" cy="5250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a:t>Saturn is a gas giant and has several rings</a:t>
            </a:r>
            <a:endParaRPr/>
          </a:p>
        </p:txBody>
      </p:sp>
      <p:sp>
        <p:nvSpPr>
          <p:cNvPr id="2104" name="Google Shape;2104;p44"/>
          <p:cNvSpPr txBox="1">
            <a:spLocks noGrp="1"/>
          </p:cNvSpPr>
          <p:nvPr>
            <p:ph type="subTitle" idx="8"/>
          </p:nvPr>
        </p:nvSpPr>
        <p:spPr>
          <a:xfrm>
            <a:off x="4677691" y="3253841"/>
            <a:ext cx="1887300" cy="418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Saturn</a:t>
            </a:r>
            <a:endParaRPr/>
          </a:p>
        </p:txBody>
      </p:sp>
      <p:grpSp>
        <p:nvGrpSpPr>
          <p:cNvPr id="2105" name="Google Shape;2105;p44"/>
          <p:cNvGrpSpPr/>
          <p:nvPr/>
        </p:nvGrpSpPr>
        <p:grpSpPr>
          <a:xfrm>
            <a:off x="3943828" y="3473763"/>
            <a:ext cx="502924" cy="385548"/>
            <a:chOff x="2567841" y="1994124"/>
            <a:chExt cx="399812" cy="306477"/>
          </a:xfrm>
        </p:grpSpPr>
        <p:sp>
          <p:nvSpPr>
            <p:cNvPr id="2106" name="Google Shape;2106;p44"/>
            <p:cNvSpPr/>
            <p:nvPr/>
          </p:nvSpPr>
          <p:spPr>
            <a:xfrm>
              <a:off x="2567841" y="1994124"/>
              <a:ext cx="399812" cy="306477"/>
            </a:xfrm>
            <a:custGeom>
              <a:avLst/>
              <a:gdLst/>
              <a:ahLst/>
              <a:cxnLst/>
              <a:rect l="l" t="t" r="r" b="b"/>
              <a:pathLst>
                <a:path w="12551" h="9621" extrusionOk="0">
                  <a:moveTo>
                    <a:pt x="11157" y="346"/>
                  </a:moveTo>
                  <a:lnTo>
                    <a:pt x="11157" y="6584"/>
                  </a:lnTo>
                  <a:lnTo>
                    <a:pt x="1334" y="6584"/>
                  </a:lnTo>
                  <a:lnTo>
                    <a:pt x="1334" y="346"/>
                  </a:lnTo>
                  <a:close/>
                  <a:moveTo>
                    <a:pt x="7442" y="7930"/>
                  </a:moveTo>
                  <a:lnTo>
                    <a:pt x="7621" y="8561"/>
                  </a:lnTo>
                  <a:lnTo>
                    <a:pt x="4859" y="8561"/>
                  </a:lnTo>
                  <a:lnTo>
                    <a:pt x="5037" y="7930"/>
                  </a:lnTo>
                  <a:close/>
                  <a:moveTo>
                    <a:pt x="11217" y="6954"/>
                  </a:moveTo>
                  <a:lnTo>
                    <a:pt x="12038" y="8561"/>
                  </a:lnTo>
                  <a:lnTo>
                    <a:pt x="7990" y="8561"/>
                  </a:lnTo>
                  <a:lnTo>
                    <a:pt x="7776" y="7835"/>
                  </a:lnTo>
                  <a:cubicBezTo>
                    <a:pt x="7740" y="7680"/>
                    <a:pt x="7597" y="7573"/>
                    <a:pt x="7454" y="7573"/>
                  </a:cubicBezTo>
                  <a:lnTo>
                    <a:pt x="5013" y="7573"/>
                  </a:lnTo>
                  <a:cubicBezTo>
                    <a:pt x="4859" y="7573"/>
                    <a:pt x="4716" y="7680"/>
                    <a:pt x="4680" y="7835"/>
                  </a:cubicBezTo>
                  <a:lnTo>
                    <a:pt x="4478" y="8561"/>
                  </a:lnTo>
                  <a:lnTo>
                    <a:pt x="430" y="8561"/>
                  </a:lnTo>
                  <a:lnTo>
                    <a:pt x="1263" y="6954"/>
                  </a:lnTo>
                  <a:close/>
                  <a:moveTo>
                    <a:pt x="12157" y="8930"/>
                  </a:moveTo>
                  <a:lnTo>
                    <a:pt x="12157" y="9216"/>
                  </a:lnTo>
                  <a:lnTo>
                    <a:pt x="12169" y="9216"/>
                  </a:lnTo>
                  <a:cubicBezTo>
                    <a:pt x="12169" y="9239"/>
                    <a:pt x="12145" y="9275"/>
                    <a:pt x="12110" y="9275"/>
                  </a:cubicBezTo>
                  <a:lnTo>
                    <a:pt x="382" y="9275"/>
                  </a:lnTo>
                  <a:cubicBezTo>
                    <a:pt x="346" y="9275"/>
                    <a:pt x="322" y="9239"/>
                    <a:pt x="322" y="9216"/>
                  </a:cubicBezTo>
                  <a:lnTo>
                    <a:pt x="322" y="8930"/>
                  </a:lnTo>
                  <a:close/>
                  <a:moveTo>
                    <a:pt x="1334" y="0"/>
                  </a:moveTo>
                  <a:cubicBezTo>
                    <a:pt x="1144" y="0"/>
                    <a:pt x="977" y="167"/>
                    <a:pt x="977" y="357"/>
                  </a:cubicBezTo>
                  <a:lnTo>
                    <a:pt x="977" y="6739"/>
                  </a:lnTo>
                  <a:lnTo>
                    <a:pt x="1" y="8680"/>
                  </a:lnTo>
                  <a:lnTo>
                    <a:pt x="1" y="8692"/>
                  </a:lnTo>
                  <a:lnTo>
                    <a:pt x="1" y="8704"/>
                  </a:lnTo>
                  <a:lnTo>
                    <a:pt x="1" y="8728"/>
                  </a:lnTo>
                  <a:lnTo>
                    <a:pt x="1" y="8739"/>
                  </a:lnTo>
                  <a:lnTo>
                    <a:pt x="1" y="9204"/>
                  </a:lnTo>
                  <a:cubicBezTo>
                    <a:pt x="1" y="9442"/>
                    <a:pt x="191" y="9620"/>
                    <a:pt x="406" y="9620"/>
                  </a:cubicBezTo>
                  <a:lnTo>
                    <a:pt x="12133" y="9620"/>
                  </a:lnTo>
                  <a:cubicBezTo>
                    <a:pt x="12371" y="9620"/>
                    <a:pt x="12550" y="9418"/>
                    <a:pt x="12550" y="9204"/>
                  </a:cubicBezTo>
                  <a:lnTo>
                    <a:pt x="12526" y="8739"/>
                  </a:lnTo>
                  <a:lnTo>
                    <a:pt x="12526" y="8704"/>
                  </a:lnTo>
                  <a:lnTo>
                    <a:pt x="12526" y="8692"/>
                  </a:lnTo>
                  <a:lnTo>
                    <a:pt x="12526" y="8680"/>
                  </a:lnTo>
                  <a:lnTo>
                    <a:pt x="11550" y="6739"/>
                  </a:lnTo>
                  <a:lnTo>
                    <a:pt x="11550" y="357"/>
                  </a:lnTo>
                  <a:cubicBezTo>
                    <a:pt x="11550" y="167"/>
                    <a:pt x="11383" y="0"/>
                    <a:pt x="11193"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2107;p44"/>
            <p:cNvSpPr/>
            <p:nvPr/>
          </p:nvSpPr>
          <p:spPr>
            <a:xfrm>
              <a:off x="2623237" y="2113963"/>
              <a:ext cx="287523" cy="77025"/>
            </a:xfrm>
            <a:custGeom>
              <a:avLst/>
              <a:gdLst/>
              <a:ahLst/>
              <a:cxnLst/>
              <a:rect l="l" t="t" r="r" b="b"/>
              <a:pathLst>
                <a:path w="9026" h="2418" extrusionOk="0">
                  <a:moveTo>
                    <a:pt x="179" y="1"/>
                  </a:moveTo>
                  <a:cubicBezTo>
                    <a:pt x="72" y="1"/>
                    <a:pt x="0" y="96"/>
                    <a:pt x="0" y="179"/>
                  </a:cubicBezTo>
                  <a:lnTo>
                    <a:pt x="0" y="2132"/>
                  </a:lnTo>
                  <a:cubicBezTo>
                    <a:pt x="0" y="2299"/>
                    <a:pt x="131" y="2418"/>
                    <a:pt x="274" y="2418"/>
                  </a:cubicBezTo>
                  <a:lnTo>
                    <a:pt x="8727" y="2418"/>
                  </a:lnTo>
                  <a:cubicBezTo>
                    <a:pt x="8894" y="2418"/>
                    <a:pt x="9013" y="2287"/>
                    <a:pt x="9013" y="2132"/>
                  </a:cubicBezTo>
                  <a:lnTo>
                    <a:pt x="9013" y="179"/>
                  </a:lnTo>
                  <a:cubicBezTo>
                    <a:pt x="9025" y="96"/>
                    <a:pt x="8942" y="1"/>
                    <a:pt x="8835" y="1"/>
                  </a:cubicBezTo>
                  <a:cubicBezTo>
                    <a:pt x="8727" y="1"/>
                    <a:pt x="8656" y="96"/>
                    <a:pt x="8656" y="179"/>
                  </a:cubicBezTo>
                  <a:lnTo>
                    <a:pt x="8656" y="2049"/>
                  </a:lnTo>
                  <a:lnTo>
                    <a:pt x="357" y="2049"/>
                  </a:lnTo>
                  <a:lnTo>
                    <a:pt x="357" y="179"/>
                  </a:lnTo>
                  <a:cubicBezTo>
                    <a:pt x="357" y="84"/>
                    <a:pt x="262" y="1"/>
                    <a:pt x="179"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2108;p44"/>
            <p:cNvSpPr/>
            <p:nvPr/>
          </p:nvSpPr>
          <p:spPr>
            <a:xfrm>
              <a:off x="2623237" y="2017251"/>
              <a:ext cx="287523" cy="77025"/>
            </a:xfrm>
            <a:custGeom>
              <a:avLst/>
              <a:gdLst/>
              <a:ahLst/>
              <a:cxnLst/>
              <a:rect l="l" t="t" r="r" b="b"/>
              <a:pathLst>
                <a:path w="9026" h="2418" extrusionOk="0">
                  <a:moveTo>
                    <a:pt x="286" y="1"/>
                  </a:moveTo>
                  <a:cubicBezTo>
                    <a:pt x="119" y="1"/>
                    <a:pt x="0" y="143"/>
                    <a:pt x="0" y="286"/>
                  </a:cubicBezTo>
                  <a:lnTo>
                    <a:pt x="0" y="2239"/>
                  </a:lnTo>
                  <a:cubicBezTo>
                    <a:pt x="0" y="2346"/>
                    <a:pt x="84" y="2418"/>
                    <a:pt x="179" y="2418"/>
                  </a:cubicBezTo>
                  <a:cubicBezTo>
                    <a:pt x="286" y="2418"/>
                    <a:pt x="357" y="2322"/>
                    <a:pt x="357" y="2239"/>
                  </a:cubicBezTo>
                  <a:lnTo>
                    <a:pt x="357" y="382"/>
                  </a:lnTo>
                  <a:lnTo>
                    <a:pt x="8656" y="382"/>
                  </a:lnTo>
                  <a:lnTo>
                    <a:pt x="8656" y="2239"/>
                  </a:lnTo>
                  <a:cubicBezTo>
                    <a:pt x="8656" y="2346"/>
                    <a:pt x="8751" y="2418"/>
                    <a:pt x="8835" y="2418"/>
                  </a:cubicBezTo>
                  <a:cubicBezTo>
                    <a:pt x="8942" y="2418"/>
                    <a:pt x="9013" y="2322"/>
                    <a:pt x="9013" y="2239"/>
                  </a:cubicBezTo>
                  <a:lnTo>
                    <a:pt x="9013" y="286"/>
                  </a:lnTo>
                  <a:cubicBezTo>
                    <a:pt x="9025" y="143"/>
                    <a:pt x="8894" y="1"/>
                    <a:pt x="8727"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09" name="Google Shape;2109;p44"/>
          <p:cNvGrpSpPr/>
          <p:nvPr/>
        </p:nvGrpSpPr>
        <p:grpSpPr>
          <a:xfrm>
            <a:off x="1225858" y="1929650"/>
            <a:ext cx="358310" cy="470023"/>
            <a:chOff x="1805901" y="1960358"/>
            <a:chExt cx="284847" cy="373627"/>
          </a:xfrm>
        </p:grpSpPr>
        <p:sp>
          <p:nvSpPr>
            <p:cNvPr id="2110" name="Google Shape;2110;p44"/>
            <p:cNvSpPr/>
            <p:nvPr/>
          </p:nvSpPr>
          <p:spPr>
            <a:xfrm>
              <a:off x="1805901" y="1960358"/>
              <a:ext cx="284847" cy="373627"/>
            </a:xfrm>
            <a:custGeom>
              <a:avLst/>
              <a:gdLst/>
              <a:ahLst/>
              <a:cxnLst/>
              <a:rect l="l" t="t" r="r" b="b"/>
              <a:pathLst>
                <a:path w="8942" h="11729" extrusionOk="0">
                  <a:moveTo>
                    <a:pt x="8525" y="9395"/>
                  </a:moveTo>
                  <a:lnTo>
                    <a:pt x="8525" y="9764"/>
                  </a:lnTo>
                  <a:lnTo>
                    <a:pt x="3358" y="9764"/>
                  </a:lnTo>
                  <a:cubicBezTo>
                    <a:pt x="3239" y="9764"/>
                    <a:pt x="3155" y="9859"/>
                    <a:pt x="3155" y="9978"/>
                  </a:cubicBezTo>
                  <a:cubicBezTo>
                    <a:pt x="3155" y="10097"/>
                    <a:pt x="3239" y="10180"/>
                    <a:pt x="3358" y="10180"/>
                  </a:cubicBezTo>
                  <a:lnTo>
                    <a:pt x="8525" y="10180"/>
                  </a:lnTo>
                  <a:lnTo>
                    <a:pt x="8525" y="10490"/>
                  </a:lnTo>
                  <a:lnTo>
                    <a:pt x="6775" y="10490"/>
                  </a:lnTo>
                  <a:cubicBezTo>
                    <a:pt x="6656" y="10490"/>
                    <a:pt x="6561" y="10585"/>
                    <a:pt x="6561" y="10704"/>
                  </a:cubicBezTo>
                  <a:cubicBezTo>
                    <a:pt x="6561" y="10823"/>
                    <a:pt x="6656" y="10907"/>
                    <a:pt x="6775" y="10907"/>
                  </a:cubicBezTo>
                  <a:lnTo>
                    <a:pt x="8525" y="10907"/>
                  </a:lnTo>
                  <a:lnTo>
                    <a:pt x="8525" y="11264"/>
                  </a:lnTo>
                  <a:lnTo>
                    <a:pt x="1381" y="11264"/>
                  </a:lnTo>
                  <a:cubicBezTo>
                    <a:pt x="857" y="11264"/>
                    <a:pt x="441" y="10847"/>
                    <a:pt x="441" y="10335"/>
                  </a:cubicBezTo>
                  <a:cubicBezTo>
                    <a:pt x="441" y="10073"/>
                    <a:pt x="548" y="9835"/>
                    <a:pt x="715" y="9657"/>
                  </a:cubicBezTo>
                  <a:cubicBezTo>
                    <a:pt x="893" y="9478"/>
                    <a:pt x="1131" y="9395"/>
                    <a:pt x="1381" y="9395"/>
                  </a:cubicBezTo>
                  <a:close/>
                  <a:moveTo>
                    <a:pt x="1369" y="1"/>
                  </a:moveTo>
                  <a:cubicBezTo>
                    <a:pt x="619" y="1"/>
                    <a:pt x="0" y="620"/>
                    <a:pt x="0" y="1370"/>
                  </a:cubicBezTo>
                  <a:lnTo>
                    <a:pt x="0" y="10359"/>
                  </a:lnTo>
                  <a:cubicBezTo>
                    <a:pt x="0" y="11109"/>
                    <a:pt x="607" y="11728"/>
                    <a:pt x="1369" y="11728"/>
                  </a:cubicBezTo>
                  <a:lnTo>
                    <a:pt x="8739" y="11728"/>
                  </a:lnTo>
                  <a:cubicBezTo>
                    <a:pt x="8858" y="11728"/>
                    <a:pt x="8942" y="11645"/>
                    <a:pt x="8942" y="11526"/>
                  </a:cubicBezTo>
                  <a:lnTo>
                    <a:pt x="8942" y="2191"/>
                  </a:lnTo>
                  <a:cubicBezTo>
                    <a:pt x="8942" y="2072"/>
                    <a:pt x="8858" y="1989"/>
                    <a:pt x="8739" y="1989"/>
                  </a:cubicBezTo>
                  <a:cubicBezTo>
                    <a:pt x="8620" y="1989"/>
                    <a:pt x="8525" y="2072"/>
                    <a:pt x="8525" y="2191"/>
                  </a:cubicBezTo>
                  <a:lnTo>
                    <a:pt x="8525" y="8990"/>
                  </a:lnTo>
                  <a:lnTo>
                    <a:pt x="1596" y="8990"/>
                  </a:lnTo>
                  <a:lnTo>
                    <a:pt x="1596" y="7787"/>
                  </a:lnTo>
                  <a:cubicBezTo>
                    <a:pt x="1596" y="7668"/>
                    <a:pt x="1500" y="7585"/>
                    <a:pt x="1381" y="7585"/>
                  </a:cubicBezTo>
                  <a:cubicBezTo>
                    <a:pt x="1262" y="7585"/>
                    <a:pt x="1179" y="7668"/>
                    <a:pt x="1179" y="7787"/>
                  </a:cubicBezTo>
                  <a:lnTo>
                    <a:pt x="1179" y="9002"/>
                  </a:lnTo>
                  <a:cubicBezTo>
                    <a:pt x="905" y="9049"/>
                    <a:pt x="655" y="9168"/>
                    <a:pt x="441" y="9359"/>
                  </a:cubicBezTo>
                  <a:lnTo>
                    <a:pt x="441" y="1370"/>
                  </a:lnTo>
                  <a:cubicBezTo>
                    <a:pt x="441" y="929"/>
                    <a:pt x="762" y="548"/>
                    <a:pt x="1179" y="465"/>
                  </a:cubicBezTo>
                  <a:lnTo>
                    <a:pt x="1179" y="7109"/>
                  </a:lnTo>
                  <a:cubicBezTo>
                    <a:pt x="1179" y="7228"/>
                    <a:pt x="1262" y="7311"/>
                    <a:pt x="1381" y="7311"/>
                  </a:cubicBezTo>
                  <a:cubicBezTo>
                    <a:pt x="1500" y="7311"/>
                    <a:pt x="1596" y="7216"/>
                    <a:pt x="1596" y="7109"/>
                  </a:cubicBezTo>
                  <a:lnTo>
                    <a:pt x="1596" y="441"/>
                  </a:lnTo>
                  <a:lnTo>
                    <a:pt x="8525" y="441"/>
                  </a:lnTo>
                  <a:lnTo>
                    <a:pt x="8525" y="1489"/>
                  </a:lnTo>
                  <a:cubicBezTo>
                    <a:pt x="8525" y="1608"/>
                    <a:pt x="8620" y="1703"/>
                    <a:pt x="8739" y="1703"/>
                  </a:cubicBezTo>
                  <a:cubicBezTo>
                    <a:pt x="8847" y="1703"/>
                    <a:pt x="8942" y="1608"/>
                    <a:pt x="8942" y="1489"/>
                  </a:cubicBezTo>
                  <a:lnTo>
                    <a:pt x="8942" y="215"/>
                  </a:lnTo>
                  <a:cubicBezTo>
                    <a:pt x="8942" y="96"/>
                    <a:pt x="8847" y="1"/>
                    <a:pt x="8739"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44"/>
            <p:cNvSpPr/>
            <p:nvPr/>
          </p:nvSpPr>
          <p:spPr>
            <a:xfrm>
              <a:off x="1841929" y="2295249"/>
              <a:ext cx="165773" cy="13315"/>
            </a:xfrm>
            <a:custGeom>
              <a:avLst/>
              <a:gdLst/>
              <a:ahLst/>
              <a:cxnLst/>
              <a:rect l="l" t="t" r="r" b="b"/>
              <a:pathLst>
                <a:path w="5204" h="418" extrusionOk="0">
                  <a:moveTo>
                    <a:pt x="203" y="1"/>
                  </a:moveTo>
                  <a:cubicBezTo>
                    <a:pt x="84" y="1"/>
                    <a:pt x="0" y="84"/>
                    <a:pt x="0" y="203"/>
                  </a:cubicBezTo>
                  <a:cubicBezTo>
                    <a:pt x="0" y="322"/>
                    <a:pt x="84" y="418"/>
                    <a:pt x="203" y="418"/>
                  </a:cubicBezTo>
                  <a:lnTo>
                    <a:pt x="5001" y="418"/>
                  </a:lnTo>
                  <a:cubicBezTo>
                    <a:pt x="5120" y="418"/>
                    <a:pt x="5203" y="322"/>
                    <a:pt x="5203" y="203"/>
                  </a:cubicBezTo>
                  <a:cubicBezTo>
                    <a:pt x="5203" y="84"/>
                    <a:pt x="5120" y="1"/>
                    <a:pt x="5001"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12" name="Google Shape;2112;p44"/>
          <p:cNvSpPr/>
          <p:nvPr/>
        </p:nvSpPr>
        <p:spPr>
          <a:xfrm>
            <a:off x="3955516" y="1968126"/>
            <a:ext cx="479548" cy="393071"/>
          </a:xfrm>
          <a:custGeom>
            <a:avLst/>
            <a:gdLst/>
            <a:ahLst/>
            <a:cxnLst/>
            <a:rect l="l" t="t" r="r" b="b"/>
            <a:pathLst>
              <a:path w="11967" h="9809" extrusionOk="0">
                <a:moveTo>
                  <a:pt x="8309" y="358"/>
                </a:moveTo>
                <a:cubicBezTo>
                  <a:pt x="8940" y="358"/>
                  <a:pt x="9663" y="469"/>
                  <a:pt x="10418" y="796"/>
                </a:cubicBezTo>
                <a:lnTo>
                  <a:pt x="10418" y="7796"/>
                </a:lnTo>
                <a:cubicBezTo>
                  <a:pt x="9723" y="7513"/>
                  <a:pt x="8997" y="7381"/>
                  <a:pt x="8289" y="7381"/>
                </a:cubicBezTo>
                <a:cubicBezTo>
                  <a:pt x="7542" y="7381"/>
                  <a:pt x="6816" y="7527"/>
                  <a:pt x="6168" y="7796"/>
                </a:cubicBezTo>
                <a:lnTo>
                  <a:pt x="6168" y="796"/>
                </a:lnTo>
                <a:cubicBezTo>
                  <a:pt x="6430" y="676"/>
                  <a:pt x="7238" y="358"/>
                  <a:pt x="8309" y="358"/>
                </a:cubicBezTo>
                <a:close/>
                <a:moveTo>
                  <a:pt x="3700" y="358"/>
                </a:moveTo>
                <a:cubicBezTo>
                  <a:pt x="4458" y="358"/>
                  <a:pt x="5191" y="513"/>
                  <a:pt x="5823" y="796"/>
                </a:cubicBezTo>
                <a:cubicBezTo>
                  <a:pt x="5811" y="1677"/>
                  <a:pt x="5811" y="6761"/>
                  <a:pt x="5811" y="7796"/>
                </a:cubicBezTo>
                <a:cubicBezTo>
                  <a:pt x="5418" y="7642"/>
                  <a:pt x="4656" y="7392"/>
                  <a:pt x="3668" y="7392"/>
                </a:cubicBezTo>
                <a:cubicBezTo>
                  <a:pt x="2929" y="7392"/>
                  <a:pt x="2215" y="7523"/>
                  <a:pt x="1548" y="7808"/>
                </a:cubicBezTo>
                <a:lnTo>
                  <a:pt x="1548" y="3867"/>
                </a:lnTo>
                <a:cubicBezTo>
                  <a:pt x="1548" y="3760"/>
                  <a:pt x="1477" y="3689"/>
                  <a:pt x="1370" y="3689"/>
                </a:cubicBezTo>
                <a:cubicBezTo>
                  <a:pt x="1262" y="3689"/>
                  <a:pt x="1191" y="3760"/>
                  <a:pt x="1191" y="3867"/>
                </a:cubicBezTo>
                <a:lnTo>
                  <a:pt x="1191" y="7987"/>
                </a:lnTo>
                <a:cubicBezTo>
                  <a:pt x="1191" y="8118"/>
                  <a:pt x="1298" y="8225"/>
                  <a:pt x="1429" y="8225"/>
                </a:cubicBezTo>
                <a:cubicBezTo>
                  <a:pt x="1465" y="8225"/>
                  <a:pt x="1489" y="8225"/>
                  <a:pt x="1524" y="8213"/>
                </a:cubicBezTo>
                <a:cubicBezTo>
                  <a:pt x="2203" y="7916"/>
                  <a:pt x="2917" y="7761"/>
                  <a:pt x="3656" y="7761"/>
                </a:cubicBezTo>
                <a:cubicBezTo>
                  <a:pt x="4715" y="7761"/>
                  <a:pt x="5537" y="8070"/>
                  <a:pt x="5799" y="8189"/>
                </a:cubicBezTo>
                <a:lnTo>
                  <a:pt x="5799" y="8606"/>
                </a:lnTo>
                <a:lnTo>
                  <a:pt x="417" y="8606"/>
                </a:lnTo>
                <a:cubicBezTo>
                  <a:pt x="381" y="8606"/>
                  <a:pt x="358" y="8582"/>
                  <a:pt x="358" y="8547"/>
                </a:cubicBezTo>
                <a:lnTo>
                  <a:pt x="358" y="1248"/>
                </a:lnTo>
                <a:cubicBezTo>
                  <a:pt x="358" y="1212"/>
                  <a:pt x="381" y="1188"/>
                  <a:pt x="417" y="1188"/>
                </a:cubicBezTo>
                <a:lnTo>
                  <a:pt x="1203" y="1188"/>
                </a:lnTo>
                <a:lnTo>
                  <a:pt x="1203" y="3153"/>
                </a:lnTo>
                <a:cubicBezTo>
                  <a:pt x="1203" y="3248"/>
                  <a:pt x="1274" y="3332"/>
                  <a:pt x="1382" y="3332"/>
                </a:cubicBezTo>
                <a:cubicBezTo>
                  <a:pt x="1489" y="3332"/>
                  <a:pt x="1560" y="3248"/>
                  <a:pt x="1560" y="3153"/>
                </a:cubicBezTo>
                <a:lnTo>
                  <a:pt x="1560" y="796"/>
                </a:lnTo>
                <a:cubicBezTo>
                  <a:pt x="2253" y="495"/>
                  <a:pt x="2987" y="358"/>
                  <a:pt x="3700" y="358"/>
                </a:cubicBezTo>
                <a:close/>
                <a:moveTo>
                  <a:pt x="6608" y="7987"/>
                </a:moveTo>
                <a:lnTo>
                  <a:pt x="6608" y="9249"/>
                </a:lnTo>
                <a:lnTo>
                  <a:pt x="6501" y="9166"/>
                </a:lnTo>
                <a:cubicBezTo>
                  <a:pt x="6471" y="9136"/>
                  <a:pt x="6430" y="9121"/>
                  <a:pt x="6390" y="9121"/>
                </a:cubicBezTo>
                <a:cubicBezTo>
                  <a:pt x="6349" y="9121"/>
                  <a:pt x="6311" y="9136"/>
                  <a:pt x="6287" y="9166"/>
                </a:cubicBezTo>
                <a:lnTo>
                  <a:pt x="6168" y="9261"/>
                </a:lnTo>
                <a:lnTo>
                  <a:pt x="6168" y="8166"/>
                </a:lnTo>
                <a:cubicBezTo>
                  <a:pt x="6251" y="8118"/>
                  <a:pt x="6418" y="8058"/>
                  <a:pt x="6608" y="7987"/>
                </a:cubicBezTo>
                <a:close/>
                <a:moveTo>
                  <a:pt x="8273" y="0"/>
                </a:moveTo>
                <a:cubicBezTo>
                  <a:pt x="7438" y="0"/>
                  <a:pt x="6643" y="178"/>
                  <a:pt x="5989" y="486"/>
                </a:cubicBezTo>
                <a:cubicBezTo>
                  <a:pt x="5715" y="367"/>
                  <a:pt x="4858" y="10"/>
                  <a:pt x="3668" y="10"/>
                </a:cubicBezTo>
                <a:cubicBezTo>
                  <a:pt x="2858" y="10"/>
                  <a:pt x="2072" y="176"/>
                  <a:pt x="1322" y="510"/>
                </a:cubicBezTo>
                <a:cubicBezTo>
                  <a:pt x="1143" y="593"/>
                  <a:pt x="1191" y="796"/>
                  <a:pt x="1191" y="843"/>
                </a:cubicBezTo>
                <a:lnTo>
                  <a:pt x="405" y="843"/>
                </a:lnTo>
                <a:cubicBezTo>
                  <a:pt x="179" y="843"/>
                  <a:pt x="0" y="1022"/>
                  <a:pt x="0" y="1248"/>
                </a:cubicBezTo>
                <a:lnTo>
                  <a:pt x="0" y="8535"/>
                </a:lnTo>
                <a:cubicBezTo>
                  <a:pt x="0" y="8761"/>
                  <a:pt x="179" y="8939"/>
                  <a:pt x="405" y="8939"/>
                </a:cubicBezTo>
                <a:lnTo>
                  <a:pt x="5811" y="8939"/>
                </a:lnTo>
                <a:lnTo>
                  <a:pt x="5811" y="9630"/>
                </a:lnTo>
                <a:cubicBezTo>
                  <a:pt x="5811" y="9740"/>
                  <a:pt x="5889" y="9808"/>
                  <a:pt x="5977" y="9808"/>
                </a:cubicBezTo>
                <a:cubicBezTo>
                  <a:pt x="6013" y="9808"/>
                  <a:pt x="6050" y="9797"/>
                  <a:pt x="6084" y="9773"/>
                </a:cubicBezTo>
                <a:lnTo>
                  <a:pt x="6382" y="9535"/>
                </a:lnTo>
                <a:cubicBezTo>
                  <a:pt x="6656" y="9737"/>
                  <a:pt x="6668" y="9809"/>
                  <a:pt x="6787" y="9809"/>
                </a:cubicBezTo>
                <a:cubicBezTo>
                  <a:pt x="6894" y="9809"/>
                  <a:pt x="6966" y="9737"/>
                  <a:pt x="6966" y="9630"/>
                </a:cubicBezTo>
                <a:lnTo>
                  <a:pt x="6966" y="8939"/>
                </a:lnTo>
                <a:lnTo>
                  <a:pt x="9335" y="8939"/>
                </a:lnTo>
                <a:cubicBezTo>
                  <a:pt x="9442" y="8939"/>
                  <a:pt x="9513" y="8856"/>
                  <a:pt x="9513" y="8761"/>
                </a:cubicBezTo>
                <a:cubicBezTo>
                  <a:pt x="9513" y="8654"/>
                  <a:pt x="9442" y="8582"/>
                  <a:pt x="9335" y="8582"/>
                </a:cubicBezTo>
                <a:lnTo>
                  <a:pt x="6966" y="8582"/>
                </a:lnTo>
                <a:lnTo>
                  <a:pt x="6966" y="7892"/>
                </a:lnTo>
                <a:cubicBezTo>
                  <a:pt x="7400" y="7783"/>
                  <a:pt x="7847" y="7728"/>
                  <a:pt x="8295" y="7728"/>
                </a:cubicBezTo>
                <a:cubicBezTo>
                  <a:pt x="9025" y="7728"/>
                  <a:pt x="9760" y="7875"/>
                  <a:pt x="10454" y="8177"/>
                </a:cubicBezTo>
                <a:cubicBezTo>
                  <a:pt x="10483" y="8192"/>
                  <a:pt x="10514" y="8199"/>
                  <a:pt x="10544" y="8199"/>
                </a:cubicBezTo>
                <a:cubicBezTo>
                  <a:pt x="10662" y="8199"/>
                  <a:pt x="10776" y="8096"/>
                  <a:pt x="10776" y="7963"/>
                </a:cubicBezTo>
                <a:lnTo>
                  <a:pt x="10776" y="1177"/>
                </a:lnTo>
                <a:lnTo>
                  <a:pt x="11561" y="1177"/>
                </a:lnTo>
                <a:cubicBezTo>
                  <a:pt x="11597" y="1177"/>
                  <a:pt x="11621" y="1212"/>
                  <a:pt x="11621" y="1236"/>
                </a:cubicBezTo>
                <a:lnTo>
                  <a:pt x="11621" y="8535"/>
                </a:lnTo>
                <a:cubicBezTo>
                  <a:pt x="11621" y="8570"/>
                  <a:pt x="11597" y="8594"/>
                  <a:pt x="11561" y="8594"/>
                </a:cubicBezTo>
                <a:lnTo>
                  <a:pt x="10049" y="8594"/>
                </a:lnTo>
                <a:cubicBezTo>
                  <a:pt x="9942" y="8594"/>
                  <a:pt x="9871" y="8666"/>
                  <a:pt x="9871" y="8773"/>
                </a:cubicBezTo>
                <a:cubicBezTo>
                  <a:pt x="9871" y="8880"/>
                  <a:pt x="9942" y="8951"/>
                  <a:pt x="10049" y="8951"/>
                </a:cubicBezTo>
                <a:lnTo>
                  <a:pt x="11561" y="8951"/>
                </a:lnTo>
                <a:cubicBezTo>
                  <a:pt x="11788" y="8951"/>
                  <a:pt x="11966" y="8773"/>
                  <a:pt x="11966" y="8547"/>
                </a:cubicBezTo>
                <a:lnTo>
                  <a:pt x="11966" y="1236"/>
                </a:lnTo>
                <a:cubicBezTo>
                  <a:pt x="11954" y="998"/>
                  <a:pt x="11776" y="831"/>
                  <a:pt x="11549" y="831"/>
                </a:cubicBezTo>
                <a:lnTo>
                  <a:pt x="10764" y="831"/>
                </a:lnTo>
                <a:cubicBezTo>
                  <a:pt x="10752" y="784"/>
                  <a:pt x="10811" y="581"/>
                  <a:pt x="10633" y="498"/>
                </a:cubicBezTo>
                <a:cubicBezTo>
                  <a:pt x="9864" y="154"/>
                  <a:pt x="9051" y="0"/>
                  <a:pt x="8273"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13" name="Google Shape;2113;p44"/>
          <p:cNvGrpSpPr/>
          <p:nvPr/>
        </p:nvGrpSpPr>
        <p:grpSpPr>
          <a:xfrm>
            <a:off x="1203659" y="3450620"/>
            <a:ext cx="402708" cy="431833"/>
            <a:chOff x="1750887" y="2425727"/>
            <a:chExt cx="320143" cy="343269"/>
          </a:xfrm>
        </p:grpSpPr>
        <p:sp>
          <p:nvSpPr>
            <p:cNvPr id="2114" name="Google Shape;2114;p44"/>
            <p:cNvSpPr/>
            <p:nvPr/>
          </p:nvSpPr>
          <p:spPr>
            <a:xfrm>
              <a:off x="1750887" y="2425727"/>
              <a:ext cx="320143" cy="289052"/>
            </a:xfrm>
            <a:custGeom>
              <a:avLst/>
              <a:gdLst/>
              <a:ahLst/>
              <a:cxnLst/>
              <a:rect l="l" t="t" r="r" b="b"/>
              <a:pathLst>
                <a:path w="10050" h="9074" extrusionOk="0">
                  <a:moveTo>
                    <a:pt x="1668" y="322"/>
                  </a:moveTo>
                  <a:cubicBezTo>
                    <a:pt x="1834" y="322"/>
                    <a:pt x="1953" y="453"/>
                    <a:pt x="1953" y="608"/>
                  </a:cubicBezTo>
                  <a:lnTo>
                    <a:pt x="1953" y="1275"/>
                  </a:lnTo>
                  <a:cubicBezTo>
                    <a:pt x="1953" y="1441"/>
                    <a:pt x="1811" y="1560"/>
                    <a:pt x="1668" y="1560"/>
                  </a:cubicBezTo>
                  <a:cubicBezTo>
                    <a:pt x="1513" y="1560"/>
                    <a:pt x="1382" y="1429"/>
                    <a:pt x="1382" y="1275"/>
                  </a:cubicBezTo>
                  <a:lnTo>
                    <a:pt x="1382" y="929"/>
                  </a:lnTo>
                  <a:lnTo>
                    <a:pt x="1382" y="608"/>
                  </a:lnTo>
                  <a:cubicBezTo>
                    <a:pt x="1370" y="453"/>
                    <a:pt x="1501" y="322"/>
                    <a:pt x="1668" y="322"/>
                  </a:cubicBezTo>
                  <a:close/>
                  <a:moveTo>
                    <a:pt x="3918" y="322"/>
                  </a:moveTo>
                  <a:cubicBezTo>
                    <a:pt x="4061" y="322"/>
                    <a:pt x="4192" y="453"/>
                    <a:pt x="4192" y="608"/>
                  </a:cubicBezTo>
                  <a:lnTo>
                    <a:pt x="4192" y="1275"/>
                  </a:lnTo>
                  <a:cubicBezTo>
                    <a:pt x="4192" y="1441"/>
                    <a:pt x="4061" y="1560"/>
                    <a:pt x="3918" y="1560"/>
                  </a:cubicBezTo>
                  <a:cubicBezTo>
                    <a:pt x="3763" y="1560"/>
                    <a:pt x="3632" y="1429"/>
                    <a:pt x="3632" y="1275"/>
                  </a:cubicBezTo>
                  <a:lnTo>
                    <a:pt x="3632" y="608"/>
                  </a:lnTo>
                  <a:cubicBezTo>
                    <a:pt x="3632" y="441"/>
                    <a:pt x="3763" y="322"/>
                    <a:pt x="3918" y="322"/>
                  </a:cubicBezTo>
                  <a:close/>
                  <a:moveTo>
                    <a:pt x="6180" y="322"/>
                  </a:moveTo>
                  <a:cubicBezTo>
                    <a:pt x="6323" y="322"/>
                    <a:pt x="6454" y="453"/>
                    <a:pt x="6454" y="608"/>
                  </a:cubicBezTo>
                  <a:lnTo>
                    <a:pt x="6454" y="1275"/>
                  </a:lnTo>
                  <a:cubicBezTo>
                    <a:pt x="6454" y="1441"/>
                    <a:pt x="6323" y="1560"/>
                    <a:pt x="6180" y="1560"/>
                  </a:cubicBezTo>
                  <a:cubicBezTo>
                    <a:pt x="6025" y="1560"/>
                    <a:pt x="5894" y="1429"/>
                    <a:pt x="5894" y="1275"/>
                  </a:cubicBezTo>
                  <a:lnTo>
                    <a:pt x="5894" y="608"/>
                  </a:lnTo>
                  <a:cubicBezTo>
                    <a:pt x="5894" y="441"/>
                    <a:pt x="6025" y="322"/>
                    <a:pt x="6180" y="322"/>
                  </a:cubicBezTo>
                  <a:close/>
                  <a:moveTo>
                    <a:pt x="8419" y="322"/>
                  </a:moveTo>
                  <a:cubicBezTo>
                    <a:pt x="8573" y="322"/>
                    <a:pt x="8704" y="453"/>
                    <a:pt x="8704" y="608"/>
                  </a:cubicBezTo>
                  <a:lnTo>
                    <a:pt x="8704" y="929"/>
                  </a:lnTo>
                  <a:lnTo>
                    <a:pt x="8704" y="1275"/>
                  </a:lnTo>
                  <a:cubicBezTo>
                    <a:pt x="8704" y="1441"/>
                    <a:pt x="8573" y="1560"/>
                    <a:pt x="8419" y="1560"/>
                  </a:cubicBezTo>
                  <a:cubicBezTo>
                    <a:pt x="8276" y="1560"/>
                    <a:pt x="8145" y="1429"/>
                    <a:pt x="8145" y="1275"/>
                  </a:cubicBezTo>
                  <a:lnTo>
                    <a:pt x="8145" y="608"/>
                  </a:lnTo>
                  <a:cubicBezTo>
                    <a:pt x="8145" y="441"/>
                    <a:pt x="8276" y="322"/>
                    <a:pt x="8419" y="322"/>
                  </a:cubicBezTo>
                  <a:close/>
                  <a:moveTo>
                    <a:pt x="9526" y="1096"/>
                  </a:moveTo>
                  <a:cubicBezTo>
                    <a:pt x="9669" y="1096"/>
                    <a:pt x="9788" y="1215"/>
                    <a:pt x="9788" y="1370"/>
                  </a:cubicBezTo>
                  <a:lnTo>
                    <a:pt x="9788" y="2525"/>
                  </a:lnTo>
                  <a:lnTo>
                    <a:pt x="370" y="2525"/>
                  </a:lnTo>
                  <a:lnTo>
                    <a:pt x="370" y="1370"/>
                  </a:lnTo>
                  <a:cubicBezTo>
                    <a:pt x="370" y="1215"/>
                    <a:pt x="489" y="1096"/>
                    <a:pt x="644" y="1096"/>
                  </a:cubicBezTo>
                  <a:lnTo>
                    <a:pt x="1060" y="1096"/>
                  </a:lnTo>
                  <a:lnTo>
                    <a:pt x="1060" y="1275"/>
                  </a:lnTo>
                  <a:cubicBezTo>
                    <a:pt x="1060" y="1596"/>
                    <a:pt x="1322" y="1882"/>
                    <a:pt x="1668" y="1882"/>
                  </a:cubicBezTo>
                  <a:cubicBezTo>
                    <a:pt x="1989" y="1882"/>
                    <a:pt x="2275" y="1620"/>
                    <a:pt x="2275" y="1275"/>
                  </a:cubicBezTo>
                  <a:lnTo>
                    <a:pt x="2275" y="1096"/>
                  </a:lnTo>
                  <a:lnTo>
                    <a:pt x="3335" y="1096"/>
                  </a:lnTo>
                  <a:lnTo>
                    <a:pt x="3335" y="1275"/>
                  </a:lnTo>
                  <a:cubicBezTo>
                    <a:pt x="3335" y="1596"/>
                    <a:pt x="3597" y="1882"/>
                    <a:pt x="3942" y="1882"/>
                  </a:cubicBezTo>
                  <a:cubicBezTo>
                    <a:pt x="4287" y="1882"/>
                    <a:pt x="4549" y="1620"/>
                    <a:pt x="4549" y="1275"/>
                  </a:cubicBezTo>
                  <a:lnTo>
                    <a:pt x="4549" y="1096"/>
                  </a:lnTo>
                  <a:lnTo>
                    <a:pt x="5609" y="1096"/>
                  </a:lnTo>
                  <a:lnTo>
                    <a:pt x="5609" y="1275"/>
                  </a:lnTo>
                  <a:cubicBezTo>
                    <a:pt x="5609" y="1596"/>
                    <a:pt x="5883" y="1882"/>
                    <a:pt x="6216" y="1882"/>
                  </a:cubicBezTo>
                  <a:cubicBezTo>
                    <a:pt x="6561" y="1882"/>
                    <a:pt x="6835" y="1620"/>
                    <a:pt x="6835" y="1275"/>
                  </a:cubicBezTo>
                  <a:lnTo>
                    <a:pt x="6835" y="1096"/>
                  </a:lnTo>
                  <a:lnTo>
                    <a:pt x="7883" y="1096"/>
                  </a:lnTo>
                  <a:lnTo>
                    <a:pt x="7883" y="1275"/>
                  </a:lnTo>
                  <a:cubicBezTo>
                    <a:pt x="7883" y="1596"/>
                    <a:pt x="8157" y="1882"/>
                    <a:pt x="8502" y="1882"/>
                  </a:cubicBezTo>
                  <a:cubicBezTo>
                    <a:pt x="8823" y="1882"/>
                    <a:pt x="9109" y="1620"/>
                    <a:pt x="9109" y="1275"/>
                  </a:cubicBezTo>
                  <a:lnTo>
                    <a:pt x="9109" y="1096"/>
                  </a:lnTo>
                  <a:close/>
                  <a:moveTo>
                    <a:pt x="1608" y="1"/>
                  </a:moveTo>
                  <a:cubicBezTo>
                    <a:pt x="1275" y="1"/>
                    <a:pt x="989" y="262"/>
                    <a:pt x="989" y="608"/>
                  </a:cubicBezTo>
                  <a:lnTo>
                    <a:pt x="989" y="786"/>
                  </a:lnTo>
                  <a:lnTo>
                    <a:pt x="572" y="786"/>
                  </a:lnTo>
                  <a:cubicBezTo>
                    <a:pt x="251" y="786"/>
                    <a:pt x="1" y="1048"/>
                    <a:pt x="1" y="1370"/>
                  </a:cubicBezTo>
                  <a:lnTo>
                    <a:pt x="1" y="3584"/>
                  </a:lnTo>
                  <a:cubicBezTo>
                    <a:pt x="1" y="3668"/>
                    <a:pt x="72" y="3751"/>
                    <a:pt x="156" y="3751"/>
                  </a:cubicBezTo>
                  <a:cubicBezTo>
                    <a:pt x="251" y="3751"/>
                    <a:pt x="322" y="3668"/>
                    <a:pt x="322" y="3584"/>
                  </a:cubicBezTo>
                  <a:lnTo>
                    <a:pt x="322" y="2834"/>
                  </a:lnTo>
                  <a:lnTo>
                    <a:pt x="9681" y="2834"/>
                  </a:lnTo>
                  <a:lnTo>
                    <a:pt x="9681" y="8906"/>
                  </a:lnTo>
                  <a:cubicBezTo>
                    <a:pt x="9681" y="9002"/>
                    <a:pt x="9764" y="9073"/>
                    <a:pt x="9847" y="9073"/>
                  </a:cubicBezTo>
                  <a:cubicBezTo>
                    <a:pt x="9943" y="9073"/>
                    <a:pt x="10014" y="9002"/>
                    <a:pt x="10014" y="8906"/>
                  </a:cubicBezTo>
                  <a:lnTo>
                    <a:pt x="10014" y="1346"/>
                  </a:lnTo>
                  <a:cubicBezTo>
                    <a:pt x="10050" y="1036"/>
                    <a:pt x="9776" y="786"/>
                    <a:pt x="9466" y="786"/>
                  </a:cubicBezTo>
                  <a:lnTo>
                    <a:pt x="9050" y="786"/>
                  </a:lnTo>
                  <a:lnTo>
                    <a:pt x="9050" y="608"/>
                  </a:lnTo>
                  <a:cubicBezTo>
                    <a:pt x="9050" y="274"/>
                    <a:pt x="8776" y="1"/>
                    <a:pt x="8430" y="1"/>
                  </a:cubicBezTo>
                  <a:cubicBezTo>
                    <a:pt x="8109" y="1"/>
                    <a:pt x="7823" y="262"/>
                    <a:pt x="7823" y="608"/>
                  </a:cubicBezTo>
                  <a:lnTo>
                    <a:pt x="7823" y="786"/>
                  </a:lnTo>
                  <a:lnTo>
                    <a:pt x="6764" y="786"/>
                  </a:lnTo>
                  <a:lnTo>
                    <a:pt x="6764" y="608"/>
                  </a:lnTo>
                  <a:cubicBezTo>
                    <a:pt x="6764" y="274"/>
                    <a:pt x="6502" y="1"/>
                    <a:pt x="6156" y="1"/>
                  </a:cubicBezTo>
                  <a:cubicBezTo>
                    <a:pt x="5811" y="1"/>
                    <a:pt x="5549" y="262"/>
                    <a:pt x="5549" y="608"/>
                  </a:cubicBezTo>
                  <a:lnTo>
                    <a:pt x="5549" y="786"/>
                  </a:lnTo>
                  <a:lnTo>
                    <a:pt x="4489" y="786"/>
                  </a:lnTo>
                  <a:lnTo>
                    <a:pt x="4489" y="608"/>
                  </a:lnTo>
                  <a:cubicBezTo>
                    <a:pt x="4489" y="274"/>
                    <a:pt x="4228" y="1"/>
                    <a:pt x="3882" y="1"/>
                  </a:cubicBezTo>
                  <a:cubicBezTo>
                    <a:pt x="3549" y="1"/>
                    <a:pt x="3275" y="262"/>
                    <a:pt x="3275" y="608"/>
                  </a:cubicBezTo>
                  <a:lnTo>
                    <a:pt x="3275" y="786"/>
                  </a:lnTo>
                  <a:lnTo>
                    <a:pt x="2215" y="786"/>
                  </a:lnTo>
                  <a:lnTo>
                    <a:pt x="2215" y="608"/>
                  </a:lnTo>
                  <a:cubicBezTo>
                    <a:pt x="2215" y="274"/>
                    <a:pt x="1942" y="1"/>
                    <a:pt x="1608"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44"/>
            <p:cNvSpPr/>
            <p:nvPr/>
          </p:nvSpPr>
          <p:spPr>
            <a:xfrm>
              <a:off x="1751652" y="2558467"/>
              <a:ext cx="319378" cy="210530"/>
            </a:xfrm>
            <a:custGeom>
              <a:avLst/>
              <a:gdLst/>
              <a:ahLst/>
              <a:cxnLst/>
              <a:rect l="l" t="t" r="r" b="b"/>
              <a:pathLst>
                <a:path w="10026" h="6609" extrusionOk="0">
                  <a:moveTo>
                    <a:pt x="167" y="1"/>
                  </a:moveTo>
                  <a:cubicBezTo>
                    <a:pt x="72" y="1"/>
                    <a:pt x="1" y="72"/>
                    <a:pt x="1" y="156"/>
                  </a:cubicBezTo>
                  <a:lnTo>
                    <a:pt x="1" y="6025"/>
                  </a:lnTo>
                  <a:cubicBezTo>
                    <a:pt x="1" y="6347"/>
                    <a:pt x="274" y="6609"/>
                    <a:pt x="584" y="6609"/>
                  </a:cubicBezTo>
                  <a:lnTo>
                    <a:pt x="9407" y="6609"/>
                  </a:lnTo>
                  <a:cubicBezTo>
                    <a:pt x="9740" y="6609"/>
                    <a:pt x="9990" y="6335"/>
                    <a:pt x="9990" y="6025"/>
                  </a:cubicBezTo>
                  <a:lnTo>
                    <a:pt x="9990" y="5501"/>
                  </a:lnTo>
                  <a:cubicBezTo>
                    <a:pt x="10026" y="5418"/>
                    <a:pt x="9942" y="5335"/>
                    <a:pt x="9859" y="5335"/>
                  </a:cubicBezTo>
                  <a:cubicBezTo>
                    <a:pt x="9764" y="5335"/>
                    <a:pt x="9692" y="5418"/>
                    <a:pt x="9692" y="5501"/>
                  </a:cubicBezTo>
                  <a:lnTo>
                    <a:pt x="9692" y="6025"/>
                  </a:lnTo>
                  <a:cubicBezTo>
                    <a:pt x="9692" y="6168"/>
                    <a:pt x="9573" y="6287"/>
                    <a:pt x="9430" y="6287"/>
                  </a:cubicBezTo>
                  <a:lnTo>
                    <a:pt x="596" y="6287"/>
                  </a:lnTo>
                  <a:cubicBezTo>
                    <a:pt x="453" y="6287"/>
                    <a:pt x="334" y="6168"/>
                    <a:pt x="334" y="6025"/>
                  </a:cubicBezTo>
                  <a:lnTo>
                    <a:pt x="334" y="156"/>
                  </a:lnTo>
                  <a:cubicBezTo>
                    <a:pt x="334" y="72"/>
                    <a:pt x="251" y="1"/>
                    <a:pt x="167"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16" name="Google Shape;2116;p44"/>
          <p:cNvSpPr/>
          <p:nvPr/>
        </p:nvSpPr>
        <p:spPr>
          <a:xfrm>
            <a:off x="6836000" y="1701125"/>
            <a:ext cx="1887300" cy="2587800"/>
          </a:xfrm>
          <a:prstGeom prst="rect">
            <a:avLst/>
          </a:pr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17" name="Google Shape;2117;p44"/>
          <p:cNvGrpSpPr/>
          <p:nvPr/>
        </p:nvGrpSpPr>
        <p:grpSpPr>
          <a:xfrm>
            <a:off x="6968445" y="2354364"/>
            <a:ext cx="1618542" cy="1281357"/>
            <a:chOff x="4689375" y="2103200"/>
            <a:chExt cx="1313325" cy="1039725"/>
          </a:xfrm>
        </p:grpSpPr>
        <p:sp>
          <p:nvSpPr>
            <p:cNvPr id="2118" name="Google Shape;2118;p44"/>
            <p:cNvSpPr/>
            <p:nvPr/>
          </p:nvSpPr>
          <p:spPr>
            <a:xfrm>
              <a:off x="5053425" y="2648525"/>
              <a:ext cx="638500" cy="494400"/>
            </a:xfrm>
            <a:custGeom>
              <a:avLst/>
              <a:gdLst/>
              <a:ahLst/>
              <a:cxnLst/>
              <a:rect l="l" t="t" r="r" b="b"/>
              <a:pathLst>
                <a:path w="25540" h="19776" extrusionOk="0">
                  <a:moveTo>
                    <a:pt x="18847" y="1"/>
                  </a:moveTo>
                  <a:cubicBezTo>
                    <a:pt x="18547" y="301"/>
                    <a:pt x="18271" y="577"/>
                    <a:pt x="17945" y="803"/>
                  </a:cubicBezTo>
                  <a:cubicBezTo>
                    <a:pt x="17995" y="878"/>
                    <a:pt x="18045" y="928"/>
                    <a:pt x="18121" y="978"/>
                  </a:cubicBezTo>
                  <a:lnTo>
                    <a:pt x="18847" y="1479"/>
                  </a:lnTo>
                  <a:lnTo>
                    <a:pt x="17469" y="1179"/>
                  </a:lnTo>
                  <a:cubicBezTo>
                    <a:pt x="17018" y="1479"/>
                    <a:pt x="16542" y="1755"/>
                    <a:pt x="16015" y="1981"/>
                  </a:cubicBezTo>
                  <a:cubicBezTo>
                    <a:pt x="16015" y="1981"/>
                    <a:pt x="16040" y="2006"/>
                    <a:pt x="16040" y="2006"/>
                  </a:cubicBezTo>
                  <a:lnTo>
                    <a:pt x="17444" y="2833"/>
                  </a:lnTo>
                  <a:lnTo>
                    <a:pt x="15163" y="2281"/>
                  </a:lnTo>
                  <a:cubicBezTo>
                    <a:pt x="14286" y="2582"/>
                    <a:pt x="13559" y="2732"/>
                    <a:pt x="12757" y="2808"/>
                  </a:cubicBezTo>
                  <a:cubicBezTo>
                    <a:pt x="12782" y="2833"/>
                    <a:pt x="12832" y="2883"/>
                    <a:pt x="12907" y="2908"/>
                  </a:cubicBezTo>
                  <a:lnTo>
                    <a:pt x="14587" y="3635"/>
                  </a:lnTo>
                  <a:lnTo>
                    <a:pt x="14587" y="3635"/>
                  </a:lnTo>
                  <a:lnTo>
                    <a:pt x="11654" y="2858"/>
                  </a:lnTo>
                  <a:cubicBezTo>
                    <a:pt x="11379" y="2858"/>
                    <a:pt x="11078" y="2858"/>
                    <a:pt x="10752" y="2833"/>
                  </a:cubicBezTo>
                  <a:cubicBezTo>
                    <a:pt x="9323" y="2808"/>
                    <a:pt x="7845" y="2407"/>
                    <a:pt x="6516" y="1981"/>
                  </a:cubicBezTo>
                  <a:cubicBezTo>
                    <a:pt x="5865" y="1780"/>
                    <a:pt x="5263" y="1454"/>
                    <a:pt x="4737" y="1078"/>
                  </a:cubicBezTo>
                  <a:cubicBezTo>
                    <a:pt x="4562" y="1128"/>
                    <a:pt x="4411" y="1204"/>
                    <a:pt x="4311" y="1354"/>
                  </a:cubicBezTo>
                  <a:cubicBezTo>
                    <a:pt x="4161" y="1630"/>
                    <a:pt x="4261" y="1930"/>
                    <a:pt x="4587" y="2081"/>
                  </a:cubicBezTo>
                  <a:cubicBezTo>
                    <a:pt x="6015" y="2783"/>
                    <a:pt x="8697" y="3409"/>
                    <a:pt x="10501" y="4286"/>
                  </a:cubicBezTo>
                  <a:cubicBezTo>
                    <a:pt x="7745" y="3234"/>
                    <a:pt x="4637" y="2582"/>
                    <a:pt x="4461" y="2507"/>
                  </a:cubicBezTo>
                  <a:lnTo>
                    <a:pt x="4436" y="2507"/>
                  </a:lnTo>
                  <a:cubicBezTo>
                    <a:pt x="4249" y="2424"/>
                    <a:pt x="4096" y="2379"/>
                    <a:pt x="3963" y="2379"/>
                  </a:cubicBezTo>
                  <a:cubicBezTo>
                    <a:pt x="3777" y="2379"/>
                    <a:pt x="3630" y="2467"/>
                    <a:pt x="3484" y="2657"/>
                  </a:cubicBezTo>
                  <a:cubicBezTo>
                    <a:pt x="3258" y="2908"/>
                    <a:pt x="3359" y="3259"/>
                    <a:pt x="3684" y="3434"/>
                  </a:cubicBezTo>
                  <a:cubicBezTo>
                    <a:pt x="3684" y="3434"/>
                    <a:pt x="3684" y="3434"/>
                    <a:pt x="3684" y="3459"/>
                  </a:cubicBezTo>
                  <a:cubicBezTo>
                    <a:pt x="3760" y="3484"/>
                    <a:pt x="6767" y="4387"/>
                    <a:pt x="9549" y="5865"/>
                  </a:cubicBezTo>
                  <a:lnTo>
                    <a:pt x="3734" y="3910"/>
                  </a:lnTo>
                  <a:cubicBezTo>
                    <a:pt x="3630" y="3862"/>
                    <a:pt x="3518" y="3840"/>
                    <a:pt x="3407" y="3840"/>
                  </a:cubicBezTo>
                  <a:cubicBezTo>
                    <a:pt x="3172" y="3840"/>
                    <a:pt x="2943" y="3941"/>
                    <a:pt x="2807" y="4111"/>
                  </a:cubicBezTo>
                  <a:cubicBezTo>
                    <a:pt x="2607" y="4361"/>
                    <a:pt x="2707" y="4712"/>
                    <a:pt x="3008" y="4888"/>
                  </a:cubicBezTo>
                  <a:lnTo>
                    <a:pt x="13033" y="9700"/>
                  </a:lnTo>
                  <a:lnTo>
                    <a:pt x="13033" y="9700"/>
                  </a:lnTo>
                  <a:lnTo>
                    <a:pt x="2958" y="5890"/>
                  </a:lnTo>
                  <a:cubicBezTo>
                    <a:pt x="2847" y="5839"/>
                    <a:pt x="2725" y="5814"/>
                    <a:pt x="2604" y="5814"/>
                  </a:cubicBezTo>
                  <a:cubicBezTo>
                    <a:pt x="2368" y="5814"/>
                    <a:pt x="2138" y="5909"/>
                    <a:pt x="2005" y="6091"/>
                  </a:cubicBezTo>
                  <a:cubicBezTo>
                    <a:pt x="1830" y="6341"/>
                    <a:pt x="1905" y="6667"/>
                    <a:pt x="2231" y="6843"/>
                  </a:cubicBezTo>
                  <a:lnTo>
                    <a:pt x="13459" y="12281"/>
                  </a:lnTo>
                  <a:lnTo>
                    <a:pt x="2782" y="7720"/>
                  </a:lnTo>
                  <a:cubicBezTo>
                    <a:pt x="2678" y="7672"/>
                    <a:pt x="2563" y="7649"/>
                    <a:pt x="2449" y="7649"/>
                  </a:cubicBezTo>
                  <a:cubicBezTo>
                    <a:pt x="2206" y="7649"/>
                    <a:pt x="1966" y="7750"/>
                    <a:pt x="1830" y="7920"/>
                  </a:cubicBezTo>
                  <a:cubicBezTo>
                    <a:pt x="1654" y="8196"/>
                    <a:pt x="1755" y="8522"/>
                    <a:pt x="2055" y="8697"/>
                  </a:cubicBezTo>
                  <a:lnTo>
                    <a:pt x="9098" y="12382"/>
                  </a:lnTo>
                  <a:lnTo>
                    <a:pt x="2331" y="9499"/>
                  </a:lnTo>
                  <a:cubicBezTo>
                    <a:pt x="2227" y="9451"/>
                    <a:pt x="2114" y="9429"/>
                    <a:pt x="2004" y="9429"/>
                  </a:cubicBezTo>
                  <a:cubicBezTo>
                    <a:pt x="1769" y="9429"/>
                    <a:pt x="1540" y="9530"/>
                    <a:pt x="1404" y="9700"/>
                  </a:cubicBezTo>
                  <a:cubicBezTo>
                    <a:pt x="1203" y="9950"/>
                    <a:pt x="1303" y="10276"/>
                    <a:pt x="1604" y="10452"/>
                  </a:cubicBezTo>
                  <a:lnTo>
                    <a:pt x="9349" y="14863"/>
                  </a:lnTo>
                  <a:lnTo>
                    <a:pt x="1629" y="11680"/>
                  </a:lnTo>
                  <a:cubicBezTo>
                    <a:pt x="1534" y="11643"/>
                    <a:pt x="1430" y="11626"/>
                    <a:pt x="1327" y="11626"/>
                  </a:cubicBezTo>
                  <a:cubicBezTo>
                    <a:pt x="1076" y="11626"/>
                    <a:pt x="826" y="11728"/>
                    <a:pt x="702" y="11905"/>
                  </a:cubicBezTo>
                  <a:cubicBezTo>
                    <a:pt x="501" y="12156"/>
                    <a:pt x="602" y="12482"/>
                    <a:pt x="902" y="12657"/>
                  </a:cubicBezTo>
                  <a:lnTo>
                    <a:pt x="6316" y="15715"/>
                  </a:lnTo>
                  <a:lnTo>
                    <a:pt x="1429" y="13885"/>
                  </a:lnTo>
                  <a:cubicBezTo>
                    <a:pt x="1334" y="13849"/>
                    <a:pt x="1232" y="13831"/>
                    <a:pt x="1132" y="13831"/>
                  </a:cubicBezTo>
                  <a:cubicBezTo>
                    <a:pt x="888" y="13831"/>
                    <a:pt x="651" y="13933"/>
                    <a:pt x="526" y="14111"/>
                  </a:cubicBezTo>
                  <a:cubicBezTo>
                    <a:pt x="326" y="14362"/>
                    <a:pt x="426" y="14662"/>
                    <a:pt x="702" y="14838"/>
                  </a:cubicBezTo>
                  <a:lnTo>
                    <a:pt x="3734" y="16667"/>
                  </a:lnTo>
                  <a:lnTo>
                    <a:pt x="1053" y="15715"/>
                  </a:lnTo>
                  <a:cubicBezTo>
                    <a:pt x="960" y="15686"/>
                    <a:pt x="862" y="15672"/>
                    <a:pt x="767" y="15672"/>
                  </a:cubicBezTo>
                  <a:cubicBezTo>
                    <a:pt x="528" y="15672"/>
                    <a:pt x="301" y="15761"/>
                    <a:pt x="176" y="15940"/>
                  </a:cubicBezTo>
                  <a:cubicBezTo>
                    <a:pt x="0" y="16191"/>
                    <a:pt x="50" y="16492"/>
                    <a:pt x="326" y="16667"/>
                  </a:cubicBezTo>
                  <a:lnTo>
                    <a:pt x="1454" y="17419"/>
                  </a:lnTo>
                  <a:lnTo>
                    <a:pt x="1203" y="17344"/>
                  </a:lnTo>
                  <a:cubicBezTo>
                    <a:pt x="1115" y="17315"/>
                    <a:pt x="1025" y="17300"/>
                    <a:pt x="937" y="17300"/>
                  </a:cubicBezTo>
                  <a:cubicBezTo>
                    <a:pt x="723" y="17300"/>
                    <a:pt x="518" y="17385"/>
                    <a:pt x="376" y="17545"/>
                  </a:cubicBezTo>
                  <a:cubicBezTo>
                    <a:pt x="201" y="17745"/>
                    <a:pt x="201" y="18021"/>
                    <a:pt x="401" y="18221"/>
                  </a:cubicBezTo>
                  <a:lnTo>
                    <a:pt x="1554" y="19349"/>
                  </a:lnTo>
                  <a:cubicBezTo>
                    <a:pt x="1700" y="19495"/>
                    <a:pt x="1906" y="19573"/>
                    <a:pt x="2111" y="19573"/>
                  </a:cubicBezTo>
                  <a:cubicBezTo>
                    <a:pt x="2259" y="19573"/>
                    <a:pt x="2406" y="19533"/>
                    <a:pt x="2531" y="19449"/>
                  </a:cubicBezTo>
                  <a:cubicBezTo>
                    <a:pt x="2682" y="19349"/>
                    <a:pt x="2782" y="19199"/>
                    <a:pt x="2782" y="19048"/>
                  </a:cubicBezTo>
                  <a:lnTo>
                    <a:pt x="5013" y="19750"/>
                  </a:lnTo>
                  <a:cubicBezTo>
                    <a:pt x="5088" y="19775"/>
                    <a:pt x="5188" y="19775"/>
                    <a:pt x="5263" y="19775"/>
                  </a:cubicBezTo>
                  <a:cubicBezTo>
                    <a:pt x="5514" y="19775"/>
                    <a:pt x="5739" y="19675"/>
                    <a:pt x="5865" y="19499"/>
                  </a:cubicBezTo>
                  <a:cubicBezTo>
                    <a:pt x="6040" y="19274"/>
                    <a:pt x="5990" y="18948"/>
                    <a:pt x="5714" y="18773"/>
                  </a:cubicBezTo>
                  <a:lnTo>
                    <a:pt x="5088" y="18372"/>
                  </a:lnTo>
                  <a:lnTo>
                    <a:pt x="8772" y="19675"/>
                  </a:lnTo>
                  <a:cubicBezTo>
                    <a:pt x="8856" y="19701"/>
                    <a:pt x="8944" y="19713"/>
                    <a:pt x="9031" y="19713"/>
                  </a:cubicBezTo>
                  <a:cubicBezTo>
                    <a:pt x="9280" y="19713"/>
                    <a:pt x="9526" y="19610"/>
                    <a:pt x="9674" y="19424"/>
                  </a:cubicBezTo>
                  <a:cubicBezTo>
                    <a:pt x="9850" y="19174"/>
                    <a:pt x="9750" y="18873"/>
                    <a:pt x="9474" y="18697"/>
                  </a:cubicBezTo>
                  <a:lnTo>
                    <a:pt x="7068" y="17244"/>
                  </a:lnTo>
                  <a:lnTo>
                    <a:pt x="7068" y="17244"/>
                  </a:lnTo>
                  <a:lnTo>
                    <a:pt x="12958" y="19474"/>
                  </a:lnTo>
                  <a:cubicBezTo>
                    <a:pt x="13051" y="19510"/>
                    <a:pt x="13151" y="19528"/>
                    <a:pt x="13250" y="19528"/>
                  </a:cubicBezTo>
                  <a:cubicBezTo>
                    <a:pt x="13495" y="19528"/>
                    <a:pt x="13735" y="19420"/>
                    <a:pt x="13860" y="19224"/>
                  </a:cubicBezTo>
                  <a:cubicBezTo>
                    <a:pt x="14060" y="18973"/>
                    <a:pt x="13960" y="18647"/>
                    <a:pt x="13659" y="18497"/>
                  </a:cubicBezTo>
                  <a:lnTo>
                    <a:pt x="9900" y="16367"/>
                  </a:lnTo>
                  <a:lnTo>
                    <a:pt x="17444" y="19449"/>
                  </a:lnTo>
                  <a:cubicBezTo>
                    <a:pt x="17548" y="19497"/>
                    <a:pt x="17660" y="19520"/>
                    <a:pt x="17770" y="19520"/>
                  </a:cubicBezTo>
                  <a:cubicBezTo>
                    <a:pt x="18004" y="19520"/>
                    <a:pt x="18227" y="19419"/>
                    <a:pt x="18346" y="19249"/>
                  </a:cubicBezTo>
                  <a:cubicBezTo>
                    <a:pt x="18547" y="18998"/>
                    <a:pt x="18471" y="18672"/>
                    <a:pt x="18171" y="18497"/>
                  </a:cubicBezTo>
                  <a:lnTo>
                    <a:pt x="11454" y="14662"/>
                  </a:lnTo>
                  <a:lnTo>
                    <a:pt x="22256" y="19299"/>
                  </a:lnTo>
                  <a:cubicBezTo>
                    <a:pt x="22358" y="19338"/>
                    <a:pt x="22467" y="19358"/>
                    <a:pt x="22575" y="19358"/>
                  </a:cubicBezTo>
                  <a:cubicBezTo>
                    <a:pt x="22813" y="19358"/>
                    <a:pt x="23045" y="19263"/>
                    <a:pt x="23183" y="19073"/>
                  </a:cubicBezTo>
                  <a:cubicBezTo>
                    <a:pt x="23384" y="18823"/>
                    <a:pt x="23283" y="18472"/>
                    <a:pt x="22958" y="18321"/>
                  </a:cubicBezTo>
                  <a:lnTo>
                    <a:pt x="15765" y="14537"/>
                  </a:lnTo>
                  <a:lnTo>
                    <a:pt x="24161" y="18121"/>
                  </a:lnTo>
                  <a:cubicBezTo>
                    <a:pt x="24265" y="18169"/>
                    <a:pt x="24380" y="18192"/>
                    <a:pt x="24493" y="18192"/>
                  </a:cubicBezTo>
                  <a:cubicBezTo>
                    <a:pt x="24734" y="18192"/>
                    <a:pt x="24969" y="18091"/>
                    <a:pt x="25088" y="17920"/>
                  </a:cubicBezTo>
                  <a:cubicBezTo>
                    <a:pt x="25288" y="17645"/>
                    <a:pt x="25188" y="17319"/>
                    <a:pt x="24887" y="17144"/>
                  </a:cubicBezTo>
                  <a:lnTo>
                    <a:pt x="15790" y="12181"/>
                  </a:lnTo>
                  <a:lnTo>
                    <a:pt x="24411" y="15966"/>
                  </a:lnTo>
                  <a:cubicBezTo>
                    <a:pt x="24513" y="16005"/>
                    <a:pt x="24622" y="16024"/>
                    <a:pt x="24730" y="16024"/>
                  </a:cubicBezTo>
                  <a:cubicBezTo>
                    <a:pt x="24968" y="16024"/>
                    <a:pt x="25201" y="15930"/>
                    <a:pt x="25339" y="15740"/>
                  </a:cubicBezTo>
                  <a:cubicBezTo>
                    <a:pt x="25539" y="15489"/>
                    <a:pt x="25439" y="15164"/>
                    <a:pt x="25138" y="14988"/>
                  </a:cubicBezTo>
                  <a:lnTo>
                    <a:pt x="16266" y="10101"/>
                  </a:lnTo>
                  <a:lnTo>
                    <a:pt x="16266" y="10101"/>
                  </a:lnTo>
                  <a:lnTo>
                    <a:pt x="23960" y="13484"/>
                  </a:lnTo>
                  <a:cubicBezTo>
                    <a:pt x="24065" y="13533"/>
                    <a:pt x="24179" y="13555"/>
                    <a:pt x="24293" y="13555"/>
                  </a:cubicBezTo>
                  <a:cubicBezTo>
                    <a:pt x="24533" y="13555"/>
                    <a:pt x="24768" y="13454"/>
                    <a:pt x="24887" y="13284"/>
                  </a:cubicBezTo>
                  <a:cubicBezTo>
                    <a:pt x="25088" y="13033"/>
                    <a:pt x="24988" y="12682"/>
                    <a:pt x="24687" y="12507"/>
                  </a:cubicBezTo>
                  <a:lnTo>
                    <a:pt x="14161" y="6943"/>
                  </a:lnTo>
                  <a:lnTo>
                    <a:pt x="14161" y="6943"/>
                  </a:lnTo>
                  <a:cubicBezTo>
                    <a:pt x="16065" y="7670"/>
                    <a:pt x="18321" y="8547"/>
                    <a:pt x="21053" y="9600"/>
                  </a:cubicBezTo>
                  <a:cubicBezTo>
                    <a:pt x="22456" y="10126"/>
                    <a:pt x="23384" y="10502"/>
                    <a:pt x="23459" y="10527"/>
                  </a:cubicBezTo>
                  <a:cubicBezTo>
                    <a:pt x="23552" y="10563"/>
                    <a:pt x="23654" y="10580"/>
                    <a:pt x="23756" y="10580"/>
                  </a:cubicBezTo>
                  <a:cubicBezTo>
                    <a:pt x="24009" y="10580"/>
                    <a:pt x="24261" y="10473"/>
                    <a:pt x="24386" y="10276"/>
                  </a:cubicBezTo>
                  <a:cubicBezTo>
                    <a:pt x="24612" y="9950"/>
                    <a:pt x="24512" y="9750"/>
                    <a:pt x="24085" y="9524"/>
                  </a:cubicBezTo>
                  <a:lnTo>
                    <a:pt x="24085" y="9499"/>
                  </a:lnTo>
                  <a:cubicBezTo>
                    <a:pt x="24085" y="9499"/>
                    <a:pt x="24060" y="9499"/>
                    <a:pt x="24010" y="9474"/>
                  </a:cubicBezTo>
                  <a:cubicBezTo>
                    <a:pt x="23835" y="9374"/>
                    <a:pt x="23634" y="9274"/>
                    <a:pt x="23359" y="9148"/>
                  </a:cubicBezTo>
                  <a:lnTo>
                    <a:pt x="21329" y="8171"/>
                  </a:lnTo>
                  <a:cubicBezTo>
                    <a:pt x="19674" y="7369"/>
                    <a:pt x="17419" y="6291"/>
                    <a:pt x="15188" y="5214"/>
                  </a:cubicBezTo>
                  <a:lnTo>
                    <a:pt x="14161" y="4712"/>
                  </a:lnTo>
                  <a:lnTo>
                    <a:pt x="14161" y="4712"/>
                  </a:lnTo>
                  <a:lnTo>
                    <a:pt x="22958" y="7469"/>
                  </a:lnTo>
                  <a:cubicBezTo>
                    <a:pt x="23040" y="7495"/>
                    <a:pt x="23128" y="7507"/>
                    <a:pt x="23215" y="7507"/>
                  </a:cubicBezTo>
                  <a:cubicBezTo>
                    <a:pt x="23471" y="7507"/>
                    <a:pt x="23723" y="7399"/>
                    <a:pt x="23835" y="7194"/>
                  </a:cubicBezTo>
                  <a:cubicBezTo>
                    <a:pt x="24010" y="6918"/>
                    <a:pt x="23885" y="6617"/>
                    <a:pt x="23584" y="6467"/>
                  </a:cubicBezTo>
                  <a:lnTo>
                    <a:pt x="19198" y="4537"/>
                  </a:lnTo>
                  <a:lnTo>
                    <a:pt x="19198" y="4537"/>
                  </a:lnTo>
                  <a:lnTo>
                    <a:pt x="22105" y="5264"/>
                  </a:lnTo>
                  <a:cubicBezTo>
                    <a:pt x="22190" y="5290"/>
                    <a:pt x="22276" y="5302"/>
                    <a:pt x="22360" y="5302"/>
                  </a:cubicBezTo>
                  <a:cubicBezTo>
                    <a:pt x="22601" y="5302"/>
                    <a:pt x="22828" y="5199"/>
                    <a:pt x="22958" y="5013"/>
                  </a:cubicBezTo>
                  <a:cubicBezTo>
                    <a:pt x="23133" y="4762"/>
                    <a:pt x="23033" y="4462"/>
                    <a:pt x="22757" y="4286"/>
                  </a:cubicBezTo>
                  <a:lnTo>
                    <a:pt x="20376" y="2908"/>
                  </a:lnTo>
                  <a:lnTo>
                    <a:pt x="20376" y="2908"/>
                  </a:lnTo>
                  <a:lnTo>
                    <a:pt x="21880" y="3234"/>
                  </a:lnTo>
                  <a:cubicBezTo>
                    <a:pt x="21944" y="3248"/>
                    <a:pt x="22008" y="3256"/>
                    <a:pt x="22071" y="3256"/>
                  </a:cubicBezTo>
                  <a:cubicBezTo>
                    <a:pt x="22327" y="3256"/>
                    <a:pt x="22561" y="3139"/>
                    <a:pt x="22682" y="2958"/>
                  </a:cubicBezTo>
                  <a:cubicBezTo>
                    <a:pt x="22857" y="2707"/>
                    <a:pt x="22782" y="2432"/>
                    <a:pt x="22532" y="2256"/>
                  </a:cubicBezTo>
                  <a:lnTo>
                    <a:pt x="21128" y="1279"/>
                  </a:lnTo>
                  <a:cubicBezTo>
                    <a:pt x="21329" y="1204"/>
                    <a:pt x="21504" y="1053"/>
                    <a:pt x="21529" y="853"/>
                  </a:cubicBezTo>
                  <a:cubicBezTo>
                    <a:pt x="21579" y="527"/>
                    <a:pt x="21329" y="251"/>
                    <a:pt x="20928" y="201"/>
                  </a:cubicBezTo>
                  <a:lnTo>
                    <a:pt x="1884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44"/>
            <p:cNvSpPr/>
            <p:nvPr/>
          </p:nvSpPr>
          <p:spPr>
            <a:xfrm>
              <a:off x="4825975" y="2103200"/>
              <a:ext cx="1040125" cy="1014125"/>
            </a:xfrm>
            <a:custGeom>
              <a:avLst/>
              <a:gdLst/>
              <a:ahLst/>
              <a:cxnLst/>
              <a:rect l="l" t="t" r="r" b="b"/>
              <a:pathLst>
                <a:path w="41605" h="40565" extrusionOk="0">
                  <a:moveTo>
                    <a:pt x="20935" y="555"/>
                  </a:moveTo>
                  <a:cubicBezTo>
                    <a:pt x="26465" y="555"/>
                    <a:pt x="31397" y="4658"/>
                    <a:pt x="32131" y="10260"/>
                  </a:cubicBezTo>
                  <a:cubicBezTo>
                    <a:pt x="32958" y="16450"/>
                    <a:pt x="29023" y="22390"/>
                    <a:pt x="22958" y="24019"/>
                  </a:cubicBezTo>
                  <a:cubicBezTo>
                    <a:pt x="21930" y="24320"/>
                    <a:pt x="20878" y="24420"/>
                    <a:pt x="19775" y="24470"/>
                  </a:cubicBezTo>
                  <a:cubicBezTo>
                    <a:pt x="17619" y="24420"/>
                    <a:pt x="15589" y="23869"/>
                    <a:pt x="13685" y="22691"/>
                  </a:cubicBezTo>
                  <a:cubicBezTo>
                    <a:pt x="9073" y="19909"/>
                    <a:pt x="6893" y="13593"/>
                    <a:pt x="9599" y="7854"/>
                  </a:cubicBezTo>
                  <a:cubicBezTo>
                    <a:pt x="11454" y="3969"/>
                    <a:pt x="14562" y="1588"/>
                    <a:pt x="18797" y="761"/>
                  </a:cubicBezTo>
                  <a:cubicBezTo>
                    <a:pt x="19515" y="622"/>
                    <a:pt x="20230" y="555"/>
                    <a:pt x="20935" y="555"/>
                  </a:cubicBezTo>
                  <a:close/>
                  <a:moveTo>
                    <a:pt x="40853" y="25498"/>
                  </a:moveTo>
                  <a:cubicBezTo>
                    <a:pt x="40878" y="25548"/>
                    <a:pt x="40878" y="25573"/>
                    <a:pt x="40903" y="25623"/>
                  </a:cubicBezTo>
                  <a:cubicBezTo>
                    <a:pt x="40677" y="25849"/>
                    <a:pt x="40402" y="25874"/>
                    <a:pt x="40126" y="25874"/>
                  </a:cubicBezTo>
                  <a:cubicBezTo>
                    <a:pt x="40101" y="25824"/>
                    <a:pt x="40101" y="25773"/>
                    <a:pt x="40076" y="25723"/>
                  </a:cubicBezTo>
                  <a:cubicBezTo>
                    <a:pt x="40351" y="25648"/>
                    <a:pt x="40602" y="25573"/>
                    <a:pt x="40853" y="25498"/>
                  </a:cubicBezTo>
                  <a:close/>
                  <a:moveTo>
                    <a:pt x="1830" y="26801"/>
                  </a:moveTo>
                  <a:lnTo>
                    <a:pt x="1830" y="26801"/>
                  </a:lnTo>
                  <a:cubicBezTo>
                    <a:pt x="1636" y="26995"/>
                    <a:pt x="1432" y="27095"/>
                    <a:pt x="1225" y="27095"/>
                  </a:cubicBezTo>
                  <a:cubicBezTo>
                    <a:pt x="1110" y="27095"/>
                    <a:pt x="994" y="27064"/>
                    <a:pt x="878" y="27002"/>
                  </a:cubicBezTo>
                  <a:cubicBezTo>
                    <a:pt x="878" y="26951"/>
                    <a:pt x="878" y="26901"/>
                    <a:pt x="878" y="26851"/>
                  </a:cubicBezTo>
                  <a:lnTo>
                    <a:pt x="1830" y="26801"/>
                  </a:lnTo>
                  <a:close/>
                  <a:moveTo>
                    <a:pt x="20950" y="0"/>
                  </a:moveTo>
                  <a:cubicBezTo>
                    <a:pt x="20348" y="0"/>
                    <a:pt x="19738" y="44"/>
                    <a:pt x="19123" y="134"/>
                  </a:cubicBezTo>
                  <a:cubicBezTo>
                    <a:pt x="11855" y="1187"/>
                    <a:pt x="7143" y="7904"/>
                    <a:pt x="7945" y="14470"/>
                  </a:cubicBezTo>
                  <a:cubicBezTo>
                    <a:pt x="8346" y="17804"/>
                    <a:pt x="9850" y="20510"/>
                    <a:pt x="12482" y="22591"/>
                  </a:cubicBezTo>
                  <a:cubicBezTo>
                    <a:pt x="12682" y="22716"/>
                    <a:pt x="12858" y="22866"/>
                    <a:pt x="13058" y="23017"/>
                  </a:cubicBezTo>
                  <a:cubicBezTo>
                    <a:pt x="12607" y="24019"/>
                    <a:pt x="12206" y="24997"/>
                    <a:pt x="11454" y="25799"/>
                  </a:cubicBezTo>
                  <a:cubicBezTo>
                    <a:pt x="9725" y="27678"/>
                    <a:pt x="8045" y="29608"/>
                    <a:pt x="6316" y="31488"/>
                  </a:cubicBezTo>
                  <a:cubicBezTo>
                    <a:pt x="6091" y="31738"/>
                    <a:pt x="5840" y="31964"/>
                    <a:pt x="5539" y="32265"/>
                  </a:cubicBezTo>
                  <a:cubicBezTo>
                    <a:pt x="4637" y="30335"/>
                    <a:pt x="3960" y="28455"/>
                    <a:pt x="3183" y="26601"/>
                  </a:cubicBezTo>
                  <a:cubicBezTo>
                    <a:pt x="2707" y="26475"/>
                    <a:pt x="2231" y="26375"/>
                    <a:pt x="1730" y="26275"/>
                  </a:cubicBezTo>
                  <a:cubicBezTo>
                    <a:pt x="1599" y="26244"/>
                    <a:pt x="1471" y="26230"/>
                    <a:pt x="1345" y="26230"/>
                  </a:cubicBezTo>
                  <a:cubicBezTo>
                    <a:pt x="1058" y="26230"/>
                    <a:pt x="780" y="26303"/>
                    <a:pt x="502" y="26425"/>
                  </a:cubicBezTo>
                  <a:cubicBezTo>
                    <a:pt x="76" y="26626"/>
                    <a:pt x="0" y="27027"/>
                    <a:pt x="351" y="27352"/>
                  </a:cubicBezTo>
                  <a:cubicBezTo>
                    <a:pt x="527" y="27503"/>
                    <a:pt x="777" y="27603"/>
                    <a:pt x="1003" y="27628"/>
                  </a:cubicBezTo>
                  <a:cubicBezTo>
                    <a:pt x="1061" y="27640"/>
                    <a:pt x="1122" y="27645"/>
                    <a:pt x="1185" y="27645"/>
                  </a:cubicBezTo>
                  <a:cubicBezTo>
                    <a:pt x="1392" y="27645"/>
                    <a:pt x="1618" y="27591"/>
                    <a:pt x="1830" y="27553"/>
                  </a:cubicBezTo>
                  <a:cubicBezTo>
                    <a:pt x="2156" y="27478"/>
                    <a:pt x="2482" y="27378"/>
                    <a:pt x="2832" y="27277"/>
                  </a:cubicBezTo>
                  <a:cubicBezTo>
                    <a:pt x="3334" y="28505"/>
                    <a:pt x="3810" y="29708"/>
                    <a:pt x="4286" y="30886"/>
                  </a:cubicBezTo>
                  <a:cubicBezTo>
                    <a:pt x="4487" y="31388"/>
                    <a:pt x="4712" y="31889"/>
                    <a:pt x="4963" y="32365"/>
                  </a:cubicBezTo>
                  <a:cubicBezTo>
                    <a:pt x="5108" y="32670"/>
                    <a:pt x="5270" y="32815"/>
                    <a:pt x="5468" y="32815"/>
                  </a:cubicBezTo>
                  <a:cubicBezTo>
                    <a:pt x="5612" y="32815"/>
                    <a:pt x="5775" y="32738"/>
                    <a:pt x="5965" y="32591"/>
                  </a:cubicBezTo>
                  <a:cubicBezTo>
                    <a:pt x="6291" y="32365"/>
                    <a:pt x="6567" y="32064"/>
                    <a:pt x="6842" y="31763"/>
                  </a:cubicBezTo>
                  <a:cubicBezTo>
                    <a:pt x="8271" y="30159"/>
                    <a:pt x="9700" y="28530"/>
                    <a:pt x="11153" y="26926"/>
                  </a:cubicBezTo>
                  <a:cubicBezTo>
                    <a:pt x="11228" y="26851"/>
                    <a:pt x="11329" y="26776"/>
                    <a:pt x="11529" y="26601"/>
                  </a:cubicBezTo>
                  <a:lnTo>
                    <a:pt x="11529" y="26601"/>
                  </a:lnTo>
                  <a:cubicBezTo>
                    <a:pt x="11329" y="27152"/>
                    <a:pt x="11178" y="27553"/>
                    <a:pt x="11053" y="27979"/>
                  </a:cubicBezTo>
                  <a:cubicBezTo>
                    <a:pt x="10452" y="29984"/>
                    <a:pt x="10000" y="32039"/>
                    <a:pt x="9675" y="34094"/>
                  </a:cubicBezTo>
                  <a:cubicBezTo>
                    <a:pt x="9374" y="35974"/>
                    <a:pt x="9223" y="37854"/>
                    <a:pt x="9299" y="39759"/>
                  </a:cubicBezTo>
                  <a:cubicBezTo>
                    <a:pt x="9299" y="39884"/>
                    <a:pt x="9274" y="40009"/>
                    <a:pt x="9324" y="40109"/>
                  </a:cubicBezTo>
                  <a:cubicBezTo>
                    <a:pt x="9374" y="40210"/>
                    <a:pt x="9499" y="40335"/>
                    <a:pt x="9574" y="40335"/>
                  </a:cubicBezTo>
                  <a:cubicBezTo>
                    <a:pt x="9675" y="40310"/>
                    <a:pt x="9800" y="40210"/>
                    <a:pt x="9850" y="40109"/>
                  </a:cubicBezTo>
                  <a:cubicBezTo>
                    <a:pt x="9900" y="39959"/>
                    <a:pt x="9875" y="39784"/>
                    <a:pt x="9875" y="39633"/>
                  </a:cubicBezTo>
                  <a:cubicBezTo>
                    <a:pt x="9875" y="38881"/>
                    <a:pt x="9825" y="38129"/>
                    <a:pt x="9875" y="37378"/>
                  </a:cubicBezTo>
                  <a:cubicBezTo>
                    <a:pt x="9950" y="36325"/>
                    <a:pt x="10126" y="35272"/>
                    <a:pt x="10251" y="34220"/>
                  </a:cubicBezTo>
                  <a:cubicBezTo>
                    <a:pt x="10652" y="31012"/>
                    <a:pt x="11554" y="27954"/>
                    <a:pt x="12782" y="24971"/>
                  </a:cubicBezTo>
                  <a:cubicBezTo>
                    <a:pt x="13008" y="24420"/>
                    <a:pt x="13284" y="23894"/>
                    <a:pt x="13509" y="23367"/>
                  </a:cubicBezTo>
                  <a:cubicBezTo>
                    <a:pt x="15758" y="24487"/>
                    <a:pt x="17908" y="25029"/>
                    <a:pt x="19969" y="25029"/>
                  </a:cubicBezTo>
                  <a:cubicBezTo>
                    <a:pt x="23306" y="25029"/>
                    <a:pt x="26411" y="23607"/>
                    <a:pt x="29324" y="20911"/>
                  </a:cubicBezTo>
                  <a:cubicBezTo>
                    <a:pt x="30577" y="23217"/>
                    <a:pt x="31454" y="25673"/>
                    <a:pt x="32256" y="28154"/>
                  </a:cubicBezTo>
                  <a:cubicBezTo>
                    <a:pt x="33509" y="31964"/>
                    <a:pt x="33760" y="35849"/>
                    <a:pt x="33384" y="39809"/>
                  </a:cubicBezTo>
                  <a:cubicBezTo>
                    <a:pt x="33359" y="39984"/>
                    <a:pt x="33334" y="40160"/>
                    <a:pt x="33384" y="40335"/>
                  </a:cubicBezTo>
                  <a:cubicBezTo>
                    <a:pt x="33384" y="40435"/>
                    <a:pt x="33509" y="40561"/>
                    <a:pt x="33610" y="40561"/>
                  </a:cubicBezTo>
                  <a:cubicBezTo>
                    <a:pt x="33617" y="40563"/>
                    <a:pt x="33626" y="40564"/>
                    <a:pt x="33635" y="40564"/>
                  </a:cubicBezTo>
                  <a:cubicBezTo>
                    <a:pt x="33710" y="40564"/>
                    <a:pt x="33815" y="40475"/>
                    <a:pt x="33860" y="40385"/>
                  </a:cubicBezTo>
                  <a:cubicBezTo>
                    <a:pt x="33910" y="40335"/>
                    <a:pt x="33935" y="40210"/>
                    <a:pt x="33935" y="40109"/>
                  </a:cubicBezTo>
                  <a:cubicBezTo>
                    <a:pt x="34186" y="37728"/>
                    <a:pt x="34161" y="35373"/>
                    <a:pt x="33910" y="32992"/>
                  </a:cubicBezTo>
                  <a:cubicBezTo>
                    <a:pt x="33685" y="31012"/>
                    <a:pt x="33183" y="29082"/>
                    <a:pt x="32557" y="27177"/>
                  </a:cubicBezTo>
                  <a:cubicBezTo>
                    <a:pt x="32482" y="26976"/>
                    <a:pt x="32432" y="26751"/>
                    <a:pt x="32356" y="26525"/>
                  </a:cubicBezTo>
                  <a:lnTo>
                    <a:pt x="32356" y="26525"/>
                  </a:lnTo>
                  <a:cubicBezTo>
                    <a:pt x="32582" y="26726"/>
                    <a:pt x="32732" y="26951"/>
                    <a:pt x="32883" y="27152"/>
                  </a:cubicBezTo>
                  <a:cubicBezTo>
                    <a:pt x="33885" y="28706"/>
                    <a:pt x="34913" y="30260"/>
                    <a:pt x="35965" y="31789"/>
                  </a:cubicBezTo>
                  <a:cubicBezTo>
                    <a:pt x="36242" y="32197"/>
                    <a:pt x="36478" y="32404"/>
                    <a:pt x="36693" y="32404"/>
                  </a:cubicBezTo>
                  <a:cubicBezTo>
                    <a:pt x="36926" y="32404"/>
                    <a:pt x="37135" y="32159"/>
                    <a:pt x="37344" y="31663"/>
                  </a:cubicBezTo>
                  <a:cubicBezTo>
                    <a:pt x="37795" y="30661"/>
                    <a:pt x="38146" y="29608"/>
                    <a:pt x="38522" y="28581"/>
                  </a:cubicBezTo>
                  <a:cubicBezTo>
                    <a:pt x="38798" y="27879"/>
                    <a:pt x="39023" y="27177"/>
                    <a:pt x="39274" y="26450"/>
                  </a:cubicBezTo>
                  <a:cubicBezTo>
                    <a:pt x="39491" y="26450"/>
                    <a:pt x="39675" y="26472"/>
                    <a:pt x="39855" y="26472"/>
                  </a:cubicBezTo>
                  <a:cubicBezTo>
                    <a:pt x="39945" y="26472"/>
                    <a:pt x="40034" y="26467"/>
                    <a:pt x="40126" y="26450"/>
                  </a:cubicBezTo>
                  <a:cubicBezTo>
                    <a:pt x="40427" y="26400"/>
                    <a:pt x="40752" y="26350"/>
                    <a:pt x="41053" y="26225"/>
                  </a:cubicBezTo>
                  <a:cubicBezTo>
                    <a:pt x="41429" y="26049"/>
                    <a:pt x="41605" y="25673"/>
                    <a:pt x="41479" y="25322"/>
                  </a:cubicBezTo>
                  <a:cubicBezTo>
                    <a:pt x="41382" y="25109"/>
                    <a:pt x="41195" y="24955"/>
                    <a:pt x="40917" y="24955"/>
                  </a:cubicBezTo>
                  <a:cubicBezTo>
                    <a:pt x="40836" y="24955"/>
                    <a:pt x="40748" y="24968"/>
                    <a:pt x="40652" y="24997"/>
                  </a:cubicBezTo>
                  <a:cubicBezTo>
                    <a:pt x="39750" y="25222"/>
                    <a:pt x="38948" y="25573"/>
                    <a:pt x="38622" y="26575"/>
                  </a:cubicBezTo>
                  <a:cubicBezTo>
                    <a:pt x="38146" y="27979"/>
                    <a:pt x="37620" y="29383"/>
                    <a:pt x="37118" y="30786"/>
                  </a:cubicBezTo>
                  <a:cubicBezTo>
                    <a:pt x="36993" y="31087"/>
                    <a:pt x="36843" y="31388"/>
                    <a:pt x="36667" y="31738"/>
                  </a:cubicBezTo>
                  <a:cubicBezTo>
                    <a:pt x="36492" y="31513"/>
                    <a:pt x="36366" y="31388"/>
                    <a:pt x="36266" y="31237"/>
                  </a:cubicBezTo>
                  <a:cubicBezTo>
                    <a:pt x="35539" y="30159"/>
                    <a:pt x="34813" y="29082"/>
                    <a:pt x="34086" y="28004"/>
                  </a:cubicBezTo>
                  <a:cubicBezTo>
                    <a:pt x="33334" y="26901"/>
                    <a:pt x="32607" y="25824"/>
                    <a:pt x="31880" y="24746"/>
                  </a:cubicBezTo>
                  <a:cubicBezTo>
                    <a:pt x="31605" y="24320"/>
                    <a:pt x="31379" y="23869"/>
                    <a:pt x="31153" y="23418"/>
                  </a:cubicBezTo>
                  <a:cubicBezTo>
                    <a:pt x="30752" y="22666"/>
                    <a:pt x="30401" y="21864"/>
                    <a:pt x="30000" y="21112"/>
                  </a:cubicBezTo>
                  <a:cubicBezTo>
                    <a:pt x="29900" y="20911"/>
                    <a:pt x="29750" y="20761"/>
                    <a:pt x="29574" y="20535"/>
                  </a:cubicBezTo>
                  <a:cubicBezTo>
                    <a:pt x="29775" y="20310"/>
                    <a:pt x="29975" y="20059"/>
                    <a:pt x="30151" y="19809"/>
                  </a:cubicBezTo>
                  <a:cubicBezTo>
                    <a:pt x="32432" y="16701"/>
                    <a:pt x="33334" y="13267"/>
                    <a:pt x="32557" y="9483"/>
                  </a:cubicBezTo>
                  <a:cubicBezTo>
                    <a:pt x="31403" y="3782"/>
                    <a:pt x="26533" y="0"/>
                    <a:pt x="209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2120;p44"/>
            <p:cNvSpPr/>
            <p:nvPr/>
          </p:nvSpPr>
          <p:spPr>
            <a:xfrm>
              <a:off x="5787125" y="2204100"/>
              <a:ext cx="215575" cy="346150"/>
            </a:xfrm>
            <a:custGeom>
              <a:avLst/>
              <a:gdLst/>
              <a:ahLst/>
              <a:cxnLst/>
              <a:rect l="l" t="t" r="r" b="b"/>
              <a:pathLst>
                <a:path w="8623" h="13846" extrusionOk="0">
                  <a:moveTo>
                    <a:pt x="3179" y="552"/>
                  </a:moveTo>
                  <a:cubicBezTo>
                    <a:pt x="3825" y="552"/>
                    <a:pt x="4450" y="658"/>
                    <a:pt x="5063" y="885"/>
                  </a:cubicBezTo>
                  <a:cubicBezTo>
                    <a:pt x="7043" y="1587"/>
                    <a:pt x="7920" y="3642"/>
                    <a:pt x="7118" y="5547"/>
                  </a:cubicBezTo>
                  <a:cubicBezTo>
                    <a:pt x="6717" y="6474"/>
                    <a:pt x="6091" y="7201"/>
                    <a:pt x="5289" y="7778"/>
                  </a:cubicBezTo>
                  <a:cubicBezTo>
                    <a:pt x="4888" y="8078"/>
                    <a:pt x="4487" y="8379"/>
                    <a:pt x="4036" y="8605"/>
                  </a:cubicBezTo>
                  <a:cubicBezTo>
                    <a:pt x="3434" y="8930"/>
                    <a:pt x="3184" y="9432"/>
                    <a:pt x="3108" y="10058"/>
                  </a:cubicBezTo>
                  <a:cubicBezTo>
                    <a:pt x="3033" y="10960"/>
                    <a:pt x="2983" y="11863"/>
                    <a:pt x="2933" y="12765"/>
                  </a:cubicBezTo>
                  <a:cubicBezTo>
                    <a:pt x="2908" y="12915"/>
                    <a:pt x="2933" y="13041"/>
                    <a:pt x="2933" y="13266"/>
                  </a:cubicBezTo>
                  <a:cubicBezTo>
                    <a:pt x="2632" y="13266"/>
                    <a:pt x="2432" y="13291"/>
                    <a:pt x="2131" y="13291"/>
                  </a:cubicBezTo>
                  <a:cubicBezTo>
                    <a:pt x="2131" y="13041"/>
                    <a:pt x="2106" y="12815"/>
                    <a:pt x="2131" y="12615"/>
                  </a:cubicBezTo>
                  <a:cubicBezTo>
                    <a:pt x="2206" y="11612"/>
                    <a:pt x="2306" y="10635"/>
                    <a:pt x="2407" y="9657"/>
                  </a:cubicBezTo>
                  <a:cubicBezTo>
                    <a:pt x="2482" y="8880"/>
                    <a:pt x="2808" y="8254"/>
                    <a:pt x="3484" y="7803"/>
                  </a:cubicBezTo>
                  <a:cubicBezTo>
                    <a:pt x="4011" y="7452"/>
                    <a:pt x="4512" y="7076"/>
                    <a:pt x="5038" y="6725"/>
                  </a:cubicBezTo>
                  <a:cubicBezTo>
                    <a:pt x="5540" y="6374"/>
                    <a:pt x="5890" y="5898"/>
                    <a:pt x="6141" y="5321"/>
                  </a:cubicBezTo>
                  <a:cubicBezTo>
                    <a:pt x="6692" y="4018"/>
                    <a:pt x="6316" y="2765"/>
                    <a:pt x="5139" y="1938"/>
                  </a:cubicBezTo>
                  <a:cubicBezTo>
                    <a:pt x="4461" y="1470"/>
                    <a:pt x="3752" y="1293"/>
                    <a:pt x="3019" y="1293"/>
                  </a:cubicBezTo>
                  <a:cubicBezTo>
                    <a:pt x="2613" y="1293"/>
                    <a:pt x="2200" y="1347"/>
                    <a:pt x="1780" y="1437"/>
                  </a:cubicBezTo>
                  <a:cubicBezTo>
                    <a:pt x="1479" y="1487"/>
                    <a:pt x="1179" y="1562"/>
                    <a:pt x="828" y="1637"/>
                  </a:cubicBezTo>
                  <a:cubicBezTo>
                    <a:pt x="778" y="1437"/>
                    <a:pt x="702" y="1261"/>
                    <a:pt x="627" y="1086"/>
                  </a:cubicBezTo>
                  <a:cubicBezTo>
                    <a:pt x="1179" y="735"/>
                    <a:pt x="1755" y="685"/>
                    <a:pt x="2331" y="610"/>
                  </a:cubicBezTo>
                  <a:cubicBezTo>
                    <a:pt x="2618" y="572"/>
                    <a:pt x="2901" y="552"/>
                    <a:pt x="3179" y="552"/>
                  </a:cubicBezTo>
                  <a:close/>
                  <a:moveTo>
                    <a:pt x="3202" y="0"/>
                  </a:moveTo>
                  <a:cubicBezTo>
                    <a:pt x="2789" y="0"/>
                    <a:pt x="2374" y="38"/>
                    <a:pt x="1956" y="108"/>
                  </a:cubicBezTo>
                  <a:cubicBezTo>
                    <a:pt x="1454" y="209"/>
                    <a:pt x="953" y="359"/>
                    <a:pt x="452" y="559"/>
                  </a:cubicBezTo>
                  <a:cubicBezTo>
                    <a:pt x="51" y="710"/>
                    <a:pt x="1" y="885"/>
                    <a:pt x="151" y="1311"/>
                  </a:cubicBezTo>
                  <a:cubicBezTo>
                    <a:pt x="251" y="1612"/>
                    <a:pt x="377" y="1888"/>
                    <a:pt x="527" y="2264"/>
                  </a:cubicBezTo>
                  <a:cubicBezTo>
                    <a:pt x="803" y="2214"/>
                    <a:pt x="978" y="2138"/>
                    <a:pt x="1179" y="2113"/>
                  </a:cubicBezTo>
                  <a:cubicBezTo>
                    <a:pt x="1830" y="2013"/>
                    <a:pt x="2482" y="1888"/>
                    <a:pt x="3159" y="1863"/>
                  </a:cubicBezTo>
                  <a:cubicBezTo>
                    <a:pt x="3183" y="1862"/>
                    <a:pt x="3207" y="1862"/>
                    <a:pt x="3232" y="1862"/>
                  </a:cubicBezTo>
                  <a:cubicBezTo>
                    <a:pt x="4078" y="1862"/>
                    <a:pt x="4804" y="2283"/>
                    <a:pt x="5364" y="2940"/>
                  </a:cubicBezTo>
                  <a:cubicBezTo>
                    <a:pt x="5665" y="3266"/>
                    <a:pt x="5815" y="3642"/>
                    <a:pt x="5790" y="4093"/>
                  </a:cubicBezTo>
                  <a:cubicBezTo>
                    <a:pt x="5790" y="4996"/>
                    <a:pt x="5414" y="5722"/>
                    <a:pt x="4687" y="6274"/>
                  </a:cubicBezTo>
                  <a:cubicBezTo>
                    <a:pt x="4136" y="6675"/>
                    <a:pt x="3535" y="7076"/>
                    <a:pt x="2958" y="7477"/>
                  </a:cubicBezTo>
                  <a:cubicBezTo>
                    <a:pt x="2357" y="7928"/>
                    <a:pt x="2006" y="8504"/>
                    <a:pt x="1905" y="9256"/>
                  </a:cubicBezTo>
                  <a:cubicBezTo>
                    <a:pt x="1780" y="10234"/>
                    <a:pt x="1680" y="11211"/>
                    <a:pt x="1580" y="12189"/>
                  </a:cubicBezTo>
                  <a:cubicBezTo>
                    <a:pt x="1529" y="12615"/>
                    <a:pt x="1555" y="13041"/>
                    <a:pt x="1555" y="13442"/>
                  </a:cubicBezTo>
                  <a:cubicBezTo>
                    <a:pt x="1531" y="13697"/>
                    <a:pt x="1637" y="13845"/>
                    <a:pt x="1893" y="13845"/>
                  </a:cubicBezTo>
                  <a:cubicBezTo>
                    <a:pt x="1913" y="13845"/>
                    <a:pt x="1934" y="13845"/>
                    <a:pt x="1956" y="13843"/>
                  </a:cubicBezTo>
                  <a:cubicBezTo>
                    <a:pt x="2256" y="13818"/>
                    <a:pt x="2582" y="13818"/>
                    <a:pt x="2908" y="13818"/>
                  </a:cubicBezTo>
                  <a:cubicBezTo>
                    <a:pt x="3334" y="13793"/>
                    <a:pt x="3434" y="13692"/>
                    <a:pt x="3484" y="13291"/>
                  </a:cubicBezTo>
                  <a:cubicBezTo>
                    <a:pt x="3509" y="13116"/>
                    <a:pt x="3484" y="12966"/>
                    <a:pt x="3484" y="12790"/>
                  </a:cubicBezTo>
                  <a:cubicBezTo>
                    <a:pt x="3535" y="11963"/>
                    <a:pt x="3585" y="11111"/>
                    <a:pt x="3610" y="10259"/>
                  </a:cubicBezTo>
                  <a:cubicBezTo>
                    <a:pt x="3635" y="9757"/>
                    <a:pt x="3835" y="9356"/>
                    <a:pt x="4337" y="9106"/>
                  </a:cubicBezTo>
                  <a:cubicBezTo>
                    <a:pt x="4788" y="8880"/>
                    <a:pt x="5189" y="8580"/>
                    <a:pt x="5590" y="8279"/>
                  </a:cubicBezTo>
                  <a:cubicBezTo>
                    <a:pt x="6492" y="7652"/>
                    <a:pt x="7169" y="6850"/>
                    <a:pt x="7620" y="5848"/>
                  </a:cubicBezTo>
                  <a:cubicBezTo>
                    <a:pt x="8622" y="3517"/>
                    <a:pt x="7494" y="1036"/>
                    <a:pt x="5063" y="284"/>
                  </a:cubicBezTo>
                  <a:cubicBezTo>
                    <a:pt x="4445" y="88"/>
                    <a:pt x="3826" y="0"/>
                    <a:pt x="32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2121;p44"/>
            <p:cNvSpPr/>
            <p:nvPr/>
          </p:nvSpPr>
          <p:spPr>
            <a:xfrm>
              <a:off x="4689375" y="2317675"/>
              <a:ext cx="224350" cy="340425"/>
            </a:xfrm>
            <a:custGeom>
              <a:avLst/>
              <a:gdLst/>
              <a:ahLst/>
              <a:cxnLst/>
              <a:rect l="l" t="t" r="r" b="b"/>
              <a:pathLst>
                <a:path w="8974" h="13617" extrusionOk="0">
                  <a:moveTo>
                    <a:pt x="7545" y="553"/>
                  </a:moveTo>
                  <a:cubicBezTo>
                    <a:pt x="7795" y="603"/>
                    <a:pt x="8021" y="628"/>
                    <a:pt x="8296" y="678"/>
                  </a:cubicBezTo>
                  <a:cubicBezTo>
                    <a:pt x="8246" y="904"/>
                    <a:pt x="8246" y="1104"/>
                    <a:pt x="8196" y="1280"/>
                  </a:cubicBezTo>
                  <a:cubicBezTo>
                    <a:pt x="7895" y="2282"/>
                    <a:pt x="7595" y="3285"/>
                    <a:pt x="7294" y="4287"/>
                  </a:cubicBezTo>
                  <a:cubicBezTo>
                    <a:pt x="7068" y="4989"/>
                    <a:pt x="6642" y="5490"/>
                    <a:pt x="5966" y="5766"/>
                  </a:cubicBezTo>
                  <a:cubicBezTo>
                    <a:pt x="5364" y="6042"/>
                    <a:pt x="4738" y="6292"/>
                    <a:pt x="4136" y="6568"/>
                  </a:cubicBezTo>
                  <a:cubicBezTo>
                    <a:pt x="3184" y="7019"/>
                    <a:pt x="2607" y="7771"/>
                    <a:pt x="2357" y="8798"/>
                  </a:cubicBezTo>
                  <a:cubicBezTo>
                    <a:pt x="2231" y="9400"/>
                    <a:pt x="2306" y="9976"/>
                    <a:pt x="2607" y="10503"/>
                  </a:cubicBezTo>
                  <a:cubicBezTo>
                    <a:pt x="3209" y="11530"/>
                    <a:pt x="4086" y="12132"/>
                    <a:pt x="5264" y="12282"/>
                  </a:cubicBezTo>
                  <a:cubicBezTo>
                    <a:pt x="5765" y="12357"/>
                    <a:pt x="6266" y="12332"/>
                    <a:pt x="6768" y="12357"/>
                  </a:cubicBezTo>
                  <a:lnTo>
                    <a:pt x="7294" y="12357"/>
                  </a:lnTo>
                  <a:cubicBezTo>
                    <a:pt x="7344" y="12558"/>
                    <a:pt x="7369" y="12733"/>
                    <a:pt x="7394" y="12959"/>
                  </a:cubicBezTo>
                  <a:cubicBezTo>
                    <a:pt x="7194" y="13009"/>
                    <a:pt x="7043" y="13059"/>
                    <a:pt x="6893" y="13084"/>
                  </a:cubicBezTo>
                  <a:cubicBezTo>
                    <a:pt x="6656" y="13106"/>
                    <a:pt x="6420" y="13117"/>
                    <a:pt x="6186" y="13117"/>
                  </a:cubicBezTo>
                  <a:cubicBezTo>
                    <a:pt x="5061" y="13117"/>
                    <a:pt x="3979" y="12859"/>
                    <a:pt x="2983" y="12257"/>
                  </a:cubicBezTo>
                  <a:cubicBezTo>
                    <a:pt x="1204" y="11179"/>
                    <a:pt x="753" y="8999"/>
                    <a:pt x="1930" y="7295"/>
                  </a:cubicBezTo>
                  <a:cubicBezTo>
                    <a:pt x="2482" y="6468"/>
                    <a:pt x="3234" y="5866"/>
                    <a:pt x="4136" y="5465"/>
                  </a:cubicBezTo>
                  <a:cubicBezTo>
                    <a:pt x="4612" y="5240"/>
                    <a:pt x="5113" y="5014"/>
                    <a:pt x="5640" y="4864"/>
                  </a:cubicBezTo>
                  <a:cubicBezTo>
                    <a:pt x="6141" y="4713"/>
                    <a:pt x="6442" y="4362"/>
                    <a:pt x="6592" y="3936"/>
                  </a:cubicBezTo>
                  <a:cubicBezTo>
                    <a:pt x="6818" y="3385"/>
                    <a:pt x="6968" y="2834"/>
                    <a:pt x="7144" y="2257"/>
                  </a:cubicBezTo>
                  <a:cubicBezTo>
                    <a:pt x="7269" y="1731"/>
                    <a:pt x="7394" y="1179"/>
                    <a:pt x="7545" y="553"/>
                  </a:cubicBezTo>
                  <a:close/>
                  <a:moveTo>
                    <a:pt x="7403" y="1"/>
                  </a:moveTo>
                  <a:cubicBezTo>
                    <a:pt x="7163" y="1"/>
                    <a:pt x="7066" y="115"/>
                    <a:pt x="6968" y="427"/>
                  </a:cubicBezTo>
                  <a:cubicBezTo>
                    <a:pt x="6918" y="578"/>
                    <a:pt x="6918" y="703"/>
                    <a:pt x="6893" y="854"/>
                  </a:cubicBezTo>
                  <a:cubicBezTo>
                    <a:pt x="6642" y="1731"/>
                    <a:pt x="6417" y="2633"/>
                    <a:pt x="6191" y="3535"/>
                  </a:cubicBezTo>
                  <a:cubicBezTo>
                    <a:pt x="6091" y="3936"/>
                    <a:pt x="5840" y="4187"/>
                    <a:pt x="5439" y="4312"/>
                  </a:cubicBezTo>
                  <a:cubicBezTo>
                    <a:pt x="4913" y="4488"/>
                    <a:pt x="4412" y="4688"/>
                    <a:pt x="3910" y="4914"/>
                  </a:cubicBezTo>
                  <a:cubicBezTo>
                    <a:pt x="2958" y="5365"/>
                    <a:pt x="2156" y="5991"/>
                    <a:pt x="1529" y="6818"/>
                  </a:cubicBezTo>
                  <a:cubicBezTo>
                    <a:pt x="1" y="8949"/>
                    <a:pt x="627" y="11681"/>
                    <a:pt x="2958" y="12909"/>
                  </a:cubicBezTo>
                  <a:cubicBezTo>
                    <a:pt x="3735" y="13310"/>
                    <a:pt x="4562" y="13560"/>
                    <a:pt x="5439" y="13611"/>
                  </a:cubicBezTo>
                  <a:cubicBezTo>
                    <a:pt x="5555" y="13615"/>
                    <a:pt x="5671" y="13617"/>
                    <a:pt x="5788" y="13617"/>
                  </a:cubicBezTo>
                  <a:cubicBezTo>
                    <a:pt x="6348" y="13617"/>
                    <a:pt x="6909" y="13568"/>
                    <a:pt x="7469" y="13485"/>
                  </a:cubicBezTo>
                  <a:cubicBezTo>
                    <a:pt x="7920" y="13435"/>
                    <a:pt x="7996" y="13260"/>
                    <a:pt x="7920" y="12808"/>
                  </a:cubicBezTo>
                  <a:cubicBezTo>
                    <a:pt x="7870" y="12508"/>
                    <a:pt x="7795" y="12182"/>
                    <a:pt x="7720" y="11806"/>
                  </a:cubicBezTo>
                  <a:cubicBezTo>
                    <a:pt x="7269" y="11806"/>
                    <a:pt x="6851" y="11817"/>
                    <a:pt x="6445" y="11817"/>
                  </a:cubicBezTo>
                  <a:cubicBezTo>
                    <a:pt x="6241" y="11817"/>
                    <a:pt x="6041" y="11814"/>
                    <a:pt x="5840" y="11806"/>
                  </a:cubicBezTo>
                  <a:cubicBezTo>
                    <a:pt x="5063" y="11781"/>
                    <a:pt x="4362" y="11555"/>
                    <a:pt x="3785" y="11029"/>
                  </a:cubicBezTo>
                  <a:cubicBezTo>
                    <a:pt x="2507" y="9926"/>
                    <a:pt x="2607" y="8247"/>
                    <a:pt x="4011" y="7295"/>
                  </a:cubicBezTo>
                  <a:cubicBezTo>
                    <a:pt x="4236" y="7144"/>
                    <a:pt x="4487" y="7044"/>
                    <a:pt x="4712" y="6944"/>
                  </a:cubicBezTo>
                  <a:cubicBezTo>
                    <a:pt x="5139" y="6743"/>
                    <a:pt x="5565" y="6568"/>
                    <a:pt x="5991" y="6392"/>
                  </a:cubicBezTo>
                  <a:cubicBezTo>
                    <a:pt x="6993" y="6016"/>
                    <a:pt x="7595" y="5290"/>
                    <a:pt x="7895" y="4287"/>
                  </a:cubicBezTo>
                  <a:cubicBezTo>
                    <a:pt x="8121" y="3485"/>
                    <a:pt x="8397" y="2708"/>
                    <a:pt x="8622" y="1906"/>
                  </a:cubicBezTo>
                  <a:cubicBezTo>
                    <a:pt x="8748" y="1505"/>
                    <a:pt x="8848" y="1104"/>
                    <a:pt x="8923" y="678"/>
                  </a:cubicBezTo>
                  <a:cubicBezTo>
                    <a:pt x="8973" y="302"/>
                    <a:pt x="8923" y="252"/>
                    <a:pt x="8522" y="177"/>
                  </a:cubicBezTo>
                  <a:cubicBezTo>
                    <a:pt x="8221" y="127"/>
                    <a:pt x="7920" y="77"/>
                    <a:pt x="7645" y="26"/>
                  </a:cubicBezTo>
                  <a:cubicBezTo>
                    <a:pt x="7550" y="10"/>
                    <a:pt x="7471" y="1"/>
                    <a:pt x="74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2" name="Google Shape;2122;p44"/>
            <p:cNvSpPr/>
            <p:nvPr/>
          </p:nvSpPr>
          <p:spPr>
            <a:xfrm>
              <a:off x="4866700" y="2216825"/>
              <a:ext cx="73950" cy="72100"/>
            </a:xfrm>
            <a:custGeom>
              <a:avLst/>
              <a:gdLst/>
              <a:ahLst/>
              <a:cxnLst/>
              <a:rect l="l" t="t" r="r" b="b"/>
              <a:pathLst>
                <a:path w="2958" h="2884" extrusionOk="0">
                  <a:moveTo>
                    <a:pt x="1529" y="577"/>
                  </a:moveTo>
                  <a:cubicBezTo>
                    <a:pt x="2005" y="602"/>
                    <a:pt x="2381" y="953"/>
                    <a:pt x="2356" y="1429"/>
                  </a:cubicBezTo>
                  <a:cubicBezTo>
                    <a:pt x="2356" y="1905"/>
                    <a:pt x="1930" y="2306"/>
                    <a:pt x="1454" y="2306"/>
                  </a:cubicBezTo>
                  <a:cubicBezTo>
                    <a:pt x="978" y="2306"/>
                    <a:pt x="602" y="1930"/>
                    <a:pt x="577" y="1479"/>
                  </a:cubicBezTo>
                  <a:cubicBezTo>
                    <a:pt x="577" y="1003"/>
                    <a:pt x="1003" y="577"/>
                    <a:pt x="1529" y="577"/>
                  </a:cubicBezTo>
                  <a:close/>
                  <a:moveTo>
                    <a:pt x="1454" y="0"/>
                  </a:moveTo>
                  <a:cubicBezTo>
                    <a:pt x="652" y="25"/>
                    <a:pt x="25" y="677"/>
                    <a:pt x="25" y="1479"/>
                  </a:cubicBezTo>
                  <a:cubicBezTo>
                    <a:pt x="0" y="2256"/>
                    <a:pt x="627" y="2883"/>
                    <a:pt x="1429" y="2883"/>
                  </a:cubicBezTo>
                  <a:cubicBezTo>
                    <a:pt x="1444" y="2883"/>
                    <a:pt x="1459" y="2883"/>
                    <a:pt x="1473" y="2883"/>
                  </a:cubicBezTo>
                  <a:cubicBezTo>
                    <a:pt x="2281" y="2883"/>
                    <a:pt x="2958" y="2216"/>
                    <a:pt x="2958" y="1429"/>
                  </a:cubicBezTo>
                  <a:cubicBezTo>
                    <a:pt x="2933" y="602"/>
                    <a:pt x="2281" y="0"/>
                    <a:pt x="14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2123;p44"/>
            <p:cNvSpPr/>
            <p:nvPr/>
          </p:nvSpPr>
          <p:spPr>
            <a:xfrm>
              <a:off x="5812825" y="2582100"/>
              <a:ext cx="73950" cy="71475"/>
            </a:xfrm>
            <a:custGeom>
              <a:avLst/>
              <a:gdLst/>
              <a:ahLst/>
              <a:cxnLst/>
              <a:rect l="l" t="t" r="r" b="b"/>
              <a:pathLst>
                <a:path w="2958" h="2859" extrusionOk="0">
                  <a:moveTo>
                    <a:pt x="1514" y="551"/>
                  </a:moveTo>
                  <a:cubicBezTo>
                    <a:pt x="1527" y="551"/>
                    <a:pt x="1541" y="552"/>
                    <a:pt x="1554" y="552"/>
                  </a:cubicBezTo>
                  <a:cubicBezTo>
                    <a:pt x="2005" y="577"/>
                    <a:pt x="2381" y="953"/>
                    <a:pt x="2356" y="1429"/>
                  </a:cubicBezTo>
                  <a:cubicBezTo>
                    <a:pt x="2332" y="1892"/>
                    <a:pt x="1929" y="2308"/>
                    <a:pt x="1446" y="2308"/>
                  </a:cubicBezTo>
                  <a:cubicBezTo>
                    <a:pt x="1432" y="2308"/>
                    <a:pt x="1418" y="2307"/>
                    <a:pt x="1404" y="2307"/>
                  </a:cubicBezTo>
                  <a:cubicBezTo>
                    <a:pt x="953" y="2282"/>
                    <a:pt x="577" y="1881"/>
                    <a:pt x="577" y="1429"/>
                  </a:cubicBezTo>
                  <a:cubicBezTo>
                    <a:pt x="601" y="967"/>
                    <a:pt x="1051" y="551"/>
                    <a:pt x="1514" y="551"/>
                  </a:cubicBezTo>
                  <a:close/>
                  <a:moveTo>
                    <a:pt x="1552" y="0"/>
                  </a:moveTo>
                  <a:cubicBezTo>
                    <a:pt x="1536" y="0"/>
                    <a:pt x="1520" y="0"/>
                    <a:pt x="1504" y="1"/>
                  </a:cubicBezTo>
                  <a:cubicBezTo>
                    <a:pt x="652" y="1"/>
                    <a:pt x="0" y="653"/>
                    <a:pt x="25" y="1480"/>
                  </a:cubicBezTo>
                  <a:cubicBezTo>
                    <a:pt x="25" y="2265"/>
                    <a:pt x="627" y="2859"/>
                    <a:pt x="1406" y="2859"/>
                  </a:cubicBezTo>
                  <a:cubicBezTo>
                    <a:pt x="1422" y="2859"/>
                    <a:pt x="1438" y="2859"/>
                    <a:pt x="1454" y="2858"/>
                  </a:cubicBezTo>
                  <a:cubicBezTo>
                    <a:pt x="2281" y="2858"/>
                    <a:pt x="2958" y="2181"/>
                    <a:pt x="2933" y="1354"/>
                  </a:cubicBezTo>
                  <a:cubicBezTo>
                    <a:pt x="2933" y="593"/>
                    <a:pt x="2331" y="0"/>
                    <a:pt x="15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4" name="Google Shape;2124;p44"/>
            <p:cNvSpPr/>
            <p:nvPr/>
          </p:nvSpPr>
          <p:spPr>
            <a:xfrm>
              <a:off x="5279600" y="2450525"/>
              <a:ext cx="132875" cy="75050"/>
            </a:xfrm>
            <a:custGeom>
              <a:avLst/>
              <a:gdLst/>
              <a:ahLst/>
              <a:cxnLst/>
              <a:rect l="l" t="t" r="r" b="b"/>
              <a:pathLst>
                <a:path w="5315" h="3002" extrusionOk="0">
                  <a:moveTo>
                    <a:pt x="1992" y="0"/>
                  </a:moveTo>
                  <a:cubicBezTo>
                    <a:pt x="1972" y="0"/>
                    <a:pt x="1951" y="0"/>
                    <a:pt x="1931" y="1"/>
                  </a:cubicBezTo>
                  <a:cubicBezTo>
                    <a:pt x="1580" y="1"/>
                    <a:pt x="1003" y="176"/>
                    <a:pt x="502" y="527"/>
                  </a:cubicBezTo>
                  <a:cubicBezTo>
                    <a:pt x="302" y="652"/>
                    <a:pt x="1" y="778"/>
                    <a:pt x="201" y="1078"/>
                  </a:cubicBezTo>
                  <a:cubicBezTo>
                    <a:pt x="268" y="1179"/>
                    <a:pt x="338" y="1215"/>
                    <a:pt x="407" y="1215"/>
                  </a:cubicBezTo>
                  <a:cubicBezTo>
                    <a:pt x="547" y="1215"/>
                    <a:pt x="686" y="1070"/>
                    <a:pt x="803" y="1003"/>
                  </a:cubicBezTo>
                  <a:cubicBezTo>
                    <a:pt x="1283" y="714"/>
                    <a:pt x="1779" y="577"/>
                    <a:pt x="2250" y="577"/>
                  </a:cubicBezTo>
                  <a:cubicBezTo>
                    <a:pt x="3328" y="577"/>
                    <a:pt x="4273" y="1294"/>
                    <a:pt x="4587" y="2532"/>
                  </a:cubicBezTo>
                  <a:cubicBezTo>
                    <a:pt x="4631" y="2729"/>
                    <a:pt x="4637" y="3002"/>
                    <a:pt x="4870" y="3002"/>
                  </a:cubicBezTo>
                  <a:cubicBezTo>
                    <a:pt x="4904" y="3002"/>
                    <a:pt x="4943" y="2996"/>
                    <a:pt x="4988" y="2983"/>
                  </a:cubicBezTo>
                  <a:cubicBezTo>
                    <a:pt x="5314" y="2908"/>
                    <a:pt x="5189" y="2582"/>
                    <a:pt x="5139" y="2357"/>
                  </a:cubicBezTo>
                  <a:cubicBezTo>
                    <a:pt x="4866" y="995"/>
                    <a:pt x="3640" y="0"/>
                    <a:pt x="19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44"/>
            <p:cNvSpPr/>
            <p:nvPr/>
          </p:nvSpPr>
          <p:spPr>
            <a:xfrm>
              <a:off x="5215075" y="2371575"/>
              <a:ext cx="33225" cy="36375"/>
            </a:xfrm>
            <a:custGeom>
              <a:avLst/>
              <a:gdLst/>
              <a:ahLst/>
              <a:cxnLst/>
              <a:rect l="l" t="t" r="r" b="b"/>
              <a:pathLst>
                <a:path w="1329" h="1455" extrusionOk="0">
                  <a:moveTo>
                    <a:pt x="652" y="1"/>
                  </a:moveTo>
                  <a:cubicBezTo>
                    <a:pt x="276" y="1"/>
                    <a:pt x="0" y="352"/>
                    <a:pt x="0" y="803"/>
                  </a:cubicBezTo>
                  <a:cubicBezTo>
                    <a:pt x="0" y="1204"/>
                    <a:pt x="251" y="1454"/>
                    <a:pt x="627" y="1454"/>
                  </a:cubicBezTo>
                  <a:cubicBezTo>
                    <a:pt x="1003" y="1429"/>
                    <a:pt x="1329" y="1104"/>
                    <a:pt x="1329" y="703"/>
                  </a:cubicBezTo>
                  <a:cubicBezTo>
                    <a:pt x="1329" y="35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44"/>
            <p:cNvSpPr/>
            <p:nvPr/>
          </p:nvSpPr>
          <p:spPr>
            <a:xfrm>
              <a:off x="5453800" y="2349650"/>
              <a:ext cx="31350" cy="34500"/>
            </a:xfrm>
            <a:custGeom>
              <a:avLst/>
              <a:gdLst/>
              <a:ahLst/>
              <a:cxnLst/>
              <a:rect l="l" t="t" r="r" b="b"/>
              <a:pathLst>
                <a:path w="1254" h="1380" extrusionOk="0">
                  <a:moveTo>
                    <a:pt x="627" y="1"/>
                  </a:moveTo>
                  <a:cubicBezTo>
                    <a:pt x="251" y="1"/>
                    <a:pt x="0" y="351"/>
                    <a:pt x="25" y="803"/>
                  </a:cubicBezTo>
                  <a:cubicBezTo>
                    <a:pt x="25" y="1204"/>
                    <a:pt x="226" y="1379"/>
                    <a:pt x="627" y="1379"/>
                  </a:cubicBezTo>
                  <a:cubicBezTo>
                    <a:pt x="1003" y="1379"/>
                    <a:pt x="1253" y="1078"/>
                    <a:pt x="1253" y="677"/>
                  </a:cubicBezTo>
                  <a:cubicBezTo>
                    <a:pt x="1253" y="276"/>
                    <a:pt x="978" y="1"/>
                    <a:pt x="6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30"/>
        <p:cNvGrpSpPr/>
        <p:nvPr/>
      </p:nvGrpSpPr>
      <p:grpSpPr>
        <a:xfrm>
          <a:off x="0" y="0"/>
          <a:ext cx="0" cy="0"/>
          <a:chOff x="0" y="0"/>
          <a:chExt cx="0" cy="0"/>
        </a:xfrm>
      </p:grpSpPr>
      <p:sp>
        <p:nvSpPr>
          <p:cNvPr id="2131" name="Google Shape;2131;p45"/>
          <p:cNvSpPr/>
          <p:nvPr/>
        </p:nvSpPr>
        <p:spPr>
          <a:xfrm>
            <a:off x="1265719" y="1584325"/>
            <a:ext cx="1106100" cy="13917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45"/>
          <p:cNvSpPr txBox="1">
            <a:spLocks noGrp="1"/>
          </p:cNvSpPr>
          <p:nvPr>
            <p:ph type="title"/>
          </p:nvPr>
        </p:nvSpPr>
        <p:spPr>
          <a:xfrm>
            <a:off x="923119" y="3052225"/>
            <a:ext cx="1791300" cy="590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25%</a:t>
            </a:r>
            <a:endParaRPr/>
          </a:p>
        </p:txBody>
      </p:sp>
      <p:sp>
        <p:nvSpPr>
          <p:cNvPr id="2133" name="Google Shape;2133;p45"/>
          <p:cNvSpPr txBox="1">
            <a:spLocks noGrp="1"/>
          </p:cNvSpPr>
          <p:nvPr>
            <p:ph type="title" idx="3"/>
          </p:nvPr>
        </p:nvSpPr>
        <p:spPr>
          <a:xfrm>
            <a:off x="2835121" y="3052225"/>
            <a:ext cx="1791300" cy="590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50%</a:t>
            </a:r>
            <a:endParaRPr/>
          </a:p>
        </p:txBody>
      </p:sp>
      <p:sp>
        <p:nvSpPr>
          <p:cNvPr id="2134" name="Google Shape;2134;p45"/>
          <p:cNvSpPr txBox="1">
            <a:spLocks noGrp="1"/>
          </p:cNvSpPr>
          <p:nvPr>
            <p:ph type="title" idx="5"/>
          </p:nvPr>
        </p:nvSpPr>
        <p:spPr>
          <a:xfrm>
            <a:off x="4747122" y="3052225"/>
            <a:ext cx="1791300" cy="590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75%</a:t>
            </a:r>
            <a:endParaRPr/>
          </a:p>
        </p:txBody>
      </p:sp>
      <p:sp>
        <p:nvSpPr>
          <p:cNvPr id="2135" name="Google Shape;2135;p45"/>
          <p:cNvSpPr txBox="1">
            <a:spLocks noGrp="1"/>
          </p:cNvSpPr>
          <p:nvPr>
            <p:ph type="subTitle" idx="1"/>
          </p:nvPr>
        </p:nvSpPr>
        <p:spPr>
          <a:xfrm>
            <a:off x="923119" y="3957975"/>
            <a:ext cx="1791300" cy="51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It’s the closest planet to the Sun</a:t>
            </a:r>
            <a:endParaRPr/>
          </a:p>
        </p:txBody>
      </p:sp>
      <p:sp>
        <p:nvSpPr>
          <p:cNvPr id="2136" name="Google Shape;2136;p45"/>
          <p:cNvSpPr txBox="1">
            <a:spLocks noGrp="1"/>
          </p:cNvSpPr>
          <p:nvPr>
            <p:ph type="subTitle" idx="2"/>
          </p:nvPr>
        </p:nvSpPr>
        <p:spPr>
          <a:xfrm>
            <a:off x="2835121" y="3957960"/>
            <a:ext cx="1791300" cy="51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a very beautiful name</a:t>
            </a:r>
            <a:endParaRPr/>
          </a:p>
        </p:txBody>
      </p:sp>
      <p:sp>
        <p:nvSpPr>
          <p:cNvPr id="2137" name="Google Shape;2137;p45"/>
          <p:cNvSpPr txBox="1">
            <a:spLocks noGrp="1"/>
          </p:cNvSpPr>
          <p:nvPr>
            <p:ph type="subTitle" idx="6"/>
          </p:nvPr>
        </p:nvSpPr>
        <p:spPr>
          <a:xfrm>
            <a:off x="923119" y="3623545"/>
            <a:ext cx="1791300" cy="456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Mercury</a:t>
            </a:r>
            <a:endParaRPr/>
          </a:p>
        </p:txBody>
      </p:sp>
      <p:sp>
        <p:nvSpPr>
          <p:cNvPr id="2138" name="Google Shape;2138;p45"/>
          <p:cNvSpPr txBox="1">
            <a:spLocks noGrp="1"/>
          </p:cNvSpPr>
          <p:nvPr>
            <p:ph type="subTitle" idx="4"/>
          </p:nvPr>
        </p:nvSpPr>
        <p:spPr>
          <a:xfrm>
            <a:off x="4747122" y="3957975"/>
            <a:ext cx="1791300" cy="51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Mars is full of iron oxide dust</a:t>
            </a:r>
            <a:endParaRPr/>
          </a:p>
        </p:txBody>
      </p:sp>
      <p:sp>
        <p:nvSpPr>
          <p:cNvPr id="2139" name="Google Shape;2139;p45"/>
          <p:cNvSpPr txBox="1">
            <a:spLocks noGrp="1"/>
          </p:cNvSpPr>
          <p:nvPr>
            <p:ph type="subTitle" idx="7"/>
          </p:nvPr>
        </p:nvSpPr>
        <p:spPr>
          <a:xfrm>
            <a:off x="2835121" y="3622722"/>
            <a:ext cx="1791300" cy="456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Venus</a:t>
            </a:r>
            <a:endParaRPr/>
          </a:p>
        </p:txBody>
      </p:sp>
      <p:sp>
        <p:nvSpPr>
          <p:cNvPr id="2140" name="Google Shape;2140;p45"/>
          <p:cNvSpPr txBox="1">
            <a:spLocks noGrp="1"/>
          </p:cNvSpPr>
          <p:nvPr>
            <p:ph type="subTitle" idx="8"/>
          </p:nvPr>
        </p:nvSpPr>
        <p:spPr>
          <a:xfrm>
            <a:off x="4747122" y="3623546"/>
            <a:ext cx="1791300" cy="456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Mars</a:t>
            </a:r>
            <a:endParaRPr/>
          </a:p>
        </p:txBody>
      </p:sp>
      <p:sp>
        <p:nvSpPr>
          <p:cNvPr id="2141" name="Google Shape;2141;p45"/>
          <p:cNvSpPr txBox="1">
            <a:spLocks noGrp="1"/>
          </p:cNvSpPr>
          <p:nvPr>
            <p:ph type="ctrTitle" idx="9"/>
          </p:nvPr>
        </p:nvSpPr>
        <p:spPr>
          <a:xfrm>
            <a:off x="713250" y="446075"/>
            <a:ext cx="7717500" cy="537000"/>
          </a:xfrm>
          <a:prstGeom prst="rect">
            <a:avLst/>
          </a:prstGeom>
          <a:solidFill>
            <a:schemeClr val="dk2"/>
          </a:solidFill>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a:t>Some percentages</a:t>
            </a:r>
            <a:endParaRPr/>
          </a:p>
        </p:txBody>
      </p:sp>
      <p:sp>
        <p:nvSpPr>
          <p:cNvPr id="2142" name="Google Shape;2142;p45"/>
          <p:cNvSpPr/>
          <p:nvPr/>
        </p:nvSpPr>
        <p:spPr>
          <a:xfrm>
            <a:off x="6652800" y="2443500"/>
            <a:ext cx="1985400" cy="2498700"/>
          </a:xfrm>
          <a:prstGeom prst="rect">
            <a:avLst/>
          </a:pr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45"/>
          <p:cNvSpPr/>
          <p:nvPr/>
        </p:nvSpPr>
        <p:spPr>
          <a:xfrm flipH="1">
            <a:off x="3177721" y="1584325"/>
            <a:ext cx="1106100" cy="13917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45"/>
          <p:cNvSpPr/>
          <p:nvPr/>
        </p:nvSpPr>
        <p:spPr>
          <a:xfrm>
            <a:off x="5089722" y="1584325"/>
            <a:ext cx="1106100" cy="13917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5" name="Google Shape;2145;p45"/>
          <p:cNvSpPr/>
          <p:nvPr/>
        </p:nvSpPr>
        <p:spPr>
          <a:xfrm>
            <a:off x="1265719" y="2596200"/>
            <a:ext cx="1106100" cy="3798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45"/>
          <p:cNvSpPr/>
          <p:nvPr/>
        </p:nvSpPr>
        <p:spPr>
          <a:xfrm>
            <a:off x="3177721" y="2255700"/>
            <a:ext cx="1106100" cy="7203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45"/>
          <p:cNvSpPr/>
          <p:nvPr/>
        </p:nvSpPr>
        <p:spPr>
          <a:xfrm>
            <a:off x="5089722" y="1899425"/>
            <a:ext cx="1106100" cy="10767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48" name="Google Shape;2148;p45"/>
          <p:cNvGrpSpPr/>
          <p:nvPr/>
        </p:nvGrpSpPr>
        <p:grpSpPr>
          <a:xfrm>
            <a:off x="6811525" y="2745613"/>
            <a:ext cx="1716914" cy="1894469"/>
            <a:chOff x="6811525" y="2745613"/>
            <a:chExt cx="1716914" cy="1894469"/>
          </a:xfrm>
        </p:grpSpPr>
        <p:sp>
          <p:nvSpPr>
            <p:cNvPr id="2149" name="Google Shape;2149;p45"/>
            <p:cNvSpPr/>
            <p:nvPr/>
          </p:nvSpPr>
          <p:spPr>
            <a:xfrm>
              <a:off x="6955778" y="3969502"/>
              <a:ext cx="864848" cy="670579"/>
            </a:xfrm>
            <a:custGeom>
              <a:avLst/>
              <a:gdLst/>
              <a:ahLst/>
              <a:cxnLst/>
              <a:rect l="l" t="t" r="r" b="b"/>
              <a:pathLst>
                <a:path w="25540" h="19803" extrusionOk="0">
                  <a:moveTo>
                    <a:pt x="18597" y="0"/>
                  </a:moveTo>
                  <a:cubicBezTo>
                    <a:pt x="18322" y="0"/>
                    <a:pt x="18061" y="123"/>
                    <a:pt x="17946" y="329"/>
                  </a:cubicBezTo>
                  <a:cubicBezTo>
                    <a:pt x="17821" y="555"/>
                    <a:pt x="17896" y="830"/>
                    <a:pt x="18121" y="1006"/>
                  </a:cubicBezTo>
                  <a:lnTo>
                    <a:pt x="18848" y="1507"/>
                  </a:lnTo>
                  <a:lnTo>
                    <a:pt x="18848" y="1507"/>
                  </a:lnTo>
                  <a:lnTo>
                    <a:pt x="16643" y="1006"/>
                  </a:lnTo>
                  <a:cubicBezTo>
                    <a:pt x="16595" y="999"/>
                    <a:pt x="16546" y="995"/>
                    <a:pt x="16498" y="995"/>
                  </a:cubicBezTo>
                  <a:cubicBezTo>
                    <a:pt x="16218" y="995"/>
                    <a:pt x="15947" y="1114"/>
                    <a:pt x="15841" y="1307"/>
                  </a:cubicBezTo>
                  <a:cubicBezTo>
                    <a:pt x="15690" y="1557"/>
                    <a:pt x="15765" y="1858"/>
                    <a:pt x="16041" y="2008"/>
                  </a:cubicBezTo>
                  <a:lnTo>
                    <a:pt x="17470" y="2835"/>
                  </a:lnTo>
                  <a:lnTo>
                    <a:pt x="17470" y="2835"/>
                  </a:lnTo>
                  <a:lnTo>
                    <a:pt x="13510" y="1908"/>
                  </a:lnTo>
                  <a:cubicBezTo>
                    <a:pt x="13428" y="1885"/>
                    <a:pt x="13344" y="1874"/>
                    <a:pt x="13262" y="1874"/>
                  </a:cubicBezTo>
                  <a:cubicBezTo>
                    <a:pt x="12995" y="1874"/>
                    <a:pt x="12748" y="1992"/>
                    <a:pt x="12633" y="2184"/>
                  </a:cubicBezTo>
                  <a:cubicBezTo>
                    <a:pt x="12482" y="2460"/>
                    <a:pt x="12608" y="2760"/>
                    <a:pt x="12908" y="2911"/>
                  </a:cubicBezTo>
                  <a:lnTo>
                    <a:pt x="14613" y="3663"/>
                  </a:lnTo>
                  <a:lnTo>
                    <a:pt x="14613" y="3663"/>
                  </a:lnTo>
                  <a:lnTo>
                    <a:pt x="5214" y="1106"/>
                  </a:lnTo>
                  <a:cubicBezTo>
                    <a:pt x="5127" y="1073"/>
                    <a:pt x="5034" y="1057"/>
                    <a:pt x="4942" y="1057"/>
                  </a:cubicBezTo>
                  <a:cubicBezTo>
                    <a:pt x="4691" y="1057"/>
                    <a:pt x="4447" y="1173"/>
                    <a:pt x="4337" y="1357"/>
                  </a:cubicBezTo>
                  <a:cubicBezTo>
                    <a:pt x="4161" y="1632"/>
                    <a:pt x="4287" y="1958"/>
                    <a:pt x="4587" y="2109"/>
                  </a:cubicBezTo>
                  <a:cubicBezTo>
                    <a:pt x="6016" y="2785"/>
                    <a:pt x="8698" y="3437"/>
                    <a:pt x="10527" y="4289"/>
                  </a:cubicBezTo>
                  <a:cubicBezTo>
                    <a:pt x="7745" y="3236"/>
                    <a:pt x="4663" y="2610"/>
                    <a:pt x="4462" y="2510"/>
                  </a:cubicBezTo>
                  <a:lnTo>
                    <a:pt x="4462" y="2535"/>
                  </a:lnTo>
                  <a:cubicBezTo>
                    <a:pt x="4264" y="2451"/>
                    <a:pt x="4110" y="2407"/>
                    <a:pt x="3977" y="2407"/>
                  </a:cubicBezTo>
                  <a:cubicBezTo>
                    <a:pt x="3790" y="2407"/>
                    <a:pt x="3646" y="2495"/>
                    <a:pt x="3485" y="2685"/>
                  </a:cubicBezTo>
                  <a:cubicBezTo>
                    <a:pt x="3284" y="2936"/>
                    <a:pt x="3359" y="3287"/>
                    <a:pt x="3685" y="3462"/>
                  </a:cubicBezTo>
                  <a:cubicBezTo>
                    <a:pt x="3760" y="3487"/>
                    <a:pt x="6793" y="4414"/>
                    <a:pt x="9550" y="5868"/>
                  </a:cubicBezTo>
                  <a:lnTo>
                    <a:pt x="3760" y="3938"/>
                  </a:lnTo>
                  <a:cubicBezTo>
                    <a:pt x="3650" y="3887"/>
                    <a:pt x="3527" y="3862"/>
                    <a:pt x="3406" y="3862"/>
                  </a:cubicBezTo>
                  <a:cubicBezTo>
                    <a:pt x="3171" y="3862"/>
                    <a:pt x="2940" y="3957"/>
                    <a:pt x="2808" y="4139"/>
                  </a:cubicBezTo>
                  <a:cubicBezTo>
                    <a:pt x="2607" y="4389"/>
                    <a:pt x="2708" y="4715"/>
                    <a:pt x="3008" y="4891"/>
                  </a:cubicBezTo>
                  <a:lnTo>
                    <a:pt x="13034" y="9703"/>
                  </a:lnTo>
                  <a:lnTo>
                    <a:pt x="13034" y="9703"/>
                  </a:lnTo>
                  <a:lnTo>
                    <a:pt x="2958" y="5893"/>
                  </a:lnTo>
                  <a:cubicBezTo>
                    <a:pt x="2854" y="5845"/>
                    <a:pt x="2739" y="5822"/>
                    <a:pt x="2626" y="5822"/>
                  </a:cubicBezTo>
                  <a:cubicBezTo>
                    <a:pt x="2385" y="5822"/>
                    <a:pt x="2150" y="5923"/>
                    <a:pt x="2031" y="6094"/>
                  </a:cubicBezTo>
                  <a:cubicBezTo>
                    <a:pt x="1831" y="6369"/>
                    <a:pt x="1906" y="6695"/>
                    <a:pt x="2232" y="6871"/>
                  </a:cubicBezTo>
                  <a:lnTo>
                    <a:pt x="13460" y="12284"/>
                  </a:lnTo>
                  <a:lnTo>
                    <a:pt x="2783" y="7723"/>
                  </a:lnTo>
                  <a:cubicBezTo>
                    <a:pt x="2688" y="7686"/>
                    <a:pt x="2584" y="7669"/>
                    <a:pt x="2481" y="7669"/>
                  </a:cubicBezTo>
                  <a:cubicBezTo>
                    <a:pt x="2230" y="7669"/>
                    <a:pt x="1980" y="7771"/>
                    <a:pt x="1856" y="7948"/>
                  </a:cubicBezTo>
                  <a:cubicBezTo>
                    <a:pt x="1655" y="8199"/>
                    <a:pt x="1755" y="8550"/>
                    <a:pt x="2081" y="8700"/>
                  </a:cubicBezTo>
                  <a:lnTo>
                    <a:pt x="9099" y="12384"/>
                  </a:lnTo>
                  <a:lnTo>
                    <a:pt x="9099" y="12384"/>
                  </a:lnTo>
                  <a:lnTo>
                    <a:pt x="2332" y="9502"/>
                  </a:lnTo>
                  <a:cubicBezTo>
                    <a:pt x="2228" y="9462"/>
                    <a:pt x="2116" y="9443"/>
                    <a:pt x="2006" y="9443"/>
                  </a:cubicBezTo>
                  <a:cubicBezTo>
                    <a:pt x="1771" y="9443"/>
                    <a:pt x="1541" y="9532"/>
                    <a:pt x="1404" y="9703"/>
                  </a:cubicBezTo>
                  <a:cubicBezTo>
                    <a:pt x="1229" y="9953"/>
                    <a:pt x="1304" y="10304"/>
                    <a:pt x="1605" y="10480"/>
                  </a:cubicBezTo>
                  <a:lnTo>
                    <a:pt x="9374" y="14891"/>
                  </a:lnTo>
                  <a:lnTo>
                    <a:pt x="9374" y="14891"/>
                  </a:lnTo>
                  <a:lnTo>
                    <a:pt x="1630" y="11708"/>
                  </a:lnTo>
                  <a:cubicBezTo>
                    <a:pt x="1526" y="11660"/>
                    <a:pt x="1413" y="11637"/>
                    <a:pt x="1303" y="11637"/>
                  </a:cubicBezTo>
                  <a:cubicBezTo>
                    <a:pt x="1068" y="11637"/>
                    <a:pt x="839" y="11738"/>
                    <a:pt x="703" y="11908"/>
                  </a:cubicBezTo>
                  <a:cubicBezTo>
                    <a:pt x="527" y="12159"/>
                    <a:pt x="602" y="12510"/>
                    <a:pt x="903" y="12660"/>
                  </a:cubicBezTo>
                  <a:lnTo>
                    <a:pt x="6342" y="15743"/>
                  </a:lnTo>
                  <a:lnTo>
                    <a:pt x="6342" y="15743"/>
                  </a:lnTo>
                  <a:lnTo>
                    <a:pt x="1430" y="13888"/>
                  </a:lnTo>
                  <a:cubicBezTo>
                    <a:pt x="1334" y="13852"/>
                    <a:pt x="1233" y="13834"/>
                    <a:pt x="1132" y="13834"/>
                  </a:cubicBezTo>
                  <a:cubicBezTo>
                    <a:pt x="889" y="13834"/>
                    <a:pt x="651" y="13936"/>
                    <a:pt x="527" y="14114"/>
                  </a:cubicBezTo>
                  <a:cubicBezTo>
                    <a:pt x="352" y="14364"/>
                    <a:pt x="427" y="14690"/>
                    <a:pt x="703" y="14866"/>
                  </a:cubicBezTo>
                  <a:lnTo>
                    <a:pt x="3735" y="16670"/>
                  </a:lnTo>
                  <a:lnTo>
                    <a:pt x="3735" y="16670"/>
                  </a:lnTo>
                  <a:lnTo>
                    <a:pt x="1054" y="15743"/>
                  </a:lnTo>
                  <a:cubicBezTo>
                    <a:pt x="966" y="15706"/>
                    <a:pt x="872" y="15689"/>
                    <a:pt x="777" y="15689"/>
                  </a:cubicBezTo>
                  <a:cubicBezTo>
                    <a:pt x="548" y="15689"/>
                    <a:pt x="318" y="15791"/>
                    <a:pt x="176" y="15968"/>
                  </a:cubicBezTo>
                  <a:cubicBezTo>
                    <a:pt x="1" y="16194"/>
                    <a:pt x="51" y="16520"/>
                    <a:pt x="327" y="16695"/>
                  </a:cubicBezTo>
                  <a:lnTo>
                    <a:pt x="1455" y="17422"/>
                  </a:lnTo>
                  <a:lnTo>
                    <a:pt x="1204" y="17347"/>
                  </a:lnTo>
                  <a:cubicBezTo>
                    <a:pt x="1127" y="17328"/>
                    <a:pt x="1049" y="17318"/>
                    <a:pt x="971" y="17318"/>
                  </a:cubicBezTo>
                  <a:cubicBezTo>
                    <a:pt x="745" y="17318"/>
                    <a:pt x="526" y="17398"/>
                    <a:pt x="377" y="17547"/>
                  </a:cubicBezTo>
                  <a:cubicBezTo>
                    <a:pt x="201" y="17748"/>
                    <a:pt x="201" y="18049"/>
                    <a:pt x="402" y="18249"/>
                  </a:cubicBezTo>
                  <a:lnTo>
                    <a:pt x="1555" y="19377"/>
                  </a:lnTo>
                  <a:cubicBezTo>
                    <a:pt x="1694" y="19516"/>
                    <a:pt x="1887" y="19586"/>
                    <a:pt x="2083" y="19586"/>
                  </a:cubicBezTo>
                  <a:cubicBezTo>
                    <a:pt x="2240" y="19586"/>
                    <a:pt x="2399" y="19541"/>
                    <a:pt x="2532" y="19452"/>
                  </a:cubicBezTo>
                  <a:cubicBezTo>
                    <a:pt x="2708" y="19352"/>
                    <a:pt x="2783" y="19227"/>
                    <a:pt x="2808" y="19076"/>
                  </a:cubicBezTo>
                  <a:lnTo>
                    <a:pt x="5014" y="19753"/>
                  </a:lnTo>
                  <a:cubicBezTo>
                    <a:pt x="5114" y="19778"/>
                    <a:pt x="5189" y="19803"/>
                    <a:pt x="5264" y="19803"/>
                  </a:cubicBezTo>
                  <a:cubicBezTo>
                    <a:pt x="5515" y="19803"/>
                    <a:pt x="5740" y="19703"/>
                    <a:pt x="5891" y="19527"/>
                  </a:cubicBezTo>
                  <a:cubicBezTo>
                    <a:pt x="6066" y="19277"/>
                    <a:pt x="5991" y="18976"/>
                    <a:pt x="5715" y="18800"/>
                  </a:cubicBezTo>
                  <a:lnTo>
                    <a:pt x="5114" y="18399"/>
                  </a:lnTo>
                  <a:lnTo>
                    <a:pt x="8773" y="19678"/>
                  </a:lnTo>
                  <a:cubicBezTo>
                    <a:pt x="8868" y="19714"/>
                    <a:pt x="8970" y="19732"/>
                    <a:pt x="9070" y="19732"/>
                  </a:cubicBezTo>
                  <a:cubicBezTo>
                    <a:pt x="9314" y="19732"/>
                    <a:pt x="9551" y="19630"/>
                    <a:pt x="9675" y="19452"/>
                  </a:cubicBezTo>
                  <a:cubicBezTo>
                    <a:pt x="9851" y="19201"/>
                    <a:pt x="9775" y="18876"/>
                    <a:pt x="9475" y="18700"/>
                  </a:cubicBezTo>
                  <a:lnTo>
                    <a:pt x="7069" y="17272"/>
                  </a:lnTo>
                  <a:lnTo>
                    <a:pt x="7069" y="17272"/>
                  </a:lnTo>
                  <a:lnTo>
                    <a:pt x="12983" y="19477"/>
                  </a:lnTo>
                  <a:cubicBezTo>
                    <a:pt x="13079" y="19514"/>
                    <a:pt x="13178" y="19531"/>
                    <a:pt x="13276" y="19531"/>
                  </a:cubicBezTo>
                  <a:cubicBezTo>
                    <a:pt x="13514" y="19531"/>
                    <a:pt x="13744" y="19429"/>
                    <a:pt x="13886" y="19252"/>
                  </a:cubicBezTo>
                  <a:cubicBezTo>
                    <a:pt x="14061" y="19001"/>
                    <a:pt x="13961" y="18675"/>
                    <a:pt x="13685" y="18500"/>
                  </a:cubicBezTo>
                  <a:lnTo>
                    <a:pt x="9901" y="16369"/>
                  </a:lnTo>
                  <a:lnTo>
                    <a:pt x="17445" y="19477"/>
                  </a:lnTo>
                  <a:cubicBezTo>
                    <a:pt x="17540" y="19514"/>
                    <a:pt x="17641" y="19531"/>
                    <a:pt x="17742" y="19531"/>
                  </a:cubicBezTo>
                  <a:cubicBezTo>
                    <a:pt x="17988" y="19531"/>
                    <a:pt x="18230" y="19429"/>
                    <a:pt x="18372" y="19252"/>
                  </a:cubicBezTo>
                  <a:cubicBezTo>
                    <a:pt x="18547" y="19001"/>
                    <a:pt x="18472" y="18675"/>
                    <a:pt x="18171" y="18500"/>
                  </a:cubicBezTo>
                  <a:lnTo>
                    <a:pt x="11455" y="14690"/>
                  </a:lnTo>
                  <a:lnTo>
                    <a:pt x="22257" y="19302"/>
                  </a:lnTo>
                  <a:cubicBezTo>
                    <a:pt x="22361" y="19350"/>
                    <a:pt x="22476" y="19372"/>
                    <a:pt x="22589" y="19372"/>
                  </a:cubicBezTo>
                  <a:cubicBezTo>
                    <a:pt x="22830" y="19372"/>
                    <a:pt x="23065" y="19272"/>
                    <a:pt x="23184" y="19101"/>
                  </a:cubicBezTo>
                  <a:cubicBezTo>
                    <a:pt x="23385" y="18826"/>
                    <a:pt x="23284" y="18500"/>
                    <a:pt x="22958" y="18324"/>
                  </a:cubicBezTo>
                  <a:lnTo>
                    <a:pt x="15765" y="14540"/>
                  </a:lnTo>
                  <a:lnTo>
                    <a:pt x="15765" y="14540"/>
                  </a:lnTo>
                  <a:lnTo>
                    <a:pt x="24187" y="18124"/>
                  </a:lnTo>
                  <a:cubicBezTo>
                    <a:pt x="24291" y="18172"/>
                    <a:pt x="24403" y="18194"/>
                    <a:pt x="24514" y="18194"/>
                  </a:cubicBezTo>
                  <a:cubicBezTo>
                    <a:pt x="24749" y="18194"/>
                    <a:pt x="24978" y="18094"/>
                    <a:pt x="25114" y="17923"/>
                  </a:cubicBezTo>
                  <a:cubicBezTo>
                    <a:pt x="25289" y="17673"/>
                    <a:pt x="25214" y="17347"/>
                    <a:pt x="24888" y="17171"/>
                  </a:cubicBezTo>
                  <a:lnTo>
                    <a:pt x="15791" y="12209"/>
                  </a:lnTo>
                  <a:lnTo>
                    <a:pt x="15791" y="12209"/>
                  </a:lnTo>
                  <a:lnTo>
                    <a:pt x="24412" y="15968"/>
                  </a:lnTo>
                  <a:cubicBezTo>
                    <a:pt x="24517" y="16017"/>
                    <a:pt x="24629" y="16039"/>
                    <a:pt x="24740" y="16039"/>
                  </a:cubicBezTo>
                  <a:cubicBezTo>
                    <a:pt x="24974" y="16039"/>
                    <a:pt x="25203" y="15938"/>
                    <a:pt x="25339" y="15768"/>
                  </a:cubicBezTo>
                  <a:cubicBezTo>
                    <a:pt x="25540" y="15517"/>
                    <a:pt x="25440" y="15166"/>
                    <a:pt x="25139" y="15016"/>
                  </a:cubicBezTo>
                  <a:lnTo>
                    <a:pt x="16292" y="10129"/>
                  </a:lnTo>
                  <a:lnTo>
                    <a:pt x="23961" y="13512"/>
                  </a:lnTo>
                  <a:cubicBezTo>
                    <a:pt x="24071" y="13551"/>
                    <a:pt x="24185" y="13571"/>
                    <a:pt x="24297" y="13571"/>
                  </a:cubicBezTo>
                  <a:cubicBezTo>
                    <a:pt x="24543" y="13571"/>
                    <a:pt x="24776" y="13476"/>
                    <a:pt x="24913" y="13287"/>
                  </a:cubicBezTo>
                  <a:cubicBezTo>
                    <a:pt x="25114" y="13036"/>
                    <a:pt x="25014" y="12710"/>
                    <a:pt x="24688" y="12535"/>
                  </a:cubicBezTo>
                  <a:lnTo>
                    <a:pt x="14161" y="6971"/>
                  </a:lnTo>
                  <a:lnTo>
                    <a:pt x="14161" y="6971"/>
                  </a:lnTo>
                  <a:cubicBezTo>
                    <a:pt x="16066" y="7698"/>
                    <a:pt x="18347" y="8575"/>
                    <a:pt x="21054" y="9602"/>
                  </a:cubicBezTo>
                  <a:cubicBezTo>
                    <a:pt x="22482" y="10154"/>
                    <a:pt x="23410" y="10505"/>
                    <a:pt x="23460" y="10530"/>
                  </a:cubicBezTo>
                  <a:cubicBezTo>
                    <a:pt x="23562" y="10566"/>
                    <a:pt x="23669" y="10584"/>
                    <a:pt x="23773" y="10584"/>
                  </a:cubicBezTo>
                  <a:cubicBezTo>
                    <a:pt x="24026" y="10584"/>
                    <a:pt x="24263" y="10482"/>
                    <a:pt x="24387" y="10304"/>
                  </a:cubicBezTo>
                  <a:cubicBezTo>
                    <a:pt x="24613" y="9953"/>
                    <a:pt x="24512" y="9778"/>
                    <a:pt x="24086" y="9527"/>
                  </a:cubicBezTo>
                  <a:cubicBezTo>
                    <a:pt x="24086" y="9527"/>
                    <a:pt x="24061" y="9502"/>
                    <a:pt x="24011" y="9502"/>
                  </a:cubicBezTo>
                  <a:cubicBezTo>
                    <a:pt x="23861" y="9402"/>
                    <a:pt x="23635" y="9302"/>
                    <a:pt x="23385" y="9176"/>
                  </a:cubicBezTo>
                  <a:lnTo>
                    <a:pt x="21354" y="8199"/>
                  </a:lnTo>
                  <a:cubicBezTo>
                    <a:pt x="19675" y="7372"/>
                    <a:pt x="17445" y="6319"/>
                    <a:pt x="15189" y="5242"/>
                  </a:cubicBezTo>
                  <a:lnTo>
                    <a:pt x="14161" y="4740"/>
                  </a:lnTo>
                  <a:lnTo>
                    <a:pt x="22958" y="7472"/>
                  </a:lnTo>
                  <a:cubicBezTo>
                    <a:pt x="23051" y="7505"/>
                    <a:pt x="23145" y="7521"/>
                    <a:pt x="23237" y="7521"/>
                  </a:cubicBezTo>
                  <a:cubicBezTo>
                    <a:pt x="23494" y="7521"/>
                    <a:pt x="23732" y="7399"/>
                    <a:pt x="23861" y="7196"/>
                  </a:cubicBezTo>
                  <a:cubicBezTo>
                    <a:pt x="24011" y="6946"/>
                    <a:pt x="23911" y="6620"/>
                    <a:pt x="23585" y="6470"/>
                  </a:cubicBezTo>
                  <a:lnTo>
                    <a:pt x="19199" y="4565"/>
                  </a:lnTo>
                  <a:lnTo>
                    <a:pt x="22106" y="5292"/>
                  </a:lnTo>
                  <a:cubicBezTo>
                    <a:pt x="22183" y="5315"/>
                    <a:pt x="22262" y="5326"/>
                    <a:pt x="22340" y="5326"/>
                  </a:cubicBezTo>
                  <a:cubicBezTo>
                    <a:pt x="22596" y="5326"/>
                    <a:pt x="22843" y="5208"/>
                    <a:pt x="22958" y="5016"/>
                  </a:cubicBezTo>
                  <a:cubicBezTo>
                    <a:pt x="23134" y="4765"/>
                    <a:pt x="23034" y="4465"/>
                    <a:pt x="22758" y="4289"/>
                  </a:cubicBezTo>
                  <a:lnTo>
                    <a:pt x="20402" y="2911"/>
                  </a:lnTo>
                  <a:lnTo>
                    <a:pt x="21906" y="3236"/>
                  </a:lnTo>
                  <a:cubicBezTo>
                    <a:pt x="21965" y="3251"/>
                    <a:pt x="22026" y="3258"/>
                    <a:pt x="22088" y="3258"/>
                  </a:cubicBezTo>
                  <a:cubicBezTo>
                    <a:pt x="22337" y="3258"/>
                    <a:pt x="22587" y="3142"/>
                    <a:pt x="22708" y="2961"/>
                  </a:cubicBezTo>
                  <a:cubicBezTo>
                    <a:pt x="22858" y="2735"/>
                    <a:pt x="22783" y="2434"/>
                    <a:pt x="22532" y="2259"/>
                  </a:cubicBezTo>
                  <a:lnTo>
                    <a:pt x="21129" y="1307"/>
                  </a:lnTo>
                  <a:cubicBezTo>
                    <a:pt x="21354" y="1231"/>
                    <a:pt x="21505" y="1056"/>
                    <a:pt x="21530" y="856"/>
                  </a:cubicBezTo>
                  <a:cubicBezTo>
                    <a:pt x="21605" y="555"/>
                    <a:pt x="21329" y="254"/>
                    <a:pt x="20953" y="229"/>
                  </a:cubicBezTo>
                  <a:lnTo>
                    <a:pt x="18673" y="3"/>
                  </a:lnTo>
                  <a:cubicBezTo>
                    <a:pt x="18647" y="1"/>
                    <a:pt x="18622" y="0"/>
                    <a:pt x="1859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45"/>
            <p:cNvSpPr/>
            <p:nvPr/>
          </p:nvSpPr>
          <p:spPr>
            <a:xfrm>
              <a:off x="6811525" y="3210328"/>
              <a:ext cx="1361306" cy="1401332"/>
            </a:xfrm>
            <a:custGeom>
              <a:avLst/>
              <a:gdLst/>
              <a:ahLst/>
              <a:cxnLst/>
              <a:rect l="l" t="t" r="r" b="b"/>
              <a:pathLst>
                <a:path w="40201" h="41383" extrusionOk="0">
                  <a:moveTo>
                    <a:pt x="39524" y="14303"/>
                  </a:moveTo>
                  <a:lnTo>
                    <a:pt x="39524" y="14303"/>
                  </a:lnTo>
                  <a:cubicBezTo>
                    <a:pt x="38873" y="15205"/>
                    <a:pt x="37995" y="15531"/>
                    <a:pt x="36993" y="15782"/>
                  </a:cubicBezTo>
                  <a:cubicBezTo>
                    <a:pt x="37319" y="15155"/>
                    <a:pt x="38522" y="14428"/>
                    <a:pt x="39524" y="14303"/>
                  </a:cubicBezTo>
                  <a:close/>
                  <a:moveTo>
                    <a:pt x="7695" y="24579"/>
                  </a:moveTo>
                  <a:lnTo>
                    <a:pt x="7695" y="24579"/>
                  </a:lnTo>
                  <a:cubicBezTo>
                    <a:pt x="6492" y="28213"/>
                    <a:pt x="5013" y="31722"/>
                    <a:pt x="4411" y="35531"/>
                  </a:cubicBezTo>
                  <a:cubicBezTo>
                    <a:pt x="3158" y="34880"/>
                    <a:pt x="2055" y="34103"/>
                    <a:pt x="1253" y="32925"/>
                  </a:cubicBezTo>
                  <a:cubicBezTo>
                    <a:pt x="602" y="31972"/>
                    <a:pt x="577" y="30870"/>
                    <a:pt x="1304" y="29942"/>
                  </a:cubicBezTo>
                  <a:cubicBezTo>
                    <a:pt x="1905" y="29190"/>
                    <a:pt x="2582" y="28489"/>
                    <a:pt x="3334" y="27862"/>
                  </a:cubicBezTo>
                  <a:cubicBezTo>
                    <a:pt x="4687" y="26734"/>
                    <a:pt x="6116" y="25707"/>
                    <a:pt x="7544" y="24629"/>
                  </a:cubicBezTo>
                  <a:cubicBezTo>
                    <a:pt x="7569" y="24604"/>
                    <a:pt x="7594" y="24604"/>
                    <a:pt x="7695" y="24579"/>
                  </a:cubicBezTo>
                  <a:close/>
                  <a:moveTo>
                    <a:pt x="4010" y="36609"/>
                  </a:moveTo>
                  <a:lnTo>
                    <a:pt x="4010" y="36609"/>
                  </a:lnTo>
                  <a:cubicBezTo>
                    <a:pt x="3910" y="37436"/>
                    <a:pt x="3735" y="38063"/>
                    <a:pt x="3183" y="38514"/>
                  </a:cubicBezTo>
                  <a:cubicBezTo>
                    <a:pt x="3158" y="37787"/>
                    <a:pt x="3459" y="37236"/>
                    <a:pt x="4010" y="36609"/>
                  </a:cubicBezTo>
                  <a:close/>
                  <a:moveTo>
                    <a:pt x="15617" y="1"/>
                  </a:moveTo>
                  <a:cubicBezTo>
                    <a:pt x="15399" y="1"/>
                    <a:pt x="15181" y="7"/>
                    <a:pt x="14963" y="17"/>
                  </a:cubicBezTo>
                  <a:cubicBezTo>
                    <a:pt x="14863" y="17"/>
                    <a:pt x="14762" y="218"/>
                    <a:pt x="14637" y="293"/>
                  </a:cubicBezTo>
                  <a:cubicBezTo>
                    <a:pt x="14737" y="393"/>
                    <a:pt x="14837" y="519"/>
                    <a:pt x="14938" y="569"/>
                  </a:cubicBezTo>
                  <a:cubicBezTo>
                    <a:pt x="14979" y="577"/>
                    <a:pt x="15021" y="580"/>
                    <a:pt x="15063" y="580"/>
                  </a:cubicBezTo>
                  <a:cubicBezTo>
                    <a:pt x="15147" y="580"/>
                    <a:pt x="15230" y="569"/>
                    <a:pt x="15314" y="569"/>
                  </a:cubicBezTo>
                  <a:cubicBezTo>
                    <a:pt x="15815" y="594"/>
                    <a:pt x="16316" y="594"/>
                    <a:pt x="16817" y="644"/>
                  </a:cubicBezTo>
                  <a:cubicBezTo>
                    <a:pt x="23534" y="1471"/>
                    <a:pt x="28246" y="7661"/>
                    <a:pt x="27269" y="14353"/>
                  </a:cubicBezTo>
                  <a:cubicBezTo>
                    <a:pt x="26417" y="20318"/>
                    <a:pt x="21251" y="24637"/>
                    <a:pt x="15398" y="24637"/>
                  </a:cubicBezTo>
                  <a:cubicBezTo>
                    <a:pt x="14709" y="24637"/>
                    <a:pt x="14011" y="24578"/>
                    <a:pt x="13309" y="24453"/>
                  </a:cubicBezTo>
                  <a:cubicBezTo>
                    <a:pt x="4687" y="22950"/>
                    <a:pt x="502" y="13150"/>
                    <a:pt x="5389" y="5882"/>
                  </a:cubicBezTo>
                  <a:cubicBezTo>
                    <a:pt x="7319" y="3000"/>
                    <a:pt x="10076" y="1295"/>
                    <a:pt x="13509" y="719"/>
                  </a:cubicBezTo>
                  <a:cubicBezTo>
                    <a:pt x="13760" y="669"/>
                    <a:pt x="13985" y="669"/>
                    <a:pt x="14211" y="594"/>
                  </a:cubicBezTo>
                  <a:cubicBezTo>
                    <a:pt x="14311" y="569"/>
                    <a:pt x="14386" y="393"/>
                    <a:pt x="14386" y="318"/>
                  </a:cubicBezTo>
                  <a:cubicBezTo>
                    <a:pt x="14386" y="218"/>
                    <a:pt x="14261" y="118"/>
                    <a:pt x="14161" y="92"/>
                  </a:cubicBezTo>
                  <a:cubicBezTo>
                    <a:pt x="14122" y="77"/>
                    <a:pt x="14081" y="71"/>
                    <a:pt x="14038" y="71"/>
                  </a:cubicBezTo>
                  <a:cubicBezTo>
                    <a:pt x="13942" y="71"/>
                    <a:pt x="13838" y="100"/>
                    <a:pt x="13735" y="118"/>
                  </a:cubicBezTo>
                  <a:cubicBezTo>
                    <a:pt x="8196" y="794"/>
                    <a:pt x="3208" y="5280"/>
                    <a:pt x="2782" y="11747"/>
                  </a:cubicBezTo>
                  <a:cubicBezTo>
                    <a:pt x="2507" y="16333"/>
                    <a:pt x="4311" y="20017"/>
                    <a:pt x="7945" y="22824"/>
                  </a:cubicBezTo>
                  <a:cubicBezTo>
                    <a:pt x="8096" y="22925"/>
                    <a:pt x="8246" y="23025"/>
                    <a:pt x="8371" y="23150"/>
                  </a:cubicBezTo>
                  <a:cubicBezTo>
                    <a:pt x="8321" y="23225"/>
                    <a:pt x="8321" y="23301"/>
                    <a:pt x="8271" y="23326"/>
                  </a:cubicBezTo>
                  <a:cubicBezTo>
                    <a:pt x="7644" y="23827"/>
                    <a:pt x="6993" y="24303"/>
                    <a:pt x="6366" y="24804"/>
                  </a:cubicBezTo>
                  <a:cubicBezTo>
                    <a:pt x="5238" y="25656"/>
                    <a:pt x="4111" y="26484"/>
                    <a:pt x="3008" y="27361"/>
                  </a:cubicBezTo>
                  <a:cubicBezTo>
                    <a:pt x="2181" y="28037"/>
                    <a:pt x="1429" y="28739"/>
                    <a:pt x="827" y="29616"/>
                  </a:cubicBezTo>
                  <a:cubicBezTo>
                    <a:pt x="0" y="30769"/>
                    <a:pt x="0" y="32123"/>
                    <a:pt x="802" y="33276"/>
                  </a:cubicBezTo>
                  <a:cubicBezTo>
                    <a:pt x="1454" y="34228"/>
                    <a:pt x="2306" y="34955"/>
                    <a:pt x="3284" y="35556"/>
                  </a:cubicBezTo>
                  <a:cubicBezTo>
                    <a:pt x="3459" y="35657"/>
                    <a:pt x="3634" y="35782"/>
                    <a:pt x="3810" y="35907"/>
                  </a:cubicBezTo>
                  <a:cubicBezTo>
                    <a:pt x="3509" y="36308"/>
                    <a:pt x="3183" y="36659"/>
                    <a:pt x="2983" y="37060"/>
                  </a:cubicBezTo>
                  <a:cubicBezTo>
                    <a:pt x="2757" y="37486"/>
                    <a:pt x="2632" y="37962"/>
                    <a:pt x="2507" y="38439"/>
                  </a:cubicBezTo>
                  <a:cubicBezTo>
                    <a:pt x="2456" y="38689"/>
                    <a:pt x="2557" y="38940"/>
                    <a:pt x="2807" y="39090"/>
                  </a:cubicBezTo>
                  <a:cubicBezTo>
                    <a:pt x="2913" y="39148"/>
                    <a:pt x="3014" y="39172"/>
                    <a:pt x="3112" y="39172"/>
                  </a:cubicBezTo>
                  <a:cubicBezTo>
                    <a:pt x="3271" y="39172"/>
                    <a:pt x="3420" y="39108"/>
                    <a:pt x="3559" y="39015"/>
                  </a:cubicBezTo>
                  <a:cubicBezTo>
                    <a:pt x="3710" y="38915"/>
                    <a:pt x="3810" y="38764"/>
                    <a:pt x="3935" y="38639"/>
                  </a:cubicBezTo>
                  <a:cubicBezTo>
                    <a:pt x="4035" y="38539"/>
                    <a:pt x="4111" y="38439"/>
                    <a:pt x="4261" y="38213"/>
                  </a:cubicBezTo>
                  <a:cubicBezTo>
                    <a:pt x="4286" y="38890"/>
                    <a:pt x="4286" y="39466"/>
                    <a:pt x="4336" y="40017"/>
                  </a:cubicBezTo>
                  <a:cubicBezTo>
                    <a:pt x="4386" y="40393"/>
                    <a:pt x="4436" y="40769"/>
                    <a:pt x="4512" y="41145"/>
                  </a:cubicBezTo>
                  <a:cubicBezTo>
                    <a:pt x="4554" y="41273"/>
                    <a:pt x="4650" y="41382"/>
                    <a:pt x="4801" y="41382"/>
                  </a:cubicBezTo>
                  <a:cubicBezTo>
                    <a:pt x="4828" y="41382"/>
                    <a:pt x="4857" y="41379"/>
                    <a:pt x="4888" y="41371"/>
                  </a:cubicBezTo>
                  <a:cubicBezTo>
                    <a:pt x="5088" y="41296"/>
                    <a:pt x="5113" y="41145"/>
                    <a:pt x="5088" y="40970"/>
                  </a:cubicBezTo>
                  <a:cubicBezTo>
                    <a:pt x="5013" y="40494"/>
                    <a:pt x="4938" y="39992"/>
                    <a:pt x="4888" y="39491"/>
                  </a:cubicBezTo>
                  <a:cubicBezTo>
                    <a:pt x="4737" y="37511"/>
                    <a:pt x="4913" y="35531"/>
                    <a:pt x="5389" y="33601"/>
                  </a:cubicBezTo>
                  <a:cubicBezTo>
                    <a:pt x="5765" y="32098"/>
                    <a:pt x="6241" y="30594"/>
                    <a:pt x="6742" y="29115"/>
                  </a:cubicBezTo>
                  <a:cubicBezTo>
                    <a:pt x="7268" y="27511"/>
                    <a:pt x="7870" y="25907"/>
                    <a:pt x="8421" y="24328"/>
                  </a:cubicBezTo>
                  <a:cubicBezTo>
                    <a:pt x="8547" y="24027"/>
                    <a:pt x="8697" y="23752"/>
                    <a:pt x="8822" y="23476"/>
                  </a:cubicBezTo>
                  <a:cubicBezTo>
                    <a:pt x="11118" y="24639"/>
                    <a:pt x="13335" y="25221"/>
                    <a:pt x="15477" y="25221"/>
                  </a:cubicBezTo>
                  <a:cubicBezTo>
                    <a:pt x="18595" y="25221"/>
                    <a:pt x="21553" y="23988"/>
                    <a:pt x="24361" y="21521"/>
                  </a:cubicBezTo>
                  <a:cubicBezTo>
                    <a:pt x="24487" y="21697"/>
                    <a:pt x="24587" y="21847"/>
                    <a:pt x="24662" y="21997"/>
                  </a:cubicBezTo>
                  <a:cubicBezTo>
                    <a:pt x="25138" y="23025"/>
                    <a:pt x="25665" y="24027"/>
                    <a:pt x="26091" y="25080"/>
                  </a:cubicBezTo>
                  <a:cubicBezTo>
                    <a:pt x="26843" y="26910"/>
                    <a:pt x="27444" y="28814"/>
                    <a:pt x="27970" y="30744"/>
                  </a:cubicBezTo>
                  <a:cubicBezTo>
                    <a:pt x="28848" y="34078"/>
                    <a:pt x="29148" y="37436"/>
                    <a:pt x="28647" y="40845"/>
                  </a:cubicBezTo>
                  <a:cubicBezTo>
                    <a:pt x="28622" y="41070"/>
                    <a:pt x="28622" y="41271"/>
                    <a:pt x="28873" y="41321"/>
                  </a:cubicBezTo>
                  <a:cubicBezTo>
                    <a:pt x="28910" y="41331"/>
                    <a:pt x="28943" y="41336"/>
                    <a:pt x="28974" y="41336"/>
                  </a:cubicBezTo>
                  <a:cubicBezTo>
                    <a:pt x="29168" y="41336"/>
                    <a:pt x="29227" y="41143"/>
                    <a:pt x="29249" y="40970"/>
                  </a:cubicBezTo>
                  <a:cubicBezTo>
                    <a:pt x="29299" y="40318"/>
                    <a:pt x="29424" y="39692"/>
                    <a:pt x="29449" y="39040"/>
                  </a:cubicBezTo>
                  <a:cubicBezTo>
                    <a:pt x="29524" y="36734"/>
                    <a:pt x="29424" y="34454"/>
                    <a:pt x="28898" y="32198"/>
                  </a:cubicBezTo>
                  <a:cubicBezTo>
                    <a:pt x="28271" y="29391"/>
                    <a:pt x="27444" y="26659"/>
                    <a:pt x="26266" y="24052"/>
                  </a:cubicBezTo>
                  <a:cubicBezTo>
                    <a:pt x="26216" y="23927"/>
                    <a:pt x="26166" y="23802"/>
                    <a:pt x="26116" y="23677"/>
                  </a:cubicBezTo>
                  <a:lnTo>
                    <a:pt x="26116" y="23677"/>
                  </a:lnTo>
                  <a:cubicBezTo>
                    <a:pt x="26341" y="23752"/>
                    <a:pt x="26467" y="23877"/>
                    <a:pt x="26617" y="24002"/>
                  </a:cubicBezTo>
                  <a:cubicBezTo>
                    <a:pt x="27469" y="24754"/>
                    <a:pt x="28371" y="25481"/>
                    <a:pt x="29424" y="25957"/>
                  </a:cubicBezTo>
                  <a:cubicBezTo>
                    <a:pt x="29839" y="26152"/>
                    <a:pt x="30223" y="26250"/>
                    <a:pt x="30578" y="26250"/>
                  </a:cubicBezTo>
                  <a:cubicBezTo>
                    <a:pt x="31273" y="26250"/>
                    <a:pt x="31859" y="25877"/>
                    <a:pt x="32356" y="25130"/>
                  </a:cubicBezTo>
                  <a:cubicBezTo>
                    <a:pt x="32707" y="24629"/>
                    <a:pt x="33008" y="24103"/>
                    <a:pt x="33259" y="23551"/>
                  </a:cubicBezTo>
                  <a:cubicBezTo>
                    <a:pt x="34311" y="21321"/>
                    <a:pt x="35339" y="19065"/>
                    <a:pt x="36366" y="16809"/>
                  </a:cubicBezTo>
                  <a:cubicBezTo>
                    <a:pt x="36492" y="16509"/>
                    <a:pt x="36642" y="16383"/>
                    <a:pt x="36968" y="16333"/>
                  </a:cubicBezTo>
                  <a:cubicBezTo>
                    <a:pt x="37945" y="16208"/>
                    <a:pt x="38823" y="15832"/>
                    <a:pt x="39549" y="15155"/>
                  </a:cubicBezTo>
                  <a:cubicBezTo>
                    <a:pt x="39750" y="14980"/>
                    <a:pt x="39925" y="14754"/>
                    <a:pt x="40026" y="14529"/>
                  </a:cubicBezTo>
                  <a:cubicBezTo>
                    <a:pt x="40201" y="14103"/>
                    <a:pt x="39925" y="13702"/>
                    <a:pt x="39474" y="13702"/>
                  </a:cubicBezTo>
                  <a:cubicBezTo>
                    <a:pt x="39324" y="13702"/>
                    <a:pt x="39198" y="13727"/>
                    <a:pt x="39048" y="13752"/>
                  </a:cubicBezTo>
                  <a:cubicBezTo>
                    <a:pt x="37995" y="14052"/>
                    <a:pt x="37118" y="14654"/>
                    <a:pt x="36366" y="15431"/>
                  </a:cubicBezTo>
                  <a:cubicBezTo>
                    <a:pt x="36266" y="15531"/>
                    <a:pt x="36191" y="15656"/>
                    <a:pt x="36141" y="15782"/>
                  </a:cubicBezTo>
                  <a:cubicBezTo>
                    <a:pt x="35690" y="16859"/>
                    <a:pt x="35264" y="17937"/>
                    <a:pt x="34787" y="18990"/>
                  </a:cubicBezTo>
                  <a:cubicBezTo>
                    <a:pt x="33935" y="20794"/>
                    <a:pt x="33033" y="22599"/>
                    <a:pt x="32156" y="24378"/>
                  </a:cubicBezTo>
                  <a:cubicBezTo>
                    <a:pt x="32005" y="24654"/>
                    <a:pt x="31805" y="24930"/>
                    <a:pt x="31604" y="25155"/>
                  </a:cubicBezTo>
                  <a:cubicBezTo>
                    <a:pt x="31297" y="25497"/>
                    <a:pt x="30932" y="25675"/>
                    <a:pt x="30532" y="25675"/>
                  </a:cubicBezTo>
                  <a:cubicBezTo>
                    <a:pt x="30345" y="25675"/>
                    <a:pt x="30150" y="25636"/>
                    <a:pt x="29950" y="25556"/>
                  </a:cubicBezTo>
                  <a:cubicBezTo>
                    <a:pt x="29650" y="25406"/>
                    <a:pt x="29324" y="25281"/>
                    <a:pt x="29023" y="25105"/>
                  </a:cubicBezTo>
                  <a:cubicBezTo>
                    <a:pt x="27619" y="24228"/>
                    <a:pt x="26366" y="23150"/>
                    <a:pt x="25314" y="21847"/>
                  </a:cubicBezTo>
                  <a:cubicBezTo>
                    <a:pt x="25113" y="21621"/>
                    <a:pt x="24913" y="21371"/>
                    <a:pt x="24737" y="21145"/>
                  </a:cubicBezTo>
                  <a:cubicBezTo>
                    <a:pt x="24762" y="21070"/>
                    <a:pt x="24762" y="21045"/>
                    <a:pt x="24762" y="21020"/>
                  </a:cubicBezTo>
                  <a:cubicBezTo>
                    <a:pt x="24888" y="20895"/>
                    <a:pt x="24988" y="20744"/>
                    <a:pt x="25113" y="20619"/>
                  </a:cubicBezTo>
                  <a:cubicBezTo>
                    <a:pt x="27544" y="17536"/>
                    <a:pt x="28472" y="14027"/>
                    <a:pt x="27720" y="10168"/>
                  </a:cubicBezTo>
                  <a:cubicBezTo>
                    <a:pt x="26667" y="4654"/>
                    <a:pt x="22106" y="594"/>
                    <a:pt x="16542" y="42"/>
                  </a:cubicBezTo>
                  <a:cubicBezTo>
                    <a:pt x="16233" y="13"/>
                    <a:pt x="15925" y="1"/>
                    <a:pt x="156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45"/>
            <p:cNvSpPr/>
            <p:nvPr/>
          </p:nvSpPr>
          <p:spPr>
            <a:xfrm>
              <a:off x="7857320" y="2998727"/>
              <a:ext cx="617652" cy="569567"/>
            </a:xfrm>
            <a:custGeom>
              <a:avLst/>
              <a:gdLst/>
              <a:ahLst/>
              <a:cxnLst/>
              <a:rect l="l" t="t" r="r" b="b"/>
              <a:pathLst>
                <a:path w="18240" h="16820" extrusionOk="0">
                  <a:moveTo>
                    <a:pt x="921" y="1"/>
                  </a:moveTo>
                  <a:cubicBezTo>
                    <a:pt x="670" y="1"/>
                    <a:pt x="645" y="201"/>
                    <a:pt x="645" y="402"/>
                  </a:cubicBezTo>
                  <a:cubicBezTo>
                    <a:pt x="670" y="727"/>
                    <a:pt x="670" y="1078"/>
                    <a:pt x="695" y="1429"/>
                  </a:cubicBezTo>
                  <a:cubicBezTo>
                    <a:pt x="871" y="3735"/>
                    <a:pt x="1071" y="6041"/>
                    <a:pt x="1247" y="8346"/>
                  </a:cubicBezTo>
                  <a:cubicBezTo>
                    <a:pt x="1372" y="9850"/>
                    <a:pt x="1472" y="11354"/>
                    <a:pt x="1573" y="12858"/>
                  </a:cubicBezTo>
                  <a:cubicBezTo>
                    <a:pt x="1598" y="13334"/>
                    <a:pt x="1673" y="13810"/>
                    <a:pt x="1598" y="14311"/>
                  </a:cubicBezTo>
                  <a:cubicBezTo>
                    <a:pt x="1447" y="14311"/>
                    <a:pt x="1347" y="14336"/>
                    <a:pt x="1272" y="14336"/>
                  </a:cubicBezTo>
                  <a:cubicBezTo>
                    <a:pt x="996" y="14362"/>
                    <a:pt x="746" y="14362"/>
                    <a:pt x="470" y="14362"/>
                  </a:cubicBezTo>
                  <a:cubicBezTo>
                    <a:pt x="269" y="14387"/>
                    <a:pt x="19" y="14336"/>
                    <a:pt x="19" y="14612"/>
                  </a:cubicBezTo>
                  <a:cubicBezTo>
                    <a:pt x="1" y="14865"/>
                    <a:pt x="152" y="14884"/>
                    <a:pt x="322" y="14884"/>
                  </a:cubicBezTo>
                  <a:cubicBezTo>
                    <a:pt x="351" y="14884"/>
                    <a:pt x="381" y="14883"/>
                    <a:pt x="410" y="14883"/>
                  </a:cubicBezTo>
                  <a:cubicBezTo>
                    <a:pt x="448" y="14883"/>
                    <a:pt x="485" y="14884"/>
                    <a:pt x="520" y="14888"/>
                  </a:cubicBezTo>
                  <a:cubicBezTo>
                    <a:pt x="695" y="14888"/>
                    <a:pt x="871" y="14888"/>
                    <a:pt x="1046" y="14863"/>
                  </a:cubicBezTo>
                  <a:lnTo>
                    <a:pt x="1673" y="14863"/>
                  </a:lnTo>
                  <a:cubicBezTo>
                    <a:pt x="1723" y="15389"/>
                    <a:pt x="1773" y="15865"/>
                    <a:pt x="1798" y="16342"/>
                  </a:cubicBezTo>
                  <a:cubicBezTo>
                    <a:pt x="1822" y="16557"/>
                    <a:pt x="1800" y="16819"/>
                    <a:pt x="2084" y="16819"/>
                  </a:cubicBezTo>
                  <a:cubicBezTo>
                    <a:pt x="2097" y="16819"/>
                    <a:pt x="2110" y="16819"/>
                    <a:pt x="2124" y="16818"/>
                  </a:cubicBezTo>
                  <a:cubicBezTo>
                    <a:pt x="2450" y="16793"/>
                    <a:pt x="2375" y="16517"/>
                    <a:pt x="2350" y="16291"/>
                  </a:cubicBezTo>
                  <a:cubicBezTo>
                    <a:pt x="2350" y="15815"/>
                    <a:pt x="2324" y="15364"/>
                    <a:pt x="2299" y="14863"/>
                  </a:cubicBezTo>
                  <a:cubicBezTo>
                    <a:pt x="2525" y="14838"/>
                    <a:pt x="2700" y="14813"/>
                    <a:pt x="2851" y="14813"/>
                  </a:cubicBezTo>
                  <a:cubicBezTo>
                    <a:pt x="5081" y="14763"/>
                    <a:pt x="7312" y="14662"/>
                    <a:pt x="9543" y="14637"/>
                  </a:cubicBezTo>
                  <a:cubicBezTo>
                    <a:pt x="12124" y="14612"/>
                    <a:pt x="14680" y="14612"/>
                    <a:pt x="17237" y="14612"/>
                  </a:cubicBezTo>
                  <a:cubicBezTo>
                    <a:pt x="17462" y="14612"/>
                    <a:pt x="17713" y="14612"/>
                    <a:pt x="17939" y="14587"/>
                  </a:cubicBezTo>
                  <a:cubicBezTo>
                    <a:pt x="18064" y="14562"/>
                    <a:pt x="18139" y="14412"/>
                    <a:pt x="18239" y="14311"/>
                  </a:cubicBezTo>
                  <a:cubicBezTo>
                    <a:pt x="18114" y="14211"/>
                    <a:pt x="18014" y="14061"/>
                    <a:pt x="17888" y="14036"/>
                  </a:cubicBezTo>
                  <a:cubicBezTo>
                    <a:pt x="17822" y="14019"/>
                    <a:pt x="17752" y="14013"/>
                    <a:pt x="17681" y="14013"/>
                  </a:cubicBezTo>
                  <a:cubicBezTo>
                    <a:pt x="17538" y="14013"/>
                    <a:pt x="17387" y="14036"/>
                    <a:pt x="17237" y="14036"/>
                  </a:cubicBezTo>
                  <a:cubicBezTo>
                    <a:pt x="16154" y="14013"/>
                    <a:pt x="15071" y="14002"/>
                    <a:pt x="13989" y="14002"/>
                  </a:cubicBezTo>
                  <a:cubicBezTo>
                    <a:pt x="11465" y="14002"/>
                    <a:pt x="8944" y="14063"/>
                    <a:pt x="6435" y="14186"/>
                  </a:cubicBezTo>
                  <a:cubicBezTo>
                    <a:pt x="5844" y="14218"/>
                    <a:pt x="5258" y="14228"/>
                    <a:pt x="4668" y="14228"/>
                  </a:cubicBezTo>
                  <a:cubicBezTo>
                    <a:pt x="3882" y="14228"/>
                    <a:pt x="3091" y="14211"/>
                    <a:pt x="2274" y="14211"/>
                  </a:cubicBezTo>
                  <a:cubicBezTo>
                    <a:pt x="2249" y="14111"/>
                    <a:pt x="2224" y="14036"/>
                    <a:pt x="2224" y="13961"/>
                  </a:cubicBezTo>
                  <a:cubicBezTo>
                    <a:pt x="2049" y="11780"/>
                    <a:pt x="1923" y="9625"/>
                    <a:pt x="1748" y="7444"/>
                  </a:cubicBezTo>
                  <a:cubicBezTo>
                    <a:pt x="1573" y="5088"/>
                    <a:pt x="1347" y="2732"/>
                    <a:pt x="1147" y="351"/>
                  </a:cubicBezTo>
                  <a:cubicBezTo>
                    <a:pt x="1147" y="201"/>
                    <a:pt x="1147" y="1"/>
                    <a:pt x="9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45"/>
            <p:cNvSpPr/>
            <p:nvPr/>
          </p:nvSpPr>
          <p:spPr>
            <a:xfrm>
              <a:off x="8362034" y="2963003"/>
              <a:ext cx="126510" cy="483861"/>
            </a:xfrm>
            <a:custGeom>
              <a:avLst/>
              <a:gdLst/>
              <a:ahLst/>
              <a:cxnLst/>
              <a:rect l="l" t="t" r="r" b="b"/>
              <a:pathLst>
                <a:path w="3736" h="14289" extrusionOk="0">
                  <a:moveTo>
                    <a:pt x="3184" y="504"/>
                  </a:moveTo>
                  <a:lnTo>
                    <a:pt x="3184" y="504"/>
                  </a:lnTo>
                  <a:cubicBezTo>
                    <a:pt x="2808" y="4865"/>
                    <a:pt x="2858" y="9126"/>
                    <a:pt x="2933" y="13462"/>
                  </a:cubicBezTo>
                  <a:cubicBezTo>
                    <a:pt x="2356" y="13577"/>
                    <a:pt x="1779" y="13737"/>
                    <a:pt x="1145" y="13737"/>
                  </a:cubicBezTo>
                  <a:cubicBezTo>
                    <a:pt x="953" y="13737"/>
                    <a:pt x="756" y="13722"/>
                    <a:pt x="552" y="13687"/>
                  </a:cubicBezTo>
                  <a:cubicBezTo>
                    <a:pt x="427" y="11532"/>
                    <a:pt x="577" y="9376"/>
                    <a:pt x="552" y="7246"/>
                  </a:cubicBezTo>
                  <a:cubicBezTo>
                    <a:pt x="527" y="5116"/>
                    <a:pt x="603" y="2985"/>
                    <a:pt x="628" y="705"/>
                  </a:cubicBezTo>
                  <a:cubicBezTo>
                    <a:pt x="1455" y="655"/>
                    <a:pt x="2282" y="579"/>
                    <a:pt x="3184" y="504"/>
                  </a:cubicBezTo>
                  <a:close/>
                  <a:moveTo>
                    <a:pt x="3181" y="1"/>
                  </a:moveTo>
                  <a:cubicBezTo>
                    <a:pt x="3158" y="1"/>
                    <a:pt x="3134" y="1"/>
                    <a:pt x="3109" y="3"/>
                  </a:cubicBezTo>
                  <a:cubicBezTo>
                    <a:pt x="2307" y="53"/>
                    <a:pt x="1505" y="128"/>
                    <a:pt x="703" y="203"/>
                  </a:cubicBezTo>
                  <a:cubicBezTo>
                    <a:pt x="577" y="228"/>
                    <a:pt x="377" y="304"/>
                    <a:pt x="352" y="404"/>
                  </a:cubicBezTo>
                  <a:cubicBezTo>
                    <a:pt x="227" y="730"/>
                    <a:pt x="51" y="1106"/>
                    <a:pt x="51" y="1457"/>
                  </a:cubicBezTo>
                  <a:cubicBezTo>
                    <a:pt x="26" y="3462"/>
                    <a:pt x="51" y="5467"/>
                    <a:pt x="51" y="7472"/>
                  </a:cubicBezTo>
                  <a:lnTo>
                    <a:pt x="1" y="7472"/>
                  </a:lnTo>
                  <a:cubicBezTo>
                    <a:pt x="1" y="9502"/>
                    <a:pt x="1" y="11507"/>
                    <a:pt x="1" y="13512"/>
                  </a:cubicBezTo>
                  <a:cubicBezTo>
                    <a:pt x="1" y="13988"/>
                    <a:pt x="26" y="14038"/>
                    <a:pt x="452" y="14188"/>
                  </a:cubicBezTo>
                  <a:cubicBezTo>
                    <a:pt x="603" y="14239"/>
                    <a:pt x="753" y="14289"/>
                    <a:pt x="903" y="14289"/>
                  </a:cubicBezTo>
                  <a:cubicBezTo>
                    <a:pt x="1680" y="14188"/>
                    <a:pt x="2432" y="14088"/>
                    <a:pt x="3184" y="13963"/>
                  </a:cubicBezTo>
                  <a:cubicBezTo>
                    <a:pt x="3284" y="13938"/>
                    <a:pt x="3435" y="13813"/>
                    <a:pt x="3435" y="13712"/>
                  </a:cubicBezTo>
                  <a:cubicBezTo>
                    <a:pt x="3510" y="13412"/>
                    <a:pt x="3510" y="13111"/>
                    <a:pt x="3510" y="12810"/>
                  </a:cubicBezTo>
                  <a:cubicBezTo>
                    <a:pt x="3510" y="10354"/>
                    <a:pt x="3485" y="7898"/>
                    <a:pt x="3510" y="5442"/>
                  </a:cubicBezTo>
                  <a:cubicBezTo>
                    <a:pt x="3535" y="4013"/>
                    <a:pt x="3635" y="2559"/>
                    <a:pt x="3710" y="1106"/>
                  </a:cubicBezTo>
                  <a:cubicBezTo>
                    <a:pt x="3735" y="930"/>
                    <a:pt x="3735" y="755"/>
                    <a:pt x="3735" y="579"/>
                  </a:cubicBezTo>
                  <a:cubicBezTo>
                    <a:pt x="3688" y="180"/>
                    <a:pt x="3531" y="1"/>
                    <a:pt x="31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45"/>
            <p:cNvSpPr/>
            <p:nvPr/>
          </p:nvSpPr>
          <p:spPr>
            <a:xfrm>
              <a:off x="7973365" y="2745613"/>
              <a:ext cx="555074" cy="306456"/>
            </a:xfrm>
            <a:custGeom>
              <a:avLst/>
              <a:gdLst/>
              <a:ahLst/>
              <a:cxnLst/>
              <a:rect l="l" t="t" r="r" b="b"/>
              <a:pathLst>
                <a:path w="16392" h="9050" extrusionOk="0">
                  <a:moveTo>
                    <a:pt x="15947" y="0"/>
                  </a:moveTo>
                  <a:cubicBezTo>
                    <a:pt x="15804" y="0"/>
                    <a:pt x="15663" y="45"/>
                    <a:pt x="15539" y="107"/>
                  </a:cubicBezTo>
                  <a:cubicBezTo>
                    <a:pt x="15263" y="207"/>
                    <a:pt x="15038" y="383"/>
                    <a:pt x="14787" y="508"/>
                  </a:cubicBezTo>
                  <a:cubicBezTo>
                    <a:pt x="14035" y="934"/>
                    <a:pt x="14010" y="959"/>
                    <a:pt x="14562" y="1636"/>
                  </a:cubicBezTo>
                  <a:cubicBezTo>
                    <a:pt x="14587" y="1661"/>
                    <a:pt x="14587" y="1711"/>
                    <a:pt x="14612" y="1786"/>
                  </a:cubicBezTo>
                  <a:cubicBezTo>
                    <a:pt x="14136" y="2613"/>
                    <a:pt x="13634" y="3466"/>
                    <a:pt x="13083" y="4368"/>
                  </a:cubicBezTo>
                  <a:cubicBezTo>
                    <a:pt x="12958" y="4242"/>
                    <a:pt x="12908" y="4192"/>
                    <a:pt x="12857" y="4142"/>
                  </a:cubicBezTo>
                  <a:cubicBezTo>
                    <a:pt x="12431" y="3466"/>
                    <a:pt x="12005" y="2814"/>
                    <a:pt x="11579" y="2162"/>
                  </a:cubicBezTo>
                  <a:cubicBezTo>
                    <a:pt x="11402" y="1876"/>
                    <a:pt x="11261" y="1730"/>
                    <a:pt x="11098" y="1730"/>
                  </a:cubicBezTo>
                  <a:cubicBezTo>
                    <a:pt x="10961" y="1730"/>
                    <a:pt x="10807" y="1832"/>
                    <a:pt x="10602" y="2037"/>
                  </a:cubicBezTo>
                  <a:cubicBezTo>
                    <a:pt x="10376" y="2288"/>
                    <a:pt x="10176" y="2563"/>
                    <a:pt x="9975" y="2864"/>
                  </a:cubicBezTo>
                  <a:cubicBezTo>
                    <a:pt x="9349" y="3816"/>
                    <a:pt x="8747" y="4794"/>
                    <a:pt x="8121" y="5746"/>
                  </a:cubicBezTo>
                  <a:cubicBezTo>
                    <a:pt x="8020" y="5897"/>
                    <a:pt x="7895" y="6022"/>
                    <a:pt x="7770" y="6197"/>
                  </a:cubicBezTo>
                  <a:cubicBezTo>
                    <a:pt x="7644" y="6022"/>
                    <a:pt x="7544" y="5897"/>
                    <a:pt x="7469" y="5746"/>
                  </a:cubicBezTo>
                  <a:cubicBezTo>
                    <a:pt x="7068" y="5195"/>
                    <a:pt x="6692" y="4618"/>
                    <a:pt x="6266" y="4067"/>
                  </a:cubicBezTo>
                  <a:cubicBezTo>
                    <a:pt x="6063" y="3801"/>
                    <a:pt x="5892" y="3669"/>
                    <a:pt x="5721" y="3669"/>
                  </a:cubicBezTo>
                  <a:cubicBezTo>
                    <a:pt x="5554" y="3669"/>
                    <a:pt x="5386" y="3794"/>
                    <a:pt x="5188" y="4042"/>
                  </a:cubicBezTo>
                  <a:cubicBezTo>
                    <a:pt x="4111" y="5345"/>
                    <a:pt x="3058" y="6648"/>
                    <a:pt x="2005" y="7927"/>
                  </a:cubicBezTo>
                  <a:cubicBezTo>
                    <a:pt x="1830" y="8127"/>
                    <a:pt x="1654" y="8303"/>
                    <a:pt x="1429" y="8528"/>
                  </a:cubicBezTo>
                  <a:cubicBezTo>
                    <a:pt x="1203" y="8253"/>
                    <a:pt x="1053" y="8027"/>
                    <a:pt x="902" y="7801"/>
                  </a:cubicBezTo>
                  <a:cubicBezTo>
                    <a:pt x="727" y="7601"/>
                    <a:pt x="552" y="7400"/>
                    <a:pt x="376" y="7225"/>
                  </a:cubicBezTo>
                  <a:cubicBezTo>
                    <a:pt x="350" y="7207"/>
                    <a:pt x="307" y="7199"/>
                    <a:pt x="261" y="7199"/>
                  </a:cubicBezTo>
                  <a:cubicBezTo>
                    <a:pt x="178" y="7199"/>
                    <a:pt x="83" y="7227"/>
                    <a:pt x="50" y="7275"/>
                  </a:cubicBezTo>
                  <a:cubicBezTo>
                    <a:pt x="0" y="7325"/>
                    <a:pt x="0" y="7501"/>
                    <a:pt x="50" y="7576"/>
                  </a:cubicBezTo>
                  <a:cubicBezTo>
                    <a:pt x="201" y="7826"/>
                    <a:pt x="401" y="8027"/>
                    <a:pt x="552" y="8253"/>
                  </a:cubicBezTo>
                  <a:cubicBezTo>
                    <a:pt x="890" y="8786"/>
                    <a:pt x="1161" y="9049"/>
                    <a:pt x="1448" y="9049"/>
                  </a:cubicBezTo>
                  <a:cubicBezTo>
                    <a:pt x="1714" y="9049"/>
                    <a:pt x="1995" y="8824"/>
                    <a:pt x="2356" y="8378"/>
                  </a:cubicBezTo>
                  <a:cubicBezTo>
                    <a:pt x="3258" y="7300"/>
                    <a:pt x="4136" y="6222"/>
                    <a:pt x="5038" y="5145"/>
                  </a:cubicBezTo>
                  <a:cubicBezTo>
                    <a:pt x="5263" y="4869"/>
                    <a:pt x="5489" y="4593"/>
                    <a:pt x="5765" y="4268"/>
                  </a:cubicBezTo>
                  <a:cubicBezTo>
                    <a:pt x="5965" y="4568"/>
                    <a:pt x="6166" y="4819"/>
                    <a:pt x="6341" y="5070"/>
                  </a:cubicBezTo>
                  <a:cubicBezTo>
                    <a:pt x="6692" y="5571"/>
                    <a:pt x="6993" y="6097"/>
                    <a:pt x="7344" y="6573"/>
                  </a:cubicBezTo>
                  <a:cubicBezTo>
                    <a:pt x="7490" y="6780"/>
                    <a:pt x="7630" y="6881"/>
                    <a:pt x="7767" y="6881"/>
                  </a:cubicBezTo>
                  <a:cubicBezTo>
                    <a:pt x="7912" y="6881"/>
                    <a:pt x="8054" y="6768"/>
                    <a:pt x="8196" y="6548"/>
                  </a:cubicBezTo>
                  <a:cubicBezTo>
                    <a:pt x="8797" y="5646"/>
                    <a:pt x="9399" y="4744"/>
                    <a:pt x="10025" y="3841"/>
                  </a:cubicBezTo>
                  <a:cubicBezTo>
                    <a:pt x="10351" y="3365"/>
                    <a:pt x="10677" y="2889"/>
                    <a:pt x="11028" y="2363"/>
                  </a:cubicBezTo>
                  <a:cubicBezTo>
                    <a:pt x="11153" y="2538"/>
                    <a:pt x="11253" y="2664"/>
                    <a:pt x="11329" y="2764"/>
                  </a:cubicBezTo>
                  <a:cubicBezTo>
                    <a:pt x="11755" y="3440"/>
                    <a:pt x="12181" y="4142"/>
                    <a:pt x="12632" y="4794"/>
                  </a:cubicBezTo>
                  <a:cubicBezTo>
                    <a:pt x="12780" y="5016"/>
                    <a:pt x="12910" y="5123"/>
                    <a:pt x="13040" y="5123"/>
                  </a:cubicBezTo>
                  <a:cubicBezTo>
                    <a:pt x="13173" y="5123"/>
                    <a:pt x="13306" y="5010"/>
                    <a:pt x="13459" y="4794"/>
                  </a:cubicBezTo>
                  <a:cubicBezTo>
                    <a:pt x="13910" y="4042"/>
                    <a:pt x="14361" y="3265"/>
                    <a:pt x="14837" y="2513"/>
                  </a:cubicBezTo>
                  <a:cubicBezTo>
                    <a:pt x="14913" y="2388"/>
                    <a:pt x="15013" y="2288"/>
                    <a:pt x="15088" y="2187"/>
                  </a:cubicBezTo>
                  <a:cubicBezTo>
                    <a:pt x="15389" y="2338"/>
                    <a:pt x="15639" y="2488"/>
                    <a:pt x="15890" y="2638"/>
                  </a:cubicBezTo>
                  <a:cubicBezTo>
                    <a:pt x="15990" y="2488"/>
                    <a:pt x="16065" y="2413"/>
                    <a:pt x="16091" y="2313"/>
                  </a:cubicBezTo>
                  <a:cubicBezTo>
                    <a:pt x="16191" y="1661"/>
                    <a:pt x="16291" y="1009"/>
                    <a:pt x="16366" y="358"/>
                  </a:cubicBezTo>
                  <a:cubicBezTo>
                    <a:pt x="16391" y="132"/>
                    <a:pt x="16241" y="7"/>
                    <a:pt x="16040" y="7"/>
                  </a:cubicBezTo>
                  <a:cubicBezTo>
                    <a:pt x="16009" y="2"/>
                    <a:pt x="15978" y="0"/>
                    <a:pt x="159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45"/>
            <p:cNvSpPr/>
            <p:nvPr/>
          </p:nvSpPr>
          <p:spPr>
            <a:xfrm>
              <a:off x="8161774" y="3042002"/>
              <a:ext cx="137516" cy="417965"/>
            </a:xfrm>
            <a:custGeom>
              <a:avLst/>
              <a:gdLst/>
              <a:ahLst/>
              <a:cxnLst/>
              <a:rect l="l" t="t" r="r" b="b"/>
              <a:pathLst>
                <a:path w="4061" h="12343" extrusionOk="0">
                  <a:moveTo>
                    <a:pt x="602" y="502"/>
                  </a:moveTo>
                  <a:lnTo>
                    <a:pt x="602" y="502"/>
                  </a:lnTo>
                  <a:cubicBezTo>
                    <a:pt x="1454" y="552"/>
                    <a:pt x="2256" y="602"/>
                    <a:pt x="3033" y="652"/>
                  </a:cubicBezTo>
                  <a:cubicBezTo>
                    <a:pt x="3158" y="4261"/>
                    <a:pt x="3283" y="7845"/>
                    <a:pt x="3409" y="11505"/>
                  </a:cubicBezTo>
                  <a:cubicBezTo>
                    <a:pt x="2859" y="11709"/>
                    <a:pt x="2309" y="11805"/>
                    <a:pt x="1741" y="11805"/>
                  </a:cubicBezTo>
                  <a:cubicBezTo>
                    <a:pt x="1403" y="11805"/>
                    <a:pt x="1058" y="11771"/>
                    <a:pt x="702" y="11705"/>
                  </a:cubicBezTo>
                  <a:cubicBezTo>
                    <a:pt x="727" y="7996"/>
                    <a:pt x="501" y="4287"/>
                    <a:pt x="602" y="502"/>
                  </a:cubicBezTo>
                  <a:close/>
                  <a:moveTo>
                    <a:pt x="727" y="1"/>
                  </a:moveTo>
                  <a:cubicBezTo>
                    <a:pt x="276" y="1"/>
                    <a:pt x="50" y="201"/>
                    <a:pt x="25" y="652"/>
                  </a:cubicBezTo>
                  <a:cubicBezTo>
                    <a:pt x="0" y="953"/>
                    <a:pt x="0" y="1254"/>
                    <a:pt x="0" y="1555"/>
                  </a:cubicBezTo>
                  <a:cubicBezTo>
                    <a:pt x="25" y="3585"/>
                    <a:pt x="75" y="5615"/>
                    <a:pt x="100" y="7645"/>
                  </a:cubicBezTo>
                  <a:cubicBezTo>
                    <a:pt x="100" y="8923"/>
                    <a:pt x="125" y="10176"/>
                    <a:pt x="125" y="11454"/>
                  </a:cubicBezTo>
                  <a:cubicBezTo>
                    <a:pt x="151" y="11881"/>
                    <a:pt x="351" y="12181"/>
                    <a:pt x="777" y="12256"/>
                  </a:cubicBezTo>
                  <a:cubicBezTo>
                    <a:pt x="1111" y="12315"/>
                    <a:pt x="1440" y="12343"/>
                    <a:pt x="1765" y="12343"/>
                  </a:cubicBezTo>
                  <a:cubicBezTo>
                    <a:pt x="2415" y="12343"/>
                    <a:pt x="3049" y="12231"/>
                    <a:pt x="3684" y="12031"/>
                  </a:cubicBezTo>
                  <a:cubicBezTo>
                    <a:pt x="3960" y="11931"/>
                    <a:pt x="4060" y="11780"/>
                    <a:pt x="4035" y="11480"/>
                  </a:cubicBezTo>
                  <a:cubicBezTo>
                    <a:pt x="3960" y="10652"/>
                    <a:pt x="3910" y="9800"/>
                    <a:pt x="3885" y="8948"/>
                  </a:cubicBezTo>
                  <a:cubicBezTo>
                    <a:pt x="3835" y="8121"/>
                    <a:pt x="3835" y="7269"/>
                    <a:pt x="3785" y="6417"/>
                  </a:cubicBezTo>
                  <a:cubicBezTo>
                    <a:pt x="3735" y="5063"/>
                    <a:pt x="3659" y="3685"/>
                    <a:pt x="3584" y="2332"/>
                  </a:cubicBezTo>
                  <a:lnTo>
                    <a:pt x="3634" y="2332"/>
                  </a:lnTo>
                  <a:cubicBezTo>
                    <a:pt x="3634" y="1755"/>
                    <a:pt x="3634" y="1204"/>
                    <a:pt x="3634" y="627"/>
                  </a:cubicBezTo>
                  <a:cubicBezTo>
                    <a:pt x="3634" y="201"/>
                    <a:pt x="3534" y="51"/>
                    <a:pt x="3133" y="51"/>
                  </a:cubicBezTo>
                  <a:cubicBezTo>
                    <a:pt x="2331" y="26"/>
                    <a:pt x="1529" y="1"/>
                    <a:pt x="7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45"/>
            <p:cNvSpPr/>
            <p:nvPr/>
          </p:nvSpPr>
          <p:spPr>
            <a:xfrm>
              <a:off x="7981831" y="3133665"/>
              <a:ext cx="123971" cy="321897"/>
            </a:xfrm>
            <a:custGeom>
              <a:avLst/>
              <a:gdLst/>
              <a:ahLst/>
              <a:cxnLst/>
              <a:rect l="l" t="t" r="r" b="b"/>
              <a:pathLst>
                <a:path w="3661" h="9506" extrusionOk="0">
                  <a:moveTo>
                    <a:pt x="2808" y="627"/>
                  </a:moveTo>
                  <a:cubicBezTo>
                    <a:pt x="2908" y="3359"/>
                    <a:pt x="2983" y="6066"/>
                    <a:pt x="3084" y="8848"/>
                  </a:cubicBezTo>
                  <a:cubicBezTo>
                    <a:pt x="2677" y="8939"/>
                    <a:pt x="2292" y="8976"/>
                    <a:pt x="1905" y="8976"/>
                  </a:cubicBezTo>
                  <a:cubicBezTo>
                    <a:pt x="1552" y="8976"/>
                    <a:pt x="1199" y="8946"/>
                    <a:pt x="828" y="8898"/>
                  </a:cubicBezTo>
                  <a:cubicBezTo>
                    <a:pt x="728" y="6166"/>
                    <a:pt x="652" y="3409"/>
                    <a:pt x="552" y="627"/>
                  </a:cubicBezTo>
                  <a:close/>
                  <a:moveTo>
                    <a:pt x="602" y="1"/>
                  </a:moveTo>
                  <a:cubicBezTo>
                    <a:pt x="352" y="1"/>
                    <a:pt x="176" y="101"/>
                    <a:pt x="101" y="326"/>
                  </a:cubicBezTo>
                  <a:cubicBezTo>
                    <a:pt x="26" y="527"/>
                    <a:pt x="1" y="727"/>
                    <a:pt x="1" y="903"/>
                  </a:cubicBezTo>
                  <a:cubicBezTo>
                    <a:pt x="26" y="2206"/>
                    <a:pt x="76" y="3484"/>
                    <a:pt x="101" y="4762"/>
                  </a:cubicBezTo>
                  <a:lnTo>
                    <a:pt x="151" y="4762"/>
                  </a:lnTo>
                  <a:cubicBezTo>
                    <a:pt x="176" y="6116"/>
                    <a:pt x="226" y="7469"/>
                    <a:pt x="251" y="8798"/>
                  </a:cubicBezTo>
                  <a:cubicBezTo>
                    <a:pt x="251" y="9274"/>
                    <a:pt x="352" y="9374"/>
                    <a:pt x="803" y="9424"/>
                  </a:cubicBezTo>
                  <a:cubicBezTo>
                    <a:pt x="1191" y="9474"/>
                    <a:pt x="1580" y="9506"/>
                    <a:pt x="1968" y="9506"/>
                  </a:cubicBezTo>
                  <a:cubicBezTo>
                    <a:pt x="2357" y="9506"/>
                    <a:pt x="2745" y="9474"/>
                    <a:pt x="3134" y="9399"/>
                  </a:cubicBezTo>
                  <a:cubicBezTo>
                    <a:pt x="3635" y="9324"/>
                    <a:pt x="3660" y="9324"/>
                    <a:pt x="3635" y="8798"/>
                  </a:cubicBezTo>
                  <a:cubicBezTo>
                    <a:pt x="3585" y="6768"/>
                    <a:pt x="3510" y="4762"/>
                    <a:pt x="3460" y="2757"/>
                  </a:cubicBezTo>
                  <a:cubicBezTo>
                    <a:pt x="3434" y="2006"/>
                    <a:pt x="3409" y="1229"/>
                    <a:pt x="3359" y="477"/>
                  </a:cubicBezTo>
                  <a:cubicBezTo>
                    <a:pt x="3334" y="101"/>
                    <a:pt x="3234" y="1"/>
                    <a:pt x="2883" y="1"/>
                  </a:cubicBezTo>
                  <a:cubicBezTo>
                    <a:pt x="2382" y="1"/>
                    <a:pt x="1869" y="12"/>
                    <a:pt x="1361" y="12"/>
                  </a:cubicBezTo>
                  <a:cubicBezTo>
                    <a:pt x="1106" y="12"/>
                    <a:pt x="853" y="9"/>
                    <a:pt x="6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45"/>
            <p:cNvSpPr/>
            <p:nvPr/>
          </p:nvSpPr>
          <p:spPr>
            <a:xfrm>
              <a:off x="7257928" y="3625774"/>
              <a:ext cx="315734" cy="174121"/>
            </a:xfrm>
            <a:custGeom>
              <a:avLst/>
              <a:gdLst/>
              <a:ahLst/>
              <a:cxnLst/>
              <a:rect l="l" t="t" r="r" b="b"/>
              <a:pathLst>
                <a:path w="9324" h="5142" extrusionOk="0">
                  <a:moveTo>
                    <a:pt x="9053" y="0"/>
                  </a:moveTo>
                  <a:cubicBezTo>
                    <a:pt x="8987" y="0"/>
                    <a:pt x="8842" y="87"/>
                    <a:pt x="8797" y="154"/>
                  </a:cubicBezTo>
                  <a:cubicBezTo>
                    <a:pt x="8722" y="305"/>
                    <a:pt x="8697" y="455"/>
                    <a:pt x="8647" y="605"/>
                  </a:cubicBezTo>
                  <a:cubicBezTo>
                    <a:pt x="8321" y="1683"/>
                    <a:pt x="7845" y="2686"/>
                    <a:pt x="7018" y="3463"/>
                  </a:cubicBezTo>
                  <a:cubicBezTo>
                    <a:pt x="6280" y="4186"/>
                    <a:pt x="5416" y="4551"/>
                    <a:pt x="4524" y="4551"/>
                  </a:cubicBezTo>
                  <a:cubicBezTo>
                    <a:pt x="3871" y="4551"/>
                    <a:pt x="3203" y="4356"/>
                    <a:pt x="2557" y="3964"/>
                  </a:cubicBezTo>
                  <a:cubicBezTo>
                    <a:pt x="1805" y="3513"/>
                    <a:pt x="1203" y="2861"/>
                    <a:pt x="727" y="2159"/>
                  </a:cubicBezTo>
                  <a:cubicBezTo>
                    <a:pt x="627" y="2009"/>
                    <a:pt x="552" y="1859"/>
                    <a:pt x="426" y="1758"/>
                  </a:cubicBezTo>
                  <a:cubicBezTo>
                    <a:pt x="380" y="1727"/>
                    <a:pt x="305" y="1706"/>
                    <a:pt x="236" y="1706"/>
                  </a:cubicBezTo>
                  <a:cubicBezTo>
                    <a:pt x="194" y="1706"/>
                    <a:pt x="154" y="1714"/>
                    <a:pt x="126" y="1733"/>
                  </a:cubicBezTo>
                  <a:cubicBezTo>
                    <a:pt x="50" y="1783"/>
                    <a:pt x="0" y="1934"/>
                    <a:pt x="0" y="2034"/>
                  </a:cubicBezTo>
                  <a:cubicBezTo>
                    <a:pt x="0" y="2109"/>
                    <a:pt x="50" y="2184"/>
                    <a:pt x="101" y="2260"/>
                  </a:cubicBezTo>
                  <a:cubicBezTo>
                    <a:pt x="727" y="3237"/>
                    <a:pt x="1504" y="4064"/>
                    <a:pt x="2557" y="4616"/>
                  </a:cubicBezTo>
                  <a:cubicBezTo>
                    <a:pt x="3158" y="4941"/>
                    <a:pt x="3810" y="5117"/>
                    <a:pt x="4512" y="5142"/>
                  </a:cubicBezTo>
                  <a:cubicBezTo>
                    <a:pt x="5690" y="5092"/>
                    <a:pt x="6692" y="4641"/>
                    <a:pt x="7519" y="3788"/>
                  </a:cubicBezTo>
                  <a:cubicBezTo>
                    <a:pt x="8396" y="2886"/>
                    <a:pt x="8923" y="1783"/>
                    <a:pt x="9248" y="580"/>
                  </a:cubicBezTo>
                  <a:cubicBezTo>
                    <a:pt x="9274" y="505"/>
                    <a:pt x="9324" y="380"/>
                    <a:pt x="9299" y="305"/>
                  </a:cubicBezTo>
                  <a:cubicBezTo>
                    <a:pt x="9248" y="179"/>
                    <a:pt x="9173" y="54"/>
                    <a:pt x="9073" y="4"/>
                  </a:cubicBezTo>
                  <a:cubicBezTo>
                    <a:pt x="9068" y="1"/>
                    <a:pt x="9061" y="0"/>
                    <a:pt x="90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45"/>
            <p:cNvSpPr/>
            <p:nvPr/>
          </p:nvSpPr>
          <p:spPr>
            <a:xfrm>
              <a:off x="7195114" y="3591066"/>
              <a:ext cx="46730" cy="45884"/>
            </a:xfrm>
            <a:custGeom>
              <a:avLst/>
              <a:gdLst/>
              <a:ahLst/>
              <a:cxnLst/>
              <a:rect l="l" t="t" r="r" b="b"/>
              <a:pathLst>
                <a:path w="1380" h="1355" extrusionOk="0">
                  <a:moveTo>
                    <a:pt x="668" y="0"/>
                  </a:moveTo>
                  <a:cubicBezTo>
                    <a:pt x="654" y="0"/>
                    <a:pt x="641" y="0"/>
                    <a:pt x="627" y="1"/>
                  </a:cubicBezTo>
                  <a:cubicBezTo>
                    <a:pt x="276" y="1"/>
                    <a:pt x="1" y="327"/>
                    <a:pt x="26" y="728"/>
                  </a:cubicBezTo>
                  <a:cubicBezTo>
                    <a:pt x="26" y="1129"/>
                    <a:pt x="251" y="1355"/>
                    <a:pt x="652" y="1355"/>
                  </a:cubicBezTo>
                  <a:cubicBezTo>
                    <a:pt x="1103" y="1330"/>
                    <a:pt x="1379" y="1079"/>
                    <a:pt x="1354" y="703"/>
                  </a:cubicBezTo>
                  <a:cubicBezTo>
                    <a:pt x="1354" y="317"/>
                    <a:pt x="1028" y="0"/>
                    <a:pt x="6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45"/>
            <p:cNvSpPr/>
            <p:nvPr/>
          </p:nvSpPr>
          <p:spPr>
            <a:xfrm>
              <a:off x="7524423" y="3533400"/>
              <a:ext cx="40770" cy="42464"/>
            </a:xfrm>
            <a:custGeom>
              <a:avLst/>
              <a:gdLst/>
              <a:ahLst/>
              <a:cxnLst/>
              <a:rect l="l" t="t" r="r" b="b"/>
              <a:pathLst>
                <a:path w="1204" h="1254" extrusionOk="0">
                  <a:moveTo>
                    <a:pt x="627" y="0"/>
                  </a:moveTo>
                  <a:cubicBezTo>
                    <a:pt x="301" y="0"/>
                    <a:pt x="0" y="326"/>
                    <a:pt x="0" y="702"/>
                  </a:cubicBezTo>
                  <a:cubicBezTo>
                    <a:pt x="25" y="1028"/>
                    <a:pt x="276" y="1253"/>
                    <a:pt x="652" y="1253"/>
                  </a:cubicBezTo>
                  <a:cubicBezTo>
                    <a:pt x="1003" y="1253"/>
                    <a:pt x="1203" y="1028"/>
                    <a:pt x="1178" y="652"/>
                  </a:cubicBezTo>
                  <a:cubicBezTo>
                    <a:pt x="1178" y="301"/>
                    <a:pt x="927" y="0"/>
                    <a:pt x="6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62"/>
        <p:cNvGrpSpPr/>
        <p:nvPr/>
      </p:nvGrpSpPr>
      <p:grpSpPr>
        <a:xfrm>
          <a:off x="0" y="0"/>
          <a:ext cx="0" cy="0"/>
          <a:chOff x="0" y="0"/>
          <a:chExt cx="0" cy="0"/>
        </a:xfrm>
      </p:grpSpPr>
      <p:sp>
        <p:nvSpPr>
          <p:cNvPr id="2163" name="Google Shape;2163;p46"/>
          <p:cNvSpPr/>
          <p:nvPr/>
        </p:nvSpPr>
        <p:spPr>
          <a:xfrm>
            <a:off x="713250" y="1198488"/>
            <a:ext cx="4118400" cy="3593100"/>
          </a:xfrm>
          <a:prstGeom prst="rect">
            <a:avLst/>
          </a:pr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46"/>
          <p:cNvSpPr txBox="1">
            <a:spLocks noGrp="1"/>
          </p:cNvSpPr>
          <p:nvPr>
            <p:ph type="body" idx="1"/>
          </p:nvPr>
        </p:nvSpPr>
        <p:spPr>
          <a:xfrm>
            <a:off x="4114650" y="1821150"/>
            <a:ext cx="4316100" cy="228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a:t>Do you know what helps you make your point crystal clear? Lists like this one:</a:t>
            </a:r>
            <a:endParaRPr/>
          </a:p>
          <a:p>
            <a:pPr marL="457200" lvl="0" indent="-317500" algn="l" rtl="0">
              <a:spcBef>
                <a:spcPts val="1000"/>
              </a:spcBef>
              <a:spcAft>
                <a:spcPts val="0"/>
              </a:spcAft>
              <a:buSzPts val="1400"/>
              <a:buChar char="●"/>
            </a:pPr>
            <a:r>
              <a:rPr lang="en"/>
              <a:t>They’re simple </a:t>
            </a:r>
            <a:endParaRPr/>
          </a:p>
          <a:p>
            <a:pPr marL="457200" lvl="0" indent="-317500" algn="l" rtl="0">
              <a:spcBef>
                <a:spcPts val="0"/>
              </a:spcBef>
              <a:spcAft>
                <a:spcPts val="0"/>
              </a:spcAft>
              <a:buSzPts val="1400"/>
              <a:buChar char="●"/>
            </a:pPr>
            <a:r>
              <a:rPr lang="en"/>
              <a:t>You can organize your ideas clearly</a:t>
            </a:r>
            <a:endParaRPr/>
          </a:p>
          <a:p>
            <a:pPr marL="457200" lvl="0" indent="-317500" algn="l" rtl="0">
              <a:spcBef>
                <a:spcPts val="0"/>
              </a:spcBef>
              <a:spcAft>
                <a:spcPts val="0"/>
              </a:spcAft>
              <a:buSzPts val="1400"/>
              <a:buChar char="●"/>
            </a:pPr>
            <a:r>
              <a:rPr lang="en"/>
              <a:t>You’ll never forget to buy milk!</a:t>
            </a:r>
            <a:endParaRPr/>
          </a:p>
          <a:p>
            <a:pPr marL="0" lvl="0" indent="0" algn="l" rtl="0">
              <a:spcBef>
                <a:spcPts val="1000"/>
              </a:spcBef>
              <a:spcAft>
                <a:spcPts val="1200"/>
              </a:spcAft>
              <a:buNone/>
            </a:pPr>
            <a:r>
              <a:rPr lang="en"/>
              <a:t>And the most important thing: the audience won’t miss the point of your presentation</a:t>
            </a:r>
            <a:endParaRPr/>
          </a:p>
        </p:txBody>
      </p:sp>
      <p:sp>
        <p:nvSpPr>
          <p:cNvPr id="2165" name="Google Shape;2165;p46"/>
          <p:cNvSpPr txBox="1">
            <a:spLocks noGrp="1"/>
          </p:cNvSpPr>
          <p:nvPr>
            <p:ph type="ctrTitle"/>
          </p:nvPr>
        </p:nvSpPr>
        <p:spPr>
          <a:xfrm>
            <a:off x="713250" y="446075"/>
            <a:ext cx="7717500" cy="537000"/>
          </a:xfrm>
          <a:prstGeom prst="rect">
            <a:avLst/>
          </a:prstGeom>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a:t>Examples</a:t>
            </a:r>
            <a:endParaRPr/>
          </a:p>
        </p:txBody>
      </p:sp>
      <p:grpSp>
        <p:nvGrpSpPr>
          <p:cNvPr id="2166" name="Google Shape;2166;p46"/>
          <p:cNvGrpSpPr/>
          <p:nvPr/>
        </p:nvGrpSpPr>
        <p:grpSpPr>
          <a:xfrm>
            <a:off x="591019" y="1571644"/>
            <a:ext cx="511271" cy="2846773"/>
            <a:chOff x="599223" y="1571644"/>
            <a:chExt cx="511271" cy="2846773"/>
          </a:xfrm>
        </p:grpSpPr>
        <p:grpSp>
          <p:nvGrpSpPr>
            <p:cNvPr id="2167" name="Google Shape;2167;p46"/>
            <p:cNvGrpSpPr/>
            <p:nvPr/>
          </p:nvGrpSpPr>
          <p:grpSpPr>
            <a:xfrm rot="-5400000">
              <a:off x="692223" y="4000147"/>
              <a:ext cx="325269" cy="511271"/>
              <a:chOff x="1471100" y="1593200"/>
              <a:chExt cx="235600" cy="370325"/>
            </a:xfrm>
          </p:grpSpPr>
          <p:sp>
            <p:nvSpPr>
              <p:cNvPr id="2168" name="Google Shape;2168;p46"/>
              <p:cNvSpPr/>
              <p:nvPr/>
            </p:nvSpPr>
            <p:spPr>
              <a:xfrm>
                <a:off x="1542525" y="1881425"/>
                <a:ext cx="82100" cy="82100"/>
              </a:xfrm>
              <a:custGeom>
                <a:avLst/>
                <a:gdLst/>
                <a:ahLst/>
                <a:cxnLst/>
                <a:rect l="l" t="t" r="r" b="b"/>
                <a:pathLst>
                  <a:path w="3284" h="3284" extrusionOk="0">
                    <a:moveTo>
                      <a:pt x="0" y="1630"/>
                    </a:moveTo>
                    <a:cubicBezTo>
                      <a:pt x="0" y="2557"/>
                      <a:pt x="727" y="3284"/>
                      <a:pt x="1629" y="3284"/>
                    </a:cubicBezTo>
                    <a:lnTo>
                      <a:pt x="1629" y="3284"/>
                    </a:lnTo>
                    <a:cubicBezTo>
                      <a:pt x="2532" y="3284"/>
                      <a:pt x="3283" y="2557"/>
                      <a:pt x="3283" y="1630"/>
                    </a:cubicBezTo>
                    <a:lnTo>
                      <a:pt x="3283" y="1630"/>
                    </a:lnTo>
                    <a:cubicBezTo>
                      <a:pt x="3283" y="727"/>
                      <a:pt x="2532" y="1"/>
                      <a:pt x="1629" y="1"/>
                    </a:cubicBezTo>
                    <a:lnTo>
                      <a:pt x="1629" y="1"/>
                    </a:lnTo>
                    <a:cubicBezTo>
                      <a:pt x="727" y="1"/>
                      <a:pt x="0" y="727"/>
                      <a:pt x="0" y="1630"/>
                    </a:cubicBez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46"/>
              <p:cNvSpPr/>
              <p:nvPr/>
            </p:nvSpPr>
            <p:spPr>
              <a:xfrm>
                <a:off x="1593275" y="1593200"/>
                <a:ext cx="113425" cy="339000"/>
              </a:xfrm>
              <a:custGeom>
                <a:avLst/>
                <a:gdLst/>
                <a:ahLst/>
                <a:cxnLst/>
                <a:rect l="l" t="t" r="r" b="b"/>
                <a:pathLst>
                  <a:path w="4537" h="13560" extrusionOk="0">
                    <a:moveTo>
                      <a:pt x="0" y="326"/>
                    </a:moveTo>
                    <a:cubicBezTo>
                      <a:pt x="1003" y="903"/>
                      <a:pt x="1805" y="2181"/>
                      <a:pt x="2231" y="3835"/>
                    </a:cubicBezTo>
                    <a:lnTo>
                      <a:pt x="2231" y="3835"/>
                    </a:lnTo>
                    <a:lnTo>
                      <a:pt x="4537" y="3835"/>
                    </a:lnTo>
                    <a:cubicBezTo>
                      <a:pt x="3935" y="1555"/>
                      <a:pt x="2657" y="1"/>
                      <a:pt x="1153" y="1"/>
                    </a:cubicBezTo>
                    <a:lnTo>
                      <a:pt x="1153" y="1"/>
                    </a:lnTo>
                    <a:cubicBezTo>
                      <a:pt x="752" y="1"/>
                      <a:pt x="376" y="126"/>
                      <a:pt x="0" y="326"/>
                    </a:cubicBezTo>
                    <a:close/>
                    <a:moveTo>
                      <a:pt x="0" y="13234"/>
                    </a:moveTo>
                    <a:cubicBezTo>
                      <a:pt x="376" y="13434"/>
                      <a:pt x="752" y="13560"/>
                      <a:pt x="1153" y="13560"/>
                    </a:cubicBezTo>
                    <a:lnTo>
                      <a:pt x="1153" y="13560"/>
                    </a:lnTo>
                    <a:cubicBezTo>
                      <a:pt x="1178" y="13560"/>
                      <a:pt x="1178" y="13560"/>
                      <a:pt x="1203" y="13560"/>
                    </a:cubicBezTo>
                    <a:lnTo>
                      <a:pt x="1203" y="13560"/>
                    </a:lnTo>
                    <a:cubicBezTo>
                      <a:pt x="1228" y="13434"/>
                      <a:pt x="1253" y="13309"/>
                      <a:pt x="1253" y="13159"/>
                    </a:cubicBezTo>
                    <a:lnTo>
                      <a:pt x="1253" y="13159"/>
                    </a:lnTo>
                    <a:cubicBezTo>
                      <a:pt x="1253" y="12858"/>
                      <a:pt x="1153" y="12557"/>
                      <a:pt x="1028" y="12332"/>
                    </a:cubicBezTo>
                    <a:lnTo>
                      <a:pt x="1028" y="12332"/>
                    </a:lnTo>
                    <a:cubicBezTo>
                      <a:pt x="702" y="12707"/>
                      <a:pt x="376" y="13008"/>
                      <a:pt x="0" y="132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0" name="Google Shape;2170;p46"/>
              <p:cNvSpPr/>
              <p:nvPr/>
            </p:nvSpPr>
            <p:spPr>
              <a:xfrm>
                <a:off x="1471100" y="1593200"/>
                <a:ext cx="151025" cy="339000"/>
              </a:xfrm>
              <a:custGeom>
                <a:avLst/>
                <a:gdLst/>
                <a:ahLst/>
                <a:cxnLst/>
                <a:rect l="l" t="t" r="r" b="b"/>
                <a:pathLst>
                  <a:path w="6041" h="13560" extrusionOk="0">
                    <a:moveTo>
                      <a:pt x="3734" y="1"/>
                    </a:moveTo>
                    <a:cubicBezTo>
                      <a:pt x="1679" y="1"/>
                      <a:pt x="0" y="3033"/>
                      <a:pt x="0" y="6768"/>
                    </a:cubicBezTo>
                    <a:lnTo>
                      <a:pt x="0" y="6768"/>
                    </a:lnTo>
                    <a:cubicBezTo>
                      <a:pt x="0" y="10527"/>
                      <a:pt x="1679" y="13560"/>
                      <a:pt x="3734" y="13560"/>
                    </a:cubicBezTo>
                    <a:lnTo>
                      <a:pt x="3734" y="13560"/>
                    </a:lnTo>
                    <a:lnTo>
                      <a:pt x="6040" y="13560"/>
                    </a:lnTo>
                    <a:cubicBezTo>
                      <a:pt x="5639" y="13560"/>
                      <a:pt x="5263" y="13434"/>
                      <a:pt x="4887" y="13234"/>
                    </a:cubicBezTo>
                    <a:lnTo>
                      <a:pt x="4887" y="13234"/>
                    </a:lnTo>
                    <a:cubicBezTo>
                      <a:pt x="3384" y="12357"/>
                      <a:pt x="2306" y="9800"/>
                      <a:pt x="2306" y="6768"/>
                    </a:cubicBezTo>
                    <a:lnTo>
                      <a:pt x="2306" y="6768"/>
                    </a:lnTo>
                    <a:cubicBezTo>
                      <a:pt x="2306" y="3760"/>
                      <a:pt x="3384" y="1204"/>
                      <a:pt x="4887" y="326"/>
                    </a:cubicBezTo>
                    <a:lnTo>
                      <a:pt x="4887" y="326"/>
                    </a:lnTo>
                    <a:cubicBezTo>
                      <a:pt x="5263" y="126"/>
                      <a:pt x="5639" y="1"/>
                      <a:pt x="6040" y="1"/>
                    </a:cubicBezTo>
                    <a:lnTo>
                      <a:pt x="6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71" name="Google Shape;2171;p46"/>
            <p:cNvGrpSpPr/>
            <p:nvPr/>
          </p:nvGrpSpPr>
          <p:grpSpPr>
            <a:xfrm rot="-5400000">
              <a:off x="692223" y="3495846"/>
              <a:ext cx="325269" cy="511271"/>
              <a:chOff x="1471100" y="1593200"/>
              <a:chExt cx="235600" cy="370325"/>
            </a:xfrm>
          </p:grpSpPr>
          <p:sp>
            <p:nvSpPr>
              <p:cNvPr id="2172" name="Google Shape;2172;p46"/>
              <p:cNvSpPr/>
              <p:nvPr/>
            </p:nvSpPr>
            <p:spPr>
              <a:xfrm>
                <a:off x="1542525" y="1881425"/>
                <a:ext cx="82100" cy="82100"/>
              </a:xfrm>
              <a:custGeom>
                <a:avLst/>
                <a:gdLst/>
                <a:ahLst/>
                <a:cxnLst/>
                <a:rect l="l" t="t" r="r" b="b"/>
                <a:pathLst>
                  <a:path w="3284" h="3284" extrusionOk="0">
                    <a:moveTo>
                      <a:pt x="0" y="1630"/>
                    </a:moveTo>
                    <a:cubicBezTo>
                      <a:pt x="0" y="2557"/>
                      <a:pt x="727" y="3284"/>
                      <a:pt x="1629" y="3284"/>
                    </a:cubicBezTo>
                    <a:lnTo>
                      <a:pt x="1629" y="3284"/>
                    </a:lnTo>
                    <a:cubicBezTo>
                      <a:pt x="2532" y="3284"/>
                      <a:pt x="3283" y="2557"/>
                      <a:pt x="3283" y="1630"/>
                    </a:cubicBezTo>
                    <a:lnTo>
                      <a:pt x="3283" y="1630"/>
                    </a:lnTo>
                    <a:cubicBezTo>
                      <a:pt x="3283" y="727"/>
                      <a:pt x="2532" y="1"/>
                      <a:pt x="1629" y="1"/>
                    </a:cubicBezTo>
                    <a:lnTo>
                      <a:pt x="1629" y="1"/>
                    </a:lnTo>
                    <a:cubicBezTo>
                      <a:pt x="727" y="1"/>
                      <a:pt x="0" y="727"/>
                      <a:pt x="0" y="1630"/>
                    </a:cubicBez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46"/>
              <p:cNvSpPr/>
              <p:nvPr/>
            </p:nvSpPr>
            <p:spPr>
              <a:xfrm>
                <a:off x="1593275" y="1593200"/>
                <a:ext cx="113425" cy="339000"/>
              </a:xfrm>
              <a:custGeom>
                <a:avLst/>
                <a:gdLst/>
                <a:ahLst/>
                <a:cxnLst/>
                <a:rect l="l" t="t" r="r" b="b"/>
                <a:pathLst>
                  <a:path w="4537" h="13560" extrusionOk="0">
                    <a:moveTo>
                      <a:pt x="0" y="326"/>
                    </a:moveTo>
                    <a:cubicBezTo>
                      <a:pt x="1003" y="903"/>
                      <a:pt x="1805" y="2181"/>
                      <a:pt x="2231" y="3835"/>
                    </a:cubicBezTo>
                    <a:lnTo>
                      <a:pt x="2231" y="3835"/>
                    </a:lnTo>
                    <a:lnTo>
                      <a:pt x="4537" y="3835"/>
                    </a:lnTo>
                    <a:cubicBezTo>
                      <a:pt x="3935" y="1555"/>
                      <a:pt x="2657" y="1"/>
                      <a:pt x="1153" y="1"/>
                    </a:cubicBezTo>
                    <a:lnTo>
                      <a:pt x="1153" y="1"/>
                    </a:lnTo>
                    <a:cubicBezTo>
                      <a:pt x="752" y="1"/>
                      <a:pt x="376" y="126"/>
                      <a:pt x="0" y="326"/>
                    </a:cubicBezTo>
                    <a:close/>
                    <a:moveTo>
                      <a:pt x="0" y="13234"/>
                    </a:moveTo>
                    <a:cubicBezTo>
                      <a:pt x="376" y="13434"/>
                      <a:pt x="752" y="13560"/>
                      <a:pt x="1153" y="13560"/>
                    </a:cubicBezTo>
                    <a:lnTo>
                      <a:pt x="1153" y="13560"/>
                    </a:lnTo>
                    <a:cubicBezTo>
                      <a:pt x="1178" y="13560"/>
                      <a:pt x="1178" y="13560"/>
                      <a:pt x="1203" y="13560"/>
                    </a:cubicBezTo>
                    <a:lnTo>
                      <a:pt x="1203" y="13560"/>
                    </a:lnTo>
                    <a:cubicBezTo>
                      <a:pt x="1228" y="13434"/>
                      <a:pt x="1253" y="13309"/>
                      <a:pt x="1253" y="13159"/>
                    </a:cubicBezTo>
                    <a:lnTo>
                      <a:pt x="1253" y="13159"/>
                    </a:lnTo>
                    <a:cubicBezTo>
                      <a:pt x="1253" y="12858"/>
                      <a:pt x="1153" y="12557"/>
                      <a:pt x="1028" y="12332"/>
                    </a:cubicBezTo>
                    <a:lnTo>
                      <a:pt x="1028" y="12332"/>
                    </a:lnTo>
                    <a:cubicBezTo>
                      <a:pt x="702" y="12707"/>
                      <a:pt x="376" y="13008"/>
                      <a:pt x="0" y="132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46"/>
              <p:cNvSpPr/>
              <p:nvPr/>
            </p:nvSpPr>
            <p:spPr>
              <a:xfrm>
                <a:off x="1471100" y="1593200"/>
                <a:ext cx="151025" cy="339000"/>
              </a:xfrm>
              <a:custGeom>
                <a:avLst/>
                <a:gdLst/>
                <a:ahLst/>
                <a:cxnLst/>
                <a:rect l="l" t="t" r="r" b="b"/>
                <a:pathLst>
                  <a:path w="6041" h="13560" extrusionOk="0">
                    <a:moveTo>
                      <a:pt x="3734" y="1"/>
                    </a:moveTo>
                    <a:cubicBezTo>
                      <a:pt x="1679" y="1"/>
                      <a:pt x="0" y="3033"/>
                      <a:pt x="0" y="6768"/>
                    </a:cubicBezTo>
                    <a:lnTo>
                      <a:pt x="0" y="6768"/>
                    </a:lnTo>
                    <a:cubicBezTo>
                      <a:pt x="0" y="10527"/>
                      <a:pt x="1679" y="13560"/>
                      <a:pt x="3734" y="13560"/>
                    </a:cubicBezTo>
                    <a:lnTo>
                      <a:pt x="3734" y="13560"/>
                    </a:lnTo>
                    <a:lnTo>
                      <a:pt x="6040" y="13560"/>
                    </a:lnTo>
                    <a:cubicBezTo>
                      <a:pt x="5639" y="13560"/>
                      <a:pt x="5263" y="13434"/>
                      <a:pt x="4887" y="13234"/>
                    </a:cubicBezTo>
                    <a:lnTo>
                      <a:pt x="4887" y="13234"/>
                    </a:lnTo>
                    <a:cubicBezTo>
                      <a:pt x="3384" y="12357"/>
                      <a:pt x="2306" y="9800"/>
                      <a:pt x="2306" y="6768"/>
                    </a:cubicBezTo>
                    <a:lnTo>
                      <a:pt x="2306" y="6768"/>
                    </a:lnTo>
                    <a:cubicBezTo>
                      <a:pt x="2306" y="3760"/>
                      <a:pt x="3384" y="1204"/>
                      <a:pt x="4887" y="326"/>
                    </a:cubicBezTo>
                    <a:lnTo>
                      <a:pt x="4887" y="326"/>
                    </a:lnTo>
                    <a:cubicBezTo>
                      <a:pt x="5263" y="126"/>
                      <a:pt x="5639" y="1"/>
                      <a:pt x="6040" y="1"/>
                    </a:cubicBezTo>
                    <a:lnTo>
                      <a:pt x="6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75" name="Google Shape;2175;p46"/>
            <p:cNvGrpSpPr/>
            <p:nvPr/>
          </p:nvGrpSpPr>
          <p:grpSpPr>
            <a:xfrm rot="-5400000">
              <a:off x="692223" y="2991545"/>
              <a:ext cx="325269" cy="511271"/>
              <a:chOff x="1471100" y="1593200"/>
              <a:chExt cx="235600" cy="370325"/>
            </a:xfrm>
          </p:grpSpPr>
          <p:sp>
            <p:nvSpPr>
              <p:cNvPr id="2176" name="Google Shape;2176;p46"/>
              <p:cNvSpPr/>
              <p:nvPr/>
            </p:nvSpPr>
            <p:spPr>
              <a:xfrm>
                <a:off x="1542525" y="1881425"/>
                <a:ext cx="82100" cy="82100"/>
              </a:xfrm>
              <a:custGeom>
                <a:avLst/>
                <a:gdLst/>
                <a:ahLst/>
                <a:cxnLst/>
                <a:rect l="l" t="t" r="r" b="b"/>
                <a:pathLst>
                  <a:path w="3284" h="3284" extrusionOk="0">
                    <a:moveTo>
                      <a:pt x="0" y="1630"/>
                    </a:moveTo>
                    <a:cubicBezTo>
                      <a:pt x="0" y="2557"/>
                      <a:pt x="727" y="3284"/>
                      <a:pt x="1629" y="3284"/>
                    </a:cubicBezTo>
                    <a:lnTo>
                      <a:pt x="1629" y="3284"/>
                    </a:lnTo>
                    <a:cubicBezTo>
                      <a:pt x="2532" y="3284"/>
                      <a:pt x="3283" y="2557"/>
                      <a:pt x="3283" y="1630"/>
                    </a:cubicBezTo>
                    <a:lnTo>
                      <a:pt x="3283" y="1630"/>
                    </a:lnTo>
                    <a:cubicBezTo>
                      <a:pt x="3283" y="727"/>
                      <a:pt x="2532" y="1"/>
                      <a:pt x="1629" y="1"/>
                    </a:cubicBezTo>
                    <a:lnTo>
                      <a:pt x="1629" y="1"/>
                    </a:lnTo>
                    <a:cubicBezTo>
                      <a:pt x="727" y="1"/>
                      <a:pt x="0" y="727"/>
                      <a:pt x="0" y="1630"/>
                    </a:cubicBez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46"/>
              <p:cNvSpPr/>
              <p:nvPr/>
            </p:nvSpPr>
            <p:spPr>
              <a:xfrm>
                <a:off x="1593275" y="1593200"/>
                <a:ext cx="113425" cy="339000"/>
              </a:xfrm>
              <a:custGeom>
                <a:avLst/>
                <a:gdLst/>
                <a:ahLst/>
                <a:cxnLst/>
                <a:rect l="l" t="t" r="r" b="b"/>
                <a:pathLst>
                  <a:path w="4537" h="13560" extrusionOk="0">
                    <a:moveTo>
                      <a:pt x="0" y="326"/>
                    </a:moveTo>
                    <a:cubicBezTo>
                      <a:pt x="1003" y="903"/>
                      <a:pt x="1805" y="2181"/>
                      <a:pt x="2231" y="3835"/>
                    </a:cubicBezTo>
                    <a:lnTo>
                      <a:pt x="2231" y="3835"/>
                    </a:lnTo>
                    <a:lnTo>
                      <a:pt x="4537" y="3835"/>
                    </a:lnTo>
                    <a:cubicBezTo>
                      <a:pt x="3935" y="1555"/>
                      <a:pt x="2657" y="1"/>
                      <a:pt x="1153" y="1"/>
                    </a:cubicBezTo>
                    <a:lnTo>
                      <a:pt x="1153" y="1"/>
                    </a:lnTo>
                    <a:cubicBezTo>
                      <a:pt x="752" y="1"/>
                      <a:pt x="376" y="126"/>
                      <a:pt x="0" y="326"/>
                    </a:cubicBezTo>
                    <a:close/>
                    <a:moveTo>
                      <a:pt x="0" y="13234"/>
                    </a:moveTo>
                    <a:cubicBezTo>
                      <a:pt x="376" y="13434"/>
                      <a:pt x="752" y="13560"/>
                      <a:pt x="1153" y="13560"/>
                    </a:cubicBezTo>
                    <a:lnTo>
                      <a:pt x="1153" y="13560"/>
                    </a:lnTo>
                    <a:cubicBezTo>
                      <a:pt x="1178" y="13560"/>
                      <a:pt x="1178" y="13560"/>
                      <a:pt x="1203" y="13560"/>
                    </a:cubicBezTo>
                    <a:lnTo>
                      <a:pt x="1203" y="13560"/>
                    </a:lnTo>
                    <a:cubicBezTo>
                      <a:pt x="1228" y="13434"/>
                      <a:pt x="1253" y="13309"/>
                      <a:pt x="1253" y="13159"/>
                    </a:cubicBezTo>
                    <a:lnTo>
                      <a:pt x="1253" y="13159"/>
                    </a:lnTo>
                    <a:cubicBezTo>
                      <a:pt x="1253" y="12858"/>
                      <a:pt x="1153" y="12557"/>
                      <a:pt x="1028" y="12332"/>
                    </a:cubicBezTo>
                    <a:lnTo>
                      <a:pt x="1028" y="12332"/>
                    </a:lnTo>
                    <a:cubicBezTo>
                      <a:pt x="702" y="12707"/>
                      <a:pt x="376" y="13008"/>
                      <a:pt x="0" y="132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46"/>
              <p:cNvSpPr/>
              <p:nvPr/>
            </p:nvSpPr>
            <p:spPr>
              <a:xfrm>
                <a:off x="1471100" y="1593200"/>
                <a:ext cx="151025" cy="339000"/>
              </a:xfrm>
              <a:custGeom>
                <a:avLst/>
                <a:gdLst/>
                <a:ahLst/>
                <a:cxnLst/>
                <a:rect l="l" t="t" r="r" b="b"/>
                <a:pathLst>
                  <a:path w="6041" h="13560" extrusionOk="0">
                    <a:moveTo>
                      <a:pt x="3734" y="1"/>
                    </a:moveTo>
                    <a:cubicBezTo>
                      <a:pt x="1679" y="1"/>
                      <a:pt x="0" y="3033"/>
                      <a:pt x="0" y="6768"/>
                    </a:cubicBezTo>
                    <a:lnTo>
                      <a:pt x="0" y="6768"/>
                    </a:lnTo>
                    <a:cubicBezTo>
                      <a:pt x="0" y="10527"/>
                      <a:pt x="1679" y="13560"/>
                      <a:pt x="3734" y="13560"/>
                    </a:cubicBezTo>
                    <a:lnTo>
                      <a:pt x="3734" y="13560"/>
                    </a:lnTo>
                    <a:lnTo>
                      <a:pt x="6040" y="13560"/>
                    </a:lnTo>
                    <a:cubicBezTo>
                      <a:pt x="5639" y="13560"/>
                      <a:pt x="5263" y="13434"/>
                      <a:pt x="4887" y="13234"/>
                    </a:cubicBezTo>
                    <a:lnTo>
                      <a:pt x="4887" y="13234"/>
                    </a:lnTo>
                    <a:cubicBezTo>
                      <a:pt x="3384" y="12357"/>
                      <a:pt x="2306" y="9800"/>
                      <a:pt x="2306" y="6768"/>
                    </a:cubicBezTo>
                    <a:lnTo>
                      <a:pt x="2306" y="6768"/>
                    </a:lnTo>
                    <a:cubicBezTo>
                      <a:pt x="2306" y="3760"/>
                      <a:pt x="3384" y="1204"/>
                      <a:pt x="4887" y="326"/>
                    </a:cubicBezTo>
                    <a:lnTo>
                      <a:pt x="4887" y="326"/>
                    </a:lnTo>
                    <a:cubicBezTo>
                      <a:pt x="5263" y="126"/>
                      <a:pt x="5639" y="1"/>
                      <a:pt x="6040" y="1"/>
                    </a:cubicBezTo>
                    <a:lnTo>
                      <a:pt x="6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79" name="Google Shape;2179;p46"/>
            <p:cNvGrpSpPr/>
            <p:nvPr/>
          </p:nvGrpSpPr>
          <p:grpSpPr>
            <a:xfrm rot="-5400000">
              <a:off x="692223" y="2487245"/>
              <a:ext cx="325269" cy="511271"/>
              <a:chOff x="1471100" y="1593200"/>
              <a:chExt cx="235600" cy="370325"/>
            </a:xfrm>
          </p:grpSpPr>
          <p:sp>
            <p:nvSpPr>
              <p:cNvPr id="2180" name="Google Shape;2180;p46"/>
              <p:cNvSpPr/>
              <p:nvPr/>
            </p:nvSpPr>
            <p:spPr>
              <a:xfrm>
                <a:off x="1542525" y="1881425"/>
                <a:ext cx="82100" cy="82100"/>
              </a:xfrm>
              <a:custGeom>
                <a:avLst/>
                <a:gdLst/>
                <a:ahLst/>
                <a:cxnLst/>
                <a:rect l="l" t="t" r="r" b="b"/>
                <a:pathLst>
                  <a:path w="3284" h="3284" extrusionOk="0">
                    <a:moveTo>
                      <a:pt x="0" y="1630"/>
                    </a:moveTo>
                    <a:cubicBezTo>
                      <a:pt x="0" y="2557"/>
                      <a:pt x="727" y="3284"/>
                      <a:pt x="1629" y="3284"/>
                    </a:cubicBezTo>
                    <a:lnTo>
                      <a:pt x="1629" y="3284"/>
                    </a:lnTo>
                    <a:cubicBezTo>
                      <a:pt x="2532" y="3284"/>
                      <a:pt x="3283" y="2557"/>
                      <a:pt x="3283" y="1630"/>
                    </a:cubicBezTo>
                    <a:lnTo>
                      <a:pt x="3283" y="1630"/>
                    </a:lnTo>
                    <a:cubicBezTo>
                      <a:pt x="3283" y="727"/>
                      <a:pt x="2532" y="1"/>
                      <a:pt x="1629" y="1"/>
                    </a:cubicBezTo>
                    <a:lnTo>
                      <a:pt x="1629" y="1"/>
                    </a:lnTo>
                    <a:cubicBezTo>
                      <a:pt x="727" y="1"/>
                      <a:pt x="0" y="727"/>
                      <a:pt x="0" y="1630"/>
                    </a:cubicBez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46"/>
              <p:cNvSpPr/>
              <p:nvPr/>
            </p:nvSpPr>
            <p:spPr>
              <a:xfrm>
                <a:off x="1593275" y="1593200"/>
                <a:ext cx="113425" cy="339000"/>
              </a:xfrm>
              <a:custGeom>
                <a:avLst/>
                <a:gdLst/>
                <a:ahLst/>
                <a:cxnLst/>
                <a:rect l="l" t="t" r="r" b="b"/>
                <a:pathLst>
                  <a:path w="4537" h="13560" extrusionOk="0">
                    <a:moveTo>
                      <a:pt x="0" y="326"/>
                    </a:moveTo>
                    <a:cubicBezTo>
                      <a:pt x="1003" y="903"/>
                      <a:pt x="1805" y="2181"/>
                      <a:pt x="2231" y="3835"/>
                    </a:cubicBezTo>
                    <a:lnTo>
                      <a:pt x="2231" y="3835"/>
                    </a:lnTo>
                    <a:lnTo>
                      <a:pt x="4537" y="3835"/>
                    </a:lnTo>
                    <a:cubicBezTo>
                      <a:pt x="3935" y="1555"/>
                      <a:pt x="2657" y="1"/>
                      <a:pt x="1153" y="1"/>
                    </a:cubicBezTo>
                    <a:lnTo>
                      <a:pt x="1153" y="1"/>
                    </a:lnTo>
                    <a:cubicBezTo>
                      <a:pt x="752" y="1"/>
                      <a:pt x="376" y="126"/>
                      <a:pt x="0" y="326"/>
                    </a:cubicBezTo>
                    <a:close/>
                    <a:moveTo>
                      <a:pt x="0" y="13234"/>
                    </a:moveTo>
                    <a:cubicBezTo>
                      <a:pt x="376" y="13434"/>
                      <a:pt x="752" y="13560"/>
                      <a:pt x="1153" y="13560"/>
                    </a:cubicBezTo>
                    <a:lnTo>
                      <a:pt x="1153" y="13560"/>
                    </a:lnTo>
                    <a:cubicBezTo>
                      <a:pt x="1178" y="13560"/>
                      <a:pt x="1178" y="13560"/>
                      <a:pt x="1203" y="13560"/>
                    </a:cubicBezTo>
                    <a:lnTo>
                      <a:pt x="1203" y="13560"/>
                    </a:lnTo>
                    <a:cubicBezTo>
                      <a:pt x="1228" y="13434"/>
                      <a:pt x="1253" y="13309"/>
                      <a:pt x="1253" y="13159"/>
                    </a:cubicBezTo>
                    <a:lnTo>
                      <a:pt x="1253" y="13159"/>
                    </a:lnTo>
                    <a:cubicBezTo>
                      <a:pt x="1253" y="12858"/>
                      <a:pt x="1153" y="12557"/>
                      <a:pt x="1028" y="12332"/>
                    </a:cubicBezTo>
                    <a:lnTo>
                      <a:pt x="1028" y="12332"/>
                    </a:lnTo>
                    <a:cubicBezTo>
                      <a:pt x="702" y="12707"/>
                      <a:pt x="376" y="13008"/>
                      <a:pt x="0" y="132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46"/>
              <p:cNvSpPr/>
              <p:nvPr/>
            </p:nvSpPr>
            <p:spPr>
              <a:xfrm>
                <a:off x="1471100" y="1593200"/>
                <a:ext cx="151025" cy="339000"/>
              </a:xfrm>
              <a:custGeom>
                <a:avLst/>
                <a:gdLst/>
                <a:ahLst/>
                <a:cxnLst/>
                <a:rect l="l" t="t" r="r" b="b"/>
                <a:pathLst>
                  <a:path w="6041" h="13560" extrusionOk="0">
                    <a:moveTo>
                      <a:pt x="3734" y="1"/>
                    </a:moveTo>
                    <a:cubicBezTo>
                      <a:pt x="1679" y="1"/>
                      <a:pt x="0" y="3033"/>
                      <a:pt x="0" y="6768"/>
                    </a:cubicBezTo>
                    <a:lnTo>
                      <a:pt x="0" y="6768"/>
                    </a:lnTo>
                    <a:cubicBezTo>
                      <a:pt x="0" y="10527"/>
                      <a:pt x="1679" y="13560"/>
                      <a:pt x="3734" y="13560"/>
                    </a:cubicBezTo>
                    <a:lnTo>
                      <a:pt x="3734" y="13560"/>
                    </a:lnTo>
                    <a:lnTo>
                      <a:pt x="6040" y="13560"/>
                    </a:lnTo>
                    <a:cubicBezTo>
                      <a:pt x="5639" y="13560"/>
                      <a:pt x="5263" y="13434"/>
                      <a:pt x="4887" y="13234"/>
                    </a:cubicBezTo>
                    <a:lnTo>
                      <a:pt x="4887" y="13234"/>
                    </a:lnTo>
                    <a:cubicBezTo>
                      <a:pt x="3384" y="12357"/>
                      <a:pt x="2306" y="9800"/>
                      <a:pt x="2306" y="6768"/>
                    </a:cubicBezTo>
                    <a:lnTo>
                      <a:pt x="2306" y="6768"/>
                    </a:lnTo>
                    <a:cubicBezTo>
                      <a:pt x="2306" y="3760"/>
                      <a:pt x="3384" y="1204"/>
                      <a:pt x="4887" y="326"/>
                    </a:cubicBezTo>
                    <a:lnTo>
                      <a:pt x="4887" y="326"/>
                    </a:lnTo>
                    <a:cubicBezTo>
                      <a:pt x="5263" y="126"/>
                      <a:pt x="5639" y="1"/>
                      <a:pt x="6040" y="1"/>
                    </a:cubicBezTo>
                    <a:lnTo>
                      <a:pt x="6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83" name="Google Shape;2183;p46"/>
            <p:cNvGrpSpPr/>
            <p:nvPr/>
          </p:nvGrpSpPr>
          <p:grpSpPr>
            <a:xfrm rot="-5400000">
              <a:off x="692223" y="1982944"/>
              <a:ext cx="325269" cy="511271"/>
              <a:chOff x="1471100" y="1593200"/>
              <a:chExt cx="235600" cy="370325"/>
            </a:xfrm>
          </p:grpSpPr>
          <p:sp>
            <p:nvSpPr>
              <p:cNvPr id="2184" name="Google Shape;2184;p46"/>
              <p:cNvSpPr/>
              <p:nvPr/>
            </p:nvSpPr>
            <p:spPr>
              <a:xfrm>
                <a:off x="1542525" y="1881425"/>
                <a:ext cx="82100" cy="82100"/>
              </a:xfrm>
              <a:custGeom>
                <a:avLst/>
                <a:gdLst/>
                <a:ahLst/>
                <a:cxnLst/>
                <a:rect l="l" t="t" r="r" b="b"/>
                <a:pathLst>
                  <a:path w="3284" h="3284" extrusionOk="0">
                    <a:moveTo>
                      <a:pt x="0" y="1630"/>
                    </a:moveTo>
                    <a:cubicBezTo>
                      <a:pt x="0" y="2557"/>
                      <a:pt x="727" y="3284"/>
                      <a:pt x="1629" y="3284"/>
                    </a:cubicBezTo>
                    <a:lnTo>
                      <a:pt x="1629" y="3284"/>
                    </a:lnTo>
                    <a:cubicBezTo>
                      <a:pt x="2532" y="3284"/>
                      <a:pt x="3283" y="2557"/>
                      <a:pt x="3283" y="1630"/>
                    </a:cubicBezTo>
                    <a:lnTo>
                      <a:pt x="3283" y="1630"/>
                    </a:lnTo>
                    <a:cubicBezTo>
                      <a:pt x="3283" y="727"/>
                      <a:pt x="2532" y="1"/>
                      <a:pt x="1629" y="1"/>
                    </a:cubicBezTo>
                    <a:lnTo>
                      <a:pt x="1629" y="1"/>
                    </a:lnTo>
                    <a:cubicBezTo>
                      <a:pt x="727" y="1"/>
                      <a:pt x="0" y="727"/>
                      <a:pt x="0" y="1630"/>
                    </a:cubicBez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46"/>
              <p:cNvSpPr/>
              <p:nvPr/>
            </p:nvSpPr>
            <p:spPr>
              <a:xfrm>
                <a:off x="1593275" y="1593200"/>
                <a:ext cx="113425" cy="339000"/>
              </a:xfrm>
              <a:custGeom>
                <a:avLst/>
                <a:gdLst/>
                <a:ahLst/>
                <a:cxnLst/>
                <a:rect l="l" t="t" r="r" b="b"/>
                <a:pathLst>
                  <a:path w="4537" h="13560" extrusionOk="0">
                    <a:moveTo>
                      <a:pt x="0" y="326"/>
                    </a:moveTo>
                    <a:cubicBezTo>
                      <a:pt x="1003" y="903"/>
                      <a:pt x="1805" y="2181"/>
                      <a:pt x="2231" y="3835"/>
                    </a:cubicBezTo>
                    <a:lnTo>
                      <a:pt x="2231" y="3835"/>
                    </a:lnTo>
                    <a:lnTo>
                      <a:pt x="4537" y="3835"/>
                    </a:lnTo>
                    <a:cubicBezTo>
                      <a:pt x="3935" y="1555"/>
                      <a:pt x="2657" y="1"/>
                      <a:pt x="1153" y="1"/>
                    </a:cubicBezTo>
                    <a:lnTo>
                      <a:pt x="1153" y="1"/>
                    </a:lnTo>
                    <a:cubicBezTo>
                      <a:pt x="752" y="1"/>
                      <a:pt x="376" y="126"/>
                      <a:pt x="0" y="326"/>
                    </a:cubicBezTo>
                    <a:close/>
                    <a:moveTo>
                      <a:pt x="0" y="13234"/>
                    </a:moveTo>
                    <a:cubicBezTo>
                      <a:pt x="376" y="13434"/>
                      <a:pt x="752" y="13560"/>
                      <a:pt x="1153" y="13560"/>
                    </a:cubicBezTo>
                    <a:lnTo>
                      <a:pt x="1153" y="13560"/>
                    </a:lnTo>
                    <a:cubicBezTo>
                      <a:pt x="1178" y="13560"/>
                      <a:pt x="1178" y="13560"/>
                      <a:pt x="1203" y="13560"/>
                    </a:cubicBezTo>
                    <a:lnTo>
                      <a:pt x="1203" y="13560"/>
                    </a:lnTo>
                    <a:cubicBezTo>
                      <a:pt x="1228" y="13434"/>
                      <a:pt x="1253" y="13309"/>
                      <a:pt x="1253" y="13159"/>
                    </a:cubicBezTo>
                    <a:lnTo>
                      <a:pt x="1253" y="13159"/>
                    </a:lnTo>
                    <a:cubicBezTo>
                      <a:pt x="1253" y="12858"/>
                      <a:pt x="1153" y="12557"/>
                      <a:pt x="1028" y="12332"/>
                    </a:cubicBezTo>
                    <a:lnTo>
                      <a:pt x="1028" y="12332"/>
                    </a:lnTo>
                    <a:cubicBezTo>
                      <a:pt x="702" y="12707"/>
                      <a:pt x="376" y="13008"/>
                      <a:pt x="0" y="132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46"/>
              <p:cNvSpPr/>
              <p:nvPr/>
            </p:nvSpPr>
            <p:spPr>
              <a:xfrm>
                <a:off x="1471100" y="1593200"/>
                <a:ext cx="151025" cy="339000"/>
              </a:xfrm>
              <a:custGeom>
                <a:avLst/>
                <a:gdLst/>
                <a:ahLst/>
                <a:cxnLst/>
                <a:rect l="l" t="t" r="r" b="b"/>
                <a:pathLst>
                  <a:path w="6041" h="13560" extrusionOk="0">
                    <a:moveTo>
                      <a:pt x="3734" y="1"/>
                    </a:moveTo>
                    <a:cubicBezTo>
                      <a:pt x="1679" y="1"/>
                      <a:pt x="0" y="3033"/>
                      <a:pt x="0" y="6768"/>
                    </a:cubicBezTo>
                    <a:lnTo>
                      <a:pt x="0" y="6768"/>
                    </a:lnTo>
                    <a:cubicBezTo>
                      <a:pt x="0" y="10527"/>
                      <a:pt x="1679" y="13560"/>
                      <a:pt x="3734" y="13560"/>
                    </a:cubicBezTo>
                    <a:lnTo>
                      <a:pt x="3734" y="13560"/>
                    </a:lnTo>
                    <a:lnTo>
                      <a:pt x="6040" y="13560"/>
                    </a:lnTo>
                    <a:cubicBezTo>
                      <a:pt x="5639" y="13560"/>
                      <a:pt x="5263" y="13434"/>
                      <a:pt x="4887" y="13234"/>
                    </a:cubicBezTo>
                    <a:lnTo>
                      <a:pt x="4887" y="13234"/>
                    </a:lnTo>
                    <a:cubicBezTo>
                      <a:pt x="3384" y="12357"/>
                      <a:pt x="2306" y="9800"/>
                      <a:pt x="2306" y="6768"/>
                    </a:cubicBezTo>
                    <a:lnTo>
                      <a:pt x="2306" y="6768"/>
                    </a:lnTo>
                    <a:cubicBezTo>
                      <a:pt x="2306" y="3760"/>
                      <a:pt x="3384" y="1204"/>
                      <a:pt x="4887" y="326"/>
                    </a:cubicBezTo>
                    <a:lnTo>
                      <a:pt x="4887" y="326"/>
                    </a:lnTo>
                    <a:cubicBezTo>
                      <a:pt x="5263" y="126"/>
                      <a:pt x="5639" y="1"/>
                      <a:pt x="6040" y="1"/>
                    </a:cubicBezTo>
                    <a:lnTo>
                      <a:pt x="6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87" name="Google Shape;2187;p46"/>
            <p:cNvGrpSpPr/>
            <p:nvPr/>
          </p:nvGrpSpPr>
          <p:grpSpPr>
            <a:xfrm rot="-5400000">
              <a:off x="692223" y="1478643"/>
              <a:ext cx="325269" cy="511271"/>
              <a:chOff x="1471100" y="1593200"/>
              <a:chExt cx="235600" cy="370325"/>
            </a:xfrm>
          </p:grpSpPr>
          <p:sp>
            <p:nvSpPr>
              <p:cNvPr id="2188" name="Google Shape;2188;p46"/>
              <p:cNvSpPr/>
              <p:nvPr/>
            </p:nvSpPr>
            <p:spPr>
              <a:xfrm>
                <a:off x="1542525" y="1881425"/>
                <a:ext cx="82100" cy="82100"/>
              </a:xfrm>
              <a:custGeom>
                <a:avLst/>
                <a:gdLst/>
                <a:ahLst/>
                <a:cxnLst/>
                <a:rect l="l" t="t" r="r" b="b"/>
                <a:pathLst>
                  <a:path w="3284" h="3284" extrusionOk="0">
                    <a:moveTo>
                      <a:pt x="0" y="1630"/>
                    </a:moveTo>
                    <a:cubicBezTo>
                      <a:pt x="0" y="2557"/>
                      <a:pt x="727" y="3284"/>
                      <a:pt x="1629" y="3284"/>
                    </a:cubicBezTo>
                    <a:lnTo>
                      <a:pt x="1629" y="3284"/>
                    </a:lnTo>
                    <a:cubicBezTo>
                      <a:pt x="2532" y="3284"/>
                      <a:pt x="3283" y="2557"/>
                      <a:pt x="3283" y="1630"/>
                    </a:cubicBezTo>
                    <a:lnTo>
                      <a:pt x="3283" y="1630"/>
                    </a:lnTo>
                    <a:cubicBezTo>
                      <a:pt x="3283" y="727"/>
                      <a:pt x="2532" y="1"/>
                      <a:pt x="1629" y="1"/>
                    </a:cubicBezTo>
                    <a:lnTo>
                      <a:pt x="1629" y="1"/>
                    </a:lnTo>
                    <a:cubicBezTo>
                      <a:pt x="727" y="1"/>
                      <a:pt x="0" y="727"/>
                      <a:pt x="0" y="1630"/>
                    </a:cubicBez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46"/>
              <p:cNvSpPr/>
              <p:nvPr/>
            </p:nvSpPr>
            <p:spPr>
              <a:xfrm>
                <a:off x="1593275" y="1593200"/>
                <a:ext cx="113425" cy="339000"/>
              </a:xfrm>
              <a:custGeom>
                <a:avLst/>
                <a:gdLst/>
                <a:ahLst/>
                <a:cxnLst/>
                <a:rect l="l" t="t" r="r" b="b"/>
                <a:pathLst>
                  <a:path w="4537" h="13560" extrusionOk="0">
                    <a:moveTo>
                      <a:pt x="0" y="326"/>
                    </a:moveTo>
                    <a:cubicBezTo>
                      <a:pt x="1003" y="903"/>
                      <a:pt x="1805" y="2181"/>
                      <a:pt x="2231" y="3835"/>
                    </a:cubicBezTo>
                    <a:lnTo>
                      <a:pt x="2231" y="3835"/>
                    </a:lnTo>
                    <a:lnTo>
                      <a:pt x="4537" y="3835"/>
                    </a:lnTo>
                    <a:cubicBezTo>
                      <a:pt x="3935" y="1555"/>
                      <a:pt x="2657" y="1"/>
                      <a:pt x="1153" y="1"/>
                    </a:cubicBezTo>
                    <a:lnTo>
                      <a:pt x="1153" y="1"/>
                    </a:lnTo>
                    <a:cubicBezTo>
                      <a:pt x="752" y="1"/>
                      <a:pt x="376" y="126"/>
                      <a:pt x="0" y="326"/>
                    </a:cubicBezTo>
                    <a:close/>
                    <a:moveTo>
                      <a:pt x="0" y="13234"/>
                    </a:moveTo>
                    <a:cubicBezTo>
                      <a:pt x="376" y="13434"/>
                      <a:pt x="752" y="13560"/>
                      <a:pt x="1153" y="13560"/>
                    </a:cubicBezTo>
                    <a:lnTo>
                      <a:pt x="1153" y="13560"/>
                    </a:lnTo>
                    <a:cubicBezTo>
                      <a:pt x="1178" y="13560"/>
                      <a:pt x="1178" y="13560"/>
                      <a:pt x="1203" y="13560"/>
                    </a:cubicBezTo>
                    <a:lnTo>
                      <a:pt x="1203" y="13560"/>
                    </a:lnTo>
                    <a:cubicBezTo>
                      <a:pt x="1228" y="13434"/>
                      <a:pt x="1253" y="13309"/>
                      <a:pt x="1253" y="13159"/>
                    </a:cubicBezTo>
                    <a:lnTo>
                      <a:pt x="1253" y="13159"/>
                    </a:lnTo>
                    <a:cubicBezTo>
                      <a:pt x="1253" y="12858"/>
                      <a:pt x="1153" y="12557"/>
                      <a:pt x="1028" y="12332"/>
                    </a:cubicBezTo>
                    <a:lnTo>
                      <a:pt x="1028" y="12332"/>
                    </a:lnTo>
                    <a:cubicBezTo>
                      <a:pt x="702" y="12707"/>
                      <a:pt x="376" y="13008"/>
                      <a:pt x="0" y="132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46"/>
              <p:cNvSpPr/>
              <p:nvPr/>
            </p:nvSpPr>
            <p:spPr>
              <a:xfrm>
                <a:off x="1471100" y="1593200"/>
                <a:ext cx="151025" cy="339000"/>
              </a:xfrm>
              <a:custGeom>
                <a:avLst/>
                <a:gdLst/>
                <a:ahLst/>
                <a:cxnLst/>
                <a:rect l="l" t="t" r="r" b="b"/>
                <a:pathLst>
                  <a:path w="6041" h="13560" extrusionOk="0">
                    <a:moveTo>
                      <a:pt x="3734" y="1"/>
                    </a:moveTo>
                    <a:cubicBezTo>
                      <a:pt x="1679" y="1"/>
                      <a:pt x="0" y="3033"/>
                      <a:pt x="0" y="6768"/>
                    </a:cubicBezTo>
                    <a:lnTo>
                      <a:pt x="0" y="6768"/>
                    </a:lnTo>
                    <a:cubicBezTo>
                      <a:pt x="0" y="10527"/>
                      <a:pt x="1679" y="13560"/>
                      <a:pt x="3734" y="13560"/>
                    </a:cubicBezTo>
                    <a:lnTo>
                      <a:pt x="3734" y="13560"/>
                    </a:lnTo>
                    <a:lnTo>
                      <a:pt x="6040" y="13560"/>
                    </a:lnTo>
                    <a:cubicBezTo>
                      <a:pt x="5639" y="13560"/>
                      <a:pt x="5263" y="13434"/>
                      <a:pt x="4887" y="13234"/>
                    </a:cubicBezTo>
                    <a:lnTo>
                      <a:pt x="4887" y="13234"/>
                    </a:lnTo>
                    <a:cubicBezTo>
                      <a:pt x="3384" y="12357"/>
                      <a:pt x="2306" y="9800"/>
                      <a:pt x="2306" y="6768"/>
                    </a:cubicBezTo>
                    <a:lnTo>
                      <a:pt x="2306" y="6768"/>
                    </a:lnTo>
                    <a:cubicBezTo>
                      <a:pt x="2306" y="3760"/>
                      <a:pt x="3384" y="1204"/>
                      <a:pt x="4887" y="326"/>
                    </a:cubicBezTo>
                    <a:lnTo>
                      <a:pt x="4887" y="326"/>
                    </a:lnTo>
                    <a:cubicBezTo>
                      <a:pt x="5263" y="126"/>
                      <a:pt x="5639" y="1"/>
                      <a:pt x="6040" y="1"/>
                    </a:cubicBezTo>
                    <a:lnTo>
                      <a:pt x="6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191" name="Google Shape;2191;p46"/>
          <p:cNvGrpSpPr/>
          <p:nvPr/>
        </p:nvGrpSpPr>
        <p:grpSpPr>
          <a:xfrm>
            <a:off x="1585496" y="1663347"/>
            <a:ext cx="2161971" cy="2447705"/>
            <a:chOff x="1585496" y="1663347"/>
            <a:chExt cx="2161971" cy="2447705"/>
          </a:xfrm>
        </p:grpSpPr>
        <p:grpSp>
          <p:nvGrpSpPr>
            <p:cNvPr id="2192" name="Google Shape;2192;p46"/>
            <p:cNvGrpSpPr/>
            <p:nvPr/>
          </p:nvGrpSpPr>
          <p:grpSpPr>
            <a:xfrm>
              <a:off x="1585496" y="3232778"/>
              <a:ext cx="787303" cy="878274"/>
              <a:chOff x="5202625" y="2024650"/>
              <a:chExt cx="657950" cy="733975"/>
            </a:xfrm>
          </p:grpSpPr>
          <p:sp>
            <p:nvSpPr>
              <p:cNvPr id="2193" name="Google Shape;2193;p46"/>
              <p:cNvSpPr/>
              <p:nvPr/>
            </p:nvSpPr>
            <p:spPr>
              <a:xfrm>
                <a:off x="5202625" y="2062325"/>
                <a:ext cx="657950" cy="696300"/>
              </a:xfrm>
              <a:custGeom>
                <a:avLst/>
                <a:gdLst/>
                <a:ahLst/>
                <a:cxnLst/>
                <a:rect l="l" t="t" r="r" b="b"/>
                <a:pathLst>
                  <a:path w="26318" h="27852" extrusionOk="0">
                    <a:moveTo>
                      <a:pt x="7464" y="3743"/>
                    </a:moveTo>
                    <a:cubicBezTo>
                      <a:pt x="7451" y="3743"/>
                      <a:pt x="7446" y="3751"/>
                      <a:pt x="7439" y="3761"/>
                    </a:cubicBezTo>
                    <a:lnTo>
                      <a:pt x="7439" y="3761"/>
                    </a:lnTo>
                    <a:cubicBezTo>
                      <a:pt x="7453" y="3754"/>
                      <a:pt x="7464" y="3743"/>
                      <a:pt x="7464" y="3743"/>
                    </a:cubicBezTo>
                    <a:close/>
                    <a:moveTo>
                      <a:pt x="7439" y="3761"/>
                    </a:moveTo>
                    <a:cubicBezTo>
                      <a:pt x="7433" y="3764"/>
                      <a:pt x="7426" y="3766"/>
                      <a:pt x="7418" y="3766"/>
                    </a:cubicBezTo>
                    <a:cubicBezTo>
                      <a:pt x="7418" y="3789"/>
                      <a:pt x="7418" y="3789"/>
                      <a:pt x="7418" y="3789"/>
                    </a:cubicBezTo>
                    <a:cubicBezTo>
                      <a:pt x="7428" y="3779"/>
                      <a:pt x="7434" y="3769"/>
                      <a:pt x="7439" y="3761"/>
                    </a:cubicBezTo>
                    <a:close/>
                    <a:moveTo>
                      <a:pt x="7396" y="3789"/>
                    </a:moveTo>
                    <a:cubicBezTo>
                      <a:pt x="7396" y="3789"/>
                      <a:pt x="7396" y="3812"/>
                      <a:pt x="7396" y="3812"/>
                    </a:cubicBezTo>
                    <a:cubicBezTo>
                      <a:pt x="7396" y="3789"/>
                      <a:pt x="7396" y="3789"/>
                      <a:pt x="7418" y="3789"/>
                    </a:cubicBezTo>
                    <a:close/>
                    <a:moveTo>
                      <a:pt x="22643" y="21113"/>
                    </a:moveTo>
                    <a:cubicBezTo>
                      <a:pt x="22643" y="21113"/>
                      <a:pt x="22620" y="21136"/>
                      <a:pt x="22620" y="21136"/>
                    </a:cubicBezTo>
                    <a:lnTo>
                      <a:pt x="22643" y="21136"/>
                    </a:lnTo>
                    <a:cubicBezTo>
                      <a:pt x="22643" y="21113"/>
                      <a:pt x="22643" y="21113"/>
                      <a:pt x="22643" y="21113"/>
                    </a:cubicBezTo>
                    <a:close/>
                    <a:moveTo>
                      <a:pt x="12942" y="0"/>
                    </a:moveTo>
                    <a:cubicBezTo>
                      <a:pt x="11687" y="274"/>
                      <a:pt x="10500" y="799"/>
                      <a:pt x="9404" y="1438"/>
                    </a:cubicBezTo>
                    <a:cubicBezTo>
                      <a:pt x="8217" y="2100"/>
                      <a:pt x="7144" y="2967"/>
                      <a:pt x="6163" y="3903"/>
                    </a:cubicBezTo>
                    <a:cubicBezTo>
                      <a:pt x="5159" y="4862"/>
                      <a:pt x="4268" y="5935"/>
                      <a:pt x="3470" y="7076"/>
                    </a:cubicBezTo>
                    <a:cubicBezTo>
                      <a:pt x="2671" y="8240"/>
                      <a:pt x="1986" y="9472"/>
                      <a:pt x="1438" y="10774"/>
                    </a:cubicBezTo>
                    <a:cubicBezTo>
                      <a:pt x="890" y="12029"/>
                      <a:pt x="502" y="13353"/>
                      <a:pt x="274" y="14699"/>
                    </a:cubicBezTo>
                    <a:cubicBezTo>
                      <a:pt x="46" y="15978"/>
                      <a:pt x="0" y="17279"/>
                      <a:pt x="160" y="18557"/>
                    </a:cubicBezTo>
                    <a:cubicBezTo>
                      <a:pt x="343" y="19812"/>
                      <a:pt x="731" y="21022"/>
                      <a:pt x="1347" y="22141"/>
                    </a:cubicBezTo>
                    <a:cubicBezTo>
                      <a:pt x="1986" y="23282"/>
                      <a:pt x="2899" y="24263"/>
                      <a:pt x="3949" y="25039"/>
                    </a:cubicBezTo>
                    <a:cubicBezTo>
                      <a:pt x="4542" y="25496"/>
                      <a:pt x="5182" y="25861"/>
                      <a:pt x="5866" y="26203"/>
                    </a:cubicBezTo>
                    <a:cubicBezTo>
                      <a:pt x="6734" y="26614"/>
                      <a:pt x="7669" y="26957"/>
                      <a:pt x="8582" y="27253"/>
                    </a:cubicBezTo>
                    <a:cubicBezTo>
                      <a:pt x="9874" y="27630"/>
                      <a:pt x="11208" y="27852"/>
                      <a:pt x="12540" y="27852"/>
                    </a:cubicBezTo>
                    <a:cubicBezTo>
                      <a:pt x="12903" y="27852"/>
                      <a:pt x="13265" y="27835"/>
                      <a:pt x="13627" y="27801"/>
                    </a:cubicBezTo>
                    <a:cubicBezTo>
                      <a:pt x="14403" y="27733"/>
                      <a:pt x="15179" y="27596"/>
                      <a:pt x="15932" y="27367"/>
                    </a:cubicBezTo>
                    <a:cubicBezTo>
                      <a:pt x="16663" y="27139"/>
                      <a:pt x="17370" y="26843"/>
                      <a:pt x="18055" y="26477"/>
                    </a:cubicBezTo>
                    <a:cubicBezTo>
                      <a:pt x="19447" y="25724"/>
                      <a:pt x="20657" y="24697"/>
                      <a:pt x="21707" y="23533"/>
                    </a:cubicBezTo>
                    <a:cubicBezTo>
                      <a:pt x="22666" y="22483"/>
                      <a:pt x="23487" y="21296"/>
                      <a:pt x="24195" y="20041"/>
                    </a:cubicBezTo>
                    <a:cubicBezTo>
                      <a:pt x="24560" y="19379"/>
                      <a:pt x="24903" y="18694"/>
                      <a:pt x="25222" y="18009"/>
                    </a:cubicBezTo>
                    <a:cubicBezTo>
                      <a:pt x="25405" y="17598"/>
                      <a:pt x="25587" y="17165"/>
                      <a:pt x="25770" y="16754"/>
                    </a:cubicBezTo>
                    <a:cubicBezTo>
                      <a:pt x="25953" y="16297"/>
                      <a:pt x="26135" y="15841"/>
                      <a:pt x="26272" y="15361"/>
                    </a:cubicBezTo>
                    <a:cubicBezTo>
                      <a:pt x="26318" y="15156"/>
                      <a:pt x="26181" y="14951"/>
                      <a:pt x="25975" y="14905"/>
                    </a:cubicBezTo>
                    <a:cubicBezTo>
                      <a:pt x="25949" y="14899"/>
                      <a:pt x="25922" y="14896"/>
                      <a:pt x="25896" y="14896"/>
                    </a:cubicBezTo>
                    <a:cubicBezTo>
                      <a:pt x="25724" y="14896"/>
                      <a:pt x="25578" y="15023"/>
                      <a:pt x="25519" y="15202"/>
                    </a:cubicBezTo>
                    <a:cubicBezTo>
                      <a:pt x="25473" y="15361"/>
                      <a:pt x="25428" y="15521"/>
                      <a:pt x="25382" y="15704"/>
                    </a:cubicBezTo>
                    <a:cubicBezTo>
                      <a:pt x="25176" y="16252"/>
                      <a:pt x="24903" y="16799"/>
                      <a:pt x="24674" y="17347"/>
                    </a:cubicBezTo>
                    <a:cubicBezTo>
                      <a:pt x="24469" y="17804"/>
                      <a:pt x="24263" y="18260"/>
                      <a:pt x="24035" y="18694"/>
                    </a:cubicBezTo>
                    <a:cubicBezTo>
                      <a:pt x="23624" y="19538"/>
                      <a:pt x="23145" y="20337"/>
                      <a:pt x="22643" y="21136"/>
                    </a:cubicBezTo>
                    <a:cubicBezTo>
                      <a:pt x="22630" y="21136"/>
                      <a:pt x="22624" y="21144"/>
                      <a:pt x="22617" y="21150"/>
                    </a:cubicBezTo>
                    <a:lnTo>
                      <a:pt x="22617" y="21150"/>
                    </a:lnTo>
                    <a:cubicBezTo>
                      <a:pt x="22619" y="21146"/>
                      <a:pt x="22620" y="21141"/>
                      <a:pt x="22620" y="21136"/>
                    </a:cubicBezTo>
                    <a:lnTo>
                      <a:pt x="22620" y="21136"/>
                    </a:lnTo>
                    <a:lnTo>
                      <a:pt x="22597" y="21159"/>
                    </a:lnTo>
                    <a:cubicBezTo>
                      <a:pt x="22607" y="21159"/>
                      <a:pt x="22612" y="21155"/>
                      <a:pt x="22617" y="21150"/>
                    </a:cubicBezTo>
                    <a:lnTo>
                      <a:pt x="22617" y="21150"/>
                    </a:lnTo>
                    <a:cubicBezTo>
                      <a:pt x="22611" y="21168"/>
                      <a:pt x="22593" y="21186"/>
                      <a:pt x="22575" y="21204"/>
                    </a:cubicBezTo>
                    <a:lnTo>
                      <a:pt x="22575" y="21204"/>
                    </a:lnTo>
                    <a:cubicBezTo>
                      <a:pt x="22597" y="21182"/>
                      <a:pt x="22597" y="21182"/>
                      <a:pt x="22597" y="21159"/>
                    </a:cubicBezTo>
                    <a:lnTo>
                      <a:pt x="22597" y="21159"/>
                    </a:lnTo>
                    <a:cubicBezTo>
                      <a:pt x="21798" y="22346"/>
                      <a:pt x="20862" y="23442"/>
                      <a:pt x="19790" y="24377"/>
                    </a:cubicBezTo>
                    <a:cubicBezTo>
                      <a:pt x="19790" y="24377"/>
                      <a:pt x="19790" y="24355"/>
                      <a:pt x="19790" y="24355"/>
                    </a:cubicBezTo>
                    <a:cubicBezTo>
                      <a:pt x="18991" y="25039"/>
                      <a:pt x="18123" y="25610"/>
                      <a:pt x="17188" y="26066"/>
                    </a:cubicBezTo>
                    <a:lnTo>
                      <a:pt x="17210" y="26066"/>
                    </a:lnTo>
                    <a:cubicBezTo>
                      <a:pt x="16366" y="26454"/>
                      <a:pt x="15476" y="26751"/>
                      <a:pt x="14563" y="26934"/>
                    </a:cubicBezTo>
                    <a:cubicBezTo>
                      <a:pt x="13892" y="27046"/>
                      <a:pt x="13209" y="27102"/>
                      <a:pt x="12524" y="27102"/>
                    </a:cubicBezTo>
                    <a:cubicBezTo>
                      <a:pt x="12230" y="27102"/>
                      <a:pt x="11936" y="27091"/>
                      <a:pt x="11641" y="27071"/>
                    </a:cubicBezTo>
                    <a:cubicBezTo>
                      <a:pt x="10409" y="26957"/>
                      <a:pt x="9176" y="26683"/>
                      <a:pt x="8012" y="26272"/>
                    </a:cubicBezTo>
                    <a:cubicBezTo>
                      <a:pt x="6871" y="25861"/>
                      <a:pt x="5752" y="25359"/>
                      <a:pt x="4771" y="24697"/>
                    </a:cubicBezTo>
                    <a:cubicBezTo>
                      <a:pt x="4086" y="24240"/>
                      <a:pt x="3470" y="23693"/>
                      <a:pt x="2945" y="23076"/>
                    </a:cubicBezTo>
                    <a:cubicBezTo>
                      <a:pt x="2922" y="23076"/>
                      <a:pt x="2899" y="23054"/>
                      <a:pt x="2876" y="23031"/>
                    </a:cubicBezTo>
                    <a:lnTo>
                      <a:pt x="2876" y="23031"/>
                    </a:lnTo>
                    <a:cubicBezTo>
                      <a:pt x="2899" y="23054"/>
                      <a:pt x="2922" y="23054"/>
                      <a:pt x="2945" y="23076"/>
                    </a:cubicBezTo>
                    <a:cubicBezTo>
                      <a:pt x="2465" y="22529"/>
                      <a:pt x="2054" y="21912"/>
                      <a:pt x="1735" y="21250"/>
                    </a:cubicBezTo>
                    <a:cubicBezTo>
                      <a:pt x="1370" y="20497"/>
                      <a:pt x="1119" y="19675"/>
                      <a:pt x="982" y="18854"/>
                    </a:cubicBezTo>
                    <a:cubicBezTo>
                      <a:pt x="982" y="18876"/>
                      <a:pt x="982" y="18899"/>
                      <a:pt x="982" y="18922"/>
                    </a:cubicBezTo>
                    <a:cubicBezTo>
                      <a:pt x="822" y="17941"/>
                      <a:pt x="799" y="16959"/>
                      <a:pt x="868" y="15955"/>
                    </a:cubicBezTo>
                    <a:lnTo>
                      <a:pt x="868" y="15955"/>
                    </a:lnTo>
                    <a:lnTo>
                      <a:pt x="868" y="16046"/>
                    </a:lnTo>
                    <a:cubicBezTo>
                      <a:pt x="959" y="14722"/>
                      <a:pt x="1278" y="13398"/>
                      <a:pt x="1712" y="12143"/>
                    </a:cubicBezTo>
                    <a:cubicBezTo>
                      <a:pt x="2283" y="10545"/>
                      <a:pt x="3082" y="9016"/>
                      <a:pt x="4040" y="7601"/>
                    </a:cubicBezTo>
                    <a:lnTo>
                      <a:pt x="4040" y="7601"/>
                    </a:lnTo>
                    <a:cubicBezTo>
                      <a:pt x="4017" y="7624"/>
                      <a:pt x="3995" y="7646"/>
                      <a:pt x="3972" y="7669"/>
                    </a:cubicBezTo>
                    <a:cubicBezTo>
                      <a:pt x="4953" y="6254"/>
                      <a:pt x="6095" y="4930"/>
                      <a:pt x="7396" y="3789"/>
                    </a:cubicBezTo>
                    <a:cubicBezTo>
                      <a:pt x="7418" y="3789"/>
                      <a:pt x="7418" y="3789"/>
                      <a:pt x="7418" y="3766"/>
                    </a:cubicBezTo>
                    <a:cubicBezTo>
                      <a:pt x="8468" y="2899"/>
                      <a:pt x="9587" y="2123"/>
                      <a:pt x="10819" y="1529"/>
                    </a:cubicBezTo>
                    <a:cubicBezTo>
                      <a:pt x="11573" y="1187"/>
                      <a:pt x="12371" y="913"/>
                      <a:pt x="13170" y="730"/>
                    </a:cubicBezTo>
                    <a:cubicBezTo>
                      <a:pt x="13376" y="685"/>
                      <a:pt x="13490" y="434"/>
                      <a:pt x="13421" y="251"/>
                    </a:cubicBezTo>
                    <a:cubicBezTo>
                      <a:pt x="13399" y="160"/>
                      <a:pt x="13330" y="68"/>
                      <a:pt x="13239" y="23"/>
                    </a:cubicBezTo>
                    <a:cubicBezTo>
                      <a:pt x="13170" y="0"/>
                      <a:pt x="13125" y="0"/>
                      <a:pt x="130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46"/>
              <p:cNvSpPr/>
              <p:nvPr/>
            </p:nvSpPr>
            <p:spPr>
              <a:xfrm>
                <a:off x="5309900" y="2024650"/>
                <a:ext cx="237400" cy="274150"/>
              </a:xfrm>
              <a:custGeom>
                <a:avLst/>
                <a:gdLst/>
                <a:ahLst/>
                <a:cxnLst/>
                <a:rect l="l" t="t" r="r" b="b"/>
                <a:pathLst>
                  <a:path w="9496" h="10966" extrusionOk="0">
                    <a:moveTo>
                      <a:pt x="3835" y="9473"/>
                    </a:moveTo>
                    <a:cubicBezTo>
                      <a:pt x="3812" y="9496"/>
                      <a:pt x="3812" y="9496"/>
                      <a:pt x="3812" y="9519"/>
                    </a:cubicBezTo>
                    <a:lnTo>
                      <a:pt x="3835" y="9473"/>
                    </a:lnTo>
                    <a:close/>
                    <a:moveTo>
                      <a:pt x="3812" y="9519"/>
                    </a:moveTo>
                    <a:cubicBezTo>
                      <a:pt x="3796" y="9534"/>
                      <a:pt x="3792" y="9539"/>
                      <a:pt x="3790" y="9548"/>
                    </a:cubicBezTo>
                    <a:lnTo>
                      <a:pt x="3790" y="9548"/>
                    </a:lnTo>
                    <a:cubicBezTo>
                      <a:pt x="3797" y="9538"/>
                      <a:pt x="3805" y="9529"/>
                      <a:pt x="3812" y="9519"/>
                    </a:cubicBezTo>
                    <a:close/>
                    <a:moveTo>
                      <a:pt x="366" y="1"/>
                    </a:moveTo>
                    <a:cubicBezTo>
                      <a:pt x="160" y="1"/>
                      <a:pt x="0" y="183"/>
                      <a:pt x="0" y="389"/>
                    </a:cubicBezTo>
                    <a:cubicBezTo>
                      <a:pt x="0" y="617"/>
                      <a:pt x="183" y="754"/>
                      <a:pt x="388" y="754"/>
                    </a:cubicBezTo>
                    <a:cubicBezTo>
                      <a:pt x="959" y="754"/>
                      <a:pt x="1530" y="777"/>
                      <a:pt x="2077" y="822"/>
                    </a:cubicBezTo>
                    <a:lnTo>
                      <a:pt x="1986" y="822"/>
                    </a:lnTo>
                    <a:cubicBezTo>
                      <a:pt x="4177" y="1005"/>
                      <a:pt x="6323" y="1461"/>
                      <a:pt x="8446" y="1986"/>
                    </a:cubicBezTo>
                    <a:cubicBezTo>
                      <a:pt x="6734" y="4406"/>
                      <a:pt x="5433" y="7099"/>
                      <a:pt x="3789" y="9564"/>
                    </a:cubicBezTo>
                    <a:cubicBezTo>
                      <a:pt x="3789" y="9557"/>
                      <a:pt x="3789" y="9552"/>
                      <a:pt x="3790" y="9548"/>
                    </a:cubicBezTo>
                    <a:lnTo>
                      <a:pt x="3790" y="9548"/>
                    </a:lnTo>
                    <a:cubicBezTo>
                      <a:pt x="3594" y="9812"/>
                      <a:pt x="3417" y="10076"/>
                      <a:pt x="3219" y="10340"/>
                    </a:cubicBezTo>
                    <a:cubicBezTo>
                      <a:pt x="3150" y="10409"/>
                      <a:pt x="3127" y="10500"/>
                      <a:pt x="3127" y="10614"/>
                    </a:cubicBezTo>
                    <a:cubicBezTo>
                      <a:pt x="3127" y="10706"/>
                      <a:pt x="3173" y="10797"/>
                      <a:pt x="3264" y="10865"/>
                    </a:cubicBezTo>
                    <a:cubicBezTo>
                      <a:pt x="3330" y="10931"/>
                      <a:pt x="3428" y="10965"/>
                      <a:pt x="3524" y="10965"/>
                    </a:cubicBezTo>
                    <a:cubicBezTo>
                      <a:pt x="3628" y="10965"/>
                      <a:pt x="3730" y="10926"/>
                      <a:pt x="3789" y="10843"/>
                    </a:cubicBezTo>
                    <a:cubicBezTo>
                      <a:pt x="5661" y="8332"/>
                      <a:pt x="6985" y="5501"/>
                      <a:pt x="8720" y="2899"/>
                    </a:cubicBezTo>
                    <a:cubicBezTo>
                      <a:pt x="8948" y="2603"/>
                      <a:pt x="9153" y="2283"/>
                      <a:pt x="9382" y="1986"/>
                    </a:cubicBezTo>
                    <a:cubicBezTo>
                      <a:pt x="9450" y="1872"/>
                      <a:pt x="9496" y="1758"/>
                      <a:pt x="9450" y="1621"/>
                    </a:cubicBezTo>
                    <a:cubicBezTo>
                      <a:pt x="9404" y="1484"/>
                      <a:pt x="9313" y="1393"/>
                      <a:pt x="9176" y="1370"/>
                    </a:cubicBezTo>
                    <a:cubicBezTo>
                      <a:pt x="6277" y="662"/>
                      <a:pt x="3356" y="23"/>
                      <a:pt x="3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5" name="Google Shape;2195;p46"/>
            <p:cNvGrpSpPr/>
            <p:nvPr/>
          </p:nvGrpSpPr>
          <p:grpSpPr>
            <a:xfrm>
              <a:off x="2770324" y="1663347"/>
              <a:ext cx="977144" cy="864723"/>
              <a:chOff x="5170650" y="1470575"/>
              <a:chExt cx="816600" cy="722650"/>
            </a:xfrm>
          </p:grpSpPr>
          <p:sp>
            <p:nvSpPr>
              <p:cNvPr id="2196" name="Google Shape;2196;p46"/>
              <p:cNvSpPr/>
              <p:nvPr/>
            </p:nvSpPr>
            <p:spPr>
              <a:xfrm>
                <a:off x="5197475" y="1470575"/>
                <a:ext cx="789775" cy="722650"/>
              </a:xfrm>
              <a:custGeom>
                <a:avLst/>
                <a:gdLst/>
                <a:ahLst/>
                <a:cxnLst/>
                <a:rect l="l" t="t" r="r" b="b"/>
                <a:pathLst>
                  <a:path w="31591" h="28906" extrusionOk="0">
                    <a:moveTo>
                      <a:pt x="29605" y="7373"/>
                    </a:moveTo>
                    <a:cubicBezTo>
                      <a:pt x="29605" y="7384"/>
                      <a:pt x="29611" y="7396"/>
                      <a:pt x="29617" y="7407"/>
                    </a:cubicBezTo>
                    <a:lnTo>
                      <a:pt x="29617" y="7407"/>
                    </a:lnTo>
                    <a:lnTo>
                      <a:pt x="29605" y="7373"/>
                    </a:lnTo>
                    <a:close/>
                    <a:moveTo>
                      <a:pt x="29617" y="7407"/>
                    </a:moveTo>
                    <a:lnTo>
                      <a:pt x="29628" y="7441"/>
                    </a:lnTo>
                    <a:cubicBezTo>
                      <a:pt x="29628" y="7430"/>
                      <a:pt x="29622" y="7418"/>
                      <a:pt x="29617" y="7407"/>
                    </a:cubicBezTo>
                    <a:close/>
                    <a:moveTo>
                      <a:pt x="29520" y="19704"/>
                    </a:moveTo>
                    <a:cubicBezTo>
                      <a:pt x="29516" y="19709"/>
                      <a:pt x="29514" y="19714"/>
                      <a:pt x="29514" y="19721"/>
                    </a:cubicBezTo>
                    <a:cubicBezTo>
                      <a:pt x="29516" y="19716"/>
                      <a:pt x="29518" y="19710"/>
                      <a:pt x="29520" y="19704"/>
                    </a:cubicBezTo>
                    <a:close/>
                    <a:moveTo>
                      <a:pt x="17371" y="0"/>
                    </a:moveTo>
                    <a:cubicBezTo>
                      <a:pt x="17097" y="0"/>
                      <a:pt x="16800" y="23"/>
                      <a:pt x="16526" y="23"/>
                    </a:cubicBezTo>
                    <a:cubicBezTo>
                      <a:pt x="14723" y="114"/>
                      <a:pt x="12943" y="525"/>
                      <a:pt x="11276" y="1233"/>
                    </a:cubicBezTo>
                    <a:cubicBezTo>
                      <a:pt x="10500" y="1575"/>
                      <a:pt x="9724" y="1986"/>
                      <a:pt x="9017" y="2465"/>
                    </a:cubicBezTo>
                    <a:cubicBezTo>
                      <a:pt x="8309" y="2945"/>
                      <a:pt x="7624" y="3470"/>
                      <a:pt x="7008" y="4040"/>
                    </a:cubicBezTo>
                    <a:cubicBezTo>
                      <a:pt x="5730" y="5204"/>
                      <a:pt x="4634" y="6551"/>
                      <a:pt x="3676" y="7943"/>
                    </a:cubicBezTo>
                    <a:cubicBezTo>
                      <a:pt x="2306" y="9929"/>
                      <a:pt x="1165" y="12052"/>
                      <a:pt x="92" y="14198"/>
                    </a:cubicBezTo>
                    <a:cubicBezTo>
                      <a:pt x="1" y="14380"/>
                      <a:pt x="92" y="14608"/>
                      <a:pt x="275" y="14700"/>
                    </a:cubicBezTo>
                    <a:cubicBezTo>
                      <a:pt x="329" y="14727"/>
                      <a:pt x="388" y="14740"/>
                      <a:pt x="445" y="14740"/>
                    </a:cubicBezTo>
                    <a:cubicBezTo>
                      <a:pt x="581" y="14740"/>
                      <a:pt x="713" y="14668"/>
                      <a:pt x="777" y="14540"/>
                    </a:cubicBezTo>
                    <a:cubicBezTo>
                      <a:pt x="1781" y="12531"/>
                      <a:pt x="2854" y="10523"/>
                      <a:pt x="4109" y="8651"/>
                    </a:cubicBezTo>
                    <a:cubicBezTo>
                      <a:pt x="5205" y="7030"/>
                      <a:pt x="6483" y="5478"/>
                      <a:pt x="7990" y="4200"/>
                    </a:cubicBezTo>
                    <a:cubicBezTo>
                      <a:pt x="8971" y="3356"/>
                      <a:pt x="10044" y="2648"/>
                      <a:pt x="11208" y="2100"/>
                    </a:cubicBezTo>
                    <a:cubicBezTo>
                      <a:pt x="12326" y="1575"/>
                      <a:pt x="13513" y="1210"/>
                      <a:pt x="14723" y="1005"/>
                    </a:cubicBezTo>
                    <a:lnTo>
                      <a:pt x="14632" y="1005"/>
                    </a:lnTo>
                    <a:cubicBezTo>
                      <a:pt x="15534" y="849"/>
                      <a:pt x="16456" y="768"/>
                      <a:pt x="17379" y="768"/>
                    </a:cubicBezTo>
                    <a:cubicBezTo>
                      <a:pt x="17811" y="768"/>
                      <a:pt x="18242" y="786"/>
                      <a:pt x="18672" y="822"/>
                    </a:cubicBezTo>
                    <a:cubicBezTo>
                      <a:pt x="20087" y="936"/>
                      <a:pt x="21457" y="1233"/>
                      <a:pt x="22803" y="1689"/>
                    </a:cubicBezTo>
                    <a:cubicBezTo>
                      <a:pt x="23922" y="2100"/>
                      <a:pt x="25017" y="2625"/>
                      <a:pt x="26022" y="3310"/>
                    </a:cubicBezTo>
                    <a:cubicBezTo>
                      <a:pt x="25999" y="3287"/>
                      <a:pt x="25953" y="3264"/>
                      <a:pt x="25930" y="3241"/>
                    </a:cubicBezTo>
                    <a:lnTo>
                      <a:pt x="25930" y="3241"/>
                    </a:lnTo>
                    <a:cubicBezTo>
                      <a:pt x="26775" y="3812"/>
                      <a:pt x="27528" y="4474"/>
                      <a:pt x="28190" y="5227"/>
                    </a:cubicBezTo>
                    <a:cubicBezTo>
                      <a:pt x="28761" y="5889"/>
                      <a:pt x="29217" y="6597"/>
                      <a:pt x="29605" y="7350"/>
                    </a:cubicBezTo>
                    <a:cubicBezTo>
                      <a:pt x="29788" y="7761"/>
                      <a:pt x="29948" y="8172"/>
                      <a:pt x="30084" y="8583"/>
                    </a:cubicBezTo>
                    <a:cubicBezTo>
                      <a:pt x="30244" y="9062"/>
                      <a:pt x="30358" y="9564"/>
                      <a:pt x="30450" y="10043"/>
                    </a:cubicBezTo>
                    <a:cubicBezTo>
                      <a:pt x="30701" y="11504"/>
                      <a:pt x="30769" y="12988"/>
                      <a:pt x="30655" y="14471"/>
                    </a:cubicBezTo>
                    <a:cubicBezTo>
                      <a:pt x="30519" y="16269"/>
                      <a:pt x="30110" y="18020"/>
                      <a:pt x="29520" y="19704"/>
                    </a:cubicBezTo>
                    <a:lnTo>
                      <a:pt x="29520" y="19704"/>
                    </a:lnTo>
                    <a:cubicBezTo>
                      <a:pt x="29523" y="19700"/>
                      <a:pt x="29527" y="19697"/>
                      <a:pt x="29531" y="19693"/>
                    </a:cubicBezTo>
                    <a:lnTo>
                      <a:pt x="29531" y="19693"/>
                    </a:lnTo>
                    <a:cubicBezTo>
                      <a:pt x="28641" y="22197"/>
                      <a:pt x="27365" y="24542"/>
                      <a:pt x="25885" y="26751"/>
                    </a:cubicBezTo>
                    <a:cubicBezTo>
                      <a:pt x="25542" y="27254"/>
                      <a:pt x="25177" y="27756"/>
                      <a:pt x="24812" y="28258"/>
                    </a:cubicBezTo>
                    <a:cubicBezTo>
                      <a:pt x="24743" y="28349"/>
                      <a:pt x="24698" y="28440"/>
                      <a:pt x="24721" y="28532"/>
                    </a:cubicBezTo>
                    <a:cubicBezTo>
                      <a:pt x="24721" y="28646"/>
                      <a:pt x="24766" y="28737"/>
                      <a:pt x="24835" y="28806"/>
                    </a:cubicBezTo>
                    <a:cubicBezTo>
                      <a:pt x="24911" y="28872"/>
                      <a:pt x="25009" y="28906"/>
                      <a:pt x="25106" y="28906"/>
                    </a:cubicBezTo>
                    <a:cubicBezTo>
                      <a:pt x="25209" y="28906"/>
                      <a:pt x="25311" y="28866"/>
                      <a:pt x="25382" y="28783"/>
                    </a:cubicBezTo>
                    <a:cubicBezTo>
                      <a:pt x="27962" y="25313"/>
                      <a:pt x="30107" y="21410"/>
                      <a:pt x="31020" y="17165"/>
                    </a:cubicBezTo>
                    <a:cubicBezTo>
                      <a:pt x="31477" y="15065"/>
                      <a:pt x="31591" y="12874"/>
                      <a:pt x="31317" y="10728"/>
                    </a:cubicBezTo>
                    <a:cubicBezTo>
                      <a:pt x="31180" y="9769"/>
                      <a:pt x="30998" y="8811"/>
                      <a:pt x="30655" y="7898"/>
                    </a:cubicBezTo>
                    <a:cubicBezTo>
                      <a:pt x="30358" y="7122"/>
                      <a:pt x="29970" y="6368"/>
                      <a:pt x="29514" y="5684"/>
                    </a:cubicBezTo>
                    <a:cubicBezTo>
                      <a:pt x="27642" y="2945"/>
                      <a:pt x="24561" y="1256"/>
                      <a:pt x="21388" y="480"/>
                    </a:cubicBezTo>
                    <a:cubicBezTo>
                      <a:pt x="20087" y="183"/>
                      <a:pt x="18717" y="0"/>
                      <a:pt x="173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2197;p46"/>
              <p:cNvSpPr/>
              <p:nvPr/>
            </p:nvSpPr>
            <p:spPr>
              <a:xfrm>
                <a:off x="5170650" y="1585825"/>
                <a:ext cx="341275" cy="260850"/>
              </a:xfrm>
              <a:custGeom>
                <a:avLst/>
                <a:gdLst/>
                <a:ahLst/>
                <a:cxnLst/>
                <a:rect l="l" t="t" r="r" b="b"/>
                <a:pathLst>
                  <a:path w="13651" h="10434" extrusionOk="0">
                    <a:moveTo>
                      <a:pt x="10843" y="6255"/>
                    </a:moveTo>
                    <a:lnTo>
                      <a:pt x="10843" y="6255"/>
                    </a:lnTo>
                    <a:cubicBezTo>
                      <a:pt x="10828" y="6262"/>
                      <a:pt x="10812" y="6270"/>
                      <a:pt x="10797" y="6277"/>
                    </a:cubicBezTo>
                    <a:lnTo>
                      <a:pt x="10797" y="6277"/>
                    </a:lnTo>
                    <a:cubicBezTo>
                      <a:pt x="10812" y="6275"/>
                      <a:pt x="10828" y="6270"/>
                      <a:pt x="10843" y="6255"/>
                    </a:cubicBezTo>
                    <a:close/>
                    <a:moveTo>
                      <a:pt x="366" y="1"/>
                    </a:moveTo>
                    <a:cubicBezTo>
                      <a:pt x="184" y="1"/>
                      <a:pt x="1" y="184"/>
                      <a:pt x="24" y="389"/>
                    </a:cubicBezTo>
                    <a:cubicBezTo>
                      <a:pt x="298" y="3630"/>
                      <a:pt x="1074" y="6803"/>
                      <a:pt x="1097" y="10067"/>
                    </a:cubicBezTo>
                    <a:cubicBezTo>
                      <a:pt x="1097" y="10240"/>
                      <a:pt x="1261" y="10434"/>
                      <a:pt x="1453" y="10434"/>
                    </a:cubicBezTo>
                    <a:cubicBezTo>
                      <a:pt x="1464" y="10434"/>
                      <a:pt x="1474" y="10433"/>
                      <a:pt x="1485" y="10432"/>
                    </a:cubicBezTo>
                    <a:cubicBezTo>
                      <a:pt x="3128" y="10249"/>
                      <a:pt x="4657" y="9542"/>
                      <a:pt x="6118" y="8789"/>
                    </a:cubicBezTo>
                    <a:cubicBezTo>
                      <a:pt x="7678" y="7975"/>
                      <a:pt x="9194" y="7049"/>
                      <a:pt x="10797" y="6277"/>
                    </a:cubicBezTo>
                    <a:lnTo>
                      <a:pt x="10797" y="6277"/>
                    </a:lnTo>
                    <a:cubicBezTo>
                      <a:pt x="10790" y="6278"/>
                      <a:pt x="10782" y="6278"/>
                      <a:pt x="10774" y="6278"/>
                    </a:cubicBezTo>
                    <a:cubicBezTo>
                      <a:pt x="11619" y="5890"/>
                      <a:pt x="12464" y="5547"/>
                      <a:pt x="13331" y="5342"/>
                    </a:cubicBezTo>
                    <a:cubicBezTo>
                      <a:pt x="13536" y="5274"/>
                      <a:pt x="13650" y="5045"/>
                      <a:pt x="13582" y="4863"/>
                    </a:cubicBezTo>
                    <a:cubicBezTo>
                      <a:pt x="13525" y="4692"/>
                      <a:pt x="13374" y="4600"/>
                      <a:pt x="13206" y="4600"/>
                    </a:cubicBezTo>
                    <a:cubicBezTo>
                      <a:pt x="13172" y="4600"/>
                      <a:pt x="13137" y="4604"/>
                      <a:pt x="13103" y="4612"/>
                    </a:cubicBezTo>
                    <a:cubicBezTo>
                      <a:pt x="11642" y="4977"/>
                      <a:pt x="10272" y="5662"/>
                      <a:pt x="8926" y="6392"/>
                    </a:cubicBezTo>
                    <a:cubicBezTo>
                      <a:pt x="7556" y="7122"/>
                      <a:pt x="6187" y="7944"/>
                      <a:pt x="4771" y="8606"/>
                    </a:cubicBezTo>
                    <a:cubicBezTo>
                      <a:pt x="4794" y="8606"/>
                      <a:pt x="4840" y="8583"/>
                      <a:pt x="4863" y="8583"/>
                    </a:cubicBezTo>
                    <a:cubicBezTo>
                      <a:pt x="3927" y="9017"/>
                      <a:pt x="2968" y="9405"/>
                      <a:pt x="1941" y="9588"/>
                    </a:cubicBezTo>
                    <a:cubicBezTo>
                      <a:pt x="1918" y="9610"/>
                      <a:pt x="1873" y="9610"/>
                      <a:pt x="1850" y="9610"/>
                    </a:cubicBezTo>
                    <a:cubicBezTo>
                      <a:pt x="1781" y="6506"/>
                      <a:pt x="1051" y="3448"/>
                      <a:pt x="777" y="343"/>
                    </a:cubicBezTo>
                    <a:cubicBezTo>
                      <a:pt x="754" y="161"/>
                      <a:pt x="594" y="1"/>
                      <a:pt x="3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98" name="Google Shape;2198;p46"/>
            <p:cNvSpPr/>
            <p:nvPr/>
          </p:nvSpPr>
          <p:spPr>
            <a:xfrm>
              <a:off x="2286472" y="2557676"/>
              <a:ext cx="834459" cy="537005"/>
            </a:xfrm>
            <a:custGeom>
              <a:avLst/>
              <a:gdLst/>
              <a:ahLst/>
              <a:cxnLst/>
              <a:rect l="l" t="t" r="r" b="b"/>
              <a:pathLst>
                <a:path w="19324" h="12435" extrusionOk="0">
                  <a:moveTo>
                    <a:pt x="12724" y="622"/>
                  </a:moveTo>
                  <a:cubicBezTo>
                    <a:pt x="14536" y="622"/>
                    <a:pt x="16351" y="665"/>
                    <a:pt x="18171" y="777"/>
                  </a:cubicBezTo>
                  <a:cubicBezTo>
                    <a:pt x="15464" y="3058"/>
                    <a:pt x="12782" y="5288"/>
                    <a:pt x="10051" y="7569"/>
                  </a:cubicBezTo>
                  <a:cubicBezTo>
                    <a:pt x="7043" y="5414"/>
                    <a:pt x="4036" y="3308"/>
                    <a:pt x="1178" y="953"/>
                  </a:cubicBezTo>
                  <a:cubicBezTo>
                    <a:pt x="5031" y="816"/>
                    <a:pt x="8871" y="622"/>
                    <a:pt x="12724" y="622"/>
                  </a:cubicBezTo>
                  <a:close/>
                  <a:moveTo>
                    <a:pt x="652" y="1379"/>
                  </a:moveTo>
                  <a:lnTo>
                    <a:pt x="652" y="1379"/>
                  </a:lnTo>
                  <a:cubicBezTo>
                    <a:pt x="2381" y="2682"/>
                    <a:pt x="4061" y="3960"/>
                    <a:pt x="5765" y="5238"/>
                  </a:cubicBezTo>
                  <a:cubicBezTo>
                    <a:pt x="4361" y="7018"/>
                    <a:pt x="2958" y="8747"/>
                    <a:pt x="1529" y="10577"/>
                  </a:cubicBezTo>
                  <a:cubicBezTo>
                    <a:pt x="1078" y="7494"/>
                    <a:pt x="802" y="4486"/>
                    <a:pt x="652" y="1379"/>
                  </a:cubicBezTo>
                  <a:close/>
                  <a:moveTo>
                    <a:pt x="18672" y="1203"/>
                  </a:moveTo>
                  <a:cubicBezTo>
                    <a:pt x="18772" y="1930"/>
                    <a:pt x="18672" y="2582"/>
                    <a:pt x="18672" y="3233"/>
                  </a:cubicBezTo>
                  <a:cubicBezTo>
                    <a:pt x="18672" y="3885"/>
                    <a:pt x="18697" y="4511"/>
                    <a:pt x="18672" y="5163"/>
                  </a:cubicBezTo>
                  <a:cubicBezTo>
                    <a:pt x="18672" y="5840"/>
                    <a:pt x="18622" y="6491"/>
                    <a:pt x="18597" y="7168"/>
                  </a:cubicBezTo>
                  <a:cubicBezTo>
                    <a:pt x="18597" y="7795"/>
                    <a:pt x="18597" y="8446"/>
                    <a:pt x="18597" y="9098"/>
                  </a:cubicBezTo>
                  <a:lnTo>
                    <a:pt x="18597" y="11178"/>
                  </a:lnTo>
                  <a:cubicBezTo>
                    <a:pt x="17068" y="9073"/>
                    <a:pt x="15589" y="7043"/>
                    <a:pt x="14061" y="4963"/>
                  </a:cubicBezTo>
                  <a:cubicBezTo>
                    <a:pt x="15539" y="3634"/>
                    <a:pt x="17068" y="2456"/>
                    <a:pt x="18672" y="1203"/>
                  </a:cubicBezTo>
                  <a:close/>
                  <a:moveTo>
                    <a:pt x="13685" y="5339"/>
                  </a:moveTo>
                  <a:cubicBezTo>
                    <a:pt x="15214" y="7494"/>
                    <a:pt x="16742" y="9624"/>
                    <a:pt x="18271" y="11730"/>
                  </a:cubicBezTo>
                  <a:cubicBezTo>
                    <a:pt x="18188" y="11758"/>
                    <a:pt x="17807" y="11771"/>
                    <a:pt x="17213" y="11771"/>
                  </a:cubicBezTo>
                  <a:cubicBezTo>
                    <a:pt x="13672" y="11771"/>
                    <a:pt x="2552" y="11318"/>
                    <a:pt x="1780" y="11103"/>
                  </a:cubicBezTo>
                  <a:cubicBezTo>
                    <a:pt x="3309" y="9223"/>
                    <a:pt x="4762" y="7419"/>
                    <a:pt x="6266" y="5564"/>
                  </a:cubicBezTo>
                  <a:cubicBezTo>
                    <a:pt x="6567" y="5790"/>
                    <a:pt x="6817" y="5965"/>
                    <a:pt x="7068" y="6141"/>
                  </a:cubicBezTo>
                  <a:cubicBezTo>
                    <a:pt x="7820" y="6667"/>
                    <a:pt x="8597" y="7243"/>
                    <a:pt x="9374" y="7770"/>
                  </a:cubicBezTo>
                  <a:cubicBezTo>
                    <a:pt x="9649" y="7961"/>
                    <a:pt x="9844" y="8055"/>
                    <a:pt x="10033" y="8055"/>
                  </a:cubicBezTo>
                  <a:cubicBezTo>
                    <a:pt x="10240" y="8055"/>
                    <a:pt x="10439" y="7942"/>
                    <a:pt x="10727" y="7719"/>
                  </a:cubicBezTo>
                  <a:cubicBezTo>
                    <a:pt x="11604" y="7018"/>
                    <a:pt x="12482" y="6291"/>
                    <a:pt x="13359" y="5589"/>
                  </a:cubicBezTo>
                  <a:cubicBezTo>
                    <a:pt x="13459" y="5514"/>
                    <a:pt x="13534" y="5439"/>
                    <a:pt x="13685" y="5339"/>
                  </a:cubicBezTo>
                  <a:close/>
                  <a:moveTo>
                    <a:pt x="9650" y="0"/>
                  </a:moveTo>
                  <a:cubicBezTo>
                    <a:pt x="9650" y="25"/>
                    <a:pt x="9650" y="50"/>
                    <a:pt x="9650" y="50"/>
                  </a:cubicBezTo>
                  <a:cubicBezTo>
                    <a:pt x="7218" y="151"/>
                    <a:pt x="4787" y="226"/>
                    <a:pt x="2356" y="301"/>
                  </a:cubicBezTo>
                  <a:cubicBezTo>
                    <a:pt x="1755" y="326"/>
                    <a:pt x="1153" y="376"/>
                    <a:pt x="552" y="401"/>
                  </a:cubicBezTo>
                  <a:cubicBezTo>
                    <a:pt x="25" y="451"/>
                    <a:pt x="0" y="501"/>
                    <a:pt x="51" y="1053"/>
                  </a:cubicBezTo>
                  <a:cubicBezTo>
                    <a:pt x="126" y="1830"/>
                    <a:pt x="176" y="2607"/>
                    <a:pt x="226" y="3409"/>
                  </a:cubicBezTo>
                  <a:cubicBezTo>
                    <a:pt x="276" y="4311"/>
                    <a:pt x="326" y="5213"/>
                    <a:pt x="401" y="6115"/>
                  </a:cubicBezTo>
                  <a:cubicBezTo>
                    <a:pt x="577" y="7719"/>
                    <a:pt x="777" y="9349"/>
                    <a:pt x="953" y="10978"/>
                  </a:cubicBezTo>
                  <a:cubicBezTo>
                    <a:pt x="1003" y="11404"/>
                    <a:pt x="1078" y="11529"/>
                    <a:pt x="1504" y="11629"/>
                  </a:cubicBezTo>
                  <a:cubicBezTo>
                    <a:pt x="1730" y="11704"/>
                    <a:pt x="1930" y="11730"/>
                    <a:pt x="2156" y="11755"/>
                  </a:cubicBezTo>
                  <a:cubicBezTo>
                    <a:pt x="5239" y="11905"/>
                    <a:pt x="8321" y="12080"/>
                    <a:pt x="11379" y="12231"/>
                  </a:cubicBezTo>
                  <a:cubicBezTo>
                    <a:pt x="13910" y="12331"/>
                    <a:pt x="16417" y="12356"/>
                    <a:pt x="18923" y="12431"/>
                  </a:cubicBezTo>
                  <a:cubicBezTo>
                    <a:pt x="18946" y="12433"/>
                    <a:pt x="18968" y="12434"/>
                    <a:pt x="18989" y="12434"/>
                  </a:cubicBezTo>
                  <a:cubicBezTo>
                    <a:pt x="19215" y="12434"/>
                    <a:pt x="19299" y="12312"/>
                    <a:pt x="19299" y="12105"/>
                  </a:cubicBezTo>
                  <a:cubicBezTo>
                    <a:pt x="19324" y="11830"/>
                    <a:pt x="19299" y="11579"/>
                    <a:pt x="19299" y="11303"/>
                  </a:cubicBezTo>
                  <a:cubicBezTo>
                    <a:pt x="19249" y="10526"/>
                    <a:pt x="19198" y="9750"/>
                    <a:pt x="19198" y="8973"/>
                  </a:cubicBezTo>
                  <a:cubicBezTo>
                    <a:pt x="19173" y="6817"/>
                    <a:pt x="19224" y="4662"/>
                    <a:pt x="19224" y="2506"/>
                  </a:cubicBezTo>
                  <a:cubicBezTo>
                    <a:pt x="19224" y="1930"/>
                    <a:pt x="19224" y="1379"/>
                    <a:pt x="19249" y="802"/>
                  </a:cubicBezTo>
                  <a:cubicBezTo>
                    <a:pt x="19249" y="251"/>
                    <a:pt x="19198" y="201"/>
                    <a:pt x="18647" y="176"/>
                  </a:cubicBezTo>
                  <a:cubicBezTo>
                    <a:pt x="17995" y="151"/>
                    <a:pt x="17369" y="151"/>
                    <a:pt x="16717" y="151"/>
                  </a:cubicBezTo>
                  <a:cubicBezTo>
                    <a:pt x="14361" y="100"/>
                    <a:pt x="12005" y="50"/>
                    <a:pt x="96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2199;p46"/>
            <p:cNvSpPr/>
            <p:nvPr/>
          </p:nvSpPr>
          <p:spPr>
            <a:xfrm rot="-559036">
              <a:off x="1607475" y="1858200"/>
              <a:ext cx="483097" cy="310873"/>
            </a:xfrm>
            <a:custGeom>
              <a:avLst/>
              <a:gdLst/>
              <a:ahLst/>
              <a:cxnLst/>
              <a:rect l="l" t="t" r="r" b="b"/>
              <a:pathLst>
                <a:path w="19324" h="12435" extrusionOk="0">
                  <a:moveTo>
                    <a:pt x="12724" y="622"/>
                  </a:moveTo>
                  <a:cubicBezTo>
                    <a:pt x="14536" y="622"/>
                    <a:pt x="16351" y="665"/>
                    <a:pt x="18171" y="777"/>
                  </a:cubicBezTo>
                  <a:cubicBezTo>
                    <a:pt x="15464" y="3058"/>
                    <a:pt x="12782" y="5288"/>
                    <a:pt x="10051" y="7569"/>
                  </a:cubicBezTo>
                  <a:cubicBezTo>
                    <a:pt x="7043" y="5414"/>
                    <a:pt x="4036" y="3308"/>
                    <a:pt x="1178" y="953"/>
                  </a:cubicBezTo>
                  <a:cubicBezTo>
                    <a:pt x="5031" y="816"/>
                    <a:pt x="8871" y="622"/>
                    <a:pt x="12724" y="622"/>
                  </a:cubicBezTo>
                  <a:close/>
                  <a:moveTo>
                    <a:pt x="652" y="1379"/>
                  </a:moveTo>
                  <a:lnTo>
                    <a:pt x="652" y="1379"/>
                  </a:lnTo>
                  <a:cubicBezTo>
                    <a:pt x="2381" y="2682"/>
                    <a:pt x="4061" y="3960"/>
                    <a:pt x="5765" y="5238"/>
                  </a:cubicBezTo>
                  <a:cubicBezTo>
                    <a:pt x="4361" y="7018"/>
                    <a:pt x="2958" y="8747"/>
                    <a:pt x="1529" y="10577"/>
                  </a:cubicBezTo>
                  <a:cubicBezTo>
                    <a:pt x="1078" y="7494"/>
                    <a:pt x="802" y="4486"/>
                    <a:pt x="652" y="1379"/>
                  </a:cubicBezTo>
                  <a:close/>
                  <a:moveTo>
                    <a:pt x="18672" y="1203"/>
                  </a:moveTo>
                  <a:cubicBezTo>
                    <a:pt x="18772" y="1930"/>
                    <a:pt x="18672" y="2582"/>
                    <a:pt x="18672" y="3233"/>
                  </a:cubicBezTo>
                  <a:cubicBezTo>
                    <a:pt x="18672" y="3885"/>
                    <a:pt x="18697" y="4511"/>
                    <a:pt x="18672" y="5163"/>
                  </a:cubicBezTo>
                  <a:cubicBezTo>
                    <a:pt x="18672" y="5840"/>
                    <a:pt x="18622" y="6491"/>
                    <a:pt x="18597" y="7168"/>
                  </a:cubicBezTo>
                  <a:cubicBezTo>
                    <a:pt x="18597" y="7795"/>
                    <a:pt x="18597" y="8446"/>
                    <a:pt x="18597" y="9098"/>
                  </a:cubicBezTo>
                  <a:lnTo>
                    <a:pt x="18597" y="11178"/>
                  </a:lnTo>
                  <a:cubicBezTo>
                    <a:pt x="17068" y="9073"/>
                    <a:pt x="15589" y="7043"/>
                    <a:pt x="14061" y="4963"/>
                  </a:cubicBezTo>
                  <a:cubicBezTo>
                    <a:pt x="15539" y="3634"/>
                    <a:pt x="17068" y="2456"/>
                    <a:pt x="18672" y="1203"/>
                  </a:cubicBezTo>
                  <a:close/>
                  <a:moveTo>
                    <a:pt x="13685" y="5339"/>
                  </a:moveTo>
                  <a:cubicBezTo>
                    <a:pt x="15214" y="7494"/>
                    <a:pt x="16742" y="9624"/>
                    <a:pt x="18271" y="11730"/>
                  </a:cubicBezTo>
                  <a:cubicBezTo>
                    <a:pt x="18188" y="11758"/>
                    <a:pt x="17807" y="11771"/>
                    <a:pt x="17213" y="11771"/>
                  </a:cubicBezTo>
                  <a:cubicBezTo>
                    <a:pt x="13672" y="11771"/>
                    <a:pt x="2552" y="11318"/>
                    <a:pt x="1780" y="11103"/>
                  </a:cubicBezTo>
                  <a:cubicBezTo>
                    <a:pt x="3309" y="9223"/>
                    <a:pt x="4762" y="7419"/>
                    <a:pt x="6266" y="5564"/>
                  </a:cubicBezTo>
                  <a:cubicBezTo>
                    <a:pt x="6567" y="5790"/>
                    <a:pt x="6817" y="5965"/>
                    <a:pt x="7068" y="6141"/>
                  </a:cubicBezTo>
                  <a:cubicBezTo>
                    <a:pt x="7820" y="6667"/>
                    <a:pt x="8597" y="7243"/>
                    <a:pt x="9374" y="7770"/>
                  </a:cubicBezTo>
                  <a:cubicBezTo>
                    <a:pt x="9649" y="7961"/>
                    <a:pt x="9844" y="8055"/>
                    <a:pt x="10033" y="8055"/>
                  </a:cubicBezTo>
                  <a:cubicBezTo>
                    <a:pt x="10240" y="8055"/>
                    <a:pt x="10439" y="7942"/>
                    <a:pt x="10727" y="7719"/>
                  </a:cubicBezTo>
                  <a:cubicBezTo>
                    <a:pt x="11604" y="7018"/>
                    <a:pt x="12482" y="6291"/>
                    <a:pt x="13359" y="5589"/>
                  </a:cubicBezTo>
                  <a:cubicBezTo>
                    <a:pt x="13459" y="5514"/>
                    <a:pt x="13534" y="5439"/>
                    <a:pt x="13685" y="5339"/>
                  </a:cubicBezTo>
                  <a:close/>
                  <a:moveTo>
                    <a:pt x="9650" y="0"/>
                  </a:moveTo>
                  <a:cubicBezTo>
                    <a:pt x="9650" y="25"/>
                    <a:pt x="9650" y="50"/>
                    <a:pt x="9650" y="50"/>
                  </a:cubicBezTo>
                  <a:cubicBezTo>
                    <a:pt x="7218" y="151"/>
                    <a:pt x="4787" y="226"/>
                    <a:pt x="2356" y="301"/>
                  </a:cubicBezTo>
                  <a:cubicBezTo>
                    <a:pt x="1755" y="326"/>
                    <a:pt x="1153" y="376"/>
                    <a:pt x="552" y="401"/>
                  </a:cubicBezTo>
                  <a:cubicBezTo>
                    <a:pt x="25" y="451"/>
                    <a:pt x="0" y="501"/>
                    <a:pt x="51" y="1053"/>
                  </a:cubicBezTo>
                  <a:cubicBezTo>
                    <a:pt x="126" y="1830"/>
                    <a:pt x="176" y="2607"/>
                    <a:pt x="226" y="3409"/>
                  </a:cubicBezTo>
                  <a:cubicBezTo>
                    <a:pt x="276" y="4311"/>
                    <a:pt x="326" y="5213"/>
                    <a:pt x="401" y="6115"/>
                  </a:cubicBezTo>
                  <a:cubicBezTo>
                    <a:pt x="577" y="7719"/>
                    <a:pt x="777" y="9349"/>
                    <a:pt x="953" y="10978"/>
                  </a:cubicBezTo>
                  <a:cubicBezTo>
                    <a:pt x="1003" y="11404"/>
                    <a:pt x="1078" y="11529"/>
                    <a:pt x="1504" y="11629"/>
                  </a:cubicBezTo>
                  <a:cubicBezTo>
                    <a:pt x="1730" y="11704"/>
                    <a:pt x="1930" y="11730"/>
                    <a:pt x="2156" y="11755"/>
                  </a:cubicBezTo>
                  <a:cubicBezTo>
                    <a:pt x="5239" y="11905"/>
                    <a:pt x="8321" y="12080"/>
                    <a:pt x="11379" y="12231"/>
                  </a:cubicBezTo>
                  <a:cubicBezTo>
                    <a:pt x="13910" y="12331"/>
                    <a:pt x="16417" y="12356"/>
                    <a:pt x="18923" y="12431"/>
                  </a:cubicBezTo>
                  <a:cubicBezTo>
                    <a:pt x="18946" y="12433"/>
                    <a:pt x="18968" y="12434"/>
                    <a:pt x="18989" y="12434"/>
                  </a:cubicBezTo>
                  <a:cubicBezTo>
                    <a:pt x="19215" y="12434"/>
                    <a:pt x="19299" y="12312"/>
                    <a:pt x="19299" y="12105"/>
                  </a:cubicBezTo>
                  <a:cubicBezTo>
                    <a:pt x="19324" y="11830"/>
                    <a:pt x="19299" y="11579"/>
                    <a:pt x="19299" y="11303"/>
                  </a:cubicBezTo>
                  <a:cubicBezTo>
                    <a:pt x="19249" y="10526"/>
                    <a:pt x="19198" y="9750"/>
                    <a:pt x="19198" y="8973"/>
                  </a:cubicBezTo>
                  <a:cubicBezTo>
                    <a:pt x="19173" y="6817"/>
                    <a:pt x="19224" y="4662"/>
                    <a:pt x="19224" y="2506"/>
                  </a:cubicBezTo>
                  <a:cubicBezTo>
                    <a:pt x="19224" y="1930"/>
                    <a:pt x="19224" y="1379"/>
                    <a:pt x="19249" y="802"/>
                  </a:cubicBezTo>
                  <a:cubicBezTo>
                    <a:pt x="19249" y="251"/>
                    <a:pt x="19198" y="201"/>
                    <a:pt x="18647" y="176"/>
                  </a:cubicBezTo>
                  <a:cubicBezTo>
                    <a:pt x="17995" y="151"/>
                    <a:pt x="17369" y="151"/>
                    <a:pt x="16717" y="151"/>
                  </a:cubicBezTo>
                  <a:cubicBezTo>
                    <a:pt x="14361" y="100"/>
                    <a:pt x="12005" y="50"/>
                    <a:pt x="96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2200;p46"/>
            <p:cNvSpPr/>
            <p:nvPr/>
          </p:nvSpPr>
          <p:spPr>
            <a:xfrm rot="1184271">
              <a:off x="3200981" y="3661244"/>
              <a:ext cx="483076" cy="310859"/>
            </a:xfrm>
            <a:custGeom>
              <a:avLst/>
              <a:gdLst/>
              <a:ahLst/>
              <a:cxnLst/>
              <a:rect l="l" t="t" r="r" b="b"/>
              <a:pathLst>
                <a:path w="19324" h="12435" extrusionOk="0">
                  <a:moveTo>
                    <a:pt x="12724" y="622"/>
                  </a:moveTo>
                  <a:cubicBezTo>
                    <a:pt x="14536" y="622"/>
                    <a:pt x="16351" y="665"/>
                    <a:pt x="18171" y="777"/>
                  </a:cubicBezTo>
                  <a:cubicBezTo>
                    <a:pt x="15464" y="3058"/>
                    <a:pt x="12782" y="5288"/>
                    <a:pt x="10051" y="7569"/>
                  </a:cubicBezTo>
                  <a:cubicBezTo>
                    <a:pt x="7043" y="5414"/>
                    <a:pt x="4036" y="3308"/>
                    <a:pt x="1178" y="953"/>
                  </a:cubicBezTo>
                  <a:cubicBezTo>
                    <a:pt x="5031" y="816"/>
                    <a:pt x="8871" y="622"/>
                    <a:pt x="12724" y="622"/>
                  </a:cubicBezTo>
                  <a:close/>
                  <a:moveTo>
                    <a:pt x="652" y="1379"/>
                  </a:moveTo>
                  <a:lnTo>
                    <a:pt x="652" y="1379"/>
                  </a:lnTo>
                  <a:cubicBezTo>
                    <a:pt x="2381" y="2682"/>
                    <a:pt x="4061" y="3960"/>
                    <a:pt x="5765" y="5238"/>
                  </a:cubicBezTo>
                  <a:cubicBezTo>
                    <a:pt x="4361" y="7018"/>
                    <a:pt x="2958" y="8747"/>
                    <a:pt x="1529" y="10577"/>
                  </a:cubicBezTo>
                  <a:cubicBezTo>
                    <a:pt x="1078" y="7494"/>
                    <a:pt x="802" y="4486"/>
                    <a:pt x="652" y="1379"/>
                  </a:cubicBezTo>
                  <a:close/>
                  <a:moveTo>
                    <a:pt x="18672" y="1203"/>
                  </a:moveTo>
                  <a:cubicBezTo>
                    <a:pt x="18772" y="1930"/>
                    <a:pt x="18672" y="2582"/>
                    <a:pt x="18672" y="3233"/>
                  </a:cubicBezTo>
                  <a:cubicBezTo>
                    <a:pt x="18672" y="3885"/>
                    <a:pt x="18697" y="4511"/>
                    <a:pt x="18672" y="5163"/>
                  </a:cubicBezTo>
                  <a:cubicBezTo>
                    <a:pt x="18672" y="5840"/>
                    <a:pt x="18622" y="6491"/>
                    <a:pt x="18597" y="7168"/>
                  </a:cubicBezTo>
                  <a:cubicBezTo>
                    <a:pt x="18597" y="7795"/>
                    <a:pt x="18597" y="8446"/>
                    <a:pt x="18597" y="9098"/>
                  </a:cubicBezTo>
                  <a:lnTo>
                    <a:pt x="18597" y="11178"/>
                  </a:lnTo>
                  <a:cubicBezTo>
                    <a:pt x="17068" y="9073"/>
                    <a:pt x="15589" y="7043"/>
                    <a:pt x="14061" y="4963"/>
                  </a:cubicBezTo>
                  <a:cubicBezTo>
                    <a:pt x="15539" y="3634"/>
                    <a:pt x="17068" y="2456"/>
                    <a:pt x="18672" y="1203"/>
                  </a:cubicBezTo>
                  <a:close/>
                  <a:moveTo>
                    <a:pt x="13685" y="5339"/>
                  </a:moveTo>
                  <a:cubicBezTo>
                    <a:pt x="15214" y="7494"/>
                    <a:pt x="16742" y="9624"/>
                    <a:pt x="18271" y="11730"/>
                  </a:cubicBezTo>
                  <a:cubicBezTo>
                    <a:pt x="18188" y="11758"/>
                    <a:pt x="17807" y="11771"/>
                    <a:pt x="17213" y="11771"/>
                  </a:cubicBezTo>
                  <a:cubicBezTo>
                    <a:pt x="13672" y="11771"/>
                    <a:pt x="2552" y="11318"/>
                    <a:pt x="1780" y="11103"/>
                  </a:cubicBezTo>
                  <a:cubicBezTo>
                    <a:pt x="3309" y="9223"/>
                    <a:pt x="4762" y="7419"/>
                    <a:pt x="6266" y="5564"/>
                  </a:cubicBezTo>
                  <a:cubicBezTo>
                    <a:pt x="6567" y="5790"/>
                    <a:pt x="6817" y="5965"/>
                    <a:pt x="7068" y="6141"/>
                  </a:cubicBezTo>
                  <a:cubicBezTo>
                    <a:pt x="7820" y="6667"/>
                    <a:pt x="8597" y="7243"/>
                    <a:pt x="9374" y="7770"/>
                  </a:cubicBezTo>
                  <a:cubicBezTo>
                    <a:pt x="9649" y="7961"/>
                    <a:pt x="9844" y="8055"/>
                    <a:pt x="10033" y="8055"/>
                  </a:cubicBezTo>
                  <a:cubicBezTo>
                    <a:pt x="10240" y="8055"/>
                    <a:pt x="10439" y="7942"/>
                    <a:pt x="10727" y="7719"/>
                  </a:cubicBezTo>
                  <a:cubicBezTo>
                    <a:pt x="11604" y="7018"/>
                    <a:pt x="12482" y="6291"/>
                    <a:pt x="13359" y="5589"/>
                  </a:cubicBezTo>
                  <a:cubicBezTo>
                    <a:pt x="13459" y="5514"/>
                    <a:pt x="13534" y="5439"/>
                    <a:pt x="13685" y="5339"/>
                  </a:cubicBezTo>
                  <a:close/>
                  <a:moveTo>
                    <a:pt x="9650" y="0"/>
                  </a:moveTo>
                  <a:cubicBezTo>
                    <a:pt x="9650" y="25"/>
                    <a:pt x="9650" y="50"/>
                    <a:pt x="9650" y="50"/>
                  </a:cubicBezTo>
                  <a:cubicBezTo>
                    <a:pt x="7218" y="151"/>
                    <a:pt x="4787" y="226"/>
                    <a:pt x="2356" y="301"/>
                  </a:cubicBezTo>
                  <a:cubicBezTo>
                    <a:pt x="1755" y="326"/>
                    <a:pt x="1153" y="376"/>
                    <a:pt x="552" y="401"/>
                  </a:cubicBezTo>
                  <a:cubicBezTo>
                    <a:pt x="25" y="451"/>
                    <a:pt x="0" y="501"/>
                    <a:pt x="51" y="1053"/>
                  </a:cubicBezTo>
                  <a:cubicBezTo>
                    <a:pt x="126" y="1830"/>
                    <a:pt x="176" y="2607"/>
                    <a:pt x="226" y="3409"/>
                  </a:cubicBezTo>
                  <a:cubicBezTo>
                    <a:pt x="276" y="4311"/>
                    <a:pt x="326" y="5213"/>
                    <a:pt x="401" y="6115"/>
                  </a:cubicBezTo>
                  <a:cubicBezTo>
                    <a:pt x="577" y="7719"/>
                    <a:pt x="777" y="9349"/>
                    <a:pt x="953" y="10978"/>
                  </a:cubicBezTo>
                  <a:cubicBezTo>
                    <a:pt x="1003" y="11404"/>
                    <a:pt x="1078" y="11529"/>
                    <a:pt x="1504" y="11629"/>
                  </a:cubicBezTo>
                  <a:cubicBezTo>
                    <a:pt x="1730" y="11704"/>
                    <a:pt x="1930" y="11730"/>
                    <a:pt x="2156" y="11755"/>
                  </a:cubicBezTo>
                  <a:cubicBezTo>
                    <a:pt x="5239" y="11905"/>
                    <a:pt x="8321" y="12080"/>
                    <a:pt x="11379" y="12231"/>
                  </a:cubicBezTo>
                  <a:cubicBezTo>
                    <a:pt x="13910" y="12331"/>
                    <a:pt x="16417" y="12356"/>
                    <a:pt x="18923" y="12431"/>
                  </a:cubicBezTo>
                  <a:cubicBezTo>
                    <a:pt x="18946" y="12433"/>
                    <a:pt x="18968" y="12434"/>
                    <a:pt x="18989" y="12434"/>
                  </a:cubicBezTo>
                  <a:cubicBezTo>
                    <a:pt x="19215" y="12434"/>
                    <a:pt x="19299" y="12312"/>
                    <a:pt x="19299" y="12105"/>
                  </a:cubicBezTo>
                  <a:cubicBezTo>
                    <a:pt x="19324" y="11830"/>
                    <a:pt x="19299" y="11579"/>
                    <a:pt x="19299" y="11303"/>
                  </a:cubicBezTo>
                  <a:cubicBezTo>
                    <a:pt x="19249" y="10526"/>
                    <a:pt x="19198" y="9750"/>
                    <a:pt x="19198" y="8973"/>
                  </a:cubicBezTo>
                  <a:cubicBezTo>
                    <a:pt x="19173" y="6817"/>
                    <a:pt x="19224" y="4662"/>
                    <a:pt x="19224" y="2506"/>
                  </a:cubicBezTo>
                  <a:cubicBezTo>
                    <a:pt x="19224" y="1930"/>
                    <a:pt x="19224" y="1379"/>
                    <a:pt x="19249" y="802"/>
                  </a:cubicBezTo>
                  <a:cubicBezTo>
                    <a:pt x="19249" y="251"/>
                    <a:pt x="19198" y="201"/>
                    <a:pt x="18647" y="176"/>
                  </a:cubicBezTo>
                  <a:cubicBezTo>
                    <a:pt x="17995" y="151"/>
                    <a:pt x="17369" y="151"/>
                    <a:pt x="16717" y="151"/>
                  </a:cubicBezTo>
                  <a:cubicBezTo>
                    <a:pt x="14361" y="100"/>
                    <a:pt x="12005" y="50"/>
                    <a:pt x="96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04"/>
        <p:cNvGrpSpPr/>
        <p:nvPr/>
      </p:nvGrpSpPr>
      <p:grpSpPr>
        <a:xfrm>
          <a:off x="0" y="0"/>
          <a:ext cx="0" cy="0"/>
          <a:chOff x="0" y="0"/>
          <a:chExt cx="0" cy="0"/>
        </a:xfrm>
      </p:grpSpPr>
      <p:sp>
        <p:nvSpPr>
          <p:cNvPr id="2205" name="Google Shape;2205;p47"/>
          <p:cNvSpPr/>
          <p:nvPr/>
        </p:nvSpPr>
        <p:spPr>
          <a:xfrm flipH="1">
            <a:off x="3664129" y="1401083"/>
            <a:ext cx="646500" cy="584100"/>
          </a:xfrm>
          <a:prstGeom prst="rect">
            <a:avLst/>
          </a:pr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47"/>
          <p:cNvSpPr/>
          <p:nvPr/>
        </p:nvSpPr>
        <p:spPr>
          <a:xfrm flipH="1">
            <a:off x="3664129" y="3023158"/>
            <a:ext cx="646500" cy="584100"/>
          </a:xfrm>
          <a:prstGeom prst="rect">
            <a:avLst/>
          </a:pr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47"/>
          <p:cNvSpPr/>
          <p:nvPr/>
        </p:nvSpPr>
        <p:spPr>
          <a:xfrm flipH="1">
            <a:off x="5857479" y="1401083"/>
            <a:ext cx="646500" cy="584100"/>
          </a:xfrm>
          <a:prstGeom prst="rect">
            <a:avLst/>
          </a:pr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47"/>
          <p:cNvSpPr/>
          <p:nvPr/>
        </p:nvSpPr>
        <p:spPr>
          <a:xfrm flipH="1">
            <a:off x="5857479" y="3023158"/>
            <a:ext cx="646500" cy="584100"/>
          </a:xfrm>
          <a:prstGeom prst="rect">
            <a:avLst/>
          </a:pr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47"/>
          <p:cNvSpPr/>
          <p:nvPr/>
        </p:nvSpPr>
        <p:spPr>
          <a:xfrm flipH="1">
            <a:off x="1470766" y="1401083"/>
            <a:ext cx="646500" cy="584100"/>
          </a:xfrm>
          <a:prstGeom prst="rect">
            <a:avLst/>
          </a:pr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47"/>
          <p:cNvSpPr/>
          <p:nvPr/>
        </p:nvSpPr>
        <p:spPr>
          <a:xfrm flipH="1">
            <a:off x="1470766" y="3023158"/>
            <a:ext cx="646500" cy="584100"/>
          </a:xfrm>
          <a:prstGeom prst="rect">
            <a:avLst/>
          </a:pr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47"/>
          <p:cNvSpPr txBox="1">
            <a:spLocks noGrp="1"/>
          </p:cNvSpPr>
          <p:nvPr>
            <p:ph type="subTitle" idx="3"/>
          </p:nvPr>
        </p:nvSpPr>
        <p:spPr>
          <a:xfrm>
            <a:off x="3545855" y="2319934"/>
            <a:ext cx="2052300" cy="58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extremely high temperatures</a:t>
            </a:r>
            <a:endParaRPr/>
          </a:p>
        </p:txBody>
      </p:sp>
      <p:sp>
        <p:nvSpPr>
          <p:cNvPr id="2212" name="Google Shape;2212;p47"/>
          <p:cNvSpPr txBox="1">
            <a:spLocks noGrp="1"/>
          </p:cNvSpPr>
          <p:nvPr>
            <p:ph type="subTitle" idx="2"/>
          </p:nvPr>
        </p:nvSpPr>
        <p:spPr>
          <a:xfrm>
            <a:off x="1352454" y="2122908"/>
            <a:ext cx="2052300" cy="340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Mars</a:t>
            </a:r>
            <a:endParaRPr/>
          </a:p>
        </p:txBody>
      </p:sp>
      <p:sp>
        <p:nvSpPr>
          <p:cNvPr id="2213" name="Google Shape;2213;p47"/>
          <p:cNvSpPr txBox="1">
            <a:spLocks noGrp="1"/>
          </p:cNvSpPr>
          <p:nvPr>
            <p:ph type="ctrTitle"/>
          </p:nvPr>
        </p:nvSpPr>
        <p:spPr>
          <a:xfrm>
            <a:off x="713250" y="446075"/>
            <a:ext cx="7717500" cy="537000"/>
          </a:xfrm>
          <a:prstGeom prst="rect">
            <a:avLst/>
          </a:prstGeom>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a:t>Recommendations</a:t>
            </a:r>
            <a:endParaRPr/>
          </a:p>
        </p:txBody>
      </p:sp>
      <p:sp>
        <p:nvSpPr>
          <p:cNvPr id="2214" name="Google Shape;2214;p47"/>
          <p:cNvSpPr txBox="1">
            <a:spLocks noGrp="1"/>
          </p:cNvSpPr>
          <p:nvPr>
            <p:ph type="subTitle" idx="1"/>
          </p:nvPr>
        </p:nvSpPr>
        <p:spPr>
          <a:xfrm>
            <a:off x="1352454" y="2319759"/>
            <a:ext cx="2052300" cy="58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Despite being red, it’s actually a cold place</a:t>
            </a:r>
            <a:endParaRPr/>
          </a:p>
          <a:p>
            <a:pPr marL="0" lvl="0" indent="0" algn="l" rtl="0">
              <a:spcBef>
                <a:spcPts val="0"/>
              </a:spcBef>
              <a:spcAft>
                <a:spcPts val="0"/>
              </a:spcAft>
              <a:buNone/>
            </a:pPr>
            <a:endParaRPr/>
          </a:p>
        </p:txBody>
      </p:sp>
      <p:sp>
        <p:nvSpPr>
          <p:cNvPr id="2215" name="Google Shape;2215;p47"/>
          <p:cNvSpPr txBox="1">
            <a:spLocks noGrp="1"/>
          </p:cNvSpPr>
          <p:nvPr>
            <p:ph type="subTitle" idx="4"/>
          </p:nvPr>
        </p:nvSpPr>
        <p:spPr>
          <a:xfrm>
            <a:off x="3545897" y="2122908"/>
            <a:ext cx="2052300" cy="340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Venus</a:t>
            </a:r>
            <a:endParaRPr/>
          </a:p>
        </p:txBody>
      </p:sp>
      <p:sp>
        <p:nvSpPr>
          <p:cNvPr id="2216" name="Google Shape;2216;p47"/>
          <p:cNvSpPr txBox="1">
            <a:spLocks noGrp="1"/>
          </p:cNvSpPr>
          <p:nvPr>
            <p:ph type="subTitle" idx="5"/>
          </p:nvPr>
        </p:nvSpPr>
        <p:spPr>
          <a:xfrm>
            <a:off x="5739238" y="2319934"/>
            <a:ext cx="2052300" cy="58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Neptune is the farthest planet from the Sun</a:t>
            </a:r>
            <a:endParaRPr/>
          </a:p>
        </p:txBody>
      </p:sp>
      <p:sp>
        <p:nvSpPr>
          <p:cNvPr id="2217" name="Google Shape;2217;p47"/>
          <p:cNvSpPr txBox="1">
            <a:spLocks noGrp="1"/>
          </p:cNvSpPr>
          <p:nvPr>
            <p:ph type="subTitle" idx="6"/>
          </p:nvPr>
        </p:nvSpPr>
        <p:spPr>
          <a:xfrm>
            <a:off x="5739229" y="2122908"/>
            <a:ext cx="2052300" cy="340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Neptune</a:t>
            </a:r>
            <a:endParaRPr/>
          </a:p>
        </p:txBody>
      </p:sp>
      <p:sp>
        <p:nvSpPr>
          <p:cNvPr id="2218" name="Google Shape;2218;p47"/>
          <p:cNvSpPr txBox="1">
            <a:spLocks noGrp="1"/>
          </p:cNvSpPr>
          <p:nvPr>
            <p:ph type="subTitle" idx="7"/>
          </p:nvPr>
        </p:nvSpPr>
        <p:spPr>
          <a:xfrm>
            <a:off x="1352454" y="3940183"/>
            <a:ext cx="2052300" cy="58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a:t>
            </a:r>
            <a:endParaRPr/>
          </a:p>
        </p:txBody>
      </p:sp>
      <p:sp>
        <p:nvSpPr>
          <p:cNvPr id="2219" name="Google Shape;2219;p47"/>
          <p:cNvSpPr txBox="1">
            <a:spLocks noGrp="1"/>
          </p:cNvSpPr>
          <p:nvPr>
            <p:ph type="subTitle" idx="8"/>
          </p:nvPr>
        </p:nvSpPr>
        <p:spPr>
          <a:xfrm>
            <a:off x="1352454" y="3745684"/>
            <a:ext cx="2052300" cy="339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Mercury</a:t>
            </a:r>
            <a:endParaRPr/>
          </a:p>
        </p:txBody>
      </p:sp>
      <p:sp>
        <p:nvSpPr>
          <p:cNvPr id="2220" name="Google Shape;2220;p47"/>
          <p:cNvSpPr txBox="1">
            <a:spLocks noGrp="1"/>
          </p:cNvSpPr>
          <p:nvPr>
            <p:ph type="subTitle" idx="9"/>
          </p:nvPr>
        </p:nvSpPr>
        <p:spPr>
          <a:xfrm>
            <a:off x="3545855" y="3940183"/>
            <a:ext cx="2052300" cy="58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Saturn is a gas giant with several rings</a:t>
            </a:r>
            <a:endParaRPr/>
          </a:p>
        </p:txBody>
      </p:sp>
      <p:sp>
        <p:nvSpPr>
          <p:cNvPr id="2221" name="Google Shape;2221;p47"/>
          <p:cNvSpPr txBox="1">
            <a:spLocks noGrp="1"/>
          </p:cNvSpPr>
          <p:nvPr>
            <p:ph type="subTitle" idx="13"/>
          </p:nvPr>
        </p:nvSpPr>
        <p:spPr>
          <a:xfrm>
            <a:off x="3545842" y="3746296"/>
            <a:ext cx="2052300" cy="339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Saturn</a:t>
            </a:r>
            <a:endParaRPr/>
          </a:p>
        </p:txBody>
      </p:sp>
      <p:sp>
        <p:nvSpPr>
          <p:cNvPr id="2222" name="Google Shape;2222;p47"/>
          <p:cNvSpPr txBox="1">
            <a:spLocks noGrp="1"/>
          </p:cNvSpPr>
          <p:nvPr>
            <p:ph type="subTitle" idx="14"/>
          </p:nvPr>
        </p:nvSpPr>
        <p:spPr>
          <a:xfrm>
            <a:off x="5739238" y="3940908"/>
            <a:ext cx="2052300" cy="58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Jupiter is the biggest planet of them all</a:t>
            </a:r>
            <a:endParaRPr/>
          </a:p>
        </p:txBody>
      </p:sp>
      <p:sp>
        <p:nvSpPr>
          <p:cNvPr id="2223" name="Google Shape;2223;p47"/>
          <p:cNvSpPr txBox="1">
            <a:spLocks noGrp="1"/>
          </p:cNvSpPr>
          <p:nvPr>
            <p:ph type="subTitle" idx="15"/>
          </p:nvPr>
        </p:nvSpPr>
        <p:spPr>
          <a:xfrm>
            <a:off x="5739229" y="3746298"/>
            <a:ext cx="2052300" cy="339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Jupiter</a:t>
            </a:r>
            <a:endParaRPr/>
          </a:p>
        </p:txBody>
      </p:sp>
      <p:grpSp>
        <p:nvGrpSpPr>
          <p:cNvPr id="2224" name="Google Shape;2224;p47"/>
          <p:cNvGrpSpPr/>
          <p:nvPr/>
        </p:nvGrpSpPr>
        <p:grpSpPr>
          <a:xfrm flipH="1">
            <a:off x="415757" y="1449335"/>
            <a:ext cx="531539" cy="3091388"/>
            <a:chOff x="8167932" y="1504647"/>
            <a:chExt cx="531539" cy="3091388"/>
          </a:xfrm>
        </p:grpSpPr>
        <p:grpSp>
          <p:nvGrpSpPr>
            <p:cNvPr id="2225" name="Google Shape;2225;p47"/>
            <p:cNvGrpSpPr/>
            <p:nvPr/>
          </p:nvGrpSpPr>
          <p:grpSpPr>
            <a:xfrm flipH="1">
              <a:off x="8167932" y="1504647"/>
              <a:ext cx="531539" cy="155710"/>
              <a:chOff x="1780525" y="2859350"/>
              <a:chExt cx="387250" cy="113450"/>
            </a:xfrm>
          </p:grpSpPr>
          <p:sp>
            <p:nvSpPr>
              <p:cNvPr id="2226" name="Google Shape;2226;p47"/>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47"/>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47"/>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29" name="Google Shape;2229;p47"/>
            <p:cNvGrpSpPr/>
            <p:nvPr/>
          </p:nvGrpSpPr>
          <p:grpSpPr>
            <a:xfrm flipH="1">
              <a:off x="8167932" y="1798215"/>
              <a:ext cx="531539" cy="155710"/>
              <a:chOff x="1780525" y="2859350"/>
              <a:chExt cx="387250" cy="113450"/>
            </a:xfrm>
          </p:grpSpPr>
          <p:sp>
            <p:nvSpPr>
              <p:cNvPr id="2230" name="Google Shape;2230;p47"/>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47"/>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47"/>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3" name="Google Shape;2233;p47"/>
            <p:cNvGrpSpPr/>
            <p:nvPr/>
          </p:nvGrpSpPr>
          <p:grpSpPr>
            <a:xfrm flipH="1">
              <a:off x="8167932" y="2091783"/>
              <a:ext cx="531539" cy="155710"/>
              <a:chOff x="1780525" y="2859350"/>
              <a:chExt cx="387250" cy="113450"/>
            </a:xfrm>
          </p:grpSpPr>
          <p:sp>
            <p:nvSpPr>
              <p:cNvPr id="2234" name="Google Shape;2234;p47"/>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2235;p47"/>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47"/>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7" name="Google Shape;2237;p47"/>
            <p:cNvGrpSpPr/>
            <p:nvPr/>
          </p:nvGrpSpPr>
          <p:grpSpPr>
            <a:xfrm flipH="1">
              <a:off x="8167932" y="2385351"/>
              <a:ext cx="531539" cy="155710"/>
              <a:chOff x="1780525" y="2859350"/>
              <a:chExt cx="387250" cy="113450"/>
            </a:xfrm>
          </p:grpSpPr>
          <p:sp>
            <p:nvSpPr>
              <p:cNvPr id="2238" name="Google Shape;2238;p47"/>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2239;p47"/>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2240;p47"/>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41" name="Google Shape;2241;p47"/>
            <p:cNvGrpSpPr/>
            <p:nvPr/>
          </p:nvGrpSpPr>
          <p:grpSpPr>
            <a:xfrm flipH="1">
              <a:off x="8167932" y="2678918"/>
              <a:ext cx="531539" cy="155710"/>
              <a:chOff x="1780525" y="2859350"/>
              <a:chExt cx="387250" cy="113450"/>
            </a:xfrm>
          </p:grpSpPr>
          <p:sp>
            <p:nvSpPr>
              <p:cNvPr id="2242" name="Google Shape;2242;p47"/>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47"/>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47"/>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45" name="Google Shape;2245;p47"/>
            <p:cNvGrpSpPr/>
            <p:nvPr/>
          </p:nvGrpSpPr>
          <p:grpSpPr>
            <a:xfrm flipH="1">
              <a:off x="8167932" y="2972486"/>
              <a:ext cx="531539" cy="155710"/>
              <a:chOff x="1780525" y="2859350"/>
              <a:chExt cx="387250" cy="113450"/>
            </a:xfrm>
          </p:grpSpPr>
          <p:sp>
            <p:nvSpPr>
              <p:cNvPr id="2246" name="Google Shape;2246;p47"/>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47"/>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47"/>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49" name="Google Shape;2249;p47"/>
            <p:cNvGrpSpPr/>
            <p:nvPr/>
          </p:nvGrpSpPr>
          <p:grpSpPr>
            <a:xfrm flipH="1">
              <a:off x="8167932" y="3266054"/>
              <a:ext cx="531539" cy="155710"/>
              <a:chOff x="1780525" y="2859350"/>
              <a:chExt cx="387250" cy="113450"/>
            </a:xfrm>
          </p:grpSpPr>
          <p:sp>
            <p:nvSpPr>
              <p:cNvPr id="2250" name="Google Shape;2250;p47"/>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47"/>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47"/>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53" name="Google Shape;2253;p47"/>
            <p:cNvGrpSpPr/>
            <p:nvPr/>
          </p:nvGrpSpPr>
          <p:grpSpPr>
            <a:xfrm flipH="1">
              <a:off x="8167932" y="3559622"/>
              <a:ext cx="531539" cy="155710"/>
              <a:chOff x="1780525" y="2859350"/>
              <a:chExt cx="387250" cy="113450"/>
            </a:xfrm>
          </p:grpSpPr>
          <p:sp>
            <p:nvSpPr>
              <p:cNvPr id="2254" name="Google Shape;2254;p47"/>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47"/>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47"/>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57" name="Google Shape;2257;p47"/>
            <p:cNvGrpSpPr/>
            <p:nvPr/>
          </p:nvGrpSpPr>
          <p:grpSpPr>
            <a:xfrm flipH="1">
              <a:off x="8167932" y="3853189"/>
              <a:ext cx="531539" cy="155710"/>
              <a:chOff x="1780525" y="2859350"/>
              <a:chExt cx="387250" cy="113450"/>
            </a:xfrm>
          </p:grpSpPr>
          <p:sp>
            <p:nvSpPr>
              <p:cNvPr id="2258" name="Google Shape;2258;p47"/>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47"/>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47"/>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61" name="Google Shape;2261;p47"/>
            <p:cNvGrpSpPr/>
            <p:nvPr/>
          </p:nvGrpSpPr>
          <p:grpSpPr>
            <a:xfrm flipH="1">
              <a:off x="8167932" y="4146757"/>
              <a:ext cx="531539" cy="155710"/>
              <a:chOff x="1780525" y="2859350"/>
              <a:chExt cx="387250" cy="113450"/>
            </a:xfrm>
          </p:grpSpPr>
          <p:sp>
            <p:nvSpPr>
              <p:cNvPr id="2262" name="Google Shape;2262;p47"/>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47"/>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47"/>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65" name="Google Shape;2265;p47"/>
            <p:cNvGrpSpPr/>
            <p:nvPr/>
          </p:nvGrpSpPr>
          <p:grpSpPr>
            <a:xfrm flipH="1">
              <a:off x="8167932" y="4440325"/>
              <a:ext cx="531539" cy="155710"/>
              <a:chOff x="1780525" y="2859350"/>
              <a:chExt cx="387250" cy="113450"/>
            </a:xfrm>
          </p:grpSpPr>
          <p:sp>
            <p:nvSpPr>
              <p:cNvPr id="2266" name="Google Shape;2266;p47"/>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47"/>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268;p47"/>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269" name="Google Shape;2269;p47"/>
          <p:cNvGrpSpPr/>
          <p:nvPr/>
        </p:nvGrpSpPr>
        <p:grpSpPr>
          <a:xfrm>
            <a:off x="1583374" y="1500907"/>
            <a:ext cx="421284" cy="384452"/>
            <a:chOff x="1958520" y="2302574"/>
            <a:chExt cx="359213" cy="327807"/>
          </a:xfrm>
        </p:grpSpPr>
        <p:sp>
          <p:nvSpPr>
            <p:cNvPr id="2270" name="Google Shape;2270;p47"/>
            <p:cNvSpPr/>
            <p:nvPr/>
          </p:nvSpPr>
          <p:spPr>
            <a:xfrm>
              <a:off x="1958520" y="2302574"/>
              <a:ext cx="359213" cy="327807"/>
            </a:xfrm>
            <a:custGeom>
              <a:avLst/>
              <a:gdLst/>
              <a:ahLst/>
              <a:cxnLst/>
              <a:rect l="l" t="t" r="r" b="b"/>
              <a:pathLst>
                <a:path w="11312" h="10323" extrusionOk="0">
                  <a:moveTo>
                    <a:pt x="7168" y="8132"/>
                  </a:moveTo>
                  <a:lnTo>
                    <a:pt x="7501" y="9204"/>
                  </a:lnTo>
                  <a:lnTo>
                    <a:pt x="3799" y="9204"/>
                  </a:lnTo>
                  <a:lnTo>
                    <a:pt x="4120" y="8132"/>
                  </a:lnTo>
                  <a:close/>
                  <a:moveTo>
                    <a:pt x="8466" y="9537"/>
                  </a:moveTo>
                  <a:cubicBezTo>
                    <a:pt x="8597" y="9537"/>
                    <a:pt x="8704" y="9656"/>
                    <a:pt x="8704" y="9775"/>
                  </a:cubicBezTo>
                  <a:cubicBezTo>
                    <a:pt x="8704" y="9906"/>
                    <a:pt x="8597" y="10013"/>
                    <a:pt x="8466" y="10013"/>
                  </a:cubicBezTo>
                  <a:lnTo>
                    <a:pt x="2810" y="10013"/>
                  </a:lnTo>
                  <a:cubicBezTo>
                    <a:pt x="2679" y="10013"/>
                    <a:pt x="2572" y="9906"/>
                    <a:pt x="2572" y="9775"/>
                  </a:cubicBezTo>
                  <a:cubicBezTo>
                    <a:pt x="2572" y="9644"/>
                    <a:pt x="2679" y="9537"/>
                    <a:pt x="2810" y="9537"/>
                  </a:cubicBezTo>
                  <a:close/>
                  <a:moveTo>
                    <a:pt x="1072" y="0"/>
                  </a:moveTo>
                  <a:cubicBezTo>
                    <a:pt x="477" y="0"/>
                    <a:pt x="0" y="476"/>
                    <a:pt x="0" y="1072"/>
                  </a:cubicBezTo>
                  <a:lnTo>
                    <a:pt x="0" y="7049"/>
                  </a:lnTo>
                  <a:cubicBezTo>
                    <a:pt x="0" y="7644"/>
                    <a:pt x="477" y="8120"/>
                    <a:pt x="1072" y="8120"/>
                  </a:cubicBezTo>
                  <a:lnTo>
                    <a:pt x="3763" y="8120"/>
                  </a:lnTo>
                  <a:lnTo>
                    <a:pt x="3441" y="9192"/>
                  </a:lnTo>
                  <a:lnTo>
                    <a:pt x="2822" y="9192"/>
                  </a:lnTo>
                  <a:cubicBezTo>
                    <a:pt x="2513" y="9192"/>
                    <a:pt x="2263" y="9442"/>
                    <a:pt x="2263" y="9751"/>
                  </a:cubicBezTo>
                  <a:cubicBezTo>
                    <a:pt x="2263" y="10073"/>
                    <a:pt x="2513" y="10323"/>
                    <a:pt x="2822" y="10323"/>
                  </a:cubicBezTo>
                  <a:lnTo>
                    <a:pt x="8478" y="10323"/>
                  </a:lnTo>
                  <a:cubicBezTo>
                    <a:pt x="8799" y="10323"/>
                    <a:pt x="9049" y="10073"/>
                    <a:pt x="9049" y="9751"/>
                  </a:cubicBezTo>
                  <a:cubicBezTo>
                    <a:pt x="9049" y="9442"/>
                    <a:pt x="8799" y="9192"/>
                    <a:pt x="8478" y="9192"/>
                  </a:cubicBezTo>
                  <a:lnTo>
                    <a:pt x="7870" y="9192"/>
                  </a:lnTo>
                  <a:lnTo>
                    <a:pt x="7549" y="8120"/>
                  </a:lnTo>
                  <a:lnTo>
                    <a:pt x="10240" y="8120"/>
                  </a:lnTo>
                  <a:cubicBezTo>
                    <a:pt x="10835" y="8120"/>
                    <a:pt x="11311" y="7644"/>
                    <a:pt x="11311" y="7049"/>
                  </a:cubicBezTo>
                  <a:lnTo>
                    <a:pt x="11311" y="1072"/>
                  </a:lnTo>
                  <a:cubicBezTo>
                    <a:pt x="11299" y="488"/>
                    <a:pt x="10823" y="0"/>
                    <a:pt x="10228" y="0"/>
                  </a:cubicBezTo>
                  <a:lnTo>
                    <a:pt x="2786" y="0"/>
                  </a:lnTo>
                  <a:cubicBezTo>
                    <a:pt x="2691" y="0"/>
                    <a:pt x="2620" y="72"/>
                    <a:pt x="2620" y="155"/>
                  </a:cubicBezTo>
                  <a:cubicBezTo>
                    <a:pt x="2620" y="250"/>
                    <a:pt x="2691" y="322"/>
                    <a:pt x="2786" y="322"/>
                  </a:cubicBezTo>
                  <a:lnTo>
                    <a:pt x="10228" y="322"/>
                  </a:lnTo>
                  <a:cubicBezTo>
                    <a:pt x="10621" y="322"/>
                    <a:pt x="10966" y="655"/>
                    <a:pt x="10966" y="1072"/>
                  </a:cubicBezTo>
                  <a:lnTo>
                    <a:pt x="10966" y="7049"/>
                  </a:lnTo>
                  <a:cubicBezTo>
                    <a:pt x="10966" y="7453"/>
                    <a:pt x="10645" y="7799"/>
                    <a:pt x="10228" y="7799"/>
                  </a:cubicBezTo>
                  <a:lnTo>
                    <a:pt x="1072" y="7799"/>
                  </a:lnTo>
                  <a:cubicBezTo>
                    <a:pt x="667" y="7799"/>
                    <a:pt x="322" y="7465"/>
                    <a:pt x="322" y="7049"/>
                  </a:cubicBezTo>
                  <a:lnTo>
                    <a:pt x="322" y="1072"/>
                  </a:lnTo>
                  <a:cubicBezTo>
                    <a:pt x="322" y="667"/>
                    <a:pt x="655" y="322"/>
                    <a:pt x="1072" y="322"/>
                  </a:cubicBezTo>
                  <a:lnTo>
                    <a:pt x="2108" y="322"/>
                  </a:lnTo>
                  <a:cubicBezTo>
                    <a:pt x="2203" y="322"/>
                    <a:pt x="2275" y="250"/>
                    <a:pt x="2275" y="155"/>
                  </a:cubicBezTo>
                  <a:cubicBezTo>
                    <a:pt x="2275" y="72"/>
                    <a:pt x="2203" y="0"/>
                    <a:pt x="2108"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47"/>
            <p:cNvSpPr/>
            <p:nvPr/>
          </p:nvSpPr>
          <p:spPr>
            <a:xfrm>
              <a:off x="1986877" y="2331313"/>
              <a:ext cx="302117" cy="184909"/>
            </a:xfrm>
            <a:custGeom>
              <a:avLst/>
              <a:gdLst/>
              <a:ahLst/>
              <a:cxnLst/>
              <a:rect l="l" t="t" r="r" b="b"/>
              <a:pathLst>
                <a:path w="9514" h="5823" extrusionOk="0">
                  <a:moveTo>
                    <a:pt x="179" y="0"/>
                  </a:moveTo>
                  <a:cubicBezTo>
                    <a:pt x="72" y="0"/>
                    <a:pt x="0" y="71"/>
                    <a:pt x="0" y="179"/>
                  </a:cubicBezTo>
                  <a:lnTo>
                    <a:pt x="0" y="5656"/>
                  </a:lnTo>
                  <a:cubicBezTo>
                    <a:pt x="0" y="5739"/>
                    <a:pt x="72" y="5822"/>
                    <a:pt x="167" y="5822"/>
                  </a:cubicBezTo>
                  <a:lnTo>
                    <a:pt x="9347" y="5822"/>
                  </a:lnTo>
                  <a:cubicBezTo>
                    <a:pt x="9430" y="5822"/>
                    <a:pt x="9513" y="5739"/>
                    <a:pt x="9513" y="5656"/>
                  </a:cubicBezTo>
                  <a:lnTo>
                    <a:pt x="9513" y="5072"/>
                  </a:lnTo>
                  <a:cubicBezTo>
                    <a:pt x="9513" y="4989"/>
                    <a:pt x="9430" y="4905"/>
                    <a:pt x="9347" y="4905"/>
                  </a:cubicBezTo>
                  <a:cubicBezTo>
                    <a:pt x="9252" y="4905"/>
                    <a:pt x="9180" y="4989"/>
                    <a:pt x="9180" y="5072"/>
                  </a:cubicBezTo>
                  <a:lnTo>
                    <a:pt x="9180" y="5489"/>
                  </a:lnTo>
                  <a:lnTo>
                    <a:pt x="346" y="5489"/>
                  </a:lnTo>
                  <a:lnTo>
                    <a:pt x="346" y="345"/>
                  </a:lnTo>
                  <a:lnTo>
                    <a:pt x="9180" y="345"/>
                  </a:lnTo>
                  <a:lnTo>
                    <a:pt x="9180" y="4405"/>
                  </a:lnTo>
                  <a:cubicBezTo>
                    <a:pt x="9168" y="4489"/>
                    <a:pt x="9240" y="4572"/>
                    <a:pt x="9347" y="4572"/>
                  </a:cubicBezTo>
                  <a:cubicBezTo>
                    <a:pt x="9430" y="4572"/>
                    <a:pt x="9513" y="4489"/>
                    <a:pt x="9513" y="4405"/>
                  </a:cubicBezTo>
                  <a:lnTo>
                    <a:pt x="9513" y="179"/>
                  </a:lnTo>
                  <a:cubicBezTo>
                    <a:pt x="9513" y="71"/>
                    <a:pt x="9430" y="0"/>
                    <a:pt x="9335"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47"/>
            <p:cNvSpPr/>
            <p:nvPr/>
          </p:nvSpPr>
          <p:spPr>
            <a:xfrm>
              <a:off x="2131521" y="2526701"/>
              <a:ext cx="11908" cy="10638"/>
            </a:xfrm>
            <a:custGeom>
              <a:avLst/>
              <a:gdLst/>
              <a:ahLst/>
              <a:cxnLst/>
              <a:rect l="l" t="t" r="r" b="b"/>
              <a:pathLst>
                <a:path w="375" h="335" extrusionOk="0">
                  <a:moveTo>
                    <a:pt x="176" y="0"/>
                  </a:moveTo>
                  <a:cubicBezTo>
                    <a:pt x="167" y="0"/>
                    <a:pt x="158" y="1"/>
                    <a:pt x="148" y="3"/>
                  </a:cubicBezTo>
                  <a:cubicBezTo>
                    <a:pt x="77" y="26"/>
                    <a:pt x="17" y="86"/>
                    <a:pt x="17" y="157"/>
                  </a:cubicBezTo>
                  <a:cubicBezTo>
                    <a:pt x="1" y="258"/>
                    <a:pt x="95" y="334"/>
                    <a:pt x="186" y="334"/>
                  </a:cubicBezTo>
                  <a:cubicBezTo>
                    <a:pt x="225" y="334"/>
                    <a:pt x="263" y="320"/>
                    <a:pt x="291" y="288"/>
                  </a:cubicBezTo>
                  <a:cubicBezTo>
                    <a:pt x="375" y="229"/>
                    <a:pt x="375" y="145"/>
                    <a:pt x="327" y="86"/>
                  </a:cubicBezTo>
                  <a:cubicBezTo>
                    <a:pt x="296" y="34"/>
                    <a:pt x="238" y="0"/>
                    <a:pt x="176"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73" name="Google Shape;2273;p47"/>
          <p:cNvGrpSpPr/>
          <p:nvPr/>
        </p:nvGrpSpPr>
        <p:grpSpPr>
          <a:xfrm>
            <a:off x="3865652" y="3104343"/>
            <a:ext cx="243453" cy="421731"/>
            <a:chOff x="2656082" y="2287427"/>
            <a:chExt cx="207582" cy="359594"/>
          </a:xfrm>
        </p:grpSpPr>
        <p:sp>
          <p:nvSpPr>
            <p:cNvPr id="2274" name="Google Shape;2274;p47"/>
            <p:cNvSpPr/>
            <p:nvPr/>
          </p:nvSpPr>
          <p:spPr>
            <a:xfrm>
              <a:off x="2656082" y="2287427"/>
              <a:ext cx="207582" cy="359594"/>
            </a:xfrm>
            <a:custGeom>
              <a:avLst/>
              <a:gdLst/>
              <a:ahLst/>
              <a:cxnLst/>
              <a:rect l="l" t="t" r="r" b="b"/>
              <a:pathLst>
                <a:path w="6537" h="11324" extrusionOk="0">
                  <a:moveTo>
                    <a:pt x="5704" y="334"/>
                  </a:moveTo>
                  <a:cubicBezTo>
                    <a:pt x="5965" y="334"/>
                    <a:pt x="6192" y="561"/>
                    <a:pt x="6192" y="834"/>
                  </a:cubicBezTo>
                  <a:lnTo>
                    <a:pt x="6192" y="1323"/>
                  </a:lnTo>
                  <a:lnTo>
                    <a:pt x="346" y="1323"/>
                  </a:lnTo>
                  <a:lnTo>
                    <a:pt x="346" y="834"/>
                  </a:lnTo>
                  <a:cubicBezTo>
                    <a:pt x="346" y="561"/>
                    <a:pt x="560" y="334"/>
                    <a:pt x="834" y="334"/>
                  </a:cubicBezTo>
                  <a:close/>
                  <a:moveTo>
                    <a:pt x="6192" y="1644"/>
                  </a:moveTo>
                  <a:lnTo>
                    <a:pt x="6192" y="8990"/>
                  </a:lnTo>
                  <a:lnTo>
                    <a:pt x="1501" y="8990"/>
                  </a:lnTo>
                  <a:cubicBezTo>
                    <a:pt x="1405" y="8990"/>
                    <a:pt x="1334" y="9062"/>
                    <a:pt x="1334" y="9145"/>
                  </a:cubicBezTo>
                  <a:cubicBezTo>
                    <a:pt x="1334" y="9240"/>
                    <a:pt x="1405" y="9312"/>
                    <a:pt x="1501" y="9312"/>
                  </a:cubicBezTo>
                  <a:lnTo>
                    <a:pt x="6192" y="9312"/>
                  </a:lnTo>
                  <a:lnTo>
                    <a:pt x="6192" y="10478"/>
                  </a:lnTo>
                  <a:cubicBezTo>
                    <a:pt x="6192" y="10740"/>
                    <a:pt x="5965" y="10967"/>
                    <a:pt x="5704" y="10967"/>
                  </a:cubicBezTo>
                  <a:lnTo>
                    <a:pt x="834" y="10967"/>
                  </a:lnTo>
                  <a:cubicBezTo>
                    <a:pt x="560" y="10967"/>
                    <a:pt x="346" y="10740"/>
                    <a:pt x="346" y="10478"/>
                  </a:cubicBezTo>
                  <a:lnTo>
                    <a:pt x="346" y="9312"/>
                  </a:lnTo>
                  <a:lnTo>
                    <a:pt x="834" y="9312"/>
                  </a:lnTo>
                  <a:cubicBezTo>
                    <a:pt x="917" y="9312"/>
                    <a:pt x="1001" y="9240"/>
                    <a:pt x="1001" y="9145"/>
                  </a:cubicBezTo>
                  <a:cubicBezTo>
                    <a:pt x="1001" y="9062"/>
                    <a:pt x="917" y="8990"/>
                    <a:pt x="834" y="8990"/>
                  </a:cubicBezTo>
                  <a:lnTo>
                    <a:pt x="346" y="8990"/>
                  </a:lnTo>
                  <a:lnTo>
                    <a:pt x="346" y="1644"/>
                  </a:lnTo>
                  <a:close/>
                  <a:moveTo>
                    <a:pt x="834" y="1"/>
                  </a:moveTo>
                  <a:cubicBezTo>
                    <a:pt x="370" y="1"/>
                    <a:pt x="0" y="370"/>
                    <a:pt x="0" y="834"/>
                  </a:cubicBezTo>
                  <a:lnTo>
                    <a:pt x="0" y="10490"/>
                  </a:lnTo>
                  <a:cubicBezTo>
                    <a:pt x="0" y="10955"/>
                    <a:pt x="370" y="11324"/>
                    <a:pt x="834" y="11324"/>
                  </a:cubicBezTo>
                  <a:lnTo>
                    <a:pt x="5704" y="11324"/>
                  </a:lnTo>
                  <a:cubicBezTo>
                    <a:pt x="6156" y="11324"/>
                    <a:pt x="6537" y="10955"/>
                    <a:pt x="6537" y="10490"/>
                  </a:cubicBezTo>
                  <a:lnTo>
                    <a:pt x="6537" y="834"/>
                  </a:lnTo>
                  <a:cubicBezTo>
                    <a:pt x="6513" y="370"/>
                    <a:pt x="6144" y="1"/>
                    <a:pt x="5704"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47"/>
            <p:cNvSpPr/>
            <p:nvPr/>
          </p:nvSpPr>
          <p:spPr>
            <a:xfrm>
              <a:off x="2754395" y="2308608"/>
              <a:ext cx="31787" cy="10257"/>
            </a:xfrm>
            <a:custGeom>
              <a:avLst/>
              <a:gdLst/>
              <a:ahLst/>
              <a:cxnLst/>
              <a:rect l="l" t="t" r="r" b="b"/>
              <a:pathLst>
                <a:path w="1001" h="323" extrusionOk="0">
                  <a:moveTo>
                    <a:pt x="167" y="1"/>
                  </a:moveTo>
                  <a:cubicBezTo>
                    <a:pt x="72" y="1"/>
                    <a:pt x="0" y="72"/>
                    <a:pt x="0" y="167"/>
                  </a:cubicBezTo>
                  <a:cubicBezTo>
                    <a:pt x="0" y="251"/>
                    <a:pt x="72" y="322"/>
                    <a:pt x="167" y="322"/>
                  </a:cubicBezTo>
                  <a:lnTo>
                    <a:pt x="834" y="322"/>
                  </a:lnTo>
                  <a:cubicBezTo>
                    <a:pt x="917" y="322"/>
                    <a:pt x="1000" y="251"/>
                    <a:pt x="1000" y="167"/>
                  </a:cubicBezTo>
                  <a:cubicBezTo>
                    <a:pt x="1000" y="72"/>
                    <a:pt x="917" y="1"/>
                    <a:pt x="834"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47"/>
            <p:cNvSpPr/>
            <p:nvPr/>
          </p:nvSpPr>
          <p:spPr>
            <a:xfrm>
              <a:off x="2743789" y="2594053"/>
              <a:ext cx="31406" cy="31056"/>
            </a:xfrm>
            <a:custGeom>
              <a:avLst/>
              <a:gdLst/>
              <a:ahLst/>
              <a:cxnLst/>
              <a:rect l="l" t="t" r="r" b="b"/>
              <a:pathLst>
                <a:path w="989" h="978" extrusionOk="0">
                  <a:moveTo>
                    <a:pt x="501" y="322"/>
                  </a:moveTo>
                  <a:cubicBezTo>
                    <a:pt x="584" y="322"/>
                    <a:pt x="656" y="406"/>
                    <a:pt x="656" y="489"/>
                  </a:cubicBezTo>
                  <a:cubicBezTo>
                    <a:pt x="656" y="584"/>
                    <a:pt x="584" y="656"/>
                    <a:pt x="501" y="656"/>
                  </a:cubicBezTo>
                  <a:cubicBezTo>
                    <a:pt x="406" y="656"/>
                    <a:pt x="334" y="584"/>
                    <a:pt x="334" y="489"/>
                  </a:cubicBezTo>
                  <a:cubicBezTo>
                    <a:pt x="334" y="406"/>
                    <a:pt x="406" y="322"/>
                    <a:pt x="501" y="322"/>
                  </a:cubicBezTo>
                  <a:close/>
                  <a:moveTo>
                    <a:pt x="501" y="1"/>
                  </a:moveTo>
                  <a:cubicBezTo>
                    <a:pt x="227" y="1"/>
                    <a:pt x="1" y="227"/>
                    <a:pt x="1" y="489"/>
                  </a:cubicBezTo>
                  <a:cubicBezTo>
                    <a:pt x="1" y="763"/>
                    <a:pt x="227" y="977"/>
                    <a:pt x="501" y="977"/>
                  </a:cubicBezTo>
                  <a:cubicBezTo>
                    <a:pt x="763" y="977"/>
                    <a:pt x="989" y="763"/>
                    <a:pt x="989" y="489"/>
                  </a:cubicBezTo>
                  <a:cubicBezTo>
                    <a:pt x="989" y="227"/>
                    <a:pt x="775" y="1"/>
                    <a:pt x="501"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47"/>
            <p:cNvSpPr/>
            <p:nvPr/>
          </p:nvSpPr>
          <p:spPr>
            <a:xfrm>
              <a:off x="2733596" y="2308608"/>
              <a:ext cx="10225" cy="10257"/>
            </a:xfrm>
            <a:custGeom>
              <a:avLst/>
              <a:gdLst/>
              <a:ahLst/>
              <a:cxnLst/>
              <a:rect l="l" t="t" r="r" b="b"/>
              <a:pathLst>
                <a:path w="322" h="323" extrusionOk="0">
                  <a:moveTo>
                    <a:pt x="155" y="1"/>
                  </a:moveTo>
                  <a:cubicBezTo>
                    <a:pt x="72" y="1"/>
                    <a:pt x="0" y="72"/>
                    <a:pt x="0" y="167"/>
                  </a:cubicBezTo>
                  <a:cubicBezTo>
                    <a:pt x="0" y="251"/>
                    <a:pt x="72" y="322"/>
                    <a:pt x="155" y="322"/>
                  </a:cubicBezTo>
                  <a:cubicBezTo>
                    <a:pt x="250" y="322"/>
                    <a:pt x="322" y="251"/>
                    <a:pt x="322" y="167"/>
                  </a:cubicBezTo>
                  <a:cubicBezTo>
                    <a:pt x="322" y="72"/>
                    <a:pt x="250" y="1"/>
                    <a:pt x="155"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78" name="Google Shape;2278;p47"/>
          <p:cNvGrpSpPr/>
          <p:nvPr/>
        </p:nvGrpSpPr>
        <p:grpSpPr>
          <a:xfrm>
            <a:off x="5967870" y="1523067"/>
            <a:ext cx="425716" cy="340134"/>
            <a:chOff x="3049653" y="2321468"/>
            <a:chExt cx="362991" cy="290018"/>
          </a:xfrm>
        </p:grpSpPr>
        <p:sp>
          <p:nvSpPr>
            <p:cNvPr id="2279" name="Google Shape;2279;p47"/>
            <p:cNvSpPr/>
            <p:nvPr/>
          </p:nvSpPr>
          <p:spPr>
            <a:xfrm>
              <a:off x="3280290" y="2429690"/>
              <a:ext cx="29913" cy="73957"/>
            </a:xfrm>
            <a:custGeom>
              <a:avLst/>
              <a:gdLst/>
              <a:ahLst/>
              <a:cxnLst/>
              <a:rect l="l" t="t" r="r" b="b"/>
              <a:pathLst>
                <a:path w="942" h="2329" extrusionOk="0">
                  <a:moveTo>
                    <a:pt x="200" y="1"/>
                  </a:moveTo>
                  <a:cubicBezTo>
                    <a:pt x="158" y="1"/>
                    <a:pt x="114" y="16"/>
                    <a:pt x="72" y="45"/>
                  </a:cubicBezTo>
                  <a:cubicBezTo>
                    <a:pt x="13" y="93"/>
                    <a:pt x="13" y="200"/>
                    <a:pt x="72" y="283"/>
                  </a:cubicBezTo>
                  <a:cubicBezTo>
                    <a:pt x="572" y="772"/>
                    <a:pt x="572" y="1569"/>
                    <a:pt x="72" y="2046"/>
                  </a:cubicBezTo>
                  <a:cubicBezTo>
                    <a:pt x="1" y="2129"/>
                    <a:pt x="1" y="2224"/>
                    <a:pt x="72" y="2284"/>
                  </a:cubicBezTo>
                  <a:cubicBezTo>
                    <a:pt x="102" y="2313"/>
                    <a:pt x="144" y="2328"/>
                    <a:pt x="187" y="2328"/>
                  </a:cubicBezTo>
                  <a:cubicBezTo>
                    <a:pt x="230" y="2328"/>
                    <a:pt x="275" y="2313"/>
                    <a:pt x="310" y="2284"/>
                  </a:cubicBezTo>
                  <a:cubicBezTo>
                    <a:pt x="941" y="1665"/>
                    <a:pt x="941" y="664"/>
                    <a:pt x="310" y="45"/>
                  </a:cubicBezTo>
                  <a:cubicBezTo>
                    <a:pt x="280" y="16"/>
                    <a:pt x="242" y="1"/>
                    <a:pt x="200"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47"/>
            <p:cNvSpPr/>
            <p:nvPr/>
          </p:nvSpPr>
          <p:spPr>
            <a:xfrm>
              <a:off x="3317729" y="2392250"/>
              <a:ext cx="49570" cy="148836"/>
            </a:xfrm>
            <a:custGeom>
              <a:avLst/>
              <a:gdLst/>
              <a:ahLst/>
              <a:cxnLst/>
              <a:rect l="l" t="t" r="r" b="b"/>
              <a:pathLst>
                <a:path w="1561" h="4687" extrusionOk="0">
                  <a:moveTo>
                    <a:pt x="183" y="1"/>
                  </a:moveTo>
                  <a:cubicBezTo>
                    <a:pt x="140" y="1"/>
                    <a:pt x="96" y="16"/>
                    <a:pt x="60" y="46"/>
                  </a:cubicBezTo>
                  <a:cubicBezTo>
                    <a:pt x="0" y="105"/>
                    <a:pt x="0" y="212"/>
                    <a:pt x="60" y="284"/>
                  </a:cubicBezTo>
                  <a:cubicBezTo>
                    <a:pt x="1191" y="1415"/>
                    <a:pt x="1191" y="3272"/>
                    <a:pt x="60" y="4403"/>
                  </a:cubicBezTo>
                  <a:cubicBezTo>
                    <a:pt x="0" y="4475"/>
                    <a:pt x="0" y="4582"/>
                    <a:pt x="60" y="4641"/>
                  </a:cubicBezTo>
                  <a:cubicBezTo>
                    <a:pt x="90" y="4671"/>
                    <a:pt x="131" y="4686"/>
                    <a:pt x="175" y="4686"/>
                  </a:cubicBezTo>
                  <a:cubicBezTo>
                    <a:pt x="218" y="4686"/>
                    <a:pt x="262" y="4671"/>
                    <a:pt x="298" y="4641"/>
                  </a:cubicBezTo>
                  <a:cubicBezTo>
                    <a:pt x="1560" y="3379"/>
                    <a:pt x="1560" y="1308"/>
                    <a:pt x="298" y="46"/>
                  </a:cubicBezTo>
                  <a:cubicBezTo>
                    <a:pt x="268" y="16"/>
                    <a:pt x="227" y="1"/>
                    <a:pt x="183"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47"/>
            <p:cNvSpPr/>
            <p:nvPr/>
          </p:nvSpPr>
          <p:spPr>
            <a:xfrm>
              <a:off x="3354406" y="2355954"/>
              <a:ext cx="58239" cy="222317"/>
            </a:xfrm>
            <a:custGeom>
              <a:avLst/>
              <a:gdLst/>
              <a:ahLst/>
              <a:cxnLst/>
              <a:rect l="l" t="t" r="r" b="b"/>
              <a:pathLst>
                <a:path w="1834" h="7001" extrusionOk="0">
                  <a:moveTo>
                    <a:pt x="174" y="1"/>
                  </a:moveTo>
                  <a:cubicBezTo>
                    <a:pt x="131" y="1"/>
                    <a:pt x="90" y="16"/>
                    <a:pt x="60" y="46"/>
                  </a:cubicBezTo>
                  <a:cubicBezTo>
                    <a:pt x="0" y="105"/>
                    <a:pt x="0" y="200"/>
                    <a:pt x="60" y="284"/>
                  </a:cubicBezTo>
                  <a:cubicBezTo>
                    <a:pt x="1834" y="2046"/>
                    <a:pt x="1834" y="4939"/>
                    <a:pt x="60" y="6713"/>
                  </a:cubicBezTo>
                  <a:cubicBezTo>
                    <a:pt x="0" y="6773"/>
                    <a:pt x="0" y="6868"/>
                    <a:pt x="60" y="6951"/>
                  </a:cubicBezTo>
                  <a:cubicBezTo>
                    <a:pt x="88" y="6985"/>
                    <a:pt x="128" y="7000"/>
                    <a:pt x="169" y="7000"/>
                  </a:cubicBezTo>
                  <a:cubicBezTo>
                    <a:pt x="214" y="7000"/>
                    <a:pt x="261" y="6982"/>
                    <a:pt x="298" y="6951"/>
                  </a:cubicBezTo>
                  <a:cubicBezTo>
                    <a:pt x="1227" y="6023"/>
                    <a:pt x="1727" y="4808"/>
                    <a:pt x="1727" y="3498"/>
                  </a:cubicBezTo>
                  <a:cubicBezTo>
                    <a:pt x="1727" y="2189"/>
                    <a:pt x="1227" y="962"/>
                    <a:pt x="298" y="46"/>
                  </a:cubicBezTo>
                  <a:cubicBezTo>
                    <a:pt x="262" y="16"/>
                    <a:pt x="218" y="1"/>
                    <a:pt x="174"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47"/>
            <p:cNvSpPr/>
            <p:nvPr/>
          </p:nvSpPr>
          <p:spPr>
            <a:xfrm>
              <a:off x="3049653" y="2321468"/>
              <a:ext cx="210250" cy="290018"/>
            </a:xfrm>
            <a:custGeom>
              <a:avLst/>
              <a:gdLst/>
              <a:ahLst/>
              <a:cxnLst/>
              <a:rect l="l" t="t" r="r" b="b"/>
              <a:pathLst>
                <a:path w="6621" h="9133" extrusionOk="0">
                  <a:moveTo>
                    <a:pt x="5216" y="1072"/>
                  </a:moveTo>
                  <a:lnTo>
                    <a:pt x="5216" y="8097"/>
                  </a:lnTo>
                  <a:cubicBezTo>
                    <a:pt x="4156" y="7751"/>
                    <a:pt x="3287" y="7037"/>
                    <a:pt x="2739" y="6061"/>
                  </a:cubicBezTo>
                  <a:lnTo>
                    <a:pt x="2739" y="3084"/>
                  </a:lnTo>
                  <a:cubicBezTo>
                    <a:pt x="3275" y="2120"/>
                    <a:pt x="4156" y="1405"/>
                    <a:pt x="5216" y="1072"/>
                  </a:cubicBezTo>
                  <a:close/>
                  <a:moveTo>
                    <a:pt x="5716" y="0"/>
                  </a:moveTo>
                  <a:cubicBezTo>
                    <a:pt x="5430" y="0"/>
                    <a:pt x="5216" y="215"/>
                    <a:pt x="5216" y="501"/>
                  </a:cubicBezTo>
                  <a:lnTo>
                    <a:pt x="5216" y="691"/>
                  </a:lnTo>
                  <a:cubicBezTo>
                    <a:pt x="4049" y="1048"/>
                    <a:pt x="3096" y="1810"/>
                    <a:pt x="2489" y="2858"/>
                  </a:cubicBezTo>
                  <a:lnTo>
                    <a:pt x="1227" y="2858"/>
                  </a:lnTo>
                  <a:cubicBezTo>
                    <a:pt x="549" y="2858"/>
                    <a:pt x="13" y="3394"/>
                    <a:pt x="13" y="4061"/>
                  </a:cubicBezTo>
                  <a:lnTo>
                    <a:pt x="13" y="5037"/>
                  </a:lnTo>
                  <a:cubicBezTo>
                    <a:pt x="1" y="5692"/>
                    <a:pt x="489" y="6227"/>
                    <a:pt x="1120" y="6275"/>
                  </a:cubicBezTo>
                  <a:cubicBezTo>
                    <a:pt x="1203" y="6275"/>
                    <a:pt x="1287" y="6216"/>
                    <a:pt x="1299" y="6132"/>
                  </a:cubicBezTo>
                  <a:cubicBezTo>
                    <a:pt x="1299" y="6037"/>
                    <a:pt x="1239" y="5966"/>
                    <a:pt x="1144" y="5954"/>
                  </a:cubicBezTo>
                  <a:cubicBezTo>
                    <a:pt x="703" y="5918"/>
                    <a:pt x="346" y="5537"/>
                    <a:pt x="346" y="5073"/>
                  </a:cubicBezTo>
                  <a:lnTo>
                    <a:pt x="346" y="4084"/>
                  </a:lnTo>
                  <a:cubicBezTo>
                    <a:pt x="346" y="3608"/>
                    <a:pt x="727" y="3215"/>
                    <a:pt x="1227" y="3215"/>
                  </a:cubicBezTo>
                  <a:lnTo>
                    <a:pt x="2418" y="3215"/>
                  </a:lnTo>
                  <a:lnTo>
                    <a:pt x="2418" y="5954"/>
                  </a:lnTo>
                  <a:lnTo>
                    <a:pt x="1918" y="5954"/>
                  </a:lnTo>
                  <a:cubicBezTo>
                    <a:pt x="1834" y="5954"/>
                    <a:pt x="1763" y="6025"/>
                    <a:pt x="1763" y="6108"/>
                  </a:cubicBezTo>
                  <a:cubicBezTo>
                    <a:pt x="1763" y="6204"/>
                    <a:pt x="1834" y="6275"/>
                    <a:pt x="1918" y="6275"/>
                  </a:cubicBezTo>
                  <a:lnTo>
                    <a:pt x="2489" y="6275"/>
                  </a:lnTo>
                  <a:cubicBezTo>
                    <a:pt x="3096" y="7323"/>
                    <a:pt x="4049" y="8097"/>
                    <a:pt x="5216" y="8430"/>
                  </a:cubicBezTo>
                  <a:lnTo>
                    <a:pt x="5216" y="8633"/>
                  </a:lnTo>
                  <a:cubicBezTo>
                    <a:pt x="5216" y="8906"/>
                    <a:pt x="5430" y="9133"/>
                    <a:pt x="5716" y="9133"/>
                  </a:cubicBezTo>
                  <a:lnTo>
                    <a:pt x="6121" y="9133"/>
                  </a:lnTo>
                  <a:cubicBezTo>
                    <a:pt x="6406" y="9133"/>
                    <a:pt x="6621" y="8906"/>
                    <a:pt x="6621" y="8633"/>
                  </a:cubicBezTo>
                  <a:lnTo>
                    <a:pt x="6621" y="4953"/>
                  </a:lnTo>
                  <a:cubicBezTo>
                    <a:pt x="6621" y="4858"/>
                    <a:pt x="6549" y="4787"/>
                    <a:pt x="6466" y="4787"/>
                  </a:cubicBezTo>
                  <a:cubicBezTo>
                    <a:pt x="6371" y="4787"/>
                    <a:pt x="6299" y="4858"/>
                    <a:pt x="6299" y="4953"/>
                  </a:cubicBezTo>
                  <a:lnTo>
                    <a:pt x="6299" y="8633"/>
                  </a:lnTo>
                  <a:cubicBezTo>
                    <a:pt x="6299" y="8728"/>
                    <a:pt x="6228" y="8811"/>
                    <a:pt x="6121" y="8811"/>
                  </a:cubicBezTo>
                  <a:lnTo>
                    <a:pt x="5716" y="8811"/>
                  </a:lnTo>
                  <a:cubicBezTo>
                    <a:pt x="5609" y="8811"/>
                    <a:pt x="5537" y="8728"/>
                    <a:pt x="5537" y="8633"/>
                  </a:cubicBezTo>
                  <a:lnTo>
                    <a:pt x="5537" y="501"/>
                  </a:lnTo>
                  <a:cubicBezTo>
                    <a:pt x="5537" y="393"/>
                    <a:pt x="5609" y="322"/>
                    <a:pt x="5716" y="322"/>
                  </a:cubicBezTo>
                  <a:lnTo>
                    <a:pt x="6121" y="322"/>
                  </a:lnTo>
                  <a:cubicBezTo>
                    <a:pt x="6228" y="322"/>
                    <a:pt x="6299" y="393"/>
                    <a:pt x="6299" y="501"/>
                  </a:cubicBezTo>
                  <a:lnTo>
                    <a:pt x="6299" y="4180"/>
                  </a:lnTo>
                  <a:cubicBezTo>
                    <a:pt x="6299" y="4263"/>
                    <a:pt x="6371" y="4346"/>
                    <a:pt x="6466" y="4346"/>
                  </a:cubicBezTo>
                  <a:cubicBezTo>
                    <a:pt x="6549" y="4346"/>
                    <a:pt x="6621" y="4263"/>
                    <a:pt x="6621" y="4180"/>
                  </a:cubicBezTo>
                  <a:lnTo>
                    <a:pt x="6621" y="501"/>
                  </a:lnTo>
                  <a:cubicBezTo>
                    <a:pt x="6621" y="215"/>
                    <a:pt x="6406" y="0"/>
                    <a:pt x="6121"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3" name="Google Shape;2283;p47"/>
          <p:cNvGrpSpPr/>
          <p:nvPr/>
        </p:nvGrpSpPr>
        <p:grpSpPr>
          <a:xfrm>
            <a:off x="5969416" y="3113802"/>
            <a:ext cx="422625" cy="402812"/>
            <a:chOff x="6870193" y="2295620"/>
            <a:chExt cx="360356" cy="343462"/>
          </a:xfrm>
        </p:grpSpPr>
        <p:sp>
          <p:nvSpPr>
            <p:cNvPr id="2284" name="Google Shape;2284;p47"/>
            <p:cNvSpPr/>
            <p:nvPr/>
          </p:nvSpPr>
          <p:spPr>
            <a:xfrm>
              <a:off x="6870193" y="2295620"/>
              <a:ext cx="360356" cy="343462"/>
            </a:xfrm>
            <a:custGeom>
              <a:avLst/>
              <a:gdLst/>
              <a:ahLst/>
              <a:cxnLst/>
              <a:rect l="l" t="t" r="r" b="b"/>
              <a:pathLst>
                <a:path w="11348" h="10816" extrusionOk="0">
                  <a:moveTo>
                    <a:pt x="6027" y="0"/>
                  </a:moveTo>
                  <a:cubicBezTo>
                    <a:pt x="5700" y="0"/>
                    <a:pt x="5448" y="70"/>
                    <a:pt x="5430" y="76"/>
                  </a:cubicBezTo>
                  <a:cubicBezTo>
                    <a:pt x="5358" y="112"/>
                    <a:pt x="5299" y="172"/>
                    <a:pt x="5299" y="255"/>
                  </a:cubicBezTo>
                  <a:lnTo>
                    <a:pt x="5299" y="2731"/>
                  </a:lnTo>
                  <a:lnTo>
                    <a:pt x="3501" y="5017"/>
                  </a:lnTo>
                  <a:cubicBezTo>
                    <a:pt x="3441" y="4767"/>
                    <a:pt x="3215" y="4577"/>
                    <a:pt x="2929" y="4577"/>
                  </a:cubicBezTo>
                  <a:lnTo>
                    <a:pt x="584" y="4577"/>
                  </a:lnTo>
                  <a:cubicBezTo>
                    <a:pt x="274" y="4577"/>
                    <a:pt x="1" y="4827"/>
                    <a:pt x="1" y="5160"/>
                  </a:cubicBezTo>
                  <a:lnTo>
                    <a:pt x="1" y="5732"/>
                  </a:lnTo>
                  <a:cubicBezTo>
                    <a:pt x="1" y="5839"/>
                    <a:pt x="96" y="5910"/>
                    <a:pt x="179" y="5910"/>
                  </a:cubicBezTo>
                  <a:cubicBezTo>
                    <a:pt x="274" y="5910"/>
                    <a:pt x="358" y="5827"/>
                    <a:pt x="358" y="5732"/>
                  </a:cubicBezTo>
                  <a:lnTo>
                    <a:pt x="358" y="5160"/>
                  </a:lnTo>
                  <a:cubicBezTo>
                    <a:pt x="358" y="5041"/>
                    <a:pt x="453" y="4946"/>
                    <a:pt x="572" y="4946"/>
                  </a:cubicBezTo>
                  <a:lnTo>
                    <a:pt x="2918" y="4946"/>
                  </a:lnTo>
                  <a:cubicBezTo>
                    <a:pt x="3037" y="4946"/>
                    <a:pt x="3132" y="5041"/>
                    <a:pt x="3132" y="5160"/>
                  </a:cubicBezTo>
                  <a:lnTo>
                    <a:pt x="3132" y="10232"/>
                  </a:lnTo>
                  <a:cubicBezTo>
                    <a:pt x="3132" y="10351"/>
                    <a:pt x="3037" y="10435"/>
                    <a:pt x="2918" y="10435"/>
                  </a:cubicBezTo>
                  <a:lnTo>
                    <a:pt x="572" y="10435"/>
                  </a:lnTo>
                  <a:cubicBezTo>
                    <a:pt x="453" y="10435"/>
                    <a:pt x="358" y="10351"/>
                    <a:pt x="358" y="10232"/>
                  </a:cubicBezTo>
                  <a:lnTo>
                    <a:pt x="358" y="6506"/>
                  </a:lnTo>
                  <a:cubicBezTo>
                    <a:pt x="358" y="6410"/>
                    <a:pt x="274" y="6327"/>
                    <a:pt x="179" y="6327"/>
                  </a:cubicBezTo>
                  <a:cubicBezTo>
                    <a:pt x="72" y="6327"/>
                    <a:pt x="1" y="6422"/>
                    <a:pt x="1" y="6506"/>
                  </a:cubicBezTo>
                  <a:lnTo>
                    <a:pt x="1" y="10232"/>
                  </a:lnTo>
                  <a:cubicBezTo>
                    <a:pt x="1" y="10542"/>
                    <a:pt x="251" y="10816"/>
                    <a:pt x="584" y="10816"/>
                  </a:cubicBezTo>
                  <a:lnTo>
                    <a:pt x="2929" y="10816"/>
                  </a:lnTo>
                  <a:cubicBezTo>
                    <a:pt x="3251" y="10816"/>
                    <a:pt x="3513" y="10554"/>
                    <a:pt x="3513" y="10232"/>
                  </a:cubicBezTo>
                  <a:lnTo>
                    <a:pt x="3513" y="9744"/>
                  </a:lnTo>
                  <a:lnTo>
                    <a:pt x="4418" y="10185"/>
                  </a:lnTo>
                  <a:cubicBezTo>
                    <a:pt x="4453" y="10197"/>
                    <a:pt x="4477" y="10197"/>
                    <a:pt x="4513" y="10197"/>
                  </a:cubicBezTo>
                  <a:lnTo>
                    <a:pt x="8025" y="10197"/>
                  </a:lnTo>
                  <a:cubicBezTo>
                    <a:pt x="8132" y="10197"/>
                    <a:pt x="8204" y="10113"/>
                    <a:pt x="8204" y="10018"/>
                  </a:cubicBezTo>
                  <a:cubicBezTo>
                    <a:pt x="8204" y="9923"/>
                    <a:pt x="8109" y="9839"/>
                    <a:pt x="8025" y="9839"/>
                  </a:cubicBezTo>
                  <a:lnTo>
                    <a:pt x="4561" y="9839"/>
                  </a:lnTo>
                  <a:lnTo>
                    <a:pt x="3525" y="9327"/>
                  </a:lnTo>
                  <a:lnTo>
                    <a:pt x="3525" y="5589"/>
                  </a:lnTo>
                  <a:lnTo>
                    <a:pt x="5644" y="2910"/>
                  </a:lnTo>
                  <a:cubicBezTo>
                    <a:pt x="5668" y="2874"/>
                    <a:pt x="5692" y="2839"/>
                    <a:pt x="5692" y="2791"/>
                  </a:cubicBezTo>
                  <a:lnTo>
                    <a:pt x="5692" y="398"/>
                  </a:lnTo>
                  <a:cubicBezTo>
                    <a:pt x="5787" y="379"/>
                    <a:pt x="5924" y="358"/>
                    <a:pt x="6080" y="358"/>
                  </a:cubicBezTo>
                  <a:cubicBezTo>
                    <a:pt x="6313" y="358"/>
                    <a:pt x="6587" y="405"/>
                    <a:pt x="6823" y="576"/>
                  </a:cubicBezTo>
                  <a:cubicBezTo>
                    <a:pt x="7132" y="791"/>
                    <a:pt x="7275" y="1207"/>
                    <a:pt x="7275" y="1803"/>
                  </a:cubicBezTo>
                  <a:lnTo>
                    <a:pt x="7275" y="3755"/>
                  </a:lnTo>
                  <a:cubicBezTo>
                    <a:pt x="7275" y="3862"/>
                    <a:pt x="7370" y="3934"/>
                    <a:pt x="7454" y="3934"/>
                  </a:cubicBezTo>
                  <a:lnTo>
                    <a:pt x="10395" y="3934"/>
                  </a:lnTo>
                  <a:cubicBezTo>
                    <a:pt x="10716" y="3934"/>
                    <a:pt x="10990" y="4208"/>
                    <a:pt x="10990" y="4529"/>
                  </a:cubicBezTo>
                  <a:cubicBezTo>
                    <a:pt x="10990" y="4863"/>
                    <a:pt x="10716" y="5125"/>
                    <a:pt x="10395" y="5125"/>
                  </a:cubicBezTo>
                  <a:lnTo>
                    <a:pt x="8823" y="5125"/>
                  </a:lnTo>
                  <a:cubicBezTo>
                    <a:pt x="8728" y="5125"/>
                    <a:pt x="8644" y="5220"/>
                    <a:pt x="8644" y="5303"/>
                  </a:cubicBezTo>
                  <a:cubicBezTo>
                    <a:pt x="8644" y="5410"/>
                    <a:pt x="8740" y="5482"/>
                    <a:pt x="8823" y="5482"/>
                  </a:cubicBezTo>
                  <a:lnTo>
                    <a:pt x="10228" y="5482"/>
                  </a:lnTo>
                  <a:cubicBezTo>
                    <a:pt x="10538" y="5494"/>
                    <a:pt x="10788" y="5767"/>
                    <a:pt x="10788" y="6077"/>
                  </a:cubicBezTo>
                  <a:cubicBezTo>
                    <a:pt x="10788" y="6399"/>
                    <a:pt x="10526" y="6672"/>
                    <a:pt x="10192" y="6672"/>
                  </a:cubicBezTo>
                  <a:lnTo>
                    <a:pt x="8823" y="6672"/>
                  </a:lnTo>
                  <a:cubicBezTo>
                    <a:pt x="8728" y="6672"/>
                    <a:pt x="8644" y="6768"/>
                    <a:pt x="8644" y="6851"/>
                  </a:cubicBezTo>
                  <a:cubicBezTo>
                    <a:pt x="8644" y="6958"/>
                    <a:pt x="8740" y="7030"/>
                    <a:pt x="8823" y="7030"/>
                  </a:cubicBezTo>
                  <a:lnTo>
                    <a:pt x="10073" y="7030"/>
                  </a:lnTo>
                  <a:cubicBezTo>
                    <a:pt x="10371" y="7053"/>
                    <a:pt x="10597" y="7327"/>
                    <a:pt x="10597" y="7625"/>
                  </a:cubicBezTo>
                  <a:cubicBezTo>
                    <a:pt x="10597" y="7946"/>
                    <a:pt x="10335" y="8220"/>
                    <a:pt x="10002" y="8220"/>
                  </a:cubicBezTo>
                  <a:lnTo>
                    <a:pt x="8823" y="8220"/>
                  </a:lnTo>
                  <a:cubicBezTo>
                    <a:pt x="8728" y="8220"/>
                    <a:pt x="8644" y="8315"/>
                    <a:pt x="8644" y="8399"/>
                  </a:cubicBezTo>
                  <a:cubicBezTo>
                    <a:pt x="8644" y="8506"/>
                    <a:pt x="8740" y="8577"/>
                    <a:pt x="8823" y="8577"/>
                  </a:cubicBezTo>
                  <a:lnTo>
                    <a:pt x="9883" y="8577"/>
                  </a:lnTo>
                  <a:cubicBezTo>
                    <a:pt x="9895" y="8577"/>
                    <a:pt x="9918" y="8589"/>
                    <a:pt x="9918" y="8589"/>
                  </a:cubicBezTo>
                  <a:cubicBezTo>
                    <a:pt x="10192" y="8649"/>
                    <a:pt x="10407" y="8887"/>
                    <a:pt x="10407" y="9185"/>
                  </a:cubicBezTo>
                  <a:cubicBezTo>
                    <a:pt x="10407" y="9518"/>
                    <a:pt x="10133" y="9780"/>
                    <a:pt x="9811" y="9780"/>
                  </a:cubicBezTo>
                  <a:lnTo>
                    <a:pt x="8823" y="9780"/>
                  </a:lnTo>
                  <a:cubicBezTo>
                    <a:pt x="8728" y="9780"/>
                    <a:pt x="8644" y="9875"/>
                    <a:pt x="8644" y="9958"/>
                  </a:cubicBezTo>
                  <a:cubicBezTo>
                    <a:pt x="8644" y="10066"/>
                    <a:pt x="8740" y="10137"/>
                    <a:pt x="8823" y="10137"/>
                  </a:cubicBezTo>
                  <a:lnTo>
                    <a:pt x="9811" y="10137"/>
                  </a:lnTo>
                  <a:cubicBezTo>
                    <a:pt x="10347" y="10137"/>
                    <a:pt x="10776" y="9708"/>
                    <a:pt x="10776" y="9173"/>
                  </a:cubicBezTo>
                  <a:cubicBezTo>
                    <a:pt x="10776" y="8887"/>
                    <a:pt x="10657" y="8637"/>
                    <a:pt x="10466" y="8458"/>
                  </a:cubicBezTo>
                  <a:cubicBezTo>
                    <a:pt x="10764" y="8292"/>
                    <a:pt x="10966" y="7982"/>
                    <a:pt x="10966" y="7613"/>
                  </a:cubicBezTo>
                  <a:cubicBezTo>
                    <a:pt x="10966" y="7327"/>
                    <a:pt x="10847" y="7077"/>
                    <a:pt x="10657" y="6899"/>
                  </a:cubicBezTo>
                  <a:cubicBezTo>
                    <a:pt x="10954" y="6803"/>
                    <a:pt x="11145" y="6482"/>
                    <a:pt x="11145" y="6113"/>
                  </a:cubicBezTo>
                  <a:cubicBezTo>
                    <a:pt x="11145" y="5827"/>
                    <a:pt x="11026" y="5577"/>
                    <a:pt x="10835" y="5398"/>
                  </a:cubicBezTo>
                  <a:cubicBezTo>
                    <a:pt x="11133" y="5232"/>
                    <a:pt x="11347" y="4922"/>
                    <a:pt x="11347" y="4541"/>
                  </a:cubicBezTo>
                  <a:cubicBezTo>
                    <a:pt x="11347" y="4005"/>
                    <a:pt x="10907" y="3577"/>
                    <a:pt x="10371" y="3577"/>
                  </a:cubicBezTo>
                  <a:lnTo>
                    <a:pt x="7621" y="3577"/>
                  </a:lnTo>
                  <a:lnTo>
                    <a:pt x="7621" y="1827"/>
                  </a:lnTo>
                  <a:cubicBezTo>
                    <a:pt x="7621" y="1112"/>
                    <a:pt x="7418" y="588"/>
                    <a:pt x="7013" y="291"/>
                  </a:cubicBezTo>
                  <a:cubicBezTo>
                    <a:pt x="6703" y="61"/>
                    <a:pt x="6332" y="0"/>
                    <a:pt x="6027"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47"/>
            <p:cNvSpPr/>
            <p:nvPr/>
          </p:nvSpPr>
          <p:spPr>
            <a:xfrm>
              <a:off x="6920842" y="2577064"/>
              <a:ext cx="36709" cy="36677"/>
            </a:xfrm>
            <a:custGeom>
              <a:avLst/>
              <a:gdLst/>
              <a:ahLst/>
              <a:cxnLst/>
              <a:rect l="l" t="t" r="r" b="b"/>
              <a:pathLst>
                <a:path w="1156" h="1155" extrusionOk="0">
                  <a:moveTo>
                    <a:pt x="584" y="369"/>
                  </a:moveTo>
                  <a:cubicBezTo>
                    <a:pt x="703" y="369"/>
                    <a:pt x="787" y="464"/>
                    <a:pt x="787" y="584"/>
                  </a:cubicBezTo>
                  <a:cubicBezTo>
                    <a:pt x="787" y="703"/>
                    <a:pt x="703" y="786"/>
                    <a:pt x="584" y="786"/>
                  </a:cubicBezTo>
                  <a:cubicBezTo>
                    <a:pt x="465" y="786"/>
                    <a:pt x="370" y="703"/>
                    <a:pt x="370" y="584"/>
                  </a:cubicBezTo>
                  <a:cubicBezTo>
                    <a:pt x="370" y="464"/>
                    <a:pt x="453" y="369"/>
                    <a:pt x="584" y="369"/>
                  </a:cubicBezTo>
                  <a:close/>
                  <a:moveTo>
                    <a:pt x="584" y="0"/>
                  </a:moveTo>
                  <a:cubicBezTo>
                    <a:pt x="263" y="0"/>
                    <a:pt x="1" y="250"/>
                    <a:pt x="1" y="584"/>
                  </a:cubicBezTo>
                  <a:cubicBezTo>
                    <a:pt x="1" y="905"/>
                    <a:pt x="251" y="1155"/>
                    <a:pt x="584" y="1155"/>
                  </a:cubicBezTo>
                  <a:cubicBezTo>
                    <a:pt x="906" y="1155"/>
                    <a:pt x="1156" y="905"/>
                    <a:pt x="1156" y="584"/>
                  </a:cubicBezTo>
                  <a:cubicBezTo>
                    <a:pt x="1156" y="250"/>
                    <a:pt x="894" y="0"/>
                    <a:pt x="58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86" name="Google Shape;2286;p47"/>
          <p:cNvSpPr/>
          <p:nvPr/>
        </p:nvSpPr>
        <p:spPr>
          <a:xfrm>
            <a:off x="1592683" y="3113894"/>
            <a:ext cx="402666" cy="402629"/>
          </a:xfrm>
          <a:custGeom>
            <a:avLst/>
            <a:gdLst/>
            <a:ahLst/>
            <a:cxnLst/>
            <a:rect l="l" t="t" r="r" b="b"/>
            <a:pathLst>
              <a:path w="10812" h="10811" extrusionOk="0">
                <a:moveTo>
                  <a:pt x="2769" y="2858"/>
                </a:moveTo>
                <a:cubicBezTo>
                  <a:pt x="2830" y="2858"/>
                  <a:pt x="2892" y="2866"/>
                  <a:pt x="2954" y="2881"/>
                </a:cubicBezTo>
                <a:cubicBezTo>
                  <a:pt x="3251" y="2941"/>
                  <a:pt x="3489" y="3191"/>
                  <a:pt x="3549" y="3489"/>
                </a:cubicBezTo>
                <a:cubicBezTo>
                  <a:pt x="3608" y="3774"/>
                  <a:pt x="3501" y="4036"/>
                  <a:pt x="3275" y="4227"/>
                </a:cubicBezTo>
                <a:cubicBezTo>
                  <a:pt x="3132" y="4346"/>
                  <a:pt x="3037" y="4548"/>
                  <a:pt x="3037" y="4739"/>
                </a:cubicBezTo>
                <a:lnTo>
                  <a:pt x="3037" y="5084"/>
                </a:lnTo>
                <a:cubicBezTo>
                  <a:pt x="3037" y="5346"/>
                  <a:pt x="3263" y="5572"/>
                  <a:pt x="3525" y="5572"/>
                </a:cubicBezTo>
                <a:lnTo>
                  <a:pt x="5228" y="5572"/>
                </a:lnTo>
                <a:lnTo>
                  <a:pt x="5228" y="7263"/>
                </a:lnTo>
                <a:cubicBezTo>
                  <a:pt x="5228" y="7370"/>
                  <a:pt x="5156" y="7441"/>
                  <a:pt x="5049" y="7441"/>
                </a:cubicBezTo>
                <a:lnTo>
                  <a:pt x="4704" y="7441"/>
                </a:lnTo>
                <a:cubicBezTo>
                  <a:pt x="4597" y="7441"/>
                  <a:pt x="4513" y="7406"/>
                  <a:pt x="4442" y="7322"/>
                </a:cubicBezTo>
                <a:cubicBezTo>
                  <a:pt x="4225" y="7076"/>
                  <a:pt x="3925" y="6935"/>
                  <a:pt x="3599" y="6935"/>
                </a:cubicBezTo>
                <a:cubicBezTo>
                  <a:pt x="3532" y="6935"/>
                  <a:pt x="3463" y="6941"/>
                  <a:pt x="3394" y="6953"/>
                </a:cubicBezTo>
                <a:cubicBezTo>
                  <a:pt x="2965" y="7025"/>
                  <a:pt x="2620" y="7370"/>
                  <a:pt x="2537" y="7787"/>
                </a:cubicBezTo>
                <a:cubicBezTo>
                  <a:pt x="2453" y="8120"/>
                  <a:pt x="2549" y="8454"/>
                  <a:pt x="2751" y="8715"/>
                </a:cubicBezTo>
                <a:cubicBezTo>
                  <a:pt x="2965" y="8965"/>
                  <a:pt x="3275" y="9108"/>
                  <a:pt x="3608" y="9108"/>
                </a:cubicBezTo>
                <a:cubicBezTo>
                  <a:pt x="3930" y="9108"/>
                  <a:pt x="4227" y="8965"/>
                  <a:pt x="4442" y="8715"/>
                </a:cubicBezTo>
                <a:cubicBezTo>
                  <a:pt x="4501" y="8632"/>
                  <a:pt x="4585" y="8608"/>
                  <a:pt x="4692" y="8608"/>
                </a:cubicBezTo>
                <a:lnTo>
                  <a:pt x="5037" y="8608"/>
                </a:lnTo>
                <a:cubicBezTo>
                  <a:pt x="5132" y="8608"/>
                  <a:pt x="5216" y="8680"/>
                  <a:pt x="5216" y="8787"/>
                </a:cubicBezTo>
                <a:lnTo>
                  <a:pt x="5216" y="10501"/>
                </a:lnTo>
                <a:lnTo>
                  <a:pt x="846" y="10501"/>
                </a:lnTo>
                <a:cubicBezTo>
                  <a:pt x="572" y="10501"/>
                  <a:pt x="334" y="10263"/>
                  <a:pt x="334" y="9977"/>
                </a:cubicBezTo>
                <a:lnTo>
                  <a:pt x="334" y="5572"/>
                </a:lnTo>
                <a:lnTo>
                  <a:pt x="2025" y="5572"/>
                </a:lnTo>
                <a:cubicBezTo>
                  <a:pt x="2299" y="5572"/>
                  <a:pt x="2513" y="5346"/>
                  <a:pt x="2513" y="5084"/>
                </a:cubicBezTo>
                <a:lnTo>
                  <a:pt x="2513" y="4727"/>
                </a:lnTo>
                <a:cubicBezTo>
                  <a:pt x="2513" y="4513"/>
                  <a:pt x="2430" y="4334"/>
                  <a:pt x="2299" y="4215"/>
                </a:cubicBezTo>
                <a:cubicBezTo>
                  <a:pt x="2120" y="4072"/>
                  <a:pt x="2013" y="3858"/>
                  <a:pt x="2013" y="3620"/>
                </a:cubicBezTo>
                <a:cubicBezTo>
                  <a:pt x="2013" y="3381"/>
                  <a:pt x="2120" y="3179"/>
                  <a:pt x="2299" y="3024"/>
                </a:cubicBezTo>
                <a:cubicBezTo>
                  <a:pt x="2431" y="2919"/>
                  <a:pt x="2596" y="2858"/>
                  <a:pt x="2769" y="2858"/>
                </a:cubicBezTo>
                <a:close/>
                <a:moveTo>
                  <a:pt x="10014" y="298"/>
                </a:moveTo>
                <a:cubicBezTo>
                  <a:pt x="10300" y="298"/>
                  <a:pt x="10538" y="536"/>
                  <a:pt x="10538" y="822"/>
                </a:cubicBezTo>
                <a:lnTo>
                  <a:pt x="10538" y="5239"/>
                </a:lnTo>
                <a:lnTo>
                  <a:pt x="10312" y="5239"/>
                </a:lnTo>
                <a:cubicBezTo>
                  <a:pt x="10228" y="5239"/>
                  <a:pt x="10157" y="5322"/>
                  <a:pt x="10157" y="5406"/>
                </a:cubicBezTo>
                <a:cubicBezTo>
                  <a:pt x="10157" y="5501"/>
                  <a:pt x="10228" y="5572"/>
                  <a:pt x="10312" y="5572"/>
                </a:cubicBezTo>
                <a:lnTo>
                  <a:pt x="10490" y="5572"/>
                </a:lnTo>
                <a:lnTo>
                  <a:pt x="10490" y="9977"/>
                </a:lnTo>
                <a:cubicBezTo>
                  <a:pt x="10490" y="10263"/>
                  <a:pt x="10252" y="10501"/>
                  <a:pt x="9978" y="10501"/>
                </a:cubicBezTo>
                <a:lnTo>
                  <a:pt x="5573" y="10501"/>
                </a:lnTo>
                <a:lnTo>
                  <a:pt x="5573" y="8799"/>
                </a:lnTo>
                <a:cubicBezTo>
                  <a:pt x="5573" y="8537"/>
                  <a:pt x="5347" y="8311"/>
                  <a:pt x="5073" y="8311"/>
                </a:cubicBezTo>
                <a:lnTo>
                  <a:pt x="4739" y="8311"/>
                </a:lnTo>
                <a:cubicBezTo>
                  <a:pt x="4525" y="8311"/>
                  <a:pt x="4347" y="8394"/>
                  <a:pt x="4227" y="8537"/>
                </a:cubicBezTo>
                <a:cubicBezTo>
                  <a:pt x="4085" y="8715"/>
                  <a:pt x="3870" y="8811"/>
                  <a:pt x="3632" y="8811"/>
                </a:cubicBezTo>
                <a:cubicBezTo>
                  <a:pt x="3394" y="8811"/>
                  <a:pt x="3192" y="8715"/>
                  <a:pt x="3037" y="8537"/>
                </a:cubicBezTo>
                <a:cubicBezTo>
                  <a:pt x="2894" y="8358"/>
                  <a:pt x="2834" y="8120"/>
                  <a:pt x="2894" y="7882"/>
                </a:cubicBezTo>
                <a:cubicBezTo>
                  <a:pt x="2954" y="7584"/>
                  <a:pt x="3204" y="7346"/>
                  <a:pt x="3501" y="7287"/>
                </a:cubicBezTo>
                <a:cubicBezTo>
                  <a:pt x="3557" y="7275"/>
                  <a:pt x="3612" y="7269"/>
                  <a:pt x="3665" y="7269"/>
                </a:cubicBezTo>
                <a:cubicBezTo>
                  <a:pt x="3887" y="7269"/>
                  <a:pt x="4086" y="7367"/>
                  <a:pt x="4239" y="7549"/>
                </a:cubicBezTo>
                <a:cubicBezTo>
                  <a:pt x="4358" y="7703"/>
                  <a:pt x="4561" y="7787"/>
                  <a:pt x="4751" y="7787"/>
                </a:cubicBezTo>
                <a:lnTo>
                  <a:pt x="5097" y="7787"/>
                </a:lnTo>
                <a:cubicBezTo>
                  <a:pt x="5359" y="7787"/>
                  <a:pt x="5585" y="7561"/>
                  <a:pt x="5585" y="7299"/>
                </a:cubicBezTo>
                <a:lnTo>
                  <a:pt x="5585" y="5596"/>
                </a:lnTo>
                <a:lnTo>
                  <a:pt x="7275" y="5596"/>
                </a:lnTo>
                <a:cubicBezTo>
                  <a:pt x="7383" y="5596"/>
                  <a:pt x="7454" y="5679"/>
                  <a:pt x="7454" y="5775"/>
                </a:cubicBezTo>
                <a:lnTo>
                  <a:pt x="7454" y="6120"/>
                </a:lnTo>
                <a:cubicBezTo>
                  <a:pt x="7454" y="6227"/>
                  <a:pt x="7418" y="6310"/>
                  <a:pt x="7335" y="6394"/>
                </a:cubicBezTo>
                <a:cubicBezTo>
                  <a:pt x="7037" y="6644"/>
                  <a:pt x="6894" y="7025"/>
                  <a:pt x="6966" y="7430"/>
                </a:cubicBezTo>
                <a:cubicBezTo>
                  <a:pt x="7037" y="7858"/>
                  <a:pt x="7383" y="8203"/>
                  <a:pt x="7799" y="8299"/>
                </a:cubicBezTo>
                <a:cubicBezTo>
                  <a:pt x="7871" y="8311"/>
                  <a:pt x="7954" y="8323"/>
                  <a:pt x="8037" y="8323"/>
                </a:cubicBezTo>
                <a:cubicBezTo>
                  <a:pt x="8288" y="8323"/>
                  <a:pt x="8526" y="8239"/>
                  <a:pt x="8728" y="8084"/>
                </a:cubicBezTo>
                <a:cubicBezTo>
                  <a:pt x="8978" y="7882"/>
                  <a:pt x="9121" y="7561"/>
                  <a:pt x="9121" y="7239"/>
                </a:cubicBezTo>
                <a:cubicBezTo>
                  <a:pt x="9121" y="6906"/>
                  <a:pt x="8978" y="6608"/>
                  <a:pt x="8728" y="6406"/>
                </a:cubicBezTo>
                <a:cubicBezTo>
                  <a:pt x="8645" y="6346"/>
                  <a:pt x="8621" y="6251"/>
                  <a:pt x="8621" y="6132"/>
                </a:cubicBezTo>
                <a:lnTo>
                  <a:pt x="8621" y="5798"/>
                </a:lnTo>
                <a:cubicBezTo>
                  <a:pt x="8621" y="5691"/>
                  <a:pt x="8692" y="5620"/>
                  <a:pt x="8799" y="5620"/>
                </a:cubicBezTo>
                <a:lnTo>
                  <a:pt x="9645" y="5620"/>
                </a:lnTo>
                <a:cubicBezTo>
                  <a:pt x="9740" y="5620"/>
                  <a:pt x="9812" y="5536"/>
                  <a:pt x="9812" y="5453"/>
                </a:cubicBezTo>
                <a:cubicBezTo>
                  <a:pt x="9812" y="5358"/>
                  <a:pt x="9740" y="5286"/>
                  <a:pt x="9645" y="5286"/>
                </a:cubicBezTo>
                <a:lnTo>
                  <a:pt x="8799" y="5286"/>
                </a:lnTo>
                <a:cubicBezTo>
                  <a:pt x="8526" y="5286"/>
                  <a:pt x="8311" y="5513"/>
                  <a:pt x="8311" y="5775"/>
                </a:cubicBezTo>
                <a:lnTo>
                  <a:pt x="8311" y="6120"/>
                </a:lnTo>
                <a:cubicBezTo>
                  <a:pt x="8311" y="6334"/>
                  <a:pt x="8395" y="6513"/>
                  <a:pt x="8526" y="6632"/>
                </a:cubicBezTo>
                <a:cubicBezTo>
                  <a:pt x="8704" y="6775"/>
                  <a:pt x="8811" y="6989"/>
                  <a:pt x="8811" y="7227"/>
                </a:cubicBezTo>
                <a:cubicBezTo>
                  <a:pt x="8811" y="7465"/>
                  <a:pt x="8704" y="7668"/>
                  <a:pt x="8526" y="7822"/>
                </a:cubicBezTo>
                <a:cubicBezTo>
                  <a:pt x="8394" y="7928"/>
                  <a:pt x="8229" y="7988"/>
                  <a:pt x="8056" y="7988"/>
                </a:cubicBezTo>
                <a:cubicBezTo>
                  <a:pt x="7995" y="7988"/>
                  <a:pt x="7933" y="7981"/>
                  <a:pt x="7871" y="7965"/>
                </a:cubicBezTo>
                <a:cubicBezTo>
                  <a:pt x="7573" y="7906"/>
                  <a:pt x="7335" y="7656"/>
                  <a:pt x="7275" y="7358"/>
                </a:cubicBezTo>
                <a:cubicBezTo>
                  <a:pt x="7216" y="7072"/>
                  <a:pt x="7323" y="6810"/>
                  <a:pt x="7549" y="6608"/>
                </a:cubicBezTo>
                <a:cubicBezTo>
                  <a:pt x="7692" y="6489"/>
                  <a:pt x="7787" y="6298"/>
                  <a:pt x="7787" y="6108"/>
                </a:cubicBezTo>
                <a:lnTo>
                  <a:pt x="7787" y="5763"/>
                </a:lnTo>
                <a:cubicBezTo>
                  <a:pt x="7787" y="5501"/>
                  <a:pt x="7561" y="5275"/>
                  <a:pt x="7287" y="5275"/>
                </a:cubicBezTo>
                <a:lnTo>
                  <a:pt x="5597" y="5275"/>
                </a:lnTo>
                <a:lnTo>
                  <a:pt x="5597" y="3572"/>
                </a:lnTo>
                <a:cubicBezTo>
                  <a:pt x="5597" y="3477"/>
                  <a:pt x="5668" y="3393"/>
                  <a:pt x="5775" y="3393"/>
                </a:cubicBezTo>
                <a:lnTo>
                  <a:pt x="6121" y="3393"/>
                </a:lnTo>
                <a:cubicBezTo>
                  <a:pt x="6216" y="3393"/>
                  <a:pt x="6311" y="3441"/>
                  <a:pt x="6383" y="3512"/>
                </a:cubicBezTo>
                <a:cubicBezTo>
                  <a:pt x="6592" y="3762"/>
                  <a:pt x="6901" y="3911"/>
                  <a:pt x="7234" y="3911"/>
                </a:cubicBezTo>
                <a:cubicBezTo>
                  <a:pt x="7299" y="3911"/>
                  <a:pt x="7364" y="3905"/>
                  <a:pt x="7430" y="3893"/>
                </a:cubicBezTo>
                <a:cubicBezTo>
                  <a:pt x="7859" y="3810"/>
                  <a:pt x="8204" y="3477"/>
                  <a:pt x="8288" y="3060"/>
                </a:cubicBezTo>
                <a:cubicBezTo>
                  <a:pt x="8359" y="2727"/>
                  <a:pt x="8276" y="2381"/>
                  <a:pt x="8061" y="2131"/>
                </a:cubicBezTo>
                <a:cubicBezTo>
                  <a:pt x="7859" y="1881"/>
                  <a:pt x="7549" y="1726"/>
                  <a:pt x="7216" y="1726"/>
                </a:cubicBezTo>
                <a:cubicBezTo>
                  <a:pt x="6894" y="1726"/>
                  <a:pt x="6597" y="1881"/>
                  <a:pt x="6383" y="2131"/>
                </a:cubicBezTo>
                <a:cubicBezTo>
                  <a:pt x="6323" y="2203"/>
                  <a:pt x="6240" y="2238"/>
                  <a:pt x="6132" y="2238"/>
                </a:cubicBezTo>
                <a:lnTo>
                  <a:pt x="5787" y="2238"/>
                </a:lnTo>
                <a:cubicBezTo>
                  <a:pt x="5680" y="2238"/>
                  <a:pt x="5609" y="2167"/>
                  <a:pt x="5609" y="2060"/>
                </a:cubicBezTo>
                <a:lnTo>
                  <a:pt x="5609" y="1215"/>
                </a:lnTo>
                <a:cubicBezTo>
                  <a:pt x="5609" y="1119"/>
                  <a:pt x="5537" y="1048"/>
                  <a:pt x="5442" y="1048"/>
                </a:cubicBezTo>
                <a:cubicBezTo>
                  <a:pt x="5359" y="1048"/>
                  <a:pt x="5287" y="1119"/>
                  <a:pt x="5287" y="1215"/>
                </a:cubicBezTo>
                <a:lnTo>
                  <a:pt x="5287" y="2060"/>
                </a:lnTo>
                <a:cubicBezTo>
                  <a:pt x="5287" y="2322"/>
                  <a:pt x="5501" y="2548"/>
                  <a:pt x="5775" y="2548"/>
                </a:cubicBezTo>
                <a:lnTo>
                  <a:pt x="6121" y="2548"/>
                </a:lnTo>
                <a:cubicBezTo>
                  <a:pt x="6323" y="2548"/>
                  <a:pt x="6502" y="2465"/>
                  <a:pt x="6621" y="2322"/>
                </a:cubicBezTo>
                <a:cubicBezTo>
                  <a:pt x="6775" y="2143"/>
                  <a:pt x="6978" y="2048"/>
                  <a:pt x="7216" y="2048"/>
                </a:cubicBezTo>
                <a:cubicBezTo>
                  <a:pt x="7454" y="2048"/>
                  <a:pt x="7668" y="2143"/>
                  <a:pt x="7811" y="2322"/>
                </a:cubicBezTo>
                <a:cubicBezTo>
                  <a:pt x="7966" y="2500"/>
                  <a:pt x="8026" y="2739"/>
                  <a:pt x="7966" y="2977"/>
                </a:cubicBezTo>
                <a:cubicBezTo>
                  <a:pt x="7907" y="3274"/>
                  <a:pt x="7656" y="3512"/>
                  <a:pt x="7359" y="3572"/>
                </a:cubicBezTo>
                <a:cubicBezTo>
                  <a:pt x="7303" y="3584"/>
                  <a:pt x="7248" y="3589"/>
                  <a:pt x="7193" y="3589"/>
                </a:cubicBezTo>
                <a:cubicBezTo>
                  <a:pt x="6969" y="3589"/>
                  <a:pt x="6762" y="3492"/>
                  <a:pt x="6609" y="3310"/>
                </a:cubicBezTo>
                <a:cubicBezTo>
                  <a:pt x="6490" y="3155"/>
                  <a:pt x="6299" y="3072"/>
                  <a:pt x="6097" y="3072"/>
                </a:cubicBezTo>
                <a:lnTo>
                  <a:pt x="5763" y="3072"/>
                </a:lnTo>
                <a:cubicBezTo>
                  <a:pt x="5490" y="3072"/>
                  <a:pt x="5275" y="3298"/>
                  <a:pt x="5275" y="3560"/>
                </a:cubicBezTo>
                <a:lnTo>
                  <a:pt x="5275" y="5263"/>
                </a:lnTo>
                <a:lnTo>
                  <a:pt x="3573" y="5263"/>
                </a:lnTo>
                <a:cubicBezTo>
                  <a:pt x="3465" y="5263"/>
                  <a:pt x="3394" y="5179"/>
                  <a:pt x="3394" y="5084"/>
                </a:cubicBezTo>
                <a:lnTo>
                  <a:pt x="3394" y="4727"/>
                </a:lnTo>
                <a:cubicBezTo>
                  <a:pt x="3394" y="4620"/>
                  <a:pt x="3442" y="4524"/>
                  <a:pt x="3513" y="4453"/>
                </a:cubicBezTo>
                <a:cubicBezTo>
                  <a:pt x="3811" y="4203"/>
                  <a:pt x="3954" y="3810"/>
                  <a:pt x="3882" y="3417"/>
                </a:cubicBezTo>
                <a:cubicBezTo>
                  <a:pt x="3811" y="2977"/>
                  <a:pt x="3465" y="2643"/>
                  <a:pt x="3049" y="2548"/>
                </a:cubicBezTo>
                <a:cubicBezTo>
                  <a:pt x="2973" y="2531"/>
                  <a:pt x="2896" y="2523"/>
                  <a:pt x="2820" y="2523"/>
                </a:cubicBezTo>
                <a:cubicBezTo>
                  <a:pt x="2570" y="2523"/>
                  <a:pt x="2323" y="2610"/>
                  <a:pt x="2132" y="2774"/>
                </a:cubicBezTo>
                <a:cubicBezTo>
                  <a:pt x="1870" y="2977"/>
                  <a:pt x="1727" y="3298"/>
                  <a:pt x="1727" y="3620"/>
                </a:cubicBezTo>
                <a:cubicBezTo>
                  <a:pt x="1727" y="3941"/>
                  <a:pt x="1870" y="4239"/>
                  <a:pt x="2132" y="4453"/>
                </a:cubicBezTo>
                <a:cubicBezTo>
                  <a:pt x="2203" y="4513"/>
                  <a:pt x="2227" y="4608"/>
                  <a:pt x="2227" y="4703"/>
                </a:cubicBezTo>
                <a:lnTo>
                  <a:pt x="2227" y="5048"/>
                </a:lnTo>
                <a:cubicBezTo>
                  <a:pt x="2227" y="5155"/>
                  <a:pt x="2156" y="5227"/>
                  <a:pt x="2049" y="5227"/>
                </a:cubicBezTo>
                <a:lnTo>
                  <a:pt x="358" y="5227"/>
                </a:lnTo>
                <a:lnTo>
                  <a:pt x="358" y="822"/>
                </a:lnTo>
                <a:cubicBezTo>
                  <a:pt x="358" y="536"/>
                  <a:pt x="596" y="298"/>
                  <a:pt x="882" y="298"/>
                </a:cubicBezTo>
                <a:lnTo>
                  <a:pt x="5287" y="298"/>
                </a:lnTo>
                <a:lnTo>
                  <a:pt x="5287" y="476"/>
                </a:lnTo>
                <a:cubicBezTo>
                  <a:pt x="5287" y="572"/>
                  <a:pt x="5359" y="643"/>
                  <a:pt x="5442" y="643"/>
                </a:cubicBezTo>
                <a:cubicBezTo>
                  <a:pt x="5537" y="643"/>
                  <a:pt x="5609" y="572"/>
                  <a:pt x="5609" y="476"/>
                </a:cubicBezTo>
                <a:lnTo>
                  <a:pt x="5609" y="298"/>
                </a:lnTo>
                <a:close/>
                <a:moveTo>
                  <a:pt x="834" y="0"/>
                </a:moveTo>
                <a:cubicBezTo>
                  <a:pt x="370" y="0"/>
                  <a:pt x="1" y="381"/>
                  <a:pt x="1" y="834"/>
                </a:cubicBezTo>
                <a:lnTo>
                  <a:pt x="1" y="9977"/>
                </a:lnTo>
                <a:cubicBezTo>
                  <a:pt x="1" y="10442"/>
                  <a:pt x="370" y="10811"/>
                  <a:pt x="834" y="10811"/>
                </a:cubicBezTo>
                <a:lnTo>
                  <a:pt x="9978" y="10811"/>
                </a:lnTo>
                <a:cubicBezTo>
                  <a:pt x="10431" y="10811"/>
                  <a:pt x="10812" y="10442"/>
                  <a:pt x="10812" y="9977"/>
                </a:cubicBezTo>
                <a:lnTo>
                  <a:pt x="10812" y="834"/>
                </a:lnTo>
                <a:cubicBezTo>
                  <a:pt x="10812" y="381"/>
                  <a:pt x="10431" y="0"/>
                  <a:pt x="9978"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87" name="Google Shape;2287;p47"/>
          <p:cNvGrpSpPr/>
          <p:nvPr/>
        </p:nvGrpSpPr>
        <p:grpSpPr>
          <a:xfrm>
            <a:off x="3772751" y="1488673"/>
            <a:ext cx="429254" cy="408920"/>
            <a:chOff x="3043239" y="3215626"/>
            <a:chExt cx="366008" cy="348670"/>
          </a:xfrm>
        </p:grpSpPr>
        <p:sp>
          <p:nvSpPr>
            <p:cNvPr id="2288" name="Google Shape;2288;p47"/>
            <p:cNvSpPr/>
            <p:nvPr/>
          </p:nvSpPr>
          <p:spPr>
            <a:xfrm>
              <a:off x="3106749" y="3273198"/>
              <a:ext cx="302498" cy="291098"/>
            </a:xfrm>
            <a:custGeom>
              <a:avLst/>
              <a:gdLst/>
              <a:ahLst/>
              <a:cxnLst/>
              <a:rect l="l" t="t" r="r" b="b"/>
              <a:pathLst>
                <a:path w="9526" h="9167" extrusionOk="0">
                  <a:moveTo>
                    <a:pt x="4711" y="1"/>
                  </a:moveTo>
                  <a:cubicBezTo>
                    <a:pt x="4689" y="1"/>
                    <a:pt x="4667" y="4"/>
                    <a:pt x="4644" y="9"/>
                  </a:cubicBezTo>
                  <a:cubicBezTo>
                    <a:pt x="4561" y="45"/>
                    <a:pt x="4525" y="140"/>
                    <a:pt x="4561" y="236"/>
                  </a:cubicBezTo>
                  <a:lnTo>
                    <a:pt x="5287" y="1950"/>
                  </a:lnTo>
                  <a:cubicBezTo>
                    <a:pt x="5311" y="2010"/>
                    <a:pt x="5359" y="2033"/>
                    <a:pt x="5418" y="2057"/>
                  </a:cubicBezTo>
                  <a:lnTo>
                    <a:pt x="9026" y="2379"/>
                  </a:lnTo>
                  <a:cubicBezTo>
                    <a:pt x="9097" y="2379"/>
                    <a:pt x="9109" y="2438"/>
                    <a:pt x="9121" y="2474"/>
                  </a:cubicBezTo>
                  <a:cubicBezTo>
                    <a:pt x="9121" y="2498"/>
                    <a:pt x="9145" y="2545"/>
                    <a:pt x="9097" y="2605"/>
                  </a:cubicBezTo>
                  <a:lnTo>
                    <a:pt x="6406" y="4974"/>
                  </a:lnTo>
                  <a:cubicBezTo>
                    <a:pt x="6359" y="5010"/>
                    <a:pt x="6347" y="5070"/>
                    <a:pt x="6347" y="5129"/>
                  </a:cubicBezTo>
                  <a:lnTo>
                    <a:pt x="7133" y="8665"/>
                  </a:lnTo>
                  <a:cubicBezTo>
                    <a:pt x="7144" y="8737"/>
                    <a:pt x="7109" y="8760"/>
                    <a:pt x="7085" y="8784"/>
                  </a:cubicBezTo>
                  <a:cubicBezTo>
                    <a:pt x="7078" y="8791"/>
                    <a:pt x="7053" y="8803"/>
                    <a:pt x="7021" y="8803"/>
                  </a:cubicBezTo>
                  <a:cubicBezTo>
                    <a:pt x="7001" y="8803"/>
                    <a:pt x="6977" y="8798"/>
                    <a:pt x="6954" y="8784"/>
                  </a:cubicBezTo>
                  <a:lnTo>
                    <a:pt x="3846" y="6939"/>
                  </a:lnTo>
                  <a:cubicBezTo>
                    <a:pt x="3817" y="6921"/>
                    <a:pt x="3787" y="6912"/>
                    <a:pt x="3757" y="6912"/>
                  </a:cubicBezTo>
                  <a:cubicBezTo>
                    <a:pt x="3727" y="6912"/>
                    <a:pt x="3698" y="6921"/>
                    <a:pt x="3668" y="6939"/>
                  </a:cubicBezTo>
                  <a:lnTo>
                    <a:pt x="560" y="8784"/>
                  </a:lnTo>
                  <a:cubicBezTo>
                    <a:pt x="535" y="8794"/>
                    <a:pt x="510" y="8798"/>
                    <a:pt x="487" y="8798"/>
                  </a:cubicBezTo>
                  <a:cubicBezTo>
                    <a:pt x="457" y="8798"/>
                    <a:pt x="431" y="8791"/>
                    <a:pt x="417" y="8784"/>
                  </a:cubicBezTo>
                  <a:cubicBezTo>
                    <a:pt x="406" y="8760"/>
                    <a:pt x="358" y="8725"/>
                    <a:pt x="382" y="8665"/>
                  </a:cubicBezTo>
                  <a:lnTo>
                    <a:pt x="798" y="6832"/>
                  </a:lnTo>
                  <a:cubicBezTo>
                    <a:pt x="810" y="6736"/>
                    <a:pt x="763" y="6653"/>
                    <a:pt x="656" y="6641"/>
                  </a:cubicBezTo>
                  <a:cubicBezTo>
                    <a:pt x="641" y="6637"/>
                    <a:pt x="627" y="6635"/>
                    <a:pt x="613" y="6635"/>
                  </a:cubicBezTo>
                  <a:cubicBezTo>
                    <a:pt x="542" y="6635"/>
                    <a:pt x="475" y="6683"/>
                    <a:pt x="465" y="6772"/>
                  </a:cubicBezTo>
                  <a:lnTo>
                    <a:pt x="48" y="8606"/>
                  </a:lnTo>
                  <a:cubicBezTo>
                    <a:pt x="1" y="8784"/>
                    <a:pt x="84" y="8963"/>
                    <a:pt x="227" y="9082"/>
                  </a:cubicBezTo>
                  <a:cubicBezTo>
                    <a:pt x="314" y="9135"/>
                    <a:pt x="412" y="9166"/>
                    <a:pt x="511" y="9166"/>
                  </a:cubicBezTo>
                  <a:cubicBezTo>
                    <a:pt x="588" y="9166"/>
                    <a:pt x="666" y="9147"/>
                    <a:pt x="739" y="9106"/>
                  </a:cubicBezTo>
                  <a:lnTo>
                    <a:pt x="3751" y="7308"/>
                  </a:lnTo>
                  <a:lnTo>
                    <a:pt x="6775" y="9106"/>
                  </a:lnTo>
                  <a:cubicBezTo>
                    <a:pt x="6847" y="9153"/>
                    <a:pt x="6930" y="9165"/>
                    <a:pt x="7013" y="9165"/>
                  </a:cubicBezTo>
                  <a:cubicBezTo>
                    <a:pt x="7109" y="9165"/>
                    <a:pt x="7204" y="9141"/>
                    <a:pt x="7287" y="9082"/>
                  </a:cubicBezTo>
                  <a:cubicBezTo>
                    <a:pt x="7430" y="8975"/>
                    <a:pt x="7502" y="8796"/>
                    <a:pt x="7466" y="8606"/>
                  </a:cubicBezTo>
                  <a:lnTo>
                    <a:pt x="6692" y="5165"/>
                  </a:lnTo>
                  <a:lnTo>
                    <a:pt x="9335" y="2843"/>
                  </a:lnTo>
                  <a:cubicBezTo>
                    <a:pt x="9490" y="2700"/>
                    <a:pt x="9526" y="2533"/>
                    <a:pt x="9466" y="2355"/>
                  </a:cubicBezTo>
                  <a:cubicBezTo>
                    <a:pt x="9407" y="2164"/>
                    <a:pt x="9264" y="2057"/>
                    <a:pt x="9085" y="2033"/>
                  </a:cubicBezTo>
                  <a:lnTo>
                    <a:pt x="5573" y="1712"/>
                  </a:lnTo>
                  <a:lnTo>
                    <a:pt x="4870" y="105"/>
                  </a:lnTo>
                  <a:cubicBezTo>
                    <a:pt x="4843" y="32"/>
                    <a:pt x="4781" y="1"/>
                    <a:pt x="4711"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289;p47"/>
            <p:cNvSpPr/>
            <p:nvPr/>
          </p:nvSpPr>
          <p:spPr>
            <a:xfrm>
              <a:off x="3043239" y="3215626"/>
              <a:ext cx="209869" cy="255628"/>
            </a:xfrm>
            <a:custGeom>
              <a:avLst/>
              <a:gdLst/>
              <a:ahLst/>
              <a:cxnLst/>
              <a:rect l="l" t="t" r="r" b="b"/>
              <a:pathLst>
                <a:path w="6609" h="8050" extrusionOk="0">
                  <a:moveTo>
                    <a:pt x="5775" y="1"/>
                  </a:moveTo>
                  <a:cubicBezTo>
                    <a:pt x="5596" y="1"/>
                    <a:pt x="5430" y="96"/>
                    <a:pt x="5358" y="275"/>
                  </a:cubicBezTo>
                  <a:lnTo>
                    <a:pt x="3953" y="3513"/>
                  </a:lnTo>
                  <a:lnTo>
                    <a:pt x="441" y="3835"/>
                  </a:lnTo>
                  <a:cubicBezTo>
                    <a:pt x="262" y="3846"/>
                    <a:pt x="96" y="3965"/>
                    <a:pt x="60" y="4144"/>
                  </a:cubicBezTo>
                  <a:cubicBezTo>
                    <a:pt x="0" y="4323"/>
                    <a:pt x="60" y="4501"/>
                    <a:pt x="191" y="4644"/>
                  </a:cubicBezTo>
                  <a:lnTo>
                    <a:pt x="2834" y="6966"/>
                  </a:lnTo>
                  <a:lnTo>
                    <a:pt x="2632" y="7859"/>
                  </a:lnTo>
                  <a:cubicBezTo>
                    <a:pt x="2608" y="7942"/>
                    <a:pt x="2656" y="8037"/>
                    <a:pt x="2763" y="8049"/>
                  </a:cubicBezTo>
                  <a:lnTo>
                    <a:pt x="2798" y="8049"/>
                  </a:lnTo>
                  <a:cubicBezTo>
                    <a:pt x="2870" y="8049"/>
                    <a:pt x="2941" y="7990"/>
                    <a:pt x="2953" y="7918"/>
                  </a:cubicBezTo>
                  <a:lnTo>
                    <a:pt x="3179" y="6918"/>
                  </a:lnTo>
                  <a:cubicBezTo>
                    <a:pt x="3191" y="6859"/>
                    <a:pt x="3179" y="6799"/>
                    <a:pt x="3120" y="6752"/>
                  </a:cubicBezTo>
                  <a:lnTo>
                    <a:pt x="417" y="4406"/>
                  </a:lnTo>
                  <a:cubicBezTo>
                    <a:pt x="358" y="4358"/>
                    <a:pt x="370" y="4299"/>
                    <a:pt x="381" y="4263"/>
                  </a:cubicBezTo>
                  <a:cubicBezTo>
                    <a:pt x="381" y="4239"/>
                    <a:pt x="417" y="4192"/>
                    <a:pt x="489" y="4180"/>
                  </a:cubicBezTo>
                  <a:lnTo>
                    <a:pt x="4084" y="3846"/>
                  </a:lnTo>
                  <a:cubicBezTo>
                    <a:pt x="4144" y="3846"/>
                    <a:pt x="4203" y="3811"/>
                    <a:pt x="4227" y="3739"/>
                  </a:cubicBezTo>
                  <a:lnTo>
                    <a:pt x="5656" y="429"/>
                  </a:lnTo>
                  <a:cubicBezTo>
                    <a:pt x="5680" y="370"/>
                    <a:pt x="5739" y="346"/>
                    <a:pt x="5751" y="346"/>
                  </a:cubicBezTo>
                  <a:cubicBezTo>
                    <a:pt x="5787" y="346"/>
                    <a:pt x="5846" y="346"/>
                    <a:pt x="5858" y="429"/>
                  </a:cubicBezTo>
                  <a:lnTo>
                    <a:pt x="6251" y="1334"/>
                  </a:lnTo>
                  <a:cubicBezTo>
                    <a:pt x="6269" y="1407"/>
                    <a:pt x="6336" y="1438"/>
                    <a:pt x="6404" y="1438"/>
                  </a:cubicBezTo>
                  <a:cubicBezTo>
                    <a:pt x="6425" y="1438"/>
                    <a:pt x="6446" y="1435"/>
                    <a:pt x="6466" y="1429"/>
                  </a:cubicBezTo>
                  <a:cubicBezTo>
                    <a:pt x="6573" y="1382"/>
                    <a:pt x="6608" y="1275"/>
                    <a:pt x="6573" y="1191"/>
                  </a:cubicBezTo>
                  <a:lnTo>
                    <a:pt x="6192" y="275"/>
                  </a:lnTo>
                  <a:cubicBezTo>
                    <a:pt x="6108" y="108"/>
                    <a:pt x="5954" y="1"/>
                    <a:pt x="5775"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93"/>
        <p:cNvGrpSpPr/>
        <p:nvPr/>
      </p:nvGrpSpPr>
      <p:grpSpPr>
        <a:xfrm>
          <a:off x="0" y="0"/>
          <a:ext cx="0" cy="0"/>
          <a:chOff x="0" y="0"/>
          <a:chExt cx="0" cy="0"/>
        </a:xfrm>
      </p:grpSpPr>
      <p:sp>
        <p:nvSpPr>
          <p:cNvPr id="2294" name="Google Shape;2294;p48"/>
          <p:cNvSpPr/>
          <p:nvPr/>
        </p:nvSpPr>
        <p:spPr>
          <a:xfrm>
            <a:off x="531900" y="1752950"/>
            <a:ext cx="2247600" cy="2853000"/>
          </a:xfrm>
          <a:prstGeom prst="rect">
            <a:avLst/>
          </a:pr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95" name="Google Shape;2295;p48"/>
          <p:cNvGrpSpPr/>
          <p:nvPr/>
        </p:nvGrpSpPr>
        <p:grpSpPr>
          <a:xfrm>
            <a:off x="891121" y="2233576"/>
            <a:ext cx="1529144" cy="1891741"/>
            <a:chOff x="1697500" y="3523950"/>
            <a:chExt cx="1234375" cy="1527075"/>
          </a:xfrm>
        </p:grpSpPr>
        <p:sp>
          <p:nvSpPr>
            <p:cNvPr id="2296" name="Google Shape;2296;p48"/>
            <p:cNvSpPr/>
            <p:nvPr/>
          </p:nvSpPr>
          <p:spPr>
            <a:xfrm>
              <a:off x="1816550" y="4533800"/>
              <a:ext cx="627850" cy="495100"/>
            </a:xfrm>
            <a:custGeom>
              <a:avLst/>
              <a:gdLst/>
              <a:ahLst/>
              <a:cxnLst/>
              <a:rect l="l" t="t" r="r" b="b"/>
              <a:pathLst>
                <a:path w="25114" h="19804" extrusionOk="0">
                  <a:moveTo>
                    <a:pt x="18596" y="0"/>
                  </a:moveTo>
                  <a:cubicBezTo>
                    <a:pt x="18322" y="0"/>
                    <a:pt x="18060" y="123"/>
                    <a:pt x="17946" y="329"/>
                  </a:cubicBezTo>
                  <a:cubicBezTo>
                    <a:pt x="17820" y="555"/>
                    <a:pt x="17896" y="831"/>
                    <a:pt x="18121" y="981"/>
                  </a:cubicBezTo>
                  <a:lnTo>
                    <a:pt x="18848" y="1482"/>
                  </a:lnTo>
                  <a:lnTo>
                    <a:pt x="16642" y="1006"/>
                  </a:lnTo>
                  <a:cubicBezTo>
                    <a:pt x="16579" y="991"/>
                    <a:pt x="16516" y="984"/>
                    <a:pt x="16454" y="984"/>
                  </a:cubicBezTo>
                  <a:cubicBezTo>
                    <a:pt x="16196" y="984"/>
                    <a:pt x="15962" y="1105"/>
                    <a:pt x="15840" y="1307"/>
                  </a:cubicBezTo>
                  <a:cubicBezTo>
                    <a:pt x="15690" y="1557"/>
                    <a:pt x="15790" y="1858"/>
                    <a:pt x="16066" y="2009"/>
                  </a:cubicBezTo>
                  <a:lnTo>
                    <a:pt x="17469" y="2836"/>
                  </a:lnTo>
                  <a:lnTo>
                    <a:pt x="13510" y="1883"/>
                  </a:lnTo>
                  <a:cubicBezTo>
                    <a:pt x="13434" y="1860"/>
                    <a:pt x="13355" y="1849"/>
                    <a:pt x="13276" y="1849"/>
                  </a:cubicBezTo>
                  <a:cubicBezTo>
                    <a:pt x="13012" y="1849"/>
                    <a:pt x="12748" y="1972"/>
                    <a:pt x="12632" y="2184"/>
                  </a:cubicBezTo>
                  <a:cubicBezTo>
                    <a:pt x="12482" y="2435"/>
                    <a:pt x="12607" y="2760"/>
                    <a:pt x="12908" y="2911"/>
                  </a:cubicBezTo>
                  <a:lnTo>
                    <a:pt x="14612" y="3663"/>
                  </a:lnTo>
                  <a:lnTo>
                    <a:pt x="14612" y="3663"/>
                  </a:lnTo>
                  <a:lnTo>
                    <a:pt x="5214" y="1081"/>
                  </a:lnTo>
                  <a:cubicBezTo>
                    <a:pt x="5137" y="1058"/>
                    <a:pt x="5057" y="1047"/>
                    <a:pt x="4976" y="1047"/>
                  </a:cubicBezTo>
                  <a:cubicBezTo>
                    <a:pt x="4714" y="1047"/>
                    <a:pt x="4452" y="1165"/>
                    <a:pt x="4337" y="1357"/>
                  </a:cubicBezTo>
                  <a:cubicBezTo>
                    <a:pt x="4161" y="1633"/>
                    <a:pt x="4286" y="1958"/>
                    <a:pt x="4612" y="2109"/>
                  </a:cubicBezTo>
                  <a:cubicBezTo>
                    <a:pt x="6041" y="2785"/>
                    <a:pt x="8698" y="3412"/>
                    <a:pt x="10527" y="4289"/>
                  </a:cubicBezTo>
                  <a:cubicBezTo>
                    <a:pt x="7770" y="3237"/>
                    <a:pt x="4662" y="2585"/>
                    <a:pt x="4462" y="2510"/>
                  </a:cubicBezTo>
                  <a:lnTo>
                    <a:pt x="4462" y="2535"/>
                  </a:lnTo>
                  <a:cubicBezTo>
                    <a:pt x="4260" y="2450"/>
                    <a:pt x="4103" y="2405"/>
                    <a:pt x="3968" y="2405"/>
                  </a:cubicBezTo>
                  <a:cubicBezTo>
                    <a:pt x="3785" y="2405"/>
                    <a:pt x="3643" y="2487"/>
                    <a:pt x="3484" y="2660"/>
                  </a:cubicBezTo>
                  <a:cubicBezTo>
                    <a:pt x="3284" y="2936"/>
                    <a:pt x="3359" y="3287"/>
                    <a:pt x="3685" y="3462"/>
                  </a:cubicBezTo>
                  <a:cubicBezTo>
                    <a:pt x="3760" y="3487"/>
                    <a:pt x="6793" y="4389"/>
                    <a:pt x="9575" y="5868"/>
                  </a:cubicBezTo>
                  <a:lnTo>
                    <a:pt x="3760" y="3913"/>
                  </a:lnTo>
                  <a:cubicBezTo>
                    <a:pt x="3656" y="3873"/>
                    <a:pt x="3542" y="3854"/>
                    <a:pt x="3429" y="3854"/>
                  </a:cubicBezTo>
                  <a:cubicBezTo>
                    <a:pt x="3188" y="3854"/>
                    <a:pt x="2952" y="3943"/>
                    <a:pt x="2833" y="4114"/>
                  </a:cubicBezTo>
                  <a:cubicBezTo>
                    <a:pt x="2632" y="4389"/>
                    <a:pt x="2708" y="4715"/>
                    <a:pt x="3033" y="4891"/>
                  </a:cubicBezTo>
                  <a:lnTo>
                    <a:pt x="13058" y="9703"/>
                  </a:lnTo>
                  <a:lnTo>
                    <a:pt x="2958" y="5893"/>
                  </a:lnTo>
                  <a:cubicBezTo>
                    <a:pt x="2854" y="5845"/>
                    <a:pt x="2742" y="5823"/>
                    <a:pt x="2631" y="5823"/>
                  </a:cubicBezTo>
                  <a:cubicBezTo>
                    <a:pt x="2396" y="5823"/>
                    <a:pt x="2167" y="5923"/>
                    <a:pt x="2031" y="6094"/>
                  </a:cubicBezTo>
                  <a:cubicBezTo>
                    <a:pt x="1830" y="6344"/>
                    <a:pt x="1931" y="6695"/>
                    <a:pt x="2231" y="6846"/>
                  </a:cubicBezTo>
                  <a:lnTo>
                    <a:pt x="13459" y="12284"/>
                  </a:lnTo>
                  <a:lnTo>
                    <a:pt x="2783" y="7723"/>
                  </a:lnTo>
                  <a:cubicBezTo>
                    <a:pt x="2681" y="7684"/>
                    <a:pt x="2572" y="7664"/>
                    <a:pt x="2464" y="7664"/>
                  </a:cubicBezTo>
                  <a:cubicBezTo>
                    <a:pt x="2226" y="7664"/>
                    <a:pt x="1993" y="7759"/>
                    <a:pt x="1855" y="7948"/>
                  </a:cubicBezTo>
                  <a:cubicBezTo>
                    <a:pt x="1655" y="8199"/>
                    <a:pt x="1755" y="8525"/>
                    <a:pt x="2081" y="8700"/>
                  </a:cubicBezTo>
                  <a:lnTo>
                    <a:pt x="9099" y="12385"/>
                  </a:lnTo>
                  <a:lnTo>
                    <a:pt x="9099" y="12385"/>
                  </a:lnTo>
                  <a:lnTo>
                    <a:pt x="2357" y="9502"/>
                  </a:lnTo>
                  <a:cubicBezTo>
                    <a:pt x="2252" y="9454"/>
                    <a:pt x="2137" y="9432"/>
                    <a:pt x="2024" y="9432"/>
                  </a:cubicBezTo>
                  <a:cubicBezTo>
                    <a:pt x="1783" y="9432"/>
                    <a:pt x="1549" y="9533"/>
                    <a:pt x="1429" y="9703"/>
                  </a:cubicBezTo>
                  <a:cubicBezTo>
                    <a:pt x="1229" y="9953"/>
                    <a:pt x="1304" y="10279"/>
                    <a:pt x="1605" y="10455"/>
                  </a:cubicBezTo>
                  <a:lnTo>
                    <a:pt x="9374" y="14866"/>
                  </a:lnTo>
                  <a:lnTo>
                    <a:pt x="9374" y="14866"/>
                  </a:lnTo>
                  <a:lnTo>
                    <a:pt x="1630" y="11708"/>
                  </a:lnTo>
                  <a:cubicBezTo>
                    <a:pt x="1525" y="11660"/>
                    <a:pt x="1413" y="11637"/>
                    <a:pt x="1302" y="11637"/>
                  </a:cubicBezTo>
                  <a:cubicBezTo>
                    <a:pt x="1068" y="11637"/>
                    <a:pt x="839" y="11738"/>
                    <a:pt x="702" y="11908"/>
                  </a:cubicBezTo>
                  <a:cubicBezTo>
                    <a:pt x="527" y="12159"/>
                    <a:pt x="602" y="12485"/>
                    <a:pt x="903" y="12660"/>
                  </a:cubicBezTo>
                  <a:lnTo>
                    <a:pt x="6342" y="15718"/>
                  </a:lnTo>
                  <a:lnTo>
                    <a:pt x="6342" y="15718"/>
                  </a:lnTo>
                  <a:lnTo>
                    <a:pt x="1429" y="13888"/>
                  </a:lnTo>
                  <a:cubicBezTo>
                    <a:pt x="1334" y="13852"/>
                    <a:pt x="1235" y="13834"/>
                    <a:pt x="1137" y="13834"/>
                  </a:cubicBezTo>
                  <a:cubicBezTo>
                    <a:pt x="899" y="13834"/>
                    <a:pt x="669" y="13936"/>
                    <a:pt x="527" y="14114"/>
                  </a:cubicBezTo>
                  <a:cubicBezTo>
                    <a:pt x="352" y="14364"/>
                    <a:pt x="427" y="14690"/>
                    <a:pt x="728" y="14866"/>
                  </a:cubicBezTo>
                  <a:lnTo>
                    <a:pt x="3735" y="16670"/>
                  </a:lnTo>
                  <a:lnTo>
                    <a:pt x="1078" y="15718"/>
                  </a:lnTo>
                  <a:cubicBezTo>
                    <a:pt x="993" y="15692"/>
                    <a:pt x="904" y="15679"/>
                    <a:pt x="815" y="15679"/>
                  </a:cubicBezTo>
                  <a:cubicBezTo>
                    <a:pt x="567" y="15679"/>
                    <a:pt x="324" y="15777"/>
                    <a:pt x="176" y="15943"/>
                  </a:cubicBezTo>
                  <a:cubicBezTo>
                    <a:pt x="1" y="16194"/>
                    <a:pt x="76" y="16495"/>
                    <a:pt x="352" y="16670"/>
                  </a:cubicBezTo>
                  <a:lnTo>
                    <a:pt x="1454" y="17422"/>
                  </a:lnTo>
                  <a:lnTo>
                    <a:pt x="1204" y="17347"/>
                  </a:lnTo>
                  <a:cubicBezTo>
                    <a:pt x="1130" y="17320"/>
                    <a:pt x="1051" y="17308"/>
                    <a:pt x="971" y="17308"/>
                  </a:cubicBezTo>
                  <a:cubicBezTo>
                    <a:pt x="753" y="17308"/>
                    <a:pt x="530" y="17401"/>
                    <a:pt x="402" y="17547"/>
                  </a:cubicBezTo>
                  <a:cubicBezTo>
                    <a:pt x="201" y="17748"/>
                    <a:pt x="226" y="18024"/>
                    <a:pt x="427" y="18224"/>
                  </a:cubicBezTo>
                  <a:lnTo>
                    <a:pt x="1555" y="19377"/>
                  </a:lnTo>
                  <a:cubicBezTo>
                    <a:pt x="1698" y="19506"/>
                    <a:pt x="1907" y="19578"/>
                    <a:pt x="2116" y="19578"/>
                  </a:cubicBezTo>
                  <a:cubicBezTo>
                    <a:pt x="2273" y="19578"/>
                    <a:pt x="2429" y="19538"/>
                    <a:pt x="2557" y="19452"/>
                  </a:cubicBezTo>
                  <a:cubicBezTo>
                    <a:pt x="2708" y="19352"/>
                    <a:pt x="2783" y="19202"/>
                    <a:pt x="2808" y="19051"/>
                  </a:cubicBezTo>
                  <a:lnTo>
                    <a:pt x="5013" y="19753"/>
                  </a:lnTo>
                  <a:cubicBezTo>
                    <a:pt x="5114" y="19778"/>
                    <a:pt x="5189" y="19803"/>
                    <a:pt x="5289" y="19803"/>
                  </a:cubicBezTo>
                  <a:cubicBezTo>
                    <a:pt x="5515" y="19803"/>
                    <a:pt x="5765" y="19678"/>
                    <a:pt x="5890" y="19502"/>
                  </a:cubicBezTo>
                  <a:cubicBezTo>
                    <a:pt x="6066" y="19277"/>
                    <a:pt x="5991" y="18976"/>
                    <a:pt x="5715" y="18801"/>
                  </a:cubicBezTo>
                  <a:lnTo>
                    <a:pt x="5114" y="18375"/>
                  </a:lnTo>
                  <a:lnTo>
                    <a:pt x="8798" y="19678"/>
                  </a:lnTo>
                  <a:cubicBezTo>
                    <a:pt x="8882" y="19704"/>
                    <a:pt x="8969" y="19716"/>
                    <a:pt x="9056" y="19716"/>
                  </a:cubicBezTo>
                  <a:cubicBezTo>
                    <a:pt x="9304" y="19716"/>
                    <a:pt x="9545" y="19613"/>
                    <a:pt x="9675" y="19427"/>
                  </a:cubicBezTo>
                  <a:cubicBezTo>
                    <a:pt x="9850" y="19202"/>
                    <a:pt x="9775" y="18876"/>
                    <a:pt x="9500" y="18700"/>
                  </a:cubicBezTo>
                  <a:lnTo>
                    <a:pt x="7068" y="17247"/>
                  </a:lnTo>
                  <a:lnTo>
                    <a:pt x="12983" y="19477"/>
                  </a:lnTo>
                  <a:cubicBezTo>
                    <a:pt x="13078" y="19514"/>
                    <a:pt x="13180" y="19531"/>
                    <a:pt x="13280" y="19531"/>
                  </a:cubicBezTo>
                  <a:cubicBezTo>
                    <a:pt x="13524" y="19531"/>
                    <a:pt x="13761" y="19429"/>
                    <a:pt x="13886" y="19252"/>
                  </a:cubicBezTo>
                  <a:cubicBezTo>
                    <a:pt x="14061" y="19001"/>
                    <a:pt x="13986" y="18675"/>
                    <a:pt x="13685" y="18500"/>
                  </a:cubicBezTo>
                  <a:lnTo>
                    <a:pt x="9901" y="16370"/>
                  </a:lnTo>
                  <a:lnTo>
                    <a:pt x="9901" y="16370"/>
                  </a:lnTo>
                  <a:lnTo>
                    <a:pt x="17444" y="19452"/>
                  </a:lnTo>
                  <a:cubicBezTo>
                    <a:pt x="17549" y="19500"/>
                    <a:pt x="17661" y="19523"/>
                    <a:pt x="17772" y="19523"/>
                  </a:cubicBezTo>
                  <a:cubicBezTo>
                    <a:pt x="18007" y="19523"/>
                    <a:pt x="18236" y="19422"/>
                    <a:pt x="18372" y="19252"/>
                  </a:cubicBezTo>
                  <a:cubicBezTo>
                    <a:pt x="18572" y="19001"/>
                    <a:pt x="18472" y="18675"/>
                    <a:pt x="18171" y="18500"/>
                  </a:cubicBezTo>
                  <a:lnTo>
                    <a:pt x="11454" y="14690"/>
                  </a:lnTo>
                  <a:lnTo>
                    <a:pt x="22256" y="19302"/>
                  </a:lnTo>
                  <a:cubicBezTo>
                    <a:pt x="22367" y="19349"/>
                    <a:pt x="22482" y="19372"/>
                    <a:pt x="22595" y="19372"/>
                  </a:cubicBezTo>
                  <a:cubicBezTo>
                    <a:pt x="22840" y="19372"/>
                    <a:pt x="23072" y="19265"/>
                    <a:pt x="23209" y="19076"/>
                  </a:cubicBezTo>
                  <a:cubicBezTo>
                    <a:pt x="23384" y="18826"/>
                    <a:pt x="23284" y="18500"/>
                    <a:pt x="22983" y="18324"/>
                  </a:cubicBezTo>
                  <a:lnTo>
                    <a:pt x="15765" y="14540"/>
                  </a:lnTo>
                  <a:lnTo>
                    <a:pt x="15765" y="14540"/>
                  </a:lnTo>
                  <a:lnTo>
                    <a:pt x="24186" y="18124"/>
                  </a:lnTo>
                  <a:cubicBezTo>
                    <a:pt x="24266" y="18172"/>
                    <a:pt x="24365" y="18189"/>
                    <a:pt x="24466" y="18189"/>
                  </a:cubicBezTo>
                  <a:cubicBezTo>
                    <a:pt x="24524" y="18189"/>
                    <a:pt x="24582" y="18183"/>
                    <a:pt x="24637" y="18174"/>
                  </a:cubicBezTo>
                  <a:cubicBezTo>
                    <a:pt x="24612" y="17773"/>
                    <a:pt x="24587" y="17397"/>
                    <a:pt x="24587" y="16996"/>
                  </a:cubicBezTo>
                  <a:lnTo>
                    <a:pt x="15815" y="12184"/>
                  </a:lnTo>
                  <a:lnTo>
                    <a:pt x="15815" y="12184"/>
                  </a:lnTo>
                  <a:lnTo>
                    <a:pt x="24412" y="15969"/>
                  </a:lnTo>
                  <a:cubicBezTo>
                    <a:pt x="24462" y="15994"/>
                    <a:pt x="24537" y="15994"/>
                    <a:pt x="24587" y="16019"/>
                  </a:cubicBezTo>
                  <a:cubicBezTo>
                    <a:pt x="24612" y="15593"/>
                    <a:pt x="24663" y="15192"/>
                    <a:pt x="24738" y="14765"/>
                  </a:cubicBezTo>
                  <a:lnTo>
                    <a:pt x="16292" y="10104"/>
                  </a:lnTo>
                  <a:lnTo>
                    <a:pt x="16292" y="10104"/>
                  </a:lnTo>
                  <a:lnTo>
                    <a:pt x="23986" y="13487"/>
                  </a:lnTo>
                  <a:cubicBezTo>
                    <a:pt x="24090" y="13535"/>
                    <a:pt x="24202" y="13558"/>
                    <a:pt x="24313" y="13558"/>
                  </a:cubicBezTo>
                  <a:cubicBezTo>
                    <a:pt x="24548" y="13558"/>
                    <a:pt x="24777" y="13457"/>
                    <a:pt x="24913" y="13287"/>
                  </a:cubicBezTo>
                  <a:cubicBezTo>
                    <a:pt x="25114" y="13036"/>
                    <a:pt x="25013" y="12685"/>
                    <a:pt x="24688" y="12535"/>
                  </a:cubicBezTo>
                  <a:lnTo>
                    <a:pt x="14186" y="6946"/>
                  </a:lnTo>
                  <a:lnTo>
                    <a:pt x="14186" y="6946"/>
                  </a:lnTo>
                  <a:cubicBezTo>
                    <a:pt x="16066" y="7673"/>
                    <a:pt x="18347" y="8550"/>
                    <a:pt x="21079" y="9603"/>
                  </a:cubicBezTo>
                  <a:cubicBezTo>
                    <a:pt x="22482" y="10154"/>
                    <a:pt x="23409" y="10505"/>
                    <a:pt x="23460" y="10530"/>
                  </a:cubicBezTo>
                  <a:cubicBezTo>
                    <a:pt x="23560" y="10566"/>
                    <a:pt x="23665" y="10583"/>
                    <a:pt x="23768" y="10583"/>
                  </a:cubicBezTo>
                  <a:cubicBezTo>
                    <a:pt x="24024" y="10583"/>
                    <a:pt x="24269" y="10476"/>
                    <a:pt x="24412" y="10279"/>
                  </a:cubicBezTo>
                  <a:cubicBezTo>
                    <a:pt x="24637" y="9953"/>
                    <a:pt x="24537" y="9778"/>
                    <a:pt x="24086" y="9527"/>
                  </a:cubicBezTo>
                  <a:lnTo>
                    <a:pt x="24086" y="9502"/>
                  </a:lnTo>
                  <a:cubicBezTo>
                    <a:pt x="24086" y="9502"/>
                    <a:pt x="24061" y="9502"/>
                    <a:pt x="24036" y="9477"/>
                  </a:cubicBezTo>
                  <a:cubicBezTo>
                    <a:pt x="23861" y="9402"/>
                    <a:pt x="23635" y="9277"/>
                    <a:pt x="23384" y="9151"/>
                  </a:cubicBezTo>
                  <a:lnTo>
                    <a:pt x="21354" y="8174"/>
                  </a:lnTo>
                  <a:cubicBezTo>
                    <a:pt x="19675" y="7372"/>
                    <a:pt x="17444" y="6294"/>
                    <a:pt x="15214" y="5217"/>
                  </a:cubicBezTo>
                  <a:lnTo>
                    <a:pt x="14186" y="4740"/>
                  </a:lnTo>
                  <a:lnTo>
                    <a:pt x="22958" y="7472"/>
                  </a:lnTo>
                  <a:cubicBezTo>
                    <a:pt x="23051" y="7505"/>
                    <a:pt x="23145" y="7521"/>
                    <a:pt x="23237" y="7521"/>
                  </a:cubicBezTo>
                  <a:cubicBezTo>
                    <a:pt x="23494" y="7521"/>
                    <a:pt x="23731" y="7399"/>
                    <a:pt x="23861" y="7197"/>
                  </a:cubicBezTo>
                  <a:cubicBezTo>
                    <a:pt x="24011" y="6946"/>
                    <a:pt x="23911" y="6620"/>
                    <a:pt x="23585" y="6470"/>
                  </a:cubicBezTo>
                  <a:lnTo>
                    <a:pt x="19199" y="4540"/>
                  </a:lnTo>
                  <a:lnTo>
                    <a:pt x="22106" y="5292"/>
                  </a:lnTo>
                  <a:cubicBezTo>
                    <a:pt x="22177" y="5308"/>
                    <a:pt x="22250" y="5316"/>
                    <a:pt x="22323" y="5316"/>
                  </a:cubicBezTo>
                  <a:cubicBezTo>
                    <a:pt x="22585" y="5316"/>
                    <a:pt x="22841" y="5212"/>
                    <a:pt x="22958" y="5016"/>
                  </a:cubicBezTo>
                  <a:cubicBezTo>
                    <a:pt x="23134" y="4765"/>
                    <a:pt x="23033" y="4465"/>
                    <a:pt x="22758" y="4289"/>
                  </a:cubicBezTo>
                  <a:lnTo>
                    <a:pt x="20402" y="2911"/>
                  </a:lnTo>
                  <a:lnTo>
                    <a:pt x="21906" y="3237"/>
                  </a:lnTo>
                  <a:cubicBezTo>
                    <a:pt x="21965" y="3251"/>
                    <a:pt x="22026" y="3258"/>
                    <a:pt x="22087" y="3258"/>
                  </a:cubicBezTo>
                  <a:cubicBezTo>
                    <a:pt x="22337" y="3258"/>
                    <a:pt x="22587" y="3142"/>
                    <a:pt x="22708" y="2961"/>
                  </a:cubicBezTo>
                  <a:cubicBezTo>
                    <a:pt x="22858" y="2710"/>
                    <a:pt x="22783" y="2435"/>
                    <a:pt x="22532" y="2259"/>
                  </a:cubicBezTo>
                  <a:lnTo>
                    <a:pt x="21129" y="1282"/>
                  </a:lnTo>
                  <a:cubicBezTo>
                    <a:pt x="21354" y="1207"/>
                    <a:pt x="21505" y="1056"/>
                    <a:pt x="21555" y="856"/>
                  </a:cubicBezTo>
                  <a:cubicBezTo>
                    <a:pt x="21605" y="555"/>
                    <a:pt x="21329" y="254"/>
                    <a:pt x="20953" y="204"/>
                  </a:cubicBezTo>
                  <a:lnTo>
                    <a:pt x="18673" y="4"/>
                  </a:lnTo>
                  <a:cubicBezTo>
                    <a:pt x="18647" y="1"/>
                    <a:pt x="18622" y="0"/>
                    <a:pt x="18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48"/>
            <p:cNvSpPr/>
            <p:nvPr/>
          </p:nvSpPr>
          <p:spPr>
            <a:xfrm>
              <a:off x="1697500" y="3966275"/>
              <a:ext cx="822725" cy="1084750"/>
            </a:xfrm>
            <a:custGeom>
              <a:avLst/>
              <a:gdLst/>
              <a:ahLst/>
              <a:cxnLst/>
              <a:rect l="l" t="t" r="r" b="b"/>
              <a:pathLst>
                <a:path w="32909" h="43390" extrusionOk="0">
                  <a:moveTo>
                    <a:pt x="32257" y="8168"/>
                  </a:moveTo>
                  <a:cubicBezTo>
                    <a:pt x="32432" y="8995"/>
                    <a:pt x="32031" y="9547"/>
                    <a:pt x="31730" y="10173"/>
                  </a:cubicBezTo>
                  <a:cubicBezTo>
                    <a:pt x="31505" y="9622"/>
                    <a:pt x="31705" y="8770"/>
                    <a:pt x="32257" y="8168"/>
                  </a:cubicBezTo>
                  <a:close/>
                  <a:moveTo>
                    <a:pt x="15833" y="572"/>
                  </a:moveTo>
                  <a:cubicBezTo>
                    <a:pt x="15910" y="572"/>
                    <a:pt x="15988" y="573"/>
                    <a:pt x="16066" y="574"/>
                  </a:cubicBezTo>
                  <a:cubicBezTo>
                    <a:pt x="22307" y="699"/>
                    <a:pt x="28046" y="5712"/>
                    <a:pt x="27996" y="12805"/>
                  </a:cubicBezTo>
                  <a:cubicBezTo>
                    <a:pt x="27947" y="19796"/>
                    <a:pt x="22296" y="24888"/>
                    <a:pt x="15894" y="24888"/>
                  </a:cubicBezTo>
                  <a:cubicBezTo>
                    <a:pt x="15801" y="24888"/>
                    <a:pt x="15708" y="24887"/>
                    <a:pt x="15615" y="24885"/>
                  </a:cubicBezTo>
                  <a:cubicBezTo>
                    <a:pt x="9048" y="24735"/>
                    <a:pt x="3710" y="19446"/>
                    <a:pt x="3685" y="12679"/>
                  </a:cubicBezTo>
                  <a:cubicBezTo>
                    <a:pt x="3809" y="5477"/>
                    <a:pt x="9652" y="572"/>
                    <a:pt x="15833" y="572"/>
                  </a:cubicBezTo>
                  <a:close/>
                  <a:moveTo>
                    <a:pt x="1053" y="41176"/>
                  </a:moveTo>
                  <a:lnTo>
                    <a:pt x="1053" y="41176"/>
                  </a:lnTo>
                  <a:cubicBezTo>
                    <a:pt x="1354" y="41852"/>
                    <a:pt x="1279" y="42354"/>
                    <a:pt x="853" y="42780"/>
                  </a:cubicBezTo>
                  <a:cubicBezTo>
                    <a:pt x="527" y="42304"/>
                    <a:pt x="602" y="41802"/>
                    <a:pt x="1053" y="41176"/>
                  </a:cubicBezTo>
                  <a:close/>
                  <a:moveTo>
                    <a:pt x="15829" y="1"/>
                  </a:moveTo>
                  <a:cubicBezTo>
                    <a:pt x="12353" y="1"/>
                    <a:pt x="8907" y="1416"/>
                    <a:pt x="6417" y="4183"/>
                  </a:cubicBezTo>
                  <a:cubicBezTo>
                    <a:pt x="4161" y="6689"/>
                    <a:pt x="3033" y="9647"/>
                    <a:pt x="3134" y="13030"/>
                  </a:cubicBezTo>
                  <a:cubicBezTo>
                    <a:pt x="3284" y="17416"/>
                    <a:pt x="5264" y="20825"/>
                    <a:pt x="8848" y="23381"/>
                  </a:cubicBezTo>
                  <a:cubicBezTo>
                    <a:pt x="8723" y="23532"/>
                    <a:pt x="8673" y="23657"/>
                    <a:pt x="8572" y="23757"/>
                  </a:cubicBezTo>
                  <a:cubicBezTo>
                    <a:pt x="8096" y="24309"/>
                    <a:pt x="7570" y="24810"/>
                    <a:pt x="7144" y="25386"/>
                  </a:cubicBezTo>
                  <a:cubicBezTo>
                    <a:pt x="5715" y="27366"/>
                    <a:pt x="4462" y="29446"/>
                    <a:pt x="3510" y="31702"/>
                  </a:cubicBezTo>
                  <a:cubicBezTo>
                    <a:pt x="2482" y="34208"/>
                    <a:pt x="1830" y="36840"/>
                    <a:pt x="1229" y="39472"/>
                  </a:cubicBezTo>
                  <a:cubicBezTo>
                    <a:pt x="1129" y="39898"/>
                    <a:pt x="1028" y="40274"/>
                    <a:pt x="703" y="40649"/>
                  </a:cubicBezTo>
                  <a:cubicBezTo>
                    <a:pt x="201" y="41201"/>
                    <a:pt x="1" y="41903"/>
                    <a:pt x="126" y="42654"/>
                  </a:cubicBezTo>
                  <a:cubicBezTo>
                    <a:pt x="176" y="43081"/>
                    <a:pt x="402" y="43331"/>
                    <a:pt x="753" y="43381"/>
                  </a:cubicBezTo>
                  <a:cubicBezTo>
                    <a:pt x="789" y="43387"/>
                    <a:pt x="825" y="43390"/>
                    <a:pt x="861" y="43390"/>
                  </a:cubicBezTo>
                  <a:cubicBezTo>
                    <a:pt x="1144" y="43390"/>
                    <a:pt x="1399" y="43214"/>
                    <a:pt x="1555" y="42880"/>
                  </a:cubicBezTo>
                  <a:cubicBezTo>
                    <a:pt x="1755" y="42529"/>
                    <a:pt x="1855" y="42128"/>
                    <a:pt x="1805" y="41727"/>
                  </a:cubicBezTo>
                  <a:cubicBezTo>
                    <a:pt x="1755" y="41401"/>
                    <a:pt x="1705" y="41101"/>
                    <a:pt x="1655" y="40775"/>
                  </a:cubicBezTo>
                  <a:cubicBezTo>
                    <a:pt x="1630" y="40624"/>
                    <a:pt x="1605" y="40449"/>
                    <a:pt x="1655" y="40299"/>
                  </a:cubicBezTo>
                  <a:cubicBezTo>
                    <a:pt x="1906" y="39171"/>
                    <a:pt x="2181" y="38018"/>
                    <a:pt x="2432" y="36890"/>
                  </a:cubicBezTo>
                  <a:cubicBezTo>
                    <a:pt x="3359" y="33005"/>
                    <a:pt x="4988" y="29421"/>
                    <a:pt x="7269" y="26163"/>
                  </a:cubicBezTo>
                  <a:cubicBezTo>
                    <a:pt x="7495" y="25812"/>
                    <a:pt x="7745" y="25486"/>
                    <a:pt x="7996" y="25136"/>
                  </a:cubicBezTo>
                  <a:lnTo>
                    <a:pt x="7996" y="25136"/>
                  </a:lnTo>
                  <a:cubicBezTo>
                    <a:pt x="7996" y="25486"/>
                    <a:pt x="7921" y="25762"/>
                    <a:pt x="7820" y="26038"/>
                  </a:cubicBezTo>
                  <a:cubicBezTo>
                    <a:pt x="7570" y="26790"/>
                    <a:pt x="7319" y="27542"/>
                    <a:pt x="7094" y="28294"/>
                  </a:cubicBezTo>
                  <a:cubicBezTo>
                    <a:pt x="6141" y="31451"/>
                    <a:pt x="5314" y="34659"/>
                    <a:pt x="5139" y="37968"/>
                  </a:cubicBezTo>
                  <a:cubicBezTo>
                    <a:pt x="5089" y="38970"/>
                    <a:pt x="5139" y="39948"/>
                    <a:pt x="5139" y="40925"/>
                  </a:cubicBezTo>
                  <a:cubicBezTo>
                    <a:pt x="5139" y="41142"/>
                    <a:pt x="5162" y="41453"/>
                    <a:pt x="5455" y="41453"/>
                  </a:cubicBezTo>
                  <a:cubicBezTo>
                    <a:pt x="5466" y="41453"/>
                    <a:pt x="5478" y="41452"/>
                    <a:pt x="5490" y="41451"/>
                  </a:cubicBezTo>
                  <a:cubicBezTo>
                    <a:pt x="5815" y="41401"/>
                    <a:pt x="5715" y="41101"/>
                    <a:pt x="5715" y="40900"/>
                  </a:cubicBezTo>
                  <a:cubicBezTo>
                    <a:pt x="5715" y="39973"/>
                    <a:pt x="5690" y="39045"/>
                    <a:pt x="5715" y="38118"/>
                  </a:cubicBezTo>
                  <a:cubicBezTo>
                    <a:pt x="5765" y="35963"/>
                    <a:pt x="6166" y="33832"/>
                    <a:pt x="6718" y="31752"/>
                  </a:cubicBezTo>
                  <a:cubicBezTo>
                    <a:pt x="7369" y="29346"/>
                    <a:pt x="8146" y="26965"/>
                    <a:pt x="8898" y="24584"/>
                  </a:cubicBezTo>
                  <a:cubicBezTo>
                    <a:pt x="8973" y="24283"/>
                    <a:pt x="9124" y="24008"/>
                    <a:pt x="9274" y="23657"/>
                  </a:cubicBezTo>
                  <a:cubicBezTo>
                    <a:pt x="11265" y="24831"/>
                    <a:pt x="13561" y="25444"/>
                    <a:pt x="15877" y="25444"/>
                  </a:cubicBezTo>
                  <a:cubicBezTo>
                    <a:pt x="19244" y="25444"/>
                    <a:pt x="22655" y="24149"/>
                    <a:pt x="25239" y="21401"/>
                  </a:cubicBezTo>
                  <a:cubicBezTo>
                    <a:pt x="25314" y="21527"/>
                    <a:pt x="25389" y="21652"/>
                    <a:pt x="25465" y="21777"/>
                  </a:cubicBezTo>
                  <a:cubicBezTo>
                    <a:pt x="26718" y="24384"/>
                    <a:pt x="27695" y="27090"/>
                    <a:pt x="28297" y="29898"/>
                  </a:cubicBezTo>
                  <a:cubicBezTo>
                    <a:pt x="28723" y="31877"/>
                    <a:pt x="28973" y="33883"/>
                    <a:pt x="29124" y="35888"/>
                  </a:cubicBezTo>
                  <a:cubicBezTo>
                    <a:pt x="29224" y="37316"/>
                    <a:pt x="29249" y="38745"/>
                    <a:pt x="29049" y="40173"/>
                  </a:cubicBezTo>
                  <a:cubicBezTo>
                    <a:pt x="28998" y="40474"/>
                    <a:pt x="28923" y="40800"/>
                    <a:pt x="28898" y="41126"/>
                  </a:cubicBezTo>
                  <a:cubicBezTo>
                    <a:pt x="28898" y="41226"/>
                    <a:pt x="29049" y="41401"/>
                    <a:pt x="29174" y="41451"/>
                  </a:cubicBezTo>
                  <a:cubicBezTo>
                    <a:pt x="29178" y="41454"/>
                    <a:pt x="29184" y="41455"/>
                    <a:pt x="29190" y="41455"/>
                  </a:cubicBezTo>
                  <a:cubicBezTo>
                    <a:pt x="29254" y="41455"/>
                    <a:pt x="29406" y="41342"/>
                    <a:pt x="29475" y="41251"/>
                  </a:cubicBezTo>
                  <a:cubicBezTo>
                    <a:pt x="29525" y="41126"/>
                    <a:pt x="29525" y="40975"/>
                    <a:pt x="29550" y="40825"/>
                  </a:cubicBezTo>
                  <a:cubicBezTo>
                    <a:pt x="29826" y="38970"/>
                    <a:pt x="29800" y="37116"/>
                    <a:pt x="29650" y="35236"/>
                  </a:cubicBezTo>
                  <a:cubicBezTo>
                    <a:pt x="29324" y="31527"/>
                    <a:pt x="28648" y="27943"/>
                    <a:pt x="27244" y="24484"/>
                  </a:cubicBezTo>
                  <a:cubicBezTo>
                    <a:pt x="27194" y="24359"/>
                    <a:pt x="27169" y="24208"/>
                    <a:pt x="27094" y="23958"/>
                  </a:cubicBezTo>
                  <a:lnTo>
                    <a:pt x="27094" y="23958"/>
                  </a:lnTo>
                  <a:cubicBezTo>
                    <a:pt x="27294" y="24133"/>
                    <a:pt x="27394" y="24233"/>
                    <a:pt x="27520" y="24309"/>
                  </a:cubicBezTo>
                  <a:cubicBezTo>
                    <a:pt x="27996" y="24760"/>
                    <a:pt x="28572" y="25035"/>
                    <a:pt x="29199" y="25211"/>
                  </a:cubicBezTo>
                  <a:cubicBezTo>
                    <a:pt x="29394" y="25259"/>
                    <a:pt x="29575" y="25284"/>
                    <a:pt x="29744" y="25284"/>
                  </a:cubicBezTo>
                  <a:cubicBezTo>
                    <a:pt x="30272" y="25284"/>
                    <a:pt x="30681" y="25041"/>
                    <a:pt x="31003" y="24509"/>
                  </a:cubicBezTo>
                  <a:cubicBezTo>
                    <a:pt x="31254" y="24083"/>
                    <a:pt x="31430" y="23632"/>
                    <a:pt x="31555" y="23181"/>
                  </a:cubicBezTo>
                  <a:cubicBezTo>
                    <a:pt x="32232" y="20775"/>
                    <a:pt x="32232" y="18319"/>
                    <a:pt x="32106" y="15862"/>
                  </a:cubicBezTo>
                  <a:cubicBezTo>
                    <a:pt x="32056" y="14459"/>
                    <a:pt x="31931" y="13080"/>
                    <a:pt x="31831" y="11702"/>
                  </a:cubicBezTo>
                  <a:cubicBezTo>
                    <a:pt x="31805" y="11351"/>
                    <a:pt x="31881" y="11075"/>
                    <a:pt x="32056" y="10775"/>
                  </a:cubicBezTo>
                  <a:cubicBezTo>
                    <a:pt x="32357" y="10223"/>
                    <a:pt x="32607" y="9672"/>
                    <a:pt x="32808" y="9070"/>
                  </a:cubicBezTo>
                  <a:cubicBezTo>
                    <a:pt x="32908" y="8795"/>
                    <a:pt x="32908" y="8419"/>
                    <a:pt x="32833" y="8143"/>
                  </a:cubicBezTo>
                  <a:cubicBezTo>
                    <a:pt x="32730" y="7790"/>
                    <a:pt x="32507" y="7601"/>
                    <a:pt x="32259" y="7601"/>
                  </a:cubicBezTo>
                  <a:cubicBezTo>
                    <a:pt x="32083" y="7601"/>
                    <a:pt x="31896" y="7695"/>
                    <a:pt x="31730" y="7892"/>
                  </a:cubicBezTo>
                  <a:cubicBezTo>
                    <a:pt x="31505" y="8168"/>
                    <a:pt x="31354" y="8544"/>
                    <a:pt x="31229" y="8895"/>
                  </a:cubicBezTo>
                  <a:cubicBezTo>
                    <a:pt x="31003" y="9572"/>
                    <a:pt x="31129" y="10248"/>
                    <a:pt x="31204" y="10925"/>
                  </a:cubicBezTo>
                  <a:cubicBezTo>
                    <a:pt x="31354" y="12303"/>
                    <a:pt x="31430" y="13707"/>
                    <a:pt x="31505" y="15085"/>
                  </a:cubicBezTo>
                  <a:cubicBezTo>
                    <a:pt x="31630" y="17266"/>
                    <a:pt x="31680" y="19446"/>
                    <a:pt x="31329" y="21602"/>
                  </a:cubicBezTo>
                  <a:cubicBezTo>
                    <a:pt x="31179" y="22379"/>
                    <a:pt x="30953" y="23181"/>
                    <a:pt x="30678" y="23908"/>
                  </a:cubicBezTo>
                  <a:cubicBezTo>
                    <a:pt x="30479" y="24468"/>
                    <a:pt x="30162" y="24716"/>
                    <a:pt x="29709" y="24716"/>
                  </a:cubicBezTo>
                  <a:cubicBezTo>
                    <a:pt x="29535" y="24716"/>
                    <a:pt x="29340" y="24679"/>
                    <a:pt x="29124" y="24609"/>
                  </a:cubicBezTo>
                  <a:cubicBezTo>
                    <a:pt x="28597" y="24434"/>
                    <a:pt x="28121" y="24183"/>
                    <a:pt x="27720" y="23782"/>
                  </a:cubicBezTo>
                  <a:cubicBezTo>
                    <a:pt x="27319" y="23356"/>
                    <a:pt x="26943" y="22930"/>
                    <a:pt x="26542" y="22504"/>
                  </a:cubicBezTo>
                  <a:cubicBezTo>
                    <a:pt x="26091" y="22053"/>
                    <a:pt x="25916" y="21426"/>
                    <a:pt x="25640" y="20925"/>
                  </a:cubicBezTo>
                  <a:cubicBezTo>
                    <a:pt x="30352" y="15060"/>
                    <a:pt x="29149" y="7065"/>
                    <a:pt x="23861" y="2830"/>
                  </a:cubicBezTo>
                  <a:cubicBezTo>
                    <a:pt x="21492" y="932"/>
                    <a:pt x="18650" y="1"/>
                    <a:pt x="158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48"/>
            <p:cNvSpPr/>
            <p:nvPr/>
          </p:nvSpPr>
          <p:spPr>
            <a:xfrm>
              <a:off x="2200025" y="3523950"/>
              <a:ext cx="731850" cy="621600"/>
            </a:xfrm>
            <a:custGeom>
              <a:avLst/>
              <a:gdLst/>
              <a:ahLst/>
              <a:cxnLst/>
              <a:rect l="l" t="t" r="r" b="b"/>
              <a:pathLst>
                <a:path w="29274" h="24864" extrusionOk="0">
                  <a:moveTo>
                    <a:pt x="14681" y="581"/>
                  </a:moveTo>
                  <a:cubicBezTo>
                    <a:pt x="16493" y="581"/>
                    <a:pt x="18274" y="849"/>
                    <a:pt x="20025" y="1375"/>
                  </a:cubicBezTo>
                  <a:cubicBezTo>
                    <a:pt x="20251" y="1450"/>
                    <a:pt x="20502" y="1425"/>
                    <a:pt x="20702" y="1525"/>
                  </a:cubicBezTo>
                  <a:cubicBezTo>
                    <a:pt x="22431" y="2352"/>
                    <a:pt x="24211" y="3129"/>
                    <a:pt x="25589" y="4558"/>
                  </a:cubicBezTo>
                  <a:cubicBezTo>
                    <a:pt x="26141" y="5159"/>
                    <a:pt x="26667" y="5761"/>
                    <a:pt x="27093" y="6437"/>
                  </a:cubicBezTo>
                  <a:cubicBezTo>
                    <a:pt x="28622" y="9019"/>
                    <a:pt x="28622" y="11600"/>
                    <a:pt x="27068" y="14157"/>
                  </a:cubicBezTo>
                  <a:cubicBezTo>
                    <a:pt x="26141" y="15711"/>
                    <a:pt x="24837" y="16864"/>
                    <a:pt x="23283" y="17716"/>
                  </a:cubicBezTo>
                  <a:cubicBezTo>
                    <a:pt x="22707" y="18041"/>
                    <a:pt x="22406" y="18392"/>
                    <a:pt x="22406" y="19094"/>
                  </a:cubicBezTo>
                  <a:cubicBezTo>
                    <a:pt x="22406" y="19495"/>
                    <a:pt x="22256" y="19921"/>
                    <a:pt x="22080" y="20297"/>
                  </a:cubicBezTo>
                  <a:cubicBezTo>
                    <a:pt x="21429" y="21926"/>
                    <a:pt x="20276" y="23129"/>
                    <a:pt x="18697" y="24032"/>
                  </a:cubicBezTo>
                  <a:cubicBezTo>
                    <a:pt x="18998" y="23154"/>
                    <a:pt x="19299" y="22427"/>
                    <a:pt x="19474" y="21651"/>
                  </a:cubicBezTo>
                  <a:cubicBezTo>
                    <a:pt x="19599" y="21149"/>
                    <a:pt x="19599" y="20598"/>
                    <a:pt x="19549" y="20097"/>
                  </a:cubicBezTo>
                  <a:cubicBezTo>
                    <a:pt x="19492" y="19641"/>
                    <a:pt x="19363" y="19473"/>
                    <a:pt x="19053" y="19473"/>
                  </a:cubicBezTo>
                  <a:cubicBezTo>
                    <a:pt x="18954" y="19473"/>
                    <a:pt x="18836" y="19490"/>
                    <a:pt x="18697" y="19520"/>
                  </a:cubicBezTo>
                  <a:cubicBezTo>
                    <a:pt x="17312" y="19813"/>
                    <a:pt x="15935" y="19965"/>
                    <a:pt x="14569" y="19965"/>
                  </a:cubicBezTo>
                  <a:cubicBezTo>
                    <a:pt x="12423" y="19965"/>
                    <a:pt x="10303" y="19590"/>
                    <a:pt x="8221" y="18793"/>
                  </a:cubicBezTo>
                  <a:cubicBezTo>
                    <a:pt x="6115" y="17991"/>
                    <a:pt x="4261" y="16838"/>
                    <a:pt x="2832" y="15059"/>
                  </a:cubicBezTo>
                  <a:cubicBezTo>
                    <a:pt x="1604" y="13530"/>
                    <a:pt x="927" y="11801"/>
                    <a:pt x="1053" y="9796"/>
                  </a:cubicBezTo>
                  <a:cubicBezTo>
                    <a:pt x="1128" y="8442"/>
                    <a:pt x="1604" y="7214"/>
                    <a:pt x="2356" y="6087"/>
                  </a:cubicBezTo>
                  <a:cubicBezTo>
                    <a:pt x="3283" y="4683"/>
                    <a:pt x="4537" y="3630"/>
                    <a:pt x="5990" y="2778"/>
                  </a:cubicBezTo>
                  <a:cubicBezTo>
                    <a:pt x="8196" y="1500"/>
                    <a:pt x="10577" y="848"/>
                    <a:pt x="13108" y="648"/>
                  </a:cubicBezTo>
                  <a:cubicBezTo>
                    <a:pt x="13635" y="603"/>
                    <a:pt x="14159" y="581"/>
                    <a:pt x="14681" y="581"/>
                  </a:cubicBezTo>
                  <a:close/>
                  <a:moveTo>
                    <a:pt x="14656" y="1"/>
                  </a:moveTo>
                  <a:cubicBezTo>
                    <a:pt x="13727" y="1"/>
                    <a:pt x="12792" y="68"/>
                    <a:pt x="11855" y="197"/>
                  </a:cubicBezTo>
                  <a:cubicBezTo>
                    <a:pt x="9549" y="523"/>
                    <a:pt x="7394" y="1224"/>
                    <a:pt x="5414" y="2452"/>
                  </a:cubicBezTo>
                  <a:cubicBezTo>
                    <a:pt x="3935" y="3355"/>
                    <a:pt x="2682" y="4483"/>
                    <a:pt x="1755" y="5936"/>
                  </a:cubicBezTo>
                  <a:cubicBezTo>
                    <a:pt x="0" y="8793"/>
                    <a:pt x="0" y="11676"/>
                    <a:pt x="1755" y="14558"/>
                  </a:cubicBezTo>
                  <a:cubicBezTo>
                    <a:pt x="2732" y="16112"/>
                    <a:pt x="4060" y="17290"/>
                    <a:pt x="5639" y="18192"/>
                  </a:cubicBezTo>
                  <a:cubicBezTo>
                    <a:pt x="8444" y="19821"/>
                    <a:pt x="11452" y="20517"/>
                    <a:pt x="14594" y="20517"/>
                  </a:cubicBezTo>
                  <a:cubicBezTo>
                    <a:pt x="15271" y="20517"/>
                    <a:pt x="15954" y="20485"/>
                    <a:pt x="16642" y="20422"/>
                  </a:cubicBezTo>
                  <a:cubicBezTo>
                    <a:pt x="17419" y="20347"/>
                    <a:pt x="18196" y="20197"/>
                    <a:pt x="18973" y="20097"/>
                  </a:cubicBezTo>
                  <a:cubicBezTo>
                    <a:pt x="19123" y="20498"/>
                    <a:pt x="19098" y="20899"/>
                    <a:pt x="19023" y="21300"/>
                  </a:cubicBezTo>
                  <a:cubicBezTo>
                    <a:pt x="18772" y="22327"/>
                    <a:pt x="18446" y="23305"/>
                    <a:pt x="17795" y="24157"/>
                  </a:cubicBezTo>
                  <a:cubicBezTo>
                    <a:pt x="17644" y="24307"/>
                    <a:pt x="17544" y="24508"/>
                    <a:pt x="17669" y="24708"/>
                  </a:cubicBezTo>
                  <a:cubicBezTo>
                    <a:pt x="17755" y="24823"/>
                    <a:pt x="17858" y="24864"/>
                    <a:pt x="17967" y="24864"/>
                  </a:cubicBezTo>
                  <a:cubicBezTo>
                    <a:pt x="18049" y="24864"/>
                    <a:pt x="18135" y="24841"/>
                    <a:pt x="18221" y="24808"/>
                  </a:cubicBezTo>
                  <a:cubicBezTo>
                    <a:pt x="18421" y="24758"/>
                    <a:pt x="18622" y="24708"/>
                    <a:pt x="18772" y="24583"/>
                  </a:cubicBezTo>
                  <a:cubicBezTo>
                    <a:pt x="19299" y="24257"/>
                    <a:pt x="19875" y="23956"/>
                    <a:pt x="20351" y="23555"/>
                  </a:cubicBezTo>
                  <a:cubicBezTo>
                    <a:pt x="21880" y="22277"/>
                    <a:pt x="22933" y="20698"/>
                    <a:pt x="23033" y="18593"/>
                  </a:cubicBezTo>
                  <a:cubicBezTo>
                    <a:pt x="23058" y="18568"/>
                    <a:pt x="23058" y="18543"/>
                    <a:pt x="23083" y="18543"/>
                  </a:cubicBezTo>
                  <a:cubicBezTo>
                    <a:pt x="23258" y="18443"/>
                    <a:pt x="23434" y="18317"/>
                    <a:pt x="23584" y="18217"/>
                  </a:cubicBezTo>
                  <a:cubicBezTo>
                    <a:pt x="25088" y="17340"/>
                    <a:pt x="26366" y="16237"/>
                    <a:pt x="27344" y="14783"/>
                  </a:cubicBezTo>
                  <a:cubicBezTo>
                    <a:pt x="29248" y="11976"/>
                    <a:pt x="29274" y="8643"/>
                    <a:pt x="27394" y="5811"/>
                  </a:cubicBezTo>
                  <a:cubicBezTo>
                    <a:pt x="26717" y="4833"/>
                    <a:pt x="25915" y="3956"/>
                    <a:pt x="24938" y="3254"/>
                  </a:cubicBezTo>
                  <a:cubicBezTo>
                    <a:pt x="23659" y="2327"/>
                    <a:pt x="22356" y="1400"/>
                    <a:pt x="20727" y="1149"/>
                  </a:cubicBezTo>
                  <a:cubicBezTo>
                    <a:pt x="20702" y="1149"/>
                    <a:pt x="20677" y="1099"/>
                    <a:pt x="20627" y="1074"/>
                  </a:cubicBezTo>
                  <a:cubicBezTo>
                    <a:pt x="20401" y="974"/>
                    <a:pt x="20176" y="848"/>
                    <a:pt x="19925" y="773"/>
                  </a:cubicBezTo>
                  <a:cubicBezTo>
                    <a:pt x="18196" y="246"/>
                    <a:pt x="16435" y="1"/>
                    <a:pt x="146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48"/>
            <p:cNvSpPr/>
            <p:nvPr/>
          </p:nvSpPr>
          <p:spPr>
            <a:xfrm>
              <a:off x="2055900" y="4245650"/>
              <a:ext cx="207425" cy="125975"/>
            </a:xfrm>
            <a:custGeom>
              <a:avLst/>
              <a:gdLst/>
              <a:ahLst/>
              <a:cxnLst/>
              <a:rect l="l" t="t" r="r" b="b"/>
              <a:pathLst>
                <a:path w="8297" h="5039" extrusionOk="0">
                  <a:moveTo>
                    <a:pt x="8071" y="1"/>
                  </a:moveTo>
                  <a:cubicBezTo>
                    <a:pt x="7971" y="1"/>
                    <a:pt x="7820" y="176"/>
                    <a:pt x="7770" y="301"/>
                  </a:cubicBezTo>
                  <a:cubicBezTo>
                    <a:pt x="7695" y="427"/>
                    <a:pt x="7695" y="602"/>
                    <a:pt x="7670" y="778"/>
                  </a:cubicBezTo>
                  <a:cubicBezTo>
                    <a:pt x="7469" y="1705"/>
                    <a:pt x="7169" y="2582"/>
                    <a:pt x="6567" y="3359"/>
                  </a:cubicBezTo>
                  <a:cubicBezTo>
                    <a:pt x="5998" y="4047"/>
                    <a:pt x="5293" y="4466"/>
                    <a:pt x="4369" y="4466"/>
                  </a:cubicBezTo>
                  <a:cubicBezTo>
                    <a:pt x="4317" y="4466"/>
                    <a:pt x="4265" y="4464"/>
                    <a:pt x="4211" y="4462"/>
                  </a:cubicBezTo>
                  <a:cubicBezTo>
                    <a:pt x="3660" y="4437"/>
                    <a:pt x="3159" y="4261"/>
                    <a:pt x="2682" y="4011"/>
                  </a:cubicBezTo>
                  <a:cubicBezTo>
                    <a:pt x="1905" y="3585"/>
                    <a:pt x="1304" y="3008"/>
                    <a:pt x="753" y="2357"/>
                  </a:cubicBezTo>
                  <a:cubicBezTo>
                    <a:pt x="652" y="2231"/>
                    <a:pt x="577" y="2081"/>
                    <a:pt x="452" y="2006"/>
                  </a:cubicBezTo>
                  <a:cubicBezTo>
                    <a:pt x="402" y="1981"/>
                    <a:pt x="333" y="1968"/>
                    <a:pt x="264" y="1968"/>
                  </a:cubicBezTo>
                  <a:cubicBezTo>
                    <a:pt x="195" y="1968"/>
                    <a:pt x="126" y="1981"/>
                    <a:pt x="76" y="2006"/>
                  </a:cubicBezTo>
                  <a:cubicBezTo>
                    <a:pt x="26" y="2031"/>
                    <a:pt x="1" y="2206"/>
                    <a:pt x="26" y="2306"/>
                  </a:cubicBezTo>
                  <a:cubicBezTo>
                    <a:pt x="26" y="2382"/>
                    <a:pt x="101" y="2457"/>
                    <a:pt x="151" y="2507"/>
                  </a:cubicBezTo>
                  <a:cubicBezTo>
                    <a:pt x="803" y="3359"/>
                    <a:pt x="1580" y="4086"/>
                    <a:pt x="2557" y="4587"/>
                  </a:cubicBezTo>
                  <a:cubicBezTo>
                    <a:pt x="3109" y="4888"/>
                    <a:pt x="3710" y="5038"/>
                    <a:pt x="4462" y="5038"/>
                  </a:cubicBezTo>
                  <a:cubicBezTo>
                    <a:pt x="5489" y="5038"/>
                    <a:pt x="6392" y="4512"/>
                    <a:pt x="7068" y="3635"/>
                  </a:cubicBezTo>
                  <a:cubicBezTo>
                    <a:pt x="7770" y="2707"/>
                    <a:pt x="8121" y="1655"/>
                    <a:pt x="8297" y="527"/>
                  </a:cubicBezTo>
                  <a:cubicBezTo>
                    <a:pt x="8297" y="477"/>
                    <a:pt x="8297" y="452"/>
                    <a:pt x="8297" y="402"/>
                  </a:cubicBezTo>
                  <a:cubicBezTo>
                    <a:pt x="8297" y="226"/>
                    <a:pt x="8297" y="1"/>
                    <a:pt x="80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48"/>
            <p:cNvSpPr/>
            <p:nvPr/>
          </p:nvSpPr>
          <p:spPr>
            <a:xfrm>
              <a:off x="1985100" y="4207825"/>
              <a:ext cx="33225" cy="45375"/>
            </a:xfrm>
            <a:custGeom>
              <a:avLst/>
              <a:gdLst/>
              <a:ahLst/>
              <a:cxnLst/>
              <a:rect l="l" t="t" r="r" b="b"/>
              <a:pathLst>
                <a:path w="1329" h="1815" extrusionOk="0">
                  <a:moveTo>
                    <a:pt x="681" y="0"/>
                  </a:moveTo>
                  <a:cubicBezTo>
                    <a:pt x="459" y="0"/>
                    <a:pt x="235" y="148"/>
                    <a:pt x="126" y="411"/>
                  </a:cubicBezTo>
                  <a:cubicBezTo>
                    <a:pt x="51" y="561"/>
                    <a:pt x="26" y="712"/>
                    <a:pt x="1" y="862"/>
                  </a:cubicBezTo>
                  <a:cubicBezTo>
                    <a:pt x="1" y="1338"/>
                    <a:pt x="352" y="1814"/>
                    <a:pt x="702" y="1814"/>
                  </a:cubicBezTo>
                  <a:cubicBezTo>
                    <a:pt x="1003" y="1814"/>
                    <a:pt x="1329" y="1363"/>
                    <a:pt x="1329" y="837"/>
                  </a:cubicBezTo>
                  <a:cubicBezTo>
                    <a:pt x="1329" y="787"/>
                    <a:pt x="1329" y="661"/>
                    <a:pt x="1279" y="536"/>
                  </a:cubicBezTo>
                  <a:cubicBezTo>
                    <a:pt x="1204" y="286"/>
                    <a:pt x="1078" y="60"/>
                    <a:pt x="778" y="10"/>
                  </a:cubicBezTo>
                  <a:cubicBezTo>
                    <a:pt x="746" y="3"/>
                    <a:pt x="713" y="0"/>
                    <a:pt x="6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48"/>
            <p:cNvSpPr/>
            <p:nvPr/>
          </p:nvSpPr>
          <p:spPr>
            <a:xfrm>
              <a:off x="2232600" y="4164800"/>
              <a:ext cx="33225" cy="37650"/>
            </a:xfrm>
            <a:custGeom>
              <a:avLst/>
              <a:gdLst/>
              <a:ahLst/>
              <a:cxnLst/>
              <a:rect l="l" t="t" r="r" b="b"/>
              <a:pathLst>
                <a:path w="1329" h="1506" extrusionOk="0">
                  <a:moveTo>
                    <a:pt x="637" y="0"/>
                  </a:moveTo>
                  <a:cubicBezTo>
                    <a:pt x="280" y="0"/>
                    <a:pt x="0" y="319"/>
                    <a:pt x="0" y="778"/>
                  </a:cubicBezTo>
                  <a:cubicBezTo>
                    <a:pt x="0" y="1230"/>
                    <a:pt x="226" y="1505"/>
                    <a:pt x="602" y="1505"/>
                  </a:cubicBezTo>
                  <a:cubicBezTo>
                    <a:pt x="978" y="1505"/>
                    <a:pt x="1304" y="1154"/>
                    <a:pt x="1304" y="753"/>
                  </a:cubicBezTo>
                  <a:cubicBezTo>
                    <a:pt x="1329" y="377"/>
                    <a:pt x="1003" y="27"/>
                    <a:pt x="677" y="2"/>
                  </a:cubicBezTo>
                  <a:cubicBezTo>
                    <a:pt x="664" y="1"/>
                    <a:pt x="650" y="0"/>
                    <a:pt x="6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02" name="Google Shape;2302;p48"/>
          <p:cNvSpPr/>
          <p:nvPr/>
        </p:nvSpPr>
        <p:spPr>
          <a:xfrm>
            <a:off x="5170500" y="543200"/>
            <a:ext cx="3441600" cy="2853000"/>
          </a:xfrm>
          <a:prstGeom prst="rect">
            <a:avLst/>
          </a:pr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03" name="Google Shape;2303;p48"/>
          <p:cNvGrpSpPr/>
          <p:nvPr/>
        </p:nvGrpSpPr>
        <p:grpSpPr>
          <a:xfrm>
            <a:off x="5630971" y="876463"/>
            <a:ext cx="2604880" cy="2019449"/>
            <a:chOff x="5630971" y="876463"/>
            <a:chExt cx="2604880" cy="2019449"/>
          </a:xfrm>
        </p:grpSpPr>
        <p:grpSp>
          <p:nvGrpSpPr>
            <p:cNvPr id="2304" name="Google Shape;2304;p48"/>
            <p:cNvGrpSpPr/>
            <p:nvPr/>
          </p:nvGrpSpPr>
          <p:grpSpPr>
            <a:xfrm rot="5400000">
              <a:off x="7314918" y="1974979"/>
              <a:ext cx="977144" cy="864723"/>
              <a:chOff x="5170650" y="1470575"/>
              <a:chExt cx="816600" cy="722650"/>
            </a:xfrm>
          </p:grpSpPr>
          <p:sp>
            <p:nvSpPr>
              <p:cNvPr id="2305" name="Google Shape;2305;p48"/>
              <p:cNvSpPr/>
              <p:nvPr/>
            </p:nvSpPr>
            <p:spPr>
              <a:xfrm>
                <a:off x="5197475" y="1470575"/>
                <a:ext cx="789775" cy="722650"/>
              </a:xfrm>
              <a:custGeom>
                <a:avLst/>
                <a:gdLst/>
                <a:ahLst/>
                <a:cxnLst/>
                <a:rect l="l" t="t" r="r" b="b"/>
                <a:pathLst>
                  <a:path w="31591" h="28906" extrusionOk="0">
                    <a:moveTo>
                      <a:pt x="29605" y="7373"/>
                    </a:moveTo>
                    <a:cubicBezTo>
                      <a:pt x="29605" y="7384"/>
                      <a:pt x="29611" y="7396"/>
                      <a:pt x="29617" y="7407"/>
                    </a:cubicBezTo>
                    <a:lnTo>
                      <a:pt x="29617" y="7407"/>
                    </a:lnTo>
                    <a:lnTo>
                      <a:pt x="29605" y="7373"/>
                    </a:lnTo>
                    <a:close/>
                    <a:moveTo>
                      <a:pt x="29617" y="7407"/>
                    </a:moveTo>
                    <a:lnTo>
                      <a:pt x="29628" y="7441"/>
                    </a:lnTo>
                    <a:cubicBezTo>
                      <a:pt x="29628" y="7430"/>
                      <a:pt x="29622" y="7418"/>
                      <a:pt x="29617" y="7407"/>
                    </a:cubicBezTo>
                    <a:close/>
                    <a:moveTo>
                      <a:pt x="29520" y="19704"/>
                    </a:moveTo>
                    <a:cubicBezTo>
                      <a:pt x="29516" y="19709"/>
                      <a:pt x="29514" y="19714"/>
                      <a:pt x="29514" y="19721"/>
                    </a:cubicBezTo>
                    <a:cubicBezTo>
                      <a:pt x="29516" y="19716"/>
                      <a:pt x="29518" y="19710"/>
                      <a:pt x="29520" y="19704"/>
                    </a:cubicBezTo>
                    <a:close/>
                    <a:moveTo>
                      <a:pt x="17371" y="0"/>
                    </a:moveTo>
                    <a:cubicBezTo>
                      <a:pt x="17097" y="0"/>
                      <a:pt x="16800" y="23"/>
                      <a:pt x="16526" y="23"/>
                    </a:cubicBezTo>
                    <a:cubicBezTo>
                      <a:pt x="14723" y="114"/>
                      <a:pt x="12943" y="525"/>
                      <a:pt x="11276" y="1233"/>
                    </a:cubicBezTo>
                    <a:cubicBezTo>
                      <a:pt x="10500" y="1575"/>
                      <a:pt x="9724" y="1986"/>
                      <a:pt x="9017" y="2465"/>
                    </a:cubicBezTo>
                    <a:cubicBezTo>
                      <a:pt x="8309" y="2945"/>
                      <a:pt x="7624" y="3470"/>
                      <a:pt x="7008" y="4040"/>
                    </a:cubicBezTo>
                    <a:cubicBezTo>
                      <a:pt x="5730" y="5204"/>
                      <a:pt x="4634" y="6551"/>
                      <a:pt x="3676" y="7943"/>
                    </a:cubicBezTo>
                    <a:cubicBezTo>
                      <a:pt x="2306" y="9929"/>
                      <a:pt x="1165" y="12052"/>
                      <a:pt x="92" y="14198"/>
                    </a:cubicBezTo>
                    <a:cubicBezTo>
                      <a:pt x="1" y="14380"/>
                      <a:pt x="92" y="14608"/>
                      <a:pt x="275" y="14700"/>
                    </a:cubicBezTo>
                    <a:cubicBezTo>
                      <a:pt x="329" y="14727"/>
                      <a:pt x="388" y="14740"/>
                      <a:pt x="445" y="14740"/>
                    </a:cubicBezTo>
                    <a:cubicBezTo>
                      <a:pt x="581" y="14740"/>
                      <a:pt x="713" y="14668"/>
                      <a:pt x="777" y="14540"/>
                    </a:cubicBezTo>
                    <a:cubicBezTo>
                      <a:pt x="1781" y="12531"/>
                      <a:pt x="2854" y="10523"/>
                      <a:pt x="4109" y="8651"/>
                    </a:cubicBezTo>
                    <a:cubicBezTo>
                      <a:pt x="5205" y="7030"/>
                      <a:pt x="6483" y="5478"/>
                      <a:pt x="7990" y="4200"/>
                    </a:cubicBezTo>
                    <a:cubicBezTo>
                      <a:pt x="8971" y="3356"/>
                      <a:pt x="10044" y="2648"/>
                      <a:pt x="11208" y="2100"/>
                    </a:cubicBezTo>
                    <a:cubicBezTo>
                      <a:pt x="12326" y="1575"/>
                      <a:pt x="13513" y="1210"/>
                      <a:pt x="14723" y="1005"/>
                    </a:cubicBezTo>
                    <a:lnTo>
                      <a:pt x="14632" y="1005"/>
                    </a:lnTo>
                    <a:cubicBezTo>
                      <a:pt x="15534" y="849"/>
                      <a:pt x="16456" y="768"/>
                      <a:pt x="17379" y="768"/>
                    </a:cubicBezTo>
                    <a:cubicBezTo>
                      <a:pt x="17811" y="768"/>
                      <a:pt x="18242" y="786"/>
                      <a:pt x="18672" y="822"/>
                    </a:cubicBezTo>
                    <a:cubicBezTo>
                      <a:pt x="20087" y="936"/>
                      <a:pt x="21457" y="1233"/>
                      <a:pt x="22803" y="1689"/>
                    </a:cubicBezTo>
                    <a:cubicBezTo>
                      <a:pt x="23922" y="2100"/>
                      <a:pt x="25017" y="2625"/>
                      <a:pt x="26022" y="3310"/>
                    </a:cubicBezTo>
                    <a:cubicBezTo>
                      <a:pt x="25999" y="3287"/>
                      <a:pt x="25953" y="3264"/>
                      <a:pt x="25930" y="3241"/>
                    </a:cubicBezTo>
                    <a:lnTo>
                      <a:pt x="25930" y="3241"/>
                    </a:lnTo>
                    <a:cubicBezTo>
                      <a:pt x="26775" y="3812"/>
                      <a:pt x="27528" y="4474"/>
                      <a:pt x="28190" y="5227"/>
                    </a:cubicBezTo>
                    <a:cubicBezTo>
                      <a:pt x="28761" y="5889"/>
                      <a:pt x="29217" y="6597"/>
                      <a:pt x="29605" y="7350"/>
                    </a:cubicBezTo>
                    <a:cubicBezTo>
                      <a:pt x="29788" y="7761"/>
                      <a:pt x="29948" y="8172"/>
                      <a:pt x="30084" y="8583"/>
                    </a:cubicBezTo>
                    <a:cubicBezTo>
                      <a:pt x="30244" y="9062"/>
                      <a:pt x="30358" y="9564"/>
                      <a:pt x="30450" y="10043"/>
                    </a:cubicBezTo>
                    <a:cubicBezTo>
                      <a:pt x="30701" y="11504"/>
                      <a:pt x="30769" y="12988"/>
                      <a:pt x="30655" y="14471"/>
                    </a:cubicBezTo>
                    <a:cubicBezTo>
                      <a:pt x="30519" y="16269"/>
                      <a:pt x="30110" y="18020"/>
                      <a:pt x="29520" y="19704"/>
                    </a:cubicBezTo>
                    <a:lnTo>
                      <a:pt x="29520" y="19704"/>
                    </a:lnTo>
                    <a:cubicBezTo>
                      <a:pt x="29523" y="19700"/>
                      <a:pt x="29527" y="19697"/>
                      <a:pt x="29531" y="19693"/>
                    </a:cubicBezTo>
                    <a:lnTo>
                      <a:pt x="29531" y="19693"/>
                    </a:lnTo>
                    <a:cubicBezTo>
                      <a:pt x="28641" y="22197"/>
                      <a:pt x="27365" y="24542"/>
                      <a:pt x="25885" y="26751"/>
                    </a:cubicBezTo>
                    <a:cubicBezTo>
                      <a:pt x="25542" y="27254"/>
                      <a:pt x="25177" y="27756"/>
                      <a:pt x="24812" y="28258"/>
                    </a:cubicBezTo>
                    <a:cubicBezTo>
                      <a:pt x="24743" y="28349"/>
                      <a:pt x="24698" y="28440"/>
                      <a:pt x="24721" y="28532"/>
                    </a:cubicBezTo>
                    <a:cubicBezTo>
                      <a:pt x="24721" y="28646"/>
                      <a:pt x="24766" y="28737"/>
                      <a:pt x="24835" y="28806"/>
                    </a:cubicBezTo>
                    <a:cubicBezTo>
                      <a:pt x="24911" y="28872"/>
                      <a:pt x="25009" y="28906"/>
                      <a:pt x="25106" y="28906"/>
                    </a:cubicBezTo>
                    <a:cubicBezTo>
                      <a:pt x="25209" y="28906"/>
                      <a:pt x="25311" y="28866"/>
                      <a:pt x="25382" y="28783"/>
                    </a:cubicBezTo>
                    <a:cubicBezTo>
                      <a:pt x="27962" y="25313"/>
                      <a:pt x="30107" y="21410"/>
                      <a:pt x="31020" y="17165"/>
                    </a:cubicBezTo>
                    <a:cubicBezTo>
                      <a:pt x="31477" y="15065"/>
                      <a:pt x="31591" y="12874"/>
                      <a:pt x="31317" y="10728"/>
                    </a:cubicBezTo>
                    <a:cubicBezTo>
                      <a:pt x="31180" y="9769"/>
                      <a:pt x="30998" y="8811"/>
                      <a:pt x="30655" y="7898"/>
                    </a:cubicBezTo>
                    <a:cubicBezTo>
                      <a:pt x="30358" y="7122"/>
                      <a:pt x="29970" y="6368"/>
                      <a:pt x="29514" y="5684"/>
                    </a:cubicBezTo>
                    <a:cubicBezTo>
                      <a:pt x="27642" y="2945"/>
                      <a:pt x="24561" y="1256"/>
                      <a:pt x="21388" y="480"/>
                    </a:cubicBezTo>
                    <a:cubicBezTo>
                      <a:pt x="20087" y="183"/>
                      <a:pt x="18717" y="0"/>
                      <a:pt x="173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2306;p48"/>
              <p:cNvSpPr/>
              <p:nvPr/>
            </p:nvSpPr>
            <p:spPr>
              <a:xfrm>
                <a:off x="5170650" y="1585825"/>
                <a:ext cx="341275" cy="260850"/>
              </a:xfrm>
              <a:custGeom>
                <a:avLst/>
                <a:gdLst/>
                <a:ahLst/>
                <a:cxnLst/>
                <a:rect l="l" t="t" r="r" b="b"/>
                <a:pathLst>
                  <a:path w="13651" h="10434" extrusionOk="0">
                    <a:moveTo>
                      <a:pt x="10843" y="6255"/>
                    </a:moveTo>
                    <a:lnTo>
                      <a:pt x="10843" y="6255"/>
                    </a:lnTo>
                    <a:cubicBezTo>
                      <a:pt x="10828" y="6262"/>
                      <a:pt x="10812" y="6270"/>
                      <a:pt x="10797" y="6277"/>
                    </a:cubicBezTo>
                    <a:lnTo>
                      <a:pt x="10797" y="6277"/>
                    </a:lnTo>
                    <a:cubicBezTo>
                      <a:pt x="10812" y="6275"/>
                      <a:pt x="10828" y="6270"/>
                      <a:pt x="10843" y="6255"/>
                    </a:cubicBezTo>
                    <a:close/>
                    <a:moveTo>
                      <a:pt x="366" y="1"/>
                    </a:moveTo>
                    <a:cubicBezTo>
                      <a:pt x="184" y="1"/>
                      <a:pt x="1" y="184"/>
                      <a:pt x="24" y="389"/>
                    </a:cubicBezTo>
                    <a:cubicBezTo>
                      <a:pt x="298" y="3630"/>
                      <a:pt x="1074" y="6803"/>
                      <a:pt x="1097" y="10067"/>
                    </a:cubicBezTo>
                    <a:cubicBezTo>
                      <a:pt x="1097" y="10240"/>
                      <a:pt x="1261" y="10434"/>
                      <a:pt x="1453" y="10434"/>
                    </a:cubicBezTo>
                    <a:cubicBezTo>
                      <a:pt x="1464" y="10434"/>
                      <a:pt x="1474" y="10433"/>
                      <a:pt x="1485" y="10432"/>
                    </a:cubicBezTo>
                    <a:cubicBezTo>
                      <a:pt x="3128" y="10249"/>
                      <a:pt x="4657" y="9542"/>
                      <a:pt x="6118" y="8789"/>
                    </a:cubicBezTo>
                    <a:cubicBezTo>
                      <a:pt x="7678" y="7975"/>
                      <a:pt x="9194" y="7049"/>
                      <a:pt x="10797" y="6277"/>
                    </a:cubicBezTo>
                    <a:lnTo>
                      <a:pt x="10797" y="6277"/>
                    </a:lnTo>
                    <a:cubicBezTo>
                      <a:pt x="10790" y="6278"/>
                      <a:pt x="10782" y="6278"/>
                      <a:pt x="10774" y="6278"/>
                    </a:cubicBezTo>
                    <a:cubicBezTo>
                      <a:pt x="11619" y="5890"/>
                      <a:pt x="12464" y="5547"/>
                      <a:pt x="13331" y="5342"/>
                    </a:cubicBezTo>
                    <a:cubicBezTo>
                      <a:pt x="13536" y="5274"/>
                      <a:pt x="13650" y="5045"/>
                      <a:pt x="13582" y="4863"/>
                    </a:cubicBezTo>
                    <a:cubicBezTo>
                      <a:pt x="13525" y="4692"/>
                      <a:pt x="13374" y="4600"/>
                      <a:pt x="13206" y="4600"/>
                    </a:cubicBezTo>
                    <a:cubicBezTo>
                      <a:pt x="13172" y="4600"/>
                      <a:pt x="13137" y="4604"/>
                      <a:pt x="13103" y="4612"/>
                    </a:cubicBezTo>
                    <a:cubicBezTo>
                      <a:pt x="11642" y="4977"/>
                      <a:pt x="10272" y="5662"/>
                      <a:pt x="8926" y="6392"/>
                    </a:cubicBezTo>
                    <a:cubicBezTo>
                      <a:pt x="7556" y="7122"/>
                      <a:pt x="6187" y="7944"/>
                      <a:pt x="4771" y="8606"/>
                    </a:cubicBezTo>
                    <a:cubicBezTo>
                      <a:pt x="4794" y="8606"/>
                      <a:pt x="4840" y="8583"/>
                      <a:pt x="4863" y="8583"/>
                    </a:cubicBezTo>
                    <a:cubicBezTo>
                      <a:pt x="3927" y="9017"/>
                      <a:pt x="2968" y="9405"/>
                      <a:pt x="1941" y="9588"/>
                    </a:cubicBezTo>
                    <a:cubicBezTo>
                      <a:pt x="1918" y="9610"/>
                      <a:pt x="1873" y="9610"/>
                      <a:pt x="1850" y="9610"/>
                    </a:cubicBezTo>
                    <a:cubicBezTo>
                      <a:pt x="1781" y="6506"/>
                      <a:pt x="1051" y="3448"/>
                      <a:pt x="777" y="343"/>
                    </a:cubicBezTo>
                    <a:cubicBezTo>
                      <a:pt x="754" y="161"/>
                      <a:pt x="594" y="1"/>
                      <a:pt x="3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07" name="Google Shape;2307;p48"/>
            <p:cNvSpPr/>
            <p:nvPr/>
          </p:nvSpPr>
          <p:spPr>
            <a:xfrm rot="-559010">
              <a:off x="7145496" y="942199"/>
              <a:ext cx="857021" cy="551493"/>
            </a:xfrm>
            <a:custGeom>
              <a:avLst/>
              <a:gdLst/>
              <a:ahLst/>
              <a:cxnLst/>
              <a:rect l="l" t="t" r="r" b="b"/>
              <a:pathLst>
                <a:path w="19324" h="12435" extrusionOk="0">
                  <a:moveTo>
                    <a:pt x="12724" y="622"/>
                  </a:moveTo>
                  <a:cubicBezTo>
                    <a:pt x="14536" y="622"/>
                    <a:pt x="16351" y="665"/>
                    <a:pt x="18171" y="777"/>
                  </a:cubicBezTo>
                  <a:cubicBezTo>
                    <a:pt x="15464" y="3058"/>
                    <a:pt x="12782" y="5288"/>
                    <a:pt x="10051" y="7569"/>
                  </a:cubicBezTo>
                  <a:cubicBezTo>
                    <a:pt x="7043" y="5414"/>
                    <a:pt x="4036" y="3308"/>
                    <a:pt x="1178" y="953"/>
                  </a:cubicBezTo>
                  <a:cubicBezTo>
                    <a:pt x="5031" y="816"/>
                    <a:pt x="8871" y="622"/>
                    <a:pt x="12724" y="622"/>
                  </a:cubicBezTo>
                  <a:close/>
                  <a:moveTo>
                    <a:pt x="652" y="1379"/>
                  </a:moveTo>
                  <a:lnTo>
                    <a:pt x="652" y="1379"/>
                  </a:lnTo>
                  <a:cubicBezTo>
                    <a:pt x="2381" y="2682"/>
                    <a:pt x="4061" y="3960"/>
                    <a:pt x="5765" y="5238"/>
                  </a:cubicBezTo>
                  <a:cubicBezTo>
                    <a:pt x="4361" y="7018"/>
                    <a:pt x="2958" y="8747"/>
                    <a:pt x="1529" y="10577"/>
                  </a:cubicBezTo>
                  <a:cubicBezTo>
                    <a:pt x="1078" y="7494"/>
                    <a:pt x="802" y="4486"/>
                    <a:pt x="652" y="1379"/>
                  </a:cubicBezTo>
                  <a:close/>
                  <a:moveTo>
                    <a:pt x="18672" y="1203"/>
                  </a:moveTo>
                  <a:cubicBezTo>
                    <a:pt x="18772" y="1930"/>
                    <a:pt x="18672" y="2582"/>
                    <a:pt x="18672" y="3233"/>
                  </a:cubicBezTo>
                  <a:cubicBezTo>
                    <a:pt x="18672" y="3885"/>
                    <a:pt x="18697" y="4511"/>
                    <a:pt x="18672" y="5163"/>
                  </a:cubicBezTo>
                  <a:cubicBezTo>
                    <a:pt x="18672" y="5840"/>
                    <a:pt x="18622" y="6491"/>
                    <a:pt x="18597" y="7168"/>
                  </a:cubicBezTo>
                  <a:cubicBezTo>
                    <a:pt x="18597" y="7795"/>
                    <a:pt x="18597" y="8446"/>
                    <a:pt x="18597" y="9098"/>
                  </a:cubicBezTo>
                  <a:lnTo>
                    <a:pt x="18597" y="11178"/>
                  </a:lnTo>
                  <a:cubicBezTo>
                    <a:pt x="17068" y="9073"/>
                    <a:pt x="15589" y="7043"/>
                    <a:pt x="14061" y="4963"/>
                  </a:cubicBezTo>
                  <a:cubicBezTo>
                    <a:pt x="15539" y="3634"/>
                    <a:pt x="17068" y="2456"/>
                    <a:pt x="18672" y="1203"/>
                  </a:cubicBezTo>
                  <a:close/>
                  <a:moveTo>
                    <a:pt x="13685" y="5339"/>
                  </a:moveTo>
                  <a:cubicBezTo>
                    <a:pt x="15214" y="7494"/>
                    <a:pt x="16742" y="9624"/>
                    <a:pt x="18271" y="11730"/>
                  </a:cubicBezTo>
                  <a:cubicBezTo>
                    <a:pt x="18188" y="11758"/>
                    <a:pt x="17807" y="11771"/>
                    <a:pt x="17213" y="11771"/>
                  </a:cubicBezTo>
                  <a:cubicBezTo>
                    <a:pt x="13672" y="11771"/>
                    <a:pt x="2552" y="11318"/>
                    <a:pt x="1780" y="11103"/>
                  </a:cubicBezTo>
                  <a:cubicBezTo>
                    <a:pt x="3309" y="9223"/>
                    <a:pt x="4762" y="7419"/>
                    <a:pt x="6266" y="5564"/>
                  </a:cubicBezTo>
                  <a:cubicBezTo>
                    <a:pt x="6567" y="5790"/>
                    <a:pt x="6817" y="5965"/>
                    <a:pt x="7068" y="6141"/>
                  </a:cubicBezTo>
                  <a:cubicBezTo>
                    <a:pt x="7820" y="6667"/>
                    <a:pt x="8597" y="7243"/>
                    <a:pt x="9374" y="7770"/>
                  </a:cubicBezTo>
                  <a:cubicBezTo>
                    <a:pt x="9649" y="7961"/>
                    <a:pt x="9844" y="8055"/>
                    <a:pt x="10033" y="8055"/>
                  </a:cubicBezTo>
                  <a:cubicBezTo>
                    <a:pt x="10240" y="8055"/>
                    <a:pt x="10439" y="7942"/>
                    <a:pt x="10727" y="7719"/>
                  </a:cubicBezTo>
                  <a:cubicBezTo>
                    <a:pt x="11604" y="7018"/>
                    <a:pt x="12482" y="6291"/>
                    <a:pt x="13359" y="5589"/>
                  </a:cubicBezTo>
                  <a:cubicBezTo>
                    <a:pt x="13459" y="5514"/>
                    <a:pt x="13534" y="5439"/>
                    <a:pt x="13685" y="5339"/>
                  </a:cubicBezTo>
                  <a:close/>
                  <a:moveTo>
                    <a:pt x="9650" y="0"/>
                  </a:moveTo>
                  <a:cubicBezTo>
                    <a:pt x="9650" y="25"/>
                    <a:pt x="9650" y="50"/>
                    <a:pt x="9650" y="50"/>
                  </a:cubicBezTo>
                  <a:cubicBezTo>
                    <a:pt x="7218" y="151"/>
                    <a:pt x="4787" y="226"/>
                    <a:pt x="2356" y="301"/>
                  </a:cubicBezTo>
                  <a:cubicBezTo>
                    <a:pt x="1755" y="326"/>
                    <a:pt x="1153" y="376"/>
                    <a:pt x="552" y="401"/>
                  </a:cubicBezTo>
                  <a:cubicBezTo>
                    <a:pt x="25" y="451"/>
                    <a:pt x="0" y="501"/>
                    <a:pt x="51" y="1053"/>
                  </a:cubicBezTo>
                  <a:cubicBezTo>
                    <a:pt x="126" y="1830"/>
                    <a:pt x="176" y="2607"/>
                    <a:pt x="226" y="3409"/>
                  </a:cubicBezTo>
                  <a:cubicBezTo>
                    <a:pt x="276" y="4311"/>
                    <a:pt x="326" y="5213"/>
                    <a:pt x="401" y="6115"/>
                  </a:cubicBezTo>
                  <a:cubicBezTo>
                    <a:pt x="577" y="7719"/>
                    <a:pt x="777" y="9349"/>
                    <a:pt x="953" y="10978"/>
                  </a:cubicBezTo>
                  <a:cubicBezTo>
                    <a:pt x="1003" y="11404"/>
                    <a:pt x="1078" y="11529"/>
                    <a:pt x="1504" y="11629"/>
                  </a:cubicBezTo>
                  <a:cubicBezTo>
                    <a:pt x="1730" y="11704"/>
                    <a:pt x="1930" y="11730"/>
                    <a:pt x="2156" y="11755"/>
                  </a:cubicBezTo>
                  <a:cubicBezTo>
                    <a:pt x="5239" y="11905"/>
                    <a:pt x="8321" y="12080"/>
                    <a:pt x="11379" y="12231"/>
                  </a:cubicBezTo>
                  <a:cubicBezTo>
                    <a:pt x="13910" y="12331"/>
                    <a:pt x="16417" y="12356"/>
                    <a:pt x="18923" y="12431"/>
                  </a:cubicBezTo>
                  <a:cubicBezTo>
                    <a:pt x="18946" y="12433"/>
                    <a:pt x="18968" y="12434"/>
                    <a:pt x="18989" y="12434"/>
                  </a:cubicBezTo>
                  <a:cubicBezTo>
                    <a:pt x="19215" y="12434"/>
                    <a:pt x="19299" y="12312"/>
                    <a:pt x="19299" y="12105"/>
                  </a:cubicBezTo>
                  <a:cubicBezTo>
                    <a:pt x="19324" y="11830"/>
                    <a:pt x="19299" y="11579"/>
                    <a:pt x="19299" y="11303"/>
                  </a:cubicBezTo>
                  <a:cubicBezTo>
                    <a:pt x="19249" y="10526"/>
                    <a:pt x="19198" y="9750"/>
                    <a:pt x="19198" y="8973"/>
                  </a:cubicBezTo>
                  <a:cubicBezTo>
                    <a:pt x="19173" y="6817"/>
                    <a:pt x="19224" y="4662"/>
                    <a:pt x="19224" y="2506"/>
                  </a:cubicBezTo>
                  <a:cubicBezTo>
                    <a:pt x="19224" y="1930"/>
                    <a:pt x="19224" y="1379"/>
                    <a:pt x="19249" y="802"/>
                  </a:cubicBezTo>
                  <a:cubicBezTo>
                    <a:pt x="19249" y="251"/>
                    <a:pt x="19198" y="201"/>
                    <a:pt x="18647" y="176"/>
                  </a:cubicBezTo>
                  <a:cubicBezTo>
                    <a:pt x="17995" y="151"/>
                    <a:pt x="17369" y="151"/>
                    <a:pt x="16717" y="151"/>
                  </a:cubicBezTo>
                  <a:cubicBezTo>
                    <a:pt x="14361" y="100"/>
                    <a:pt x="12005" y="50"/>
                    <a:pt x="96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2308;p48"/>
            <p:cNvSpPr/>
            <p:nvPr/>
          </p:nvSpPr>
          <p:spPr>
            <a:xfrm rot="1184300">
              <a:off x="5698917" y="1320344"/>
              <a:ext cx="856984" cy="551470"/>
            </a:xfrm>
            <a:custGeom>
              <a:avLst/>
              <a:gdLst/>
              <a:ahLst/>
              <a:cxnLst/>
              <a:rect l="l" t="t" r="r" b="b"/>
              <a:pathLst>
                <a:path w="19324" h="12435" extrusionOk="0">
                  <a:moveTo>
                    <a:pt x="12724" y="622"/>
                  </a:moveTo>
                  <a:cubicBezTo>
                    <a:pt x="14536" y="622"/>
                    <a:pt x="16351" y="665"/>
                    <a:pt x="18171" y="777"/>
                  </a:cubicBezTo>
                  <a:cubicBezTo>
                    <a:pt x="15464" y="3058"/>
                    <a:pt x="12782" y="5288"/>
                    <a:pt x="10051" y="7569"/>
                  </a:cubicBezTo>
                  <a:cubicBezTo>
                    <a:pt x="7043" y="5414"/>
                    <a:pt x="4036" y="3308"/>
                    <a:pt x="1178" y="953"/>
                  </a:cubicBezTo>
                  <a:cubicBezTo>
                    <a:pt x="5031" y="816"/>
                    <a:pt x="8871" y="622"/>
                    <a:pt x="12724" y="622"/>
                  </a:cubicBezTo>
                  <a:close/>
                  <a:moveTo>
                    <a:pt x="652" y="1379"/>
                  </a:moveTo>
                  <a:lnTo>
                    <a:pt x="652" y="1379"/>
                  </a:lnTo>
                  <a:cubicBezTo>
                    <a:pt x="2381" y="2682"/>
                    <a:pt x="4061" y="3960"/>
                    <a:pt x="5765" y="5238"/>
                  </a:cubicBezTo>
                  <a:cubicBezTo>
                    <a:pt x="4361" y="7018"/>
                    <a:pt x="2958" y="8747"/>
                    <a:pt x="1529" y="10577"/>
                  </a:cubicBezTo>
                  <a:cubicBezTo>
                    <a:pt x="1078" y="7494"/>
                    <a:pt x="802" y="4486"/>
                    <a:pt x="652" y="1379"/>
                  </a:cubicBezTo>
                  <a:close/>
                  <a:moveTo>
                    <a:pt x="18672" y="1203"/>
                  </a:moveTo>
                  <a:cubicBezTo>
                    <a:pt x="18772" y="1930"/>
                    <a:pt x="18672" y="2582"/>
                    <a:pt x="18672" y="3233"/>
                  </a:cubicBezTo>
                  <a:cubicBezTo>
                    <a:pt x="18672" y="3885"/>
                    <a:pt x="18697" y="4511"/>
                    <a:pt x="18672" y="5163"/>
                  </a:cubicBezTo>
                  <a:cubicBezTo>
                    <a:pt x="18672" y="5840"/>
                    <a:pt x="18622" y="6491"/>
                    <a:pt x="18597" y="7168"/>
                  </a:cubicBezTo>
                  <a:cubicBezTo>
                    <a:pt x="18597" y="7795"/>
                    <a:pt x="18597" y="8446"/>
                    <a:pt x="18597" y="9098"/>
                  </a:cubicBezTo>
                  <a:lnTo>
                    <a:pt x="18597" y="11178"/>
                  </a:lnTo>
                  <a:cubicBezTo>
                    <a:pt x="17068" y="9073"/>
                    <a:pt x="15589" y="7043"/>
                    <a:pt x="14061" y="4963"/>
                  </a:cubicBezTo>
                  <a:cubicBezTo>
                    <a:pt x="15539" y="3634"/>
                    <a:pt x="17068" y="2456"/>
                    <a:pt x="18672" y="1203"/>
                  </a:cubicBezTo>
                  <a:close/>
                  <a:moveTo>
                    <a:pt x="13685" y="5339"/>
                  </a:moveTo>
                  <a:cubicBezTo>
                    <a:pt x="15214" y="7494"/>
                    <a:pt x="16742" y="9624"/>
                    <a:pt x="18271" y="11730"/>
                  </a:cubicBezTo>
                  <a:cubicBezTo>
                    <a:pt x="18188" y="11758"/>
                    <a:pt x="17807" y="11771"/>
                    <a:pt x="17213" y="11771"/>
                  </a:cubicBezTo>
                  <a:cubicBezTo>
                    <a:pt x="13672" y="11771"/>
                    <a:pt x="2552" y="11318"/>
                    <a:pt x="1780" y="11103"/>
                  </a:cubicBezTo>
                  <a:cubicBezTo>
                    <a:pt x="3309" y="9223"/>
                    <a:pt x="4762" y="7419"/>
                    <a:pt x="6266" y="5564"/>
                  </a:cubicBezTo>
                  <a:cubicBezTo>
                    <a:pt x="6567" y="5790"/>
                    <a:pt x="6817" y="5965"/>
                    <a:pt x="7068" y="6141"/>
                  </a:cubicBezTo>
                  <a:cubicBezTo>
                    <a:pt x="7820" y="6667"/>
                    <a:pt x="8597" y="7243"/>
                    <a:pt x="9374" y="7770"/>
                  </a:cubicBezTo>
                  <a:cubicBezTo>
                    <a:pt x="9649" y="7961"/>
                    <a:pt x="9844" y="8055"/>
                    <a:pt x="10033" y="8055"/>
                  </a:cubicBezTo>
                  <a:cubicBezTo>
                    <a:pt x="10240" y="8055"/>
                    <a:pt x="10439" y="7942"/>
                    <a:pt x="10727" y="7719"/>
                  </a:cubicBezTo>
                  <a:cubicBezTo>
                    <a:pt x="11604" y="7018"/>
                    <a:pt x="12482" y="6291"/>
                    <a:pt x="13359" y="5589"/>
                  </a:cubicBezTo>
                  <a:cubicBezTo>
                    <a:pt x="13459" y="5514"/>
                    <a:pt x="13534" y="5439"/>
                    <a:pt x="13685" y="5339"/>
                  </a:cubicBezTo>
                  <a:close/>
                  <a:moveTo>
                    <a:pt x="9650" y="0"/>
                  </a:moveTo>
                  <a:cubicBezTo>
                    <a:pt x="9650" y="25"/>
                    <a:pt x="9650" y="50"/>
                    <a:pt x="9650" y="50"/>
                  </a:cubicBezTo>
                  <a:cubicBezTo>
                    <a:pt x="7218" y="151"/>
                    <a:pt x="4787" y="226"/>
                    <a:pt x="2356" y="301"/>
                  </a:cubicBezTo>
                  <a:cubicBezTo>
                    <a:pt x="1755" y="326"/>
                    <a:pt x="1153" y="376"/>
                    <a:pt x="552" y="401"/>
                  </a:cubicBezTo>
                  <a:cubicBezTo>
                    <a:pt x="25" y="451"/>
                    <a:pt x="0" y="501"/>
                    <a:pt x="51" y="1053"/>
                  </a:cubicBezTo>
                  <a:cubicBezTo>
                    <a:pt x="126" y="1830"/>
                    <a:pt x="176" y="2607"/>
                    <a:pt x="226" y="3409"/>
                  </a:cubicBezTo>
                  <a:cubicBezTo>
                    <a:pt x="276" y="4311"/>
                    <a:pt x="326" y="5213"/>
                    <a:pt x="401" y="6115"/>
                  </a:cubicBezTo>
                  <a:cubicBezTo>
                    <a:pt x="577" y="7719"/>
                    <a:pt x="777" y="9349"/>
                    <a:pt x="953" y="10978"/>
                  </a:cubicBezTo>
                  <a:cubicBezTo>
                    <a:pt x="1003" y="11404"/>
                    <a:pt x="1078" y="11529"/>
                    <a:pt x="1504" y="11629"/>
                  </a:cubicBezTo>
                  <a:cubicBezTo>
                    <a:pt x="1730" y="11704"/>
                    <a:pt x="1930" y="11730"/>
                    <a:pt x="2156" y="11755"/>
                  </a:cubicBezTo>
                  <a:cubicBezTo>
                    <a:pt x="5239" y="11905"/>
                    <a:pt x="8321" y="12080"/>
                    <a:pt x="11379" y="12231"/>
                  </a:cubicBezTo>
                  <a:cubicBezTo>
                    <a:pt x="13910" y="12331"/>
                    <a:pt x="16417" y="12356"/>
                    <a:pt x="18923" y="12431"/>
                  </a:cubicBezTo>
                  <a:cubicBezTo>
                    <a:pt x="18946" y="12433"/>
                    <a:pt x="18968" y="12434"/>
                    <a:pt x="18989" y="12434"/>
                  </a:cubicBezTo>
                  <a:cubicBezTo>
                    <a:pt x="19215" y="12434"/>
                    <a:pt x="19299" y="12312"/>
                    <a:pt x="19299" y="12105"/>
                  </a:cubicBezTo>
                  <a:cubicBezTo>
                    <a:pt x="19324" y="11830"/>
                    <a:pt x="19299" y="11579"/>
                    <a:pt x="19299" y="11303"/>
                  </a:cubicBezTo>
                  <a:cubicBezTo>
                    <a:pt x="19249" y="10526"/>
                    <a:pt x="19198" y="9750"/>
                    <a:pt x="19198" y="8973"/>
                  </a:cubicBezTo>
                  <a:cubicBezTo>
                    <a:pt x="19173" y="6817"/>
                    <a:pt x="19224" y="4662"/>
                    <a:pt x="19224" y="2506"/>
                  </a:cubicBezTo>
                  <a:cubicBezTo>
                    <a:pt x="19224" y="1930"/>
                    <a:pt x="19224" y="1379"/>
                    <a:pt x="19249" y="802"/>
                  </a:cubicBezTo>
                  <a:cubicBezTo>
                    <a:pt x="19249" y="251"/>
                    <a:pt x="19198" y="201"/>
                    <a:pt x="18647" y="176"/>
                  </a:cubicBezTo>
                  <a:cubicBezTo>
                    <a:pt x="17995" y="151"/>
                    <a:pt x="17369" y="151"/>
                    <a:pt x="16717" y="151"/>
                  </a:cubicBezTo>
                  <a:cubicBezTo>
                    <a:pt x="14361" y="100"/>
                    <a:pt x="12005" y="50"/>
                    <a:pt x="96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09" name="Google Shape;2309;p48"/>
          <p:cNvSpPr txBox="1">
            <a:spLocks noGrp="1"/>
          </p:cNvSpPr>
          <p:nvPr>
            <p:ph type="title"/>
          </p:nvPr>
        </p:nvSpPr>
        <p:spPr>
          <a:xfrm>
            <a:off x="1493100" y="1624275"/>
            <a:ext cx="6157800" cy="1895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Awesome words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13"/>
        <p:cNvGrpSpPr/>
        <p:nvPr/>
      </p:nvGrpSpPr>
      <p:grpSpPr>
        <a:xfrm>
          <a:off x="0" y="0"/>
          <a:ext cx="0" cy="0"/>
          <a:chOff x="0" y="0"/>
          <a:chExt cx="0" cy="0"/>
        </a:xfrm>
      </p:grpSpPr>
      <p:pic>
        <p:nvPicPr>
          <p:cNvPr id="2314" name="Google Shape;2314;p49"/>
          <p:cNvPicPr preferRelativeResize="0">
            <a:picLocks noGrp="1"/>
          </p:cNvPicPr>
          <p:nvPr>
            <p:ph type="pic" idx="2"/>
          </p:nvPr>
        </p:nvPicPr>
        <p:blipFill rotWithShape="1">
          <a:blip r:embed="rId3">
            <a:alphaModFix/>
          </a:blip>
          <a:srcRect t="7798" b="7806"/>
          <a:stretch/>
        </p:blipFill>
        <p:spPr>
          <a:xfrm>
            <a:off x="0" y="0"/>
            <a:ext cx="9144003" cy="5143501"/>
          </a:xfrm>
          <a:prstGeom prst="rect">
            <a:avLst/>
          </a:prstGeom>
        </p:spPr>
      </p:pic>
      <p:sp>
        <p:nvSpPr>
          <p:cNvPr id="2315" name="Google Shape;2315;p49"/>
          <p:cNvSpPr/>
          <p:nvPr/>
        </p:nvSpPr>
        <p:spPr>
          <a:xfrm>
            <a:off x="6978400" y="2437475"/>
            <a:ext cx="1670100" cy="1247700"/>
          </a:xfrm>
          <a:prstGeom prst="rect">
            <a:avLst/>
          </a:pr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16" name="Google Shape;2316;p49"/>
          <p:cNvGrpSpPr/>
          <p:nvPr/>
        </p:nvGrpSpPr>
        <p:grpSpPr>
          <a:xfrm rot="3088181">
            <a:off x="7308028" y="2663127"/>
            <a:ext cx="1012049" cy="797335"/>
            <a:chOff x="3304125" y="3737675"/>
            <a:chExt cx="827450" cy="651900"/>
          </a:xfrm>
        </p:grpSpPr>
        <p:sp>
          <p:nvSpPr>
            <p:cNvPr id="2317" name="Google Shape;2317;p49"/>
            <p:cNvSpPr/>
            <p:nvPr/>
          </p:nvSpPr>
          <p:spPr>
            <a:xfrm>
              <a:off x="3385150" y="3737675"/>
              <a:ext cx="701325" cy="651900"/>
            </a:xfrm>
            <a:custGeom>
              <a:avLst/>
              <a:gdLst/>
              <a:ahLst/>
              <a:cxnLst/>
              <a:rect l="l" t="t" r="r" b="b"/>
              <a:pathLst>
                <a:path w="28053" h="26076" extrusionOk="0">
                  <a:moveTo>
                    <a:pt x="1370" y="9775"/>
                  </a:moveTo>
                  <a:cubicBezTo>
                    <a:pt x="1362" y="9796"/>
                    <a:pt x="1355" y="9817"/>
                    <a:pt x="1347" y="9839"/>
                  </a:cubicBezTo>
                  <a:cubicBezTo>
                    <a:pt x="1365" y="9821"/>
                    <a:pt x="1369" y="9803"/>
                    <a:pt x="1370" y="9775"/>
                  </a:cubicBezTo>
                  <a:close/>
                  <a:moveTo>
                    <a:pt x="16435" y="25040"/>
                  </a:moveTo>
                  <a:cubicBezTo>
                    <a:pt x="16416" y="25040"/>
                    <a:pt x="16381" y="25040"/>
                    <a:pt x="16356" y="25054"/>
                  </a:cubicBezTo>
                  <a:lnTo>
                    <a:pt x="16356" y="25054"/>
                  </a:lnTo>
                  <a:cubicBezTo>
                    <a:pt x="16383" y="25049"/>
                    <a:pt x="16409" y="25045"/>
                    <a:pt x="16435" y="25040"/>
                  </a:cubicBezTo>
                  <a:close/>
                  <a:moveTo>
                    <a:pt x="11984" y="25246"/>
                  </a:moveTo>
                  <a:cubicBezTo>
                    <a:pt x="11992" y="25246"/>
                    <a:pt x="12000" y="25247"/>
                    <a:pt x="12008" y="25248"/>
                  </a:cubicBezTo>
                  <a:lnTo>
                    <a:pt x="12008" y="25248"/>
                  </a:lnTo>
                  <a:cubicBezTo>
                    <a:pt x="12000" y="25247"/>
                    <a:pt x="11993" y="25246"/>
                    <a:pt x="11984" y="25246"/>
                  </a:cubicBezTo>
                  <a:close/>
                  <a:moveTo>
                    <a:pt x="14403" y="1"/>
                  </a:moveTo>
                  <a:cubicBezTo>
                    <a:pt x="13559" y="1"/>
                    <a:pt x="12737" y="69"/>
                    <a:pt x="11915" y="206"/>
                  </a:cubicBezTo>
                  <a:cubicBezTo>
                    <a:pt x="10226" y="526"/>
                    <a:pt x="8629" y="1142"/>
                    <a:pt x="7145" y="1987"/>
                  </a:cubicBezTo>
                  <a:cubicBezTo>
                    <a:pt x="5661" y="2831"/>
                    <a:pt x="4337" y="3950"/>
                    <a:pt x="3219" y="5228"/>
                  </a:cubicBezTo>
                  <a:cubicBezTo>
                    <a:pt x="2123" y="6461"/>
                    <a:pt x="1233" y="7899"/>
                    <a:pt x="685" y="9451"/>
                  </a:cubicBezTo>
                  <a:cubicBezTo>
                    <a:pt x="411" y="10250"/>
                    <a:pt x="206" y="11026"/>
                    <a:pt x="115" y="11847"/>
                  </a:cubicBezTo>
                  <a:cubicBezTo>
                    <a:pt x="1" y="12692"/>
                    <a:pt x="1" y="13514"/>
                    <a:pt x="92" y="14335"/>
                  </a:cubicBezTo>
                  <a:cubicBezTo>
                    <a:pt x="297" y="16298"/>
                    <a:pt x="1073" y="18147"/>
                    <a:pt x="2215" y="19745"/>
                  </a:cubicBezTo>
                  <a:cubicBezTo>
                    <a:pt x="2286" y="19845"/>
                    <a:pt x="2403" y="19910"/>
                    <a:pt x="2525" y="19910"/>
                  </a:cubicBezTo>
                  <a:cubicBezTo>
                    <a:pt x="2598" y="19910"/>
                    <a:pt x="2672" y="19887"/>
                    <a:pt x="2740" y="19836"/>
                  </a:cubicBezTo>
                  <a:cubicBezTo>
                    <a:pt x="2899" y="19745"/>
                    <a:pt x="2968" y="19494"/>
                    <a:pt x="2854" y="19311"/>
                  </a:cubicBezTo>
                  <a:cubicBezTo>
                    <a:pt x="2420" y="18741"/>
                    <a:pt x="2055" y="18101"/>
                    <a:pt x="1758" y="17462"/>
                  </a:cubicBezTo>
                  <a:cubicBezTo>
                    <a:pt x="1370" y="16663"/>
                    <a:pt x="1096" y="15819"/>
                    <a:pt x="936" y="14929"/>
                  </a:cubicBezTo>
                  <a:cubicBezTo>
                    <a:pt x="777" y="14084"/>
                    <a:pt x="754" y="13217"/>
                    <a:pt x="822" y="12349"/>
                  </a:cubicBezTo>
                  <a:lnTo>
                    <a:pt x="822" y="12349"/>
                  </a:lnTo>
                  <a:cubicBezTo>
                    <a:pt x="814" y="12357"/>
                    <a:pt x="809" y="12368"/>
                    <a:pt x="806" y="12380"/>
                  </a:cubicBezTo>
                  <a:lnTo>
                    <a:pt x="806" y="12380"/>
                  </a:lnTo>
                  <a:cubicBezTo>
                    <a:pt x="899" y="11488"/>
                    <a:pt x="1080" y="10618"/>
                    <a:pt x="1370" y="9747"/>
                  </a:cubicBezTo>
                  <a:lnTo>
                    <a:pt x="1370" y="9747"/>
                  </a:lnTo>
                  <a:cubicBezTo>
                    <a:pt x="1370" y="9757"/>
                    <a:pt x="1370" y="9766"/>
                    <a:pt x="1370" y="9775"/>
                  </a:cubicBezTo>
                  <a:lnTo>
                    <a:pt x="1370" y="9775"/>
                  </a:lnTo>
                  <a:cubicBezTo>
                    <a:pt x="1711" y="8816"/>
                    <a:pt x="2182" y="7902"/>
                    <a:pt x="2762" y="7031"/>
                  </a:cubicBezTo>
                  <a:cubicBezTo>
                    <a:pt x="3493" y="5981"/>
                    <a:pt x="4337" y="5045"/>
                    <a:pt x="5319" y="4201"/>
                  </a:cubicBezTo>
                  <a:lnTo>
                    <a:pt x="5319" y="4201"/>
                  </a:lnTo>
                  <a:cubicBezTo>
                    <a:pt x="5296" y="4224"/>
                    <a:pt x="5296" y="4224"/>
                    <a:pt x="5273" y="4246"/>
                  </a:cubicBezTo>
                  <a:cubicBezTo>
                    <a:pt x="6300" y="3379"/>
                    <a:pt x="7419" y="2649"/>
                    <a:pt x="8629" y="2078"/>
                  </a:cubicBezTo>
                  <a:cubicBezTo>
                    <a:pt x="9747" y="1553"/>
                    <a:pt x="10934" y="1165"/>
                    <a:pt x="12144" y="937"/>
                  </a:cubicBezTo>
                  <a:lnTo>
                    <a:pt x="12121" y="937"/>
                  </a:lnTo>
                  <a:cubicBezTo>
                    <a:pt x="12851" y="815"/>
                    <a:pt x="13592" y="754"/>
                    <a:pt x="14336" y="754"/>
                  </a:cubicBezTo>
                  <a:cubicBezTo>
                    <a:pt x="14708" y="754"/>
                    <a:pt x="15080" y="769"/>
                    <a:pt x="15453" y="800"/>
                  </a:cubicBezTo>
                  <a:cubicBezTo>
                    <a:pt x="16595" y="891"/>
                    <a:pt x="17759" y="1142"/>
                    <a:pt x="18854" y="1507"/>
                  </a:cubicBezTo>
                  <a:cubicBezTo>
                    <a:pt x="19859" y="1873"/>
                    <a:pt x="20817" y="2352"/>
                    <a:pt x="21707" y="2945"/>
                  </a:cubicBezTo>
                  <a:cubicBezTo>
                    <a:pt x="22598" y="3562"/>
                    <a:pt x="23419" y="4292"/>
                    <a:pt x="24150" y="5114"/>
                  </a:cubicBezTo>
                  <a:cubicBezTo>
                    <a:pt x="24860" y="5957"/>
                    <a:pt x="25462" y="6887"/>
                    <a:pt x="25935" y="7881"/>
                  </a:cubicBezTo>
                  <a:lnTo>
                    <a:pt x="25935" y="7881"/>
                  </a:lnTo>
                  <a:cubicBezTo>
                    <a:pt x="25934" y="7879"/>
                    <a:pt x="25932" y="7877"/>
                    <a:pt x="25930" y="7876"/>
                  </a:cubicBezTo>
                  <a:lnTo>
                    <a:pt x="25930" y="7876"/>
                  </a:lnTo>
                  <a:cubicBezTo>
                    <a:pt x="26432" y="8903"/>
                    <a:pt x="26775" y="9998"/>
                    <a:pt x="26980" y="11117"/>
                  </a:cubicBezTo>
                  <a:cubicBezTo>
                    <a:pt x="27186" y="12304"/>
                    <a:pt x="27254" y="13536"/>
                    <a:pt x="27163" y="14746"/>
                  </a:cubicBezTo>
                  <a:cubicBezTo>
                    <a:pt x="27071" y="15636"/>
                    <a:pt x="26912" y="16526"/>
                    <a:pt x="26615" y="17371"/>
                  </a:cubicBezTo>
                  <a:cubicBezTo>
                    <a:pt x="26637" y="17348"/>
                    <a:pt x="26638" y="17326"/>
                    <a:pt x="26638" y="17325"/>
                  </a:cubicBezTo>
                  <a:lnTo>
                    <a:pt x="26638" y="17325"/>
                  </a:lnTo>
                  <a:cubicBezTo>
                    <a:pt x="26638" y="17348"/>
                    <a:pt x="26615" y="17371"/>
                    <a:pt x="26615" y="17394"/>
                  </a:cubicBezTo>
                  <a:cubicBezTo>
                    <a:pt x="26341" y="18170"/>
                    <a:pt x="25953" y="18923"/>
                    <a:pt x="25496" y="19608"/>
                  </a:cubicBezTo>
                  <a:cubicBezTo>
                    <a:pt x="24926" y="20430"/>
                    <a:pt x="24264" y="21183"/>
                    <a:pt x="23488" y="21822"/>
                  </a:cubicBezTo>
                  <a:cubicBezTo>
                    <a:pt x="22598" y="22598"/>
                    <a:pt x="21593" y="23214"/>
                    <a:pt x="20543" y="23739"/>
                  </a:cubicBezTo>
                  <a:cubicBezTo>
                    <a:pt x="19197" y="24356"/>
                    <a:pt x="17781" y="24789"/>
                    <a:pt x="16343" y="25063"/>
                  </a:cubicBezTo>
                  <a:cubicBezTo>
                    <a:pt x="16347" y="25059"/>
                    <a:pt x="16352" y="25056"/>
                    <a:pt x="16356" y="25054"/>
                  </a:cubicBezTo>
                  <a:lnTo>
                    <a:pt x="16356" y="25054"/>
                  </a:lnTo>
                  <a:cubicBezTo>
                    <a:pt x="15381" y="25217"/>
                    <a:pt x="14385" y="25309"/>
                    <a:pt x="13390" y="25309"/>
                  </a:cubicBezTo>
                  <a:cubicBezTo>
                    <a:pt x="12928" y="25309"/>
                    <a:pt x="12467" y="25290"/>
                    <a:pt x="12008" y="25248"/>
                  </a:cubicBezTo>
                  <a:lnTo>
                    <a:pt x="12008" y="25248"/>
                  </a:lnTo>
                  <a:cubicBezTo>
                    <a:pt x="12035" y="25253"/>
                    <a:pt x="12052" y="25265"/>
                    <a:pt x="12069" y="25268"/>
                  </a:cubicBezTo>
                  <a:lnTo>
                    <a:pt x="12069" y="25268"/>
                  </a:lnTo>
                  <a:cubicBezTo>
                    <a:pt x="10793" y="25154"/>
                    <a:pt x="9539" y="24903"/>
                    <a:pt x="8332" y="24470"/>
                  </a:cubicBezTo>
                  <a:lnTo>
                    <a:pt x="8332" y="24470"/>
                  </a:lnTo>
                  <a:cubicBezTo>
                    <a:pt x="8332" y="24478"/>
                    <a:pt x="8335" y="24484"/>
                    <a:pt x="8339" y="24487"/>
                  </a:cubicBezTo>
                  <a:lnTo>
                    <a:pt x="8339" y="24487"/>
                  </a:lnTo>
                  <a:cubicBezTo>
                    <a:pt x="7363" y="24145"/>
                    <a:pt x="6433" y="23668"/>
                    <a:pt x="5570" y="23100"/>
                  </a:cubicBezTo>
                  <a:cubicBezTo>
                    <a:pt x="5433" y="23009"/>
                    <a:pt x="5273" y="22895"/>
                    <a:pt x="5136" y="22781"/>
                  </a:cubicBezTo>
                  <a:cubicBezTo>
                    <a:pt x="5045" y="22735"/>
                    <a:pt x="4976" y="22689"/>
                    <a:pt x="4862" y="22689"/>
                  </a:cubicBezTo>
                  <a:cubicBezTo>
                    <a:pt x="4771" y="22689"/>
                    <a:pt x="4657" y="22758"/>
                    <a:pt x="4611" y="22826"/>
                  </a:cubicBezTo>
                  <a:cubicBezTo>
                    <a:pt x="4474" y="22963"/>
                    <a:pt x="4474" y="23237"/>
                    <a:pt x="4634" y="23351"/>
                  </a:cubicBezTo>
                  <a:cubicBezTo>
                    <a:pt x="5182" y="23785"/>
                    <a:pt x="5775" y="24150"/>
                    <a:pt x="6392" y="24470"/>
                  </a:cubicBezTo>
                  <a:cubicBezTo>
                    <a:pt x="7008" y="24789"/>
                    <a:pt x="7670" y="25063"/>
                    <a:pt x="8332" y="25269"/>
                  </a:cubicBezTo>
                  <a:cubicBezTo>
                    <a:pt x="9678" y="25725"/>
                    <a:pt x="11071" y="25976"/>
                    <a:pt x="12486" y="26045"/>
                  </a:cubicBezTo>
                  <a:cubicBezTo>
                    <a:pt x="12814" y="26065"/>
                    <a:pt x="13142" y="26076"/>
                    <a:pt x="13469" y="26076"/>
                  </a:cubicBezTo>
                  <a:cubicBezTo>
                    <a:pt x="14579" y="26076"/>
                    <a:pt x="15685" y="25959"/>
                    <a:pt x="16777" y="25748"/>
                  </a:cubicBezTo>
                  <a:cubicBezTo>
                    <a:pt x="18170" y="25474"/>
                    <a:pt x="19516" y="25040"/>
                    <a:pt x="20794" y="24447"/>
                  </a:cubicBezTo>
                  <a:cubicBezTo>
                    <a:pt x="21434" y="24150"/>
                    <a:pt x="22050" y="23808"/>
                    <a:pt x="22643" y="23420"/>
                  </a:cubicBezTo>
                  <a:cubicBezTo>
                    <a:pt x="23237" y="23032"/>
                    <a:pt x="23785" y="22598"/>
                    <a:pt x="24310" y="22119"/>
                  </a:cubicBezTo>
                  <a:cubicBezTo>
                    <a:pt x="25314" y="21228"/>
                    <a:pt x="26158" y="20133"/>
                    <a:pt x="26775" y="18923"/>
                  </a:cubicBezTo>
                  <a:cubicBezTo>
                    <a:pt x="27094" y="18307"/>
                    <a:pt x="27345" y="17645"/>
                    <a:pt x="27551" y="16983"/>
                  </a:cubicBezTo>
                  <a:cubicBezTo>
                    <a:pt x="27756" y="16253"/>
                    <a:pt x="27847" y="15499"/>
                    <a:pt x="27916" y="14746"/>
                  </a:cubicBezTo>
                  <a:cubicBezTo>
                    <a:pt x="28053" y="13011"/>
                    <a:pt x="27893" y="11254"/>
                    <a:pt x="27414" y="9610"/>
                  </a:cubicBezTo>
                  <a:cubicBezTo>
                    <a:pt x="26957" y="8035"/>
                    <a:pt x="26227" y="6575"/>
                    <a:pt x="25245" y="5274"/>
                  </a:cubicBezTo>
                  <a:cubicBezTo>
                    <a:pt x="24264" y="3973"/>
                    <a:pt x="23054" y="2900"/>
                    <a:pt x="21685" y="2032"/>
                  </a:cubicBezTo>
                  <a:cubicBezTo>
                    <a:pt x="20292" y="1165"/>
                    <a:pt x="18717" y="572"/>
                    <a:pt x="17120" y="252"/>
                  </a:cubicBezTo>
                  <a:cubicBezTo>
                    <a:pt x="16207" y="92"/>
                    <a:pt x="15294" y="1"/>
                    <a:pt x="144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49"/>
            <p:cNvSpPr/>
            <p:nvPr/>
          </p:nvSpPr>
          <p:spPr>
            <a:xfrm>
              <a:off x="3304125" y="4221575"/>
              <a:ext cx="220275" cy="156250"/>
            </a:xfrm>
            <a:custGeom>
              <a:avLst/>
              <a:gdLst/>
              <a:ahLst/>
              <a:cxnLst/>
              <a:rect l="l" t="t" r="r" b="b"/>
              <a:pathLst>
                <a:path w="8811" h="6250" extrusionOk="0">
                  <a:moveTo>
                    <a:pt x="5478" y="1"/>
                  </a:moveTo>
                  <a:cubicBezTo>
                    <a:pt x="5364" y="1"/>
                    <a:pt x="5250" y="46"/>
                    <a:pt x="5182" y="138"/>
                  </a:cubicBezTo>
                  <a:cubicBezTo>
                    <a:pt x="3515" y="2032"/>
                    <a:pt x="1461" y="3584"/>
                    <a:pt x="69" y="5707"/>
                  </a:cubicBezTo>
                  <a:cubicBezTo>
                    <a:pt x="0" y="5821"/>
                    <a:pt x="23" y="5981"/>
                    <a:pt x="92" y="6095"/>
                  </a:cubicBezTo>
                  <a:cubicBezTo>
                    <a:pt x="160" y="6198"/>
                    <a:pt x="280" y="6249"/>
                    <a:pt x="403" y="6249"/>
                  </a:cubicBezTo>
                  <a:cubicBezTo>
                    <a:pt x="444" y="6249"/>
                    <a:pt x="485" y="6244"/>
                    <a:pt x="525" y="6232"/>
                  </a:cubicBezTo>
                  <a:cubicBezTo>
                    <a:pt x="3173" y="5525"/>
                    <a:pt x="5981" y="5365"/>
                    <a:pt x="8537" y="4315"/>
                  </a:cubicBezTo>
                  <a:cubicBezTo>
                    <a:pt x="8628" y="4269"/>
                    <a:pt x="8720" y="4223"/>
                    <a:pt x="8765" y="4109"/>
                  </a:cubicBezTo>
                  <a:cubicBezTo>
                    <a:pt x="8811" y="4018"/>
                    <a:pt x="8811" y="3927"/>
                    <a:pt x="8788" y="3835"/>
                  </a:cubicBezTo>
                  <a:cubicBezTo>
                    <a:pt x="8732" y="3686"/>
                    <a:pt x="8568" y="3566"/>
                    <a:pt x="8410" y="3566"/>
                  </a:cubicBezTo>
                  <a:cubicBezTo>
                    <a:pt x="8376" y="3566"/>
                    <a:pt x="8341" y="3572"/>
                    <a:pt x="8309" y="3584"/>
                  </a:cubicBezTo>
                  <a:cubicBezTo>
                    <a:pt x="6072" y="4497"/>
                    <a:pt x="3652" y="4748"/>
                    <a:pt x="1324" y="5273"/>
                  </a:cubicBezTo>
                  <a:cubicBezTo>
                    <a:pt x="2648" y="3584"/>
                    <a:pt x="4337" y="2238"/>
                    <a:pt x="5752" y="640"/>
                  </a:cubicBezTo>
                  <a:cubicBezTo>
                    <a:pt x="5889" y="480"/>
                    <a:pt x="5866" y="229"/>
                    <a:pt x="5730" y="92"/>
                  </a:cubicBezTo>
                  <a:cubicBezTo>
                    <a:pt x="5661" y="24"/>
                    <a:pt x="5570" y="1"/>
                    <a:pt x="54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2319;p49"/>
            <p:cNvSpPr/>
            <p:nvPr/>
          </p:nvSpPr>
          <p:spPr>
            <a:xfrm>
              <a:off x="3511250" y="4242700"/>
              <a:ext cx="264250" cy="101600"/>
            </a:xfrm>
            <a:custGeom>
              <a:avLst/>
              <a:gdLst/>
              <a:ahLst/>
              <a:cxnLst/>
              <a:rect l="l" t="t" r="r" b="b"/>
              <a:pathLst>
                <a:path w="10570" h="4064" extrusionOk="0">
                  <a:moveTo>
                    <a:pt x="2229" y="1602"/>
                  </a:moveTo>
                  <a:lnTo>
                    <a:pt x="2229" y="1602"/>
                  </a:lnTo>
                  <a:cubicBezTo>
                    <a:pt x="2230" y="1603"/>
                    <a:pt x="2231" y="1604"/>
                    <a:pt x="2232" y="1604"/>
                  </a:cubicBezTo>
                  <a:lnTo>
                    <a:pt x="2232" y="1604"/>
                  </a:lnTo>
                  <a:cubicBezTo>
                    <a:pt x="2231" y="1603"/>
                    <a:pt x="2230" y="1603"/>
                    <a:pt x="2229" y="1602"/>
                  </a:cubicBezTo>
                  <a:close/>
                  <a:moveTo>
                    <a:pt x="4543" y="2899"/>
                  </a:moveTo>
                  <a:cubicBezTo>
                    <a:pt x="4549" y="2901"/>
                    <a:pt x="4555" y="2904"/>
                    <a:pt x="4561" y="2906"/>
                  </a:cubicBezTo>
                  <a:lnTo>
                    <a:pt x="4561" y="2906"/>
                  </a:lnTo>
                  <a:cubicBezTo>
                    <a:pt x="4557" y="2902"/>
                    <a:pt x="4551" y="2899"/>
                    <a:pt x="4543" y="2899"/>
                  </a:cubicBezTo>
                  <a:close/>
                  <a:moveTo>
                    <a:pt x="321" y="0"/>
                  </a:moveTo>
                  <a:cubicBezTo>
                    <a:pt x="229" y="0"/>
                    <a:pt x="161" y="23"/>
                    <a:pt x="115" y="92"/>
                  </a:cubicBezTo>
                  <a:cubicBezTo>
                    <a:pt x="1" y="206"/>
                    <a:pt x="1" y="366"/>
                    <a:pt x="115" y="480"/>
                  </a:cubicBezTo>
                  <a:cubicBezTo>
                    <a:pt x="777" y="1164"/>
                    <a:pt x="1485" y="1781"/>
                    <a:pt x="2261" y="2329"/>
                  </a:cubicBezTo>
                  <a:cubicBezTo>
                    <a:pt x="3060" y="2853"/>
                    <a:pt x="3904" y="3287"/>
                    <a:pt x="4794" y="3607"/>
                  </a:cubicBezTo>
                  <a:cubicBezTo>
                    <a:pt x="5662" y="3903"/>
                    <a:pt x="6575" y="4063"/>
                    <a:pt x="7488" y="4063"/>
                  </a:cubicBezTo>
                  <a:cubicBezTo>
                    <a:pt x="8469" y="4063"/>
                    <a:pt x="9451" y="3858"/>
                    <a:pt x="10341" y="3493"/>
                  </a:cubicBezTo>
                  <a:cubicBezTo>
                    <a:pt x="10432" y="3447"/>
                    <a:pt x="10478" y="3424"/>
                    <a:pt x="10523" y="3356"/>
                  </a:cubicBezTo>
                  <a:cubicBezTo>
                    <a:pt x="10569" y="3287"/>
                    <a:pt x="10569" y="3219"/>
                    <a:pt x="10546" y="3127"/>
                  </a:cubicBezTo>
                  <a:cubicBezTo>
                    <a:pt x="10523" y="3059"/>
                    <a:pt x="10478" y="2990"/>
                    <a:pt x="10409" y="2968"/>
                  </a:cubicBezTo>
                  <a:cubicBezTo>
                    <a:pt x="10383" y="2941"/>
                    <a:pt x="10340" y="2930"/>
                    <a:pt x="10296" y="2930"/>
                  </a:cubicBezTo>
                  <a:cubicBezTo>
                    <a:pt x="10265" y="2930"/>
                    <a:pt x="10232" y="2935"/>
                    <a:pt x="10204" y="2945"/>
                  </a:cubicBezTo>
                  <a:cubicBezTo>
                    <a:pt x="9633" y="3173"/>
                    <a:pt x="9040" y="3333"/>
                    <a:pt x="8423" y="3424"/>
                  </a:cubicBezTo>
                  <a:lnTo>
                    <a:pt x="8401" y="3424"/>
                  </a:lnTo>
                  <a:cubicBezTo>
                    <a:pt x="8093" y="3458"/>
                    <a:pt x="7784" y="3475"/>
                    <a:pt x="7479" y="3475"/>
                  </a:cubicBezTo>
                  <a:cubicBezTo>
                    <a:pt x="7174" y="3475"/>
                    <a:pt x="6871" y="3458"/>
                    <a:pt x="6575" y="3424"/>
                  </a:cubicBezTo>
                  <a:cubicBezTo>
                    <a:pt x="5873" y="3334"/>
                    <a:pt x="5217" y="3154"/>
                    <a:pt x="4561" y="2906"/>
                  </a:cubicBezTo>
                  <a:lnTo>
                    <a:pt x="4561" y="2906"/>
                  </a:lnTo>
                  <a:cubicBezTo>
                    <a:pt x="4564" y="2909"/>
                    <a:pt x="4567" y="2912"/>
                    <a:pt x="4570" y="2915"/>
                  </a:cubicBezTo>
                  <a:lnTo>
                    <a:pt x="4570" y="2915"/>
                  </a:lnTo>
                  <a:cubicBezTo>
                    <a:pt x="3734" y="2582"/>
                    <a:pt x="2983" y="2144"/>
                    <a:pt x="2254" y="1620"/>
                  </a:cubicBezTo>
                  <a:lnTo>
                    <a:pt x="2254" y="1620"/>
                  </a:lnTo>
                  <a:cubicBezTo>
                    <a:pt x="2256" y="1621"/>
                    <a:pt x="2258" y="1621"/>
                    <a:pt x="2261" y="1621"/>
                  </a:cubicBezTo>
                  <a:lnTo>
                    <a:pt x="2243" y="1612"/>
                  </a:lnTo>
                  <a:lnTo>
                    <a:pt x="2243" y="1612"/>
                  </a:lnTo>
                  <a:cubicBezTo>
                    <a:pt x="2240" y="1610"/>
                    <a:pt x="2236" y="1607"/>
                    <a:pt x="2232" y="1604"/>
                  </a:cubicBezTo>
                  <a:lnTo>
                    <a:pt x="2232" y="1604"/>
                  </a:lnTo>
                  <a:cubicBezTo>
                    <a:pt x="2234" y="1606"/>
                    <a:pt x="2236" y="1608"/>
                    <a:pt x="2238" y="1610"/>
                  </a:cubicBezTo>
                  <a:lnTo>
                    <a:pt x="2238" y="1610"/>
                  </a:lnTo>
                  <a:lnTo>
                    <a:pt x="2215" y="1598"/>
                  </a:lnTo>
                  <a:cubicBezTo>
                    <a:pt x="2221" y="1598"/>
                    <a:pt x="2225" y="1600"/>
                    <a:pt x="2229" y="1602"/>
                  </a:cubicBezTo>
                  <a:lnTo>
                    <a:pt x="2229" y="1602"/>
                  </a:lnTo>
                  <a:cubicBezTo>
                    <a:pt x="2217" y="1593"/>
                    <a:pt x="2204" y="1584"/>
                    <a:pt x="2192" y="1575"/>
                  </a:cubicBezTo>
                  <a:lnTo>
                    <a:pt x="2215" y="1575"/>
                  </a:lnTo>
                  <a:cubicBezTo>
                    <a:pt x="1599" y="1119"/>
                    <a:pt x="1028" y="617"/>
                    <a:pt x="503" y="69"/>
                  </a:cubicBezTo>
                  <a:cubicBezTo>
                    <a:pt x="457" y="23"/>
                    <a:pt x="389" y="0"/>
                    <a:pt x="3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320;p49"/>
            <p:cNvSpPr/>
            <p:nvPr/>
          </p:nvSpPr>
          <p:spPr>
            <a:xfrm>
              <a:off x="3739525" y="3801025"/>
              <a:ext cx="191175" cy="115350"/>
            </a:xfrm>
            <a:custGeom>
              <a:avLst/>
              <a:gdLst/>
              <a:ahLst/>
              <a:cxnLst/>
              <a:rect l="l" t="t" r="r" b="b"/>
              <a:pathLst>
                <a:path w="7647" h="4614" extrusionOk="0">
                  <a:moveTo>
                    <a:pt x="4793" y="1827"/>
                  </a:moveTo>
                  <a:lnTo>
                    <a:pt x="4793" y="1827"/>
                  </a:lnTo>
                  <a:cubicBezTo>
                    <a:pt x="4813" y="1846"/>
                    <a:pt x="4833" y="1866"/>
                    <a:pt x="4853" y="1871"/>
                  </a:cubicBezTo>
                  <a:lnTo>
                    <a:pt x="4853" y="1871"/>
                  </a:lnTo>
                  <a:cubicBezTo>
                    <a:pt x="4833" y="1856"/>
                    <a:pt x="4813" y="1841"/>
                    <a:pt x="4793" y="1827"/>
                  </a:cubicBezTo>
                  <a:close/>
                  <a:moveTo>
                    <a:pt x="274" y="1"/>
                  </a:moveTo>
                  <a:cubicBezTo>
                    <a:pt x="114" y="1"/>
                    <a:pt x="0" y="138"/>
                    <a:pt x="0" y="297"/>
                  </a:cubicBezTo>
                  <a:cubicBezTo>
                    <a:pt x="0" y="457"/>
                    <a:pt x="137" y="571"/>
                    <a:pt x="274" y="571"/>
                  </a:cubicBezTo>
                  <a:cubicBezTo>
                    <a:pt x="708" y="594"/>
                    <a:pt x="1119" y="617"/>
                    <a:pt x="1552" y="663"/>
                  </a:cubicBezTo>
                  <a:cubicBezTo>
                    <a:pt x="2237" y="754"/>
                    <a:pt x="2899" y="914"/>
                    <a:pt x="3538" y="1142"/>
                  </a:cubicBezTo>
                  <a:cubicBezTo>
                    <a:pt x="4017" y="1324"/>
                    <a:pt x="4451" y="1576"/>
                    <a:pt x="4862" y="1872"/>
                  </a:cubicBezTo>
                  <a:cubicBezTo>
                    <a:pt x="4859" y="1872"/>
                    <a:pt x="4856" y="1872"/>
                    <a:pt x="4853" y="1871"/>
                  </a:cubicBezTo>
                  <a:lnTo>
                    <a:pt x="4853" y="1871"/>
                  </a:lnTo>
                  <a:cubicBezTo>
                    <a:pt x="5353" y="2251"/>
                    <a:pt x="5790" y="2714"/>
                    <a:pt x="6186" y="3219"/>
                  </a:cubicBezTo>
                  <a:cubicBezTo>
                    <a:pt x="6186" y="3213"/>
                    <a:pt x="6184" y="3206"/>
                    <a:pt x="6181" y="3200"/>
                  </a:cubicBezTo>
                  <a:lnTo>
                    <a:pt x="6181" y="3200"/>
                  </a:lnTo>
                  <a:cubicBezTo>
                    <a:pt x="6506" y="3598"/>
                    <a:pt x="6791" y="4036"/>
                    <a:pt x="7076" y="4474"/>
                  </a:cubicBezTo>
                  <a:cubicBezTo>
                    <a:pt x="7120" y="4563"/>
                    <a:pt x="7212" y="4613"/>
                    <a:pt x="7308" y="4613"/>
                  </a:cubicBezTo>
                  <a:cubicBezTo>
                    <a:pt x="7361" y="4613"/>
                    <a:pt x="7415" y="4598"/>
                    <a:pt x="7464" y="4566"/>
                  </a:cubicBezTo>
                  <a:cubicBezTo>
                    <a:pt x="7601" y="4497"/>
                    <a:pt x="7647" y="4315"/>
                    <a:pt x="7555" y="4178"/>
                  </a:cubicBezTo>
                  <a:cubicBezTo>
                    <a:pt x="7167" y="3538"/>
                    <a:pt x="6711" y="2922"/>
                    <a:pt x="6209" y="2352"/>
                  </a:cubicBezTo>
                  <a:cubicBezTo>
                    <a:pt x="5775" y="1849"/>
                    <a:pt x="5250" y="1439"/>
                    <a:pt x="4702" y="1073"/>
                  </a:cubicBezTo>
                  <a:cubicBezTo>
                    <a:pt x="3378" y="274"/>
                    <a:pt x="1803" y="69"/>
                    <a:pt x="2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49"/>
            <p:cNvSpPr/>
            <p:nvPr/>
          </p:nvSpPr>
          <p:spPr>
            <a:xfrm>
              <a:off x="3978050" y="4026425"/>
              <a:ext cx="153525" cy="319800"/>
            </a:xfrm>
            <a:custGeom>
              <a:avLst/>
              <a:gdLst/>
              <a:ahLst/>
              <a:cxnLst/>
              <a:rect l="l" t="t" r="r" b="b"/>
              <a:pathLst>
                <a:path w="6141" h="12792" extrusionOk="0">
                  <a:moveTo>
                    <a:pt x="5416" y="3312"/>
                  </a:moveTo>
                  <a:cubicBezTo>
                    <a:pt x="5410" y="3327"/>
                    <a:pt x="5410" y="3341"/>
                    <a:pt x="5410" y="3356"/>
                  </a:cubicBezTo>
                  <a:cubicBezTo>
                    <a:pt x="5412" y="3341"/>
                    <a:pt x="5414" y="3327"/>
                    <a:pt x="5416" y="3312"/>
                  </a:cubicBezTo>
                  <a:close/>
                  <a:moveTo>
                    <a:pt x="5821" y="1"/>
                  </a:moveTo>
                  <a:cubicBezTo>
                    <a:pt x="5661" y="1"/>
                    <a:pt x="5524" y="138"/>
                    <a:pt x="5547" y="297"/>
                  </a:cubicBezTo>
                  <a:cubicBezTo>
                    <a:pt x="5569" y="1310"/>
                    <a:pt x="5547" y="2322"/>
                    <a:pt x="5416" y="3312"/>
                  </a:cubicBezTo>
                  <a:lnTo>
                    <a:pt x="5416" y="3312"/>
                  </a:lnTo>
                  <a:cubicBezTo>
                    <a:pt x="5419" y="3304"/>
                    <a:pt x="5424" y="3296"/>
                    <a:pt x="5432" y="3287"/>
                  </a:cubicBezTo>
                  <a:lnTo>
                    <a:pt x="5432" y="3287"/>
                  </a:lnTo>
                  <a:cubicBezTo>
                    <a:pt x="5296" y="4315"/>
                    <a:pt x="5067" y="5319"/>
                    <a:pt x="4702" y="6277"/>
                  </a:cubicBezTo>
                  <a:cubicBezTo>
                    <a:pt x="4314" y="7213"/>
                    <a:pt x="3812" y="8081"/>
                    <a:pt x="3218" y="8880"/>
                  </a:cubicBezTo>
                  <a:lnTo>
                    <a:pt x="3241" y="8880"/>
                  </a:lnTo>
                  <a:cubicBezTo>
                    <a:pt x="2305" y="10112"/>
                    <a:pt x="1210" y="11231"/>
                    <a:pt x="114" y="12303"/>
                  </a:cubicBezTo>
                  <a:cubicBezTo>
                    <a:pt x="0" y="12417"/>
                    <a:pt x="23" y="12600"/>
                    <a:pt x="137" y="12714"/>
                  </a:cubicBezTo>
                  <a:cubicBezTo>
                    <a:pt x="191" y="12768"/>
                    <a:pt x="255" y="12791"/>
                    <a:pt x="320" y="12791"/>
                  </a:cubicBezTo>
                  <a:cubicBezTo>
                    <a:pt x="392" y="12791"/>
                    <a:pt x="465" y="12762"/>
                    <a:pt x="525" y="12714"/>
                  </a:cubicBezTo>
                  <a:cubicBezTo>
                    <a:pt x="1735" y="11504"/>
                    <a:pt x="2922" y="10295"/>
                    <a:pt x="3903" y="8902"/>
                  </a:cubicBezTo>
                  <a:cubicBezTo>
                    <a:pt x="4314" y="8309"/>
                    <a:pt x="4702" y="7670"/>
                    <a:pt x="4999" y="7008"/>
                  </a:cubicBezTo>
                  <a:cubicBezTo>
                    <a:pt x="5318" y="6323"/>
                    <a:pt x="5547" y="5616"/>
                    <a:pt x="5729" y="4885"/>
                  </a:cubicBezTo>
                  <a:cubicBezTo>
                    <a:pt x="6072" y="3379"/>
                    <a:pt x="6140" y="1827"/>
                    <a:pt x="6117" y="274"/>
                  </a:cubicBezTo>
                  <a:cubicBezTo>
                    <a:pt x="6094" y="138"/>
                    <a:pt x="5980" y="1"/>
                    <a:pt x="58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22" name="Google Shape;2322;p49"/>
          <p:cNvSpPr txBox="1">
            <a:spLocks noGrp="1"/>
          </p:cNvSpPr>
          <p:nvPr>
            <p:ph type="title"/>
          </p:nvPr>
        </p:nvSpPr>
        <p:spPr>
          <a:xfrm>
            <a:off x="3591250" y="3357025"/>
            <a:ext cx="4836300" cy="124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 picture is worth a thousand words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26"/>
        <p:cNvGrpSpPr/>
        <p:nvPr/>
      </p:nvGrpSpPr>
      <p:grpSpPr>
        <a:xfrm>
          <a:off x="0" y="0"/>
          <a:ext cx="0" cy="0"/>
          <a:chOff x="0" y="0"/>
          <a:chExt cx="0" cy="0"/>
        </a:xfrm>
      </p:grpSpPr>
      <p:sp>
        <p:nvSpPr>
          <p:cNvPr id="2327" name="Google Shape;2327;p50"/>
          <p:cNvSpPr/>
          <p:nvPr/>
        </p:nvSpPr>
        <p:spPr>
          <a:xfrm>
            <a:off x="1271497" y="1449350"/>
            <a:ext cx="4167300" cy="3091500"/>
          </a:xfrm>
          <a:prstGeom prst="rect">
            <a:avLst/>
          </a:pr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50"/>
          <p:cNvSpPr txBox="1">
            <a:spLocks noGrp="1"/>
          </p:cNvSpPr>
          <p:nvPr>
            <p:ph type="subTitle" idx="1"/>
          </p:nvPr>
        </p:nvSpPr>
        <p:spPr>
          <a:xfrm>
            <a:off x="5640600" y="2219975"/>
            <a:ext cx="2478600" cy="1429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Images reveal large amounts of data, so remember: use an image instead of a long text. Your audience will appreciate it</a:t>
            </a:r>
            <a:endParaRPr/>
          </a:p>
        </p:txBody>
      </p:sp>
      <p:sp>
        <p:nvSpPr>
          <p:cNvPr id="2329" name="Google Shape;2329;p50"/>
          <p:cNvSpPr txBox="1">
            <a:spLocks noGrp="1"/>
          </p:cNvSpPr>
          <p:nvPr>
            <p:ph type="ctrTitle"/>
          </p:nvPr>
        </p:nvSpPr>
        <p:spPr>
          <a:xfrm>
            <a:off x="713250" y="446075"/>
            <a:ext cx="7717500" cy="537000"/>
          </a:xfrm>
          <a:prstGeom prst="rect">
            <a:avLst/>
          </a:prstGeom>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a:t>Try using an image</a:t>
            </a:r>
            <a:endParaRPr/>
          </a:p>
        </p:txBody>
      </p:sp>
      <p:pic>
        <p:nvPicPr>
          <p:cNvPr id="2330" name="Google Shape;2330;p50"/>
          <p:cNvPicPr preferRelativeResize="0">
            <a:picLocks noGrp="1"/>
          </p:cNvPicPr>
          <p:nvPr>
            <p:ph type="pic" idx="2"/>
          </p:nvPr>
        </p:nvPicPr>
        <p:blipFill rotWithShape="1">
          <a:blip r:embed="rId3">
            <a:alphaModFix/>
          </a:blip>
          <a:srcRect l="9148" t="1529" r="7455" b="3458"/>
          <a:stretch/>
        </p:blipFill>
        <p:spPr>
          <a:xfrm>
            <a:off x="1837538" y="1754750"/>
            <a:ext cx="3264300" cy="2480700"/>
          </a:xfrm>
          <a:prstGeom prst="rect">
            <a:avLst/>
          </a:prstGeom>
        </p:spPr>
      </p:pic>
      <p:grpSp>
        <p:nvGrpSpPr>
          <p:cNvPr id="2331" name="Google Shape;2331;p50"/>
          <p:cNvGrpSpPr/>
          <p:nvPr/>
        </p:nvGrpSpPr>
        <p:grpSpPr>
          <a:xfrm>
            <a:off x="975750" y="1742985"/>
            <a:ext cx="531539" cy="2504252"/>
            <a:chOff x="324307" y="1416510"/>
            <a:chExt cx="531539" cy="2504252"/>
          </a:xfrm>
        </p:grpSpPr>
        <p:grpSp>
          <p:nvGrpSpPr>
            <p:cNvPr id="2332" name="Google Shape;2332;p50"/>
            <p:cNvGrpSpPr/>
            <p:nvPr/>
          </p:nvGrpSpPr>
          <p:grpSpPr>
            <a:xfrm>
              <a:off x="324307" y="1416510"/>
              <a:ext cx="531539" cy="155710"/>
              <a:chOff x="1780525" y="2859350"/>
              <a:chExt cx="387250" cy="113450"/>
            </a:xfrm>
          </p:grpSpPr>
          <p:sp>
            <p:nvSpPr>
              <p:cNvPr id="2333" name="Google Shape;2333;p50"/>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34;p50"/>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35;p50"/>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36" name="Google Shape;2336;p50"/>
            <p:cNvGrpSpPr/>
            <p:nvPr/>
          </p:nvGrpSpPr>
          <p:grpSpPr>
            <a:xfrm>
              <a:off x="324307" y="1710078"/>
              <a:ext cx="531539" cy="155710"/>
              <a:chOff x="1780525" y="2859350"/>
              <a:chExt cx="387250" cy="113450"/>
            </a:xfrm>
          </p:grpSpPr>
          <p:sp>
            <p:nvSpPr>
              <p:cNvPr id="2337" name="Google Shape;2337;p50"/>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50"/>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339;p50"/>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0" name="Google Shape;2340;p50"/>
            <p:cNvGrpSpPr/>
            <p:nvPr/>
          </p:nvGrpSpPr>
          <p:grpSpPr>
            <a:xfrm>
              <a:off x="324307" y="2003645"/>
              <a:ext cx="531539" cy="155710"/>
              <a:chOff x="1780525" y="2859350"/>
              <a:chExt cx="387250" cy="113450"/>
            </a:xfrm>
          </p:grpSpPr>
          <p:sp>
            <p:nvSpPr>
              <p:cNvPr id="2341" name="Google Shape;2341;p50"/>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50"/>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43;p50"/>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4" name="Google Shape;2344;p50"/>
            <p:cNvGrpSpPr/>
            <p:nvPr/>
          </p:nvGrpSpPr>
          <p:grpSpPr>
            <a:xfrm>
              <a:off x="324307" y="2297213"/>
              <a:ext cx="531539" cy="155710"/>
              <a:chOff x="1780525" y="2859350"/>
              <a:chExt cx="387250" cy="113450"/>
            </a:xfrm>
          </p:grpSpPr>
          <p:sp>
            <p:nvSpPr>
              <p:cNvPr id="2345" name="Google Shape;2345;p50"/>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50"/>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50"/>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8" name="Google Shape;2348;p50"/>
            <p:cNvGrpSpPr/>
            <p:nvPr/>
          </p:nvGrpSpPr>
          <p:grpSpPr>
            <a:xfrm>
              <a:off x="324307" y="2590781"/>
              <a:ext cx="531539" cy="155710"/>
              <a:chOff x="1780525" y="2859350"/>
              <a:chExt cx="387250" cy="113450"/>
            </a:xfrm>
          </p:grpSpPr>
          <p:sp>
            <p:nvSpPr>
              <p:cNvPr id="2349" name="Google Shape;2349;p50"/>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50"/>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50"/>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52" name="Google Shape;2352;p50"/>
            <p:cNvGrpSpPr/>
            <p:nvPr/>
          </p:nvGrpSpPr>
          <p:grpSpPr>
            <a:xfrm>
              <a:off x="324307" y="2884349"/>
              <a:ext cx="531539" cy="155710"/>
              <a:chOff x="1780525" y="2859350"/>
              <a:chExt cx="387250" cy="113450"/>
            </a:xfrm>
          </p:grpSpPr>
          <p:sp>
            <p:nvSpPr>
              <p:cNvPr id="2353" name="Google Shape;2353;p50"/>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4" name="Google Shape;2354;p50"/>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2355;p50"/>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56" name="Google Shape;2356;p50"/>
            <p:cNvGrpSpPr/>
            <p:nvPr/>
          </p:nvGrpSpPr>
          <p:grpSpPr>
            <a:xfrm>
              <a:off x="324307" y="3177916"/>
              <a:ext cx="531539" cy="155710"/>
              <a:chOff x="1780525" y="2859350"/>
              <a:chExt cx="387250" cy="113450"/>
            </a:xfrm>
          </p:grpSpPr>
          <p:sp>
            <p:nvSpPr>
              <p:cNvPr id="2357" name="Google Shape;2357;p50"/>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50"/>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50"/>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60" name="Google Shape;2360;p50"/>
            <p:cNvGrpSpPr/>
            <p:nvPr/>
          </p:nvGrpSpPr>
          <p:grpSpPr>
            <a:xfrm>
              <a:off x="324307" y="3471484"/>
              <a:ext cx="531539" cy="155710"/>
              <a:chOff x="1780525" y="2859350"/>
              <a:chExt cx="387250" cy="113450"/>
            </a:xfrm>
          </p:grpSpPr>
          <p:sp>
            <p:nvSpPr>
              <p:cNvPr id="2361" name="Google Shape;2361;p50"/>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50"/>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50"/>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64" name="Google Shape;2364;p50"/>
            <p:cNvGrpSpPr/>
            <p:nvPr/>
          </p:nvGrpSpPr>
          <p:grpSpPr>
            <a:xfrm>
              <a:off x="324307" y="3765052"/>
              <a:ext cx="531539" cy="155710"/>
              <a:chOff x="1780525" y="2859350"/>
              <a:chExt cx="387250" cy="113450"/>
            </a:xfrm>
          </p:grpSpPr>
          <p:sp>
            <p:nvSpPr>
              <p:cNvPr id="2365" name="Google Shape;2365;p50"/>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50"/>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50"/>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71"/>
        <p:cNvGrpSpPr/>
        <p:nvPr/>
      </p:nvGrpSpPr>
      <p:grpSpPr>
        <a:xfrm>
          <a:off x="0" y="0"/>
          <a:ext cx="0" cy="0"/>
          <a:chOff x="0" y="0"/>
          <a:chExt cx="0" cy="0"/>
        </a:xfrm>
      </p:grpSpPr>
      <p:sp>
        <p:nvSpPr>
          <p:cNvPr id="2372" name="Google Shape;2372;p51"/>
          <p:cNvSpPr/>
          <p:nvPr/>
        </p:nvSpPr>
        <p:spPr>
          <a:xfrm flipH="1">
            <a:off x="7438143" y="2002056"/>
            <a:ext cx="633900" cy="572700"/>
          </a:xfrm>
          <a:prstGeom prst="rect">
            <a:avLst/>
          </a:pr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51"/>
          <p:cNvSpPr/>
          <p:nvPr/>
        </p:nvSpPr>
        <p:spPr>
          <a:xfrm flipH="1">
            <a:off x="7438143" y="2806756"/>
            <a:ext cx="633900" cy="572700"/>
          </a:xfrm>
          <a:prstGeom prst="rect">
            <a:avLst/>
          </a:pr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51"/>
          <p:cNvSpPr/>
          <p:nvPr/>
        </p:nvSpPr>
        <p:spPr>
          <a:xfrm flipH="1">
            <a:off x="7438143" y="3611450"/>
            <a:ext cx="633900" cy="572700"/>
          </a:xfrm>
          <a:prstGeom prst="rect">
            <a:avLst/>
          </a:pr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51"/>
          <p:cNvSpPr txBox="1">
            <a:spLocks noGrp="1"/>
          </p:cNvSpPr>
          <p:nvPr>
            <p:ph type="ctrTitle"/>
          </p:nvPr>
        </p:nvSpPr>
        <p:spPr>
          <a:xfrm>
            <a:off x="713250" y="446075"/>
            <a:ext cx="7717500" cy="537000"/>
          </a:xfrm>
          <a:prstGeom prst="rect">
            <a:avLst/>
          </a:prstGeom>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a:t>Educational methods</a:t>
            </a:r>
            <a:endParaRPr/>
          </a:p>
        </p:txBody>
      </p:sp>
      <p:sp>
        <p:nvSpPr>
          <p:cNvPr id="2376" name="Google Shape;2376;p51"/>
          <p:cNvSpPr txBox="1"/>
          <p:nvPr/>
        </p:nvSpPr>
        <p:spPr>
          <a:xfrm>
            <a:off x="891425" y="2002050"/>
            <a:ext cx="3111600" cy="12672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a:solidFill>
                  <a:schemeClr val="dk1"/>
                </a:solidFill>
                <a:latin typeface="Nunito"/>
                <a:ea typeface="Nunito"/>
                <a:cs typeface="Nunito"/>
                <a:sym typeface="Nunito"/>
              </a:rPr>
              <a:t>Mercury is the closest planet to the Sun and the smallest one in the entire Solar System. This planet’s name has nothing to do with the liquid metal</a:t>
            </a:r>
            <a:endParaRPr>
              <a:solidFill>
                <a:schemeClr val="dk1"/>
              </a:solidFill>
              <a:latin typeface="Nunito"/>
              <a:ea typeface="Nunito"/>
              <a:cs typeface="Nunito"/>
              <a:sym typeface="Nunito"/>
            </a:endParaRPr>
          </a:p>
        </p:txBody>
      </p:sp>
      <p:sp>
        <p:nvSpPr>
          <p:cNvPr id="2377" name="Google Shape;2377;p51"/>
          <p:cNvSpPr txBox="1"/>
          <p:nvPr/>
        </p:nvSpPr>
        <p:spPr>
          <a:xfrm>
            <a:off x="891400" y="1546050"/>
            <a:ext cx="3111600" cy="4560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2200">
                <a:solidFill>
                  <a:schemeClr val="dk1"/>
                </a:solidFill>
                <a:latin typeface="Jua"/>
                <a:ea typeface="Jua"/>
                <a:cs typeface="Jua"/>
                <a:sym typeface="Jua"/>
              </a:rPr>
              <a:t>Explanation</a:t>
            </a:r>
            <a:endParaRPr sz="2200">
              <a:solidFill>
                <a:schemeClr val="dk1"/>
              </a:solidFill>
              <a:latin typeface="Jua"/>
              <a:ea typeface="Jua"/>
              <a:cs typeface="Jua"/>
              <a:sym typeface="Jua"/>
            </a:endParaRPr>
          </a:p>
        </p:txBody>
      </p:sp>
      <p:sp>
        <p:nvSpPr>
          <p:cNvPr id="2378" name="Google Shape;2378;p51"/>
          <p:cNvSpPr txBox="1"/>
          <p:nvPr/>
        </p:nvSpPr>
        <p:spPr>
          <a:xfrm>
            <a:off x="4123150" y="1546050"/>
            <a:ext cx="4191600" cy="4560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2200">
                <a:solidFill>
                  <a:schemeClr val="dk1"/>
                </a:solidFill>
                <a:latin typeface="Jua"/>
                <a:ea typeface="Jua"/>
                <a:cs typeface="Jua"/>
                <a:sym typeface="Jua"/>
              </a:rPr>
              <a:t>Steps to follow</a:t>
            </a:r>
            <a:endParaRPr sz="2200">
              <a:solidFill>
                <a:schemeClr val="dk1"/>
              </a:solidFill>
              <a:latin typeface="Jua"/>
              <a:ea typeface="Jua"/>
              <a:cs typeface="Jua"/>
              <a:sym typeface="Jua"/>
            </a:endParaRPr>
          </a:p>
        </p:txBody>
      </p:sp>
      <p:sp>
        <p:nvSpPr>
          <p:cNvPr id="2379" name="Google Shape;2379;p51"/>
          <p:cNvSpPr txBox="1"/>
          <p:nvPr/>
        </p:nvSpPr>
        <p:spPr>
          <a:xfrm>
            <a:off x="5362888" y="2002056"/>
            <a:ext cx="2023200" cy="5727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
                <a:solidFill>
                  <a:schemeClr val="dk1"/>
                </a:solidFill>
                <a:latin typeface="Nunito"/>
                <a:ea typeface="Nunito"/>
                <a:cs typeface="Nunito"/>
                <a:sym typeface="Nunito"/>
              </a:rPr>
              <a:t>Mercury is the closest planet to the Sun</a:t>
            </a:r>
            <a:endParaRPr>
              <a:solidFill>
                <a:schemeClr val="dk1"/>
              </a:solidFill>
              <a:latin typeface="Nunito"/>
              <a:ea typeface="Nunito"/>
              <a:cs typeface="Nunito"/>
              <a:sym typeface="Nunito"/>
            </a:endParaRPr>
          </a:p>
        </p:txBody>
      </p:sp>
      <p:sp>
        <p:nvSpPr>
          <p:cNvPr id="2380" name="Google Shape;2380;p51"/>
          <p:cNvSpPr txBox="1"/>
          <p:nvPr/>
        </p:nvSpPr>
        <p:spPr>
          <a:xfrm>
            <a:off x="4123150" y="2002056"/>
            <a:ext cx="1187700" cy="57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4500">
                <a:solidFill>
                  <a:schemeClr val="dk1"/>
                </a:solidFill>
                <a:latin typeface="Jua"/>
                <a:ea typeface="Jua"/>
                <a:cs typeface="Jua"/>
                <a:sym typeface="Jua"/>
              </a:rPr>
              <a:t>1st</a:t>
            </a:r>
            <a:endParaRPr sz="4500">
              <a:solidFill>
                <a:schemeClr val="dk1"/>
              </a:solidFill>
              <a:latin typeface="Jua"/>
              <a:ea typeface="Jua"/>
              <a:cs typeface="Jua"/>
              <a:sym typeface="Jua"/>
            </a:endParaRPr>
          </a:p>
        </p:txBody>
      </p:sp>
      <p:sp>
        <p:nvSpPr>
          <p:cNvPr id="2381" name="Google Shape;2381;p51"/>
          <p:cNvSpPr txBox="1"/>
          <p:nvPr/>
        </p:nvSpPr>
        <p:spPr>
          <a:xfrm>
            <a:off x="5362888" y="2806756"/>
            <a:ext cx="2023200" cy="5727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
                <a:solidFill>
                  <a:schemeClr val="dk1"/>
                </a:solidFill>
                <a:latin typeface="Nunito"/>
                <a:ea typeface="Nunito"/>
                <a:cs typeface="Nunito"/>
                <a:sym typeface="Nunito"/>
              </a:rPr>
              <a:t>Venus is the second planet from the Sun</a:t>
            </a:r>
            <a:endParaRPr>
              <a:solidFill>
                <a:schemeClr val="dk1"/>
              </a:solidFill>
              <a:latin typeface="Nunito"/>
              <a:ea typeface="Nunito"/>
              <a:cs typeface="Nunito"/>
              <a:sym typeface="Nunito"/>
            </a:endParaRPr>
          </a:p>
        </p:txBody>
      </p:sp>
      <p:sp>
        <p:nvSpPr>
          <p:cNvPr id="2382" name="Google Shape;2382;p51"/>
          <p:cNvSpPr txBox="1"/>
          <p:nvPr/>
        </p:nvSpPr>
        <p:spPr>
          <a:xfrm>
            <a:off x="4123150" y="2806756"/>
            <a:ext cx="1187700" cy="57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4500">
                <a:solidFill>
                  <a:schemeClr val="dk1"/>
                </a:solidFill>
                <a:latin typeface="Jua"/>
                <a:ea typeface="Jua"/>
                <a:cs typeface="Jua"/>
                <a:sym typeface="Jua"/>
              </a:rPr>
              <a:t>2nd</a:t>
            </a:r>
            <a:endParaRPr sz="4500">
              <a:solidFill>
                <a:schemeClr val="dk1"/>
              </a:solidFill>
              <a:latin typeface="Jua"/>
              <a:ea typeface="Jua"/>
              <a:cs typeface="Jua"/>
              <a:sym typeface="Jua"/>
            </a:endParaRPr>
          </a:p>
        </p:txBody>
      </p:sp>
      <p:sp>
        <p:nvSpPr>
          <p:cNvPr id="2383" name="Google Shape;2383;p51"/>
          <p:cNvSpPr txBox="1"/>
          <p:nvPr/>
        </p:nvSpPr>
        <p:spPr>
          <a:xfrm>
            <a:off x="5362888" y="3611450"/>
            <a:ext cx="2023200" cy="5727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
                <a:solidFill>
                  <a:schemeClr val="dk1"/>
                </a:solidFill>
                <a:latin typeface="Nunito"/>
                <a:ea typeface="Nunito"/>
                <a:cs typeface="Nunito"/>
                <a:sym typeface="Nunito"/>
              </a:rPr>
              <a:t>Earth is the planet on which we all live</a:t>
            </a:r>
            <a:endParaRPr>
              <a:solidFill>
                <a:schemeClr val="dk1"/>
              </a:solidFill>
              <a:latin typeface="Nunito"/>
              <a:ea typeface="Nunito"/>
              <a:cs typeface="Nunito"/>
              <a:sym typeface="Nunito"/>
            </a:endParaRPr>
          </a:p>
        </p:txBody>
      </p:sp>
      <p:sp>
        <p:nvSpPr>
          <p:cNvPr id="2384" name="Google Shape;2384;p51"/>
          <p:cNvSpPr txBox="1"/>
          <p:nvPr/>
        </p:nvSpPr>
        <p:spPr>
          <a:xfrm>
            <a:off x="4123150" y="3611450"/>
            <a:ext cx="1187700" cy="57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4500">
                <a:solidFill>
                  <a:schemeClr val="dk1"/>
                </a:solidFill>
                <a:latin typeface="Jua"/>
                <a:ea typeface="Jua"/>
                <a:cs typeface="Jua"/>
                <a:sym typeface="Jua"/>
              </a:rPr>
              <a:t>3rd</a:t>
            </a:r>
            <a:endParaRPr sz="4500">
              <a:solidFill>
                <a:schemeClr val="dk1"/>
              </a:solidFill>
              <a:latin typeface="Jua"/>
              <a:ea typeface="Jua"/>
              <a:cs typeface="Jua"/>
              <a:sym typeface="Jua"/>
            </a:endParaRPr>
          </a:p>
        </p:txBody>
      </p:sp>
      <p:sp>
        <p:nvSpPr>
          <p:cNvPr id="2385" name="Google Shape;2385;p51"/>
          <p:cNvSpPr/>
          <p:nvPr/>
        </p:nvSpPr>
        <p:spPr>
          <a:xfrm>
            <a:off x="536725" y="3611450"/>
            <a:ext cx="3466200" cy="1323900"/>
          </a:xfrm>
          <a:prstGeom prst="rect">
            <a:avLst/>
          </a:pr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86" name="Google Shape;2386;p51"/>
          <p:cNvGrpSpPr/>
          <p:nvPr/>
        </p:nvGrpSpPr>
        <p:grpSpPr>
          <a:xfrm>
            <a:off x="1393900" y="3839425"/>
            <a:ext cx="1751852" cy="867952"/>
            <a:chOff x="1393900" y="3723375"/>
            <a:chExt cx="1751852" cy="867952"/>
          </a:xfrm>
        </p:grpSpPr>
        <p:sp>
          <p:nvSpPr>
            <p:cNvPr id="2387" name="Google Shape;2387;p51"/>
            <p:cNvSpPr/>
            <p:nvPr/>
          </p:nvSpPr>
          <p:spPr>
            <a:xfrm>
              <a:off x="1393900" y="4286897"/>
              <a:ext cx="597275" cy="304430"/>
            </a:xfrm>
            <a:custGeom>
              <a:avLst/>
              <a:gdLst/>
              <a:ahLst/>
              <a:cxnLst/>
              <a:rect l="l" t="t" r="r" b="b"/>
              <a:pathLst>
                <a:path w="15362" h="7830" extrusionOk="0">
                  <a:moveTo>
                    <a:pt x="14928" y="0"/>
                  </a:moveTo>
                  <a:cubicBezTo>
                    <a:pt x="14905" y="0"/>
                    <a:pt x="14860" y="0"/>
                    <a:pt x="14837" y="23"/>
                  </a:cubicBezTo>
                  <a:cubicBezTo>
                    <a:pt x="12645" y="731"/>
                    <a:pt x="10523" y="1644"/>
                    <a:pt x="8468" y="2648"/>
                  </a:cubicBezTo>
                  <a:cubicBezTo>
                    <a:pt x="6437" y="3675"/>
                    <a:pt x="4474" y="4771"/>
                    <a:pt x="2511" y="5867"/>
                  </a:cubicBezTo>
                  <a:cubicBezTo>
                    <a:pt x="1758" y="6300"/>
                    <a:pt x="1005" y="6711"/>
                    <a:pt x="251" y="7122"/>
                  </a:cubicBezTo>
                  <a:cubicBezTo>
                    <a:pt x="69" y="7213"/>
                    <a:pt x="0" y="7464"/>
                    <a:pt x="114" y="7647"/>
                  </a:cubicBezTo>
                  <a:cubicBezTo>
                    <a:pt x="175" y="7769"/>
                    <a:pt x="297" y="7829"/>
                    <a:pt x="425" y="7829"/>
                  </a:cubicBezTo>
                  <a:cubicBezTo>
                    <a:pt x="490" y="7829"/>
                    <a:pt x="556" y="7814"/>
                    <a:pt x="617" y="7784"/>
                  </a:cubicBezTo>
                  <a:cubicBezTo>
                    <a:pt x="4337" y="5775"/>
                    <a:pt x="7943" y="3584"/>
                    <a:pt x="11847" y="1941"/>
                  </a:cubicBezTo>
                  <a:cubicBezTo>
                    <a:pt x="12897" y="1484"/>
                    <a:pt x="13947" y="1096"/>
                    <a:pt x="15019" y="754"/>
                  </a:cubicBezTo>
                  <a:cubicBezTo>
                    <a:pt x="15225" y="685"/>
                    <a:pt x="15362" y="480"/>
                    <a:pt x="15293" y="274"/>
                  </a:cubicBezTo>
                  <a:cubicBezTo>
                    <a:pt x="15248" y="115"/>
                    <a:pt x="15088" y="0"/>
                    <a:pt x="149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51"/>
            <p:cNvSpPr/>
            <p:nvPr/>
          </p:nvSpPr>
          <p:spPr>
            <a:xfrm>
              <a:off x="1409880" y="3845846"/>
              <a:ext cx="867957" cy="278420"/>
            </a:xfrm>
            <a:custGeom>
              <a:avLst/>
              <a:gdLst/>
              <a:ahLst/>
              <a:cxnLst/>
              <a:rect l="l" t="t" r="r" b="b"/>
              <a:pathLst>
                <a:path w="22324" h="7161" extrusionOk="0">
                  <a:moveTo>
                    <a:pt x="21958" y="0"/>
                  </a:moveTo>
                  <a:cubicBezTo>
                    <a:pt x="17325" y="92"/>
                    <a:pt x="12851" y="1484"/>
                    <a:pt x="8582" y="3105"/>
                  </a:cubicBezTo>
                  <a:cubicBezTo>
                    <a:pt x="5798" y="4177"/>
                    <a:pt x="3082" y="5341"/>
                    <a:pt x="297" y="6391"/>
                  </a:cubicBezTo>
                  <a:cubicBezTo>
                    <a:pt x="206" y="6437"/>
                    <a:pt x="114" y="6483"/>
                    <a:pt x="69" y="6574"/>
                  </a:cubicBezTo>
                  <a:cubicBezTo>
                    <a:pt x="23" y="6665"/>
                    <a:pt x="0" y="6779"/>
                    <a:pt x="23" y="6871"/>
                  </a:cubicBezTo>
                  <a:cubicBezTo>
                    <a:pt x="61" y="7024"/>
                    <a:pt x="228" y="7161"/>
                    <a:pt x="402" y="7161"/>
                  </a:cubicBezTo>
                  <a:cubicBezTo>
                    <a:pt x="435" y="7161"/>
                    <a:pt x="469" y="7156"/>
                    <a:pt x="502" y="7145"/>
                  </a:cubicBezTo>
                  <a:cubicBezTo>
                    <a:pt x="4793" y="5501"/>
                    <a:pt x="8970" y="3584"/>
                    <a:pt x="13376" y="2260"/>
                  </a:cubicBezTo>
                  <a:cubicBezTo>
                    <a:pt x="15225" y="1689"/>
                    <a:pt x="17096" y="1256"/>
                    <a:pt x="18991" y="982"/>
                  </a:cubicBezTo>
                  <a:cubicBezTo>
                    <a:pt x="19972" y="868"/>
                    <a:pt x="20977" y="776"/>
                    <a:pt x="21958" y="776"/>
                  </a:cubicBezTo>
                  <a:cubicBezTo>
                    <a:pt x="22163" y="776"/>
                    <a:pt x="22323" y="594"/>
                    <a:pt x="22323" y="388"/>
                  </a:cubicBezTo>
                  <a:cubicBezTo>
                    <a:pt x="22323" y="183"/>
                    <a:pt x="22163" y="0"/>
                    <a:pt x="219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51"/>
            <p:cNvSpPr/>
            <p:nvPr/>
          </p:nvSpPr>
          <p:spPr>
            <a:xfrm>
              <a:off x="2168621" y="3856499"/>
              <a:ext cx="394982" cy="201709"/>
            </a:xfrm>
            <a:custGeom>
              <a:avLst/>
              <a:gdLst/>
              <a:ahLst/>
              <a:cxnLst/>
              <a:rect l="l" t="t" r="r" b="b"/>
              <a:pathLst>
                <a:path w="10159" h="5188" extrusionOk="0">
                  <a:moveTo>
                    <a:pt x="3721" y="4223"/>
                  </a:moveTo>
                  <a:cubicBezTo>
                    <a:pt x="3707" y="4223"/>
                    <a:pt x="3694" y="4225"/>
                    <a:pt x="3683" y="4228"/>
                  </a:cubicBezTo>
                  <a:lnTo>
                    <a:pt x="3683" y="4228"/>
                  </a:lnTo>
                  <a:cubicBezTo>
                    <a:pt x="3695" y="4227"/>
                    <a:pt x="3708" y="4225"/>
                    <a:pt x="3721" y="4223"/>
                  </a:cubicBezTo>
                  <a:close/>
                  <a:moveTo>
                    <a:pt x="7591" y="4404"/>
                  </a:moveTo>
                  <a:lnTo>
                    <a:pt x="7591" y="4404"/>
                  </a:lnTo>
                  <a:cubicBezTo>
                    <a:pt x="7587" y="4404"/>
                    <a:pt x="7583" y="4405"/>
                    <a:pt x="7579" y="4405"/>
                  </a:cubicBezTo>
                  <a:cubicBezTo>
                    <a:pt x="7583" y="4405"/>
                    <a:pt x="7587" y="4405"/>
                    <a:pt x="7591" y="4404"/>
                  </a:cubicBezTo>
                  <a:close/>
                  <a:moveTo>
                    <a:pt x="2192" y="0"/>
                  </a:moveTo>
                  <a:cubicBezTo>
                    <a:pt x="2101" y="23"/>
                    <a:pt x="1987" y="91"/>
                    <a:pt x="1964" y="183"/>
                  </a:cubicBezTo>
                  <a:cubicBezTo>
                    <a:pt x="1302" y="1666"/>
                    <a:pt x="594" y="3150"/>
                    <a:pt x="46" y="4679"/>
                  </a:cubicBezTo>
                  <a:cubicBezTo>
                    <a:pt x="1" y="4771"/>
                    <a:pt x="24" y="4908"/>
                    <a:pt x="69" y="4976"/>
                  </a:cubicBezTo>
                  <a:cubicBezTo>
                    <a:pt x="161" y="5113"/>
                    <a:pt x="275" y="5159"/>
                    <a:pt x="412" y="5159"/>
                  </a:cubicBezTo>
                  <a:cubicBezTo>
                    <a:pt x="680" y="5179"/>
                    <a:pt x="949" y="5188"/>
                    <a:pt x="1218" y="5188"/>
                  </a:cubicBezTo>
                  <a:cubicBezTo>
                    <a:pt x="2158" y="5188"/>
                    <a:pt x="3095" y="5078"/>
                    <a:pt x="4018" y="4953"/>
                  </a:cubicBezTo>
                  <a:cubicBezTo>
                    <a:pt x="5228" y="4771"/>
                    <a:pt x="6437" y="4565"/>
                    <a:pt x="7624" y="4383"/>
                  </a:cubicBezTo>
                  <a:lnTo>
                    <a:pt x="7624" y="4383"/>
                  </a:lnTo>
                  <a:cubicBezTo>
                    <a:pt x="7624" y="4383"/>
                    <a:pt x="7609" y="4398"/>
                    <a:pt x="7591" y="4404"/>
                  </a:cubicBezTo>
                  <a:lnTo>
                    <a:pt x="7591" y="4404"/>
                  </a:lnTo>
                  <a:cubicBezTo>
                    <a:pt x="8317" y="4291"/>
                    <a:pt x="9044" y="4223"/>
                    <a:pt x="9770" y="4200"/>
                  </a:cubicBezTo>
                  <a:cubicBezTo>
                    <a:pt x="9975" y="4200"/>
                    <a:pt x="10158" y="4040"/>
                    <a:pt x="10158" y="3835"/>
                  </a:cubicBezTo>
                  <a:cubicBezTo>
                    <a:pt x="10158" y="3629"/>
                    <a:pt x="9975" y="3447"/>
                    <a:pt x="9770" y="3447"/>
                  </a:cubicBezTo>
                  <a:cubicBezTo>
                    <a:pt x="7705" y="3515"/>
                    <a:pt x="5685" y="3967"/>
                    <a:pt x="3643" y="4241"/>
                  </a:cubicBezTo>
                  <a:lnTo>
                    <a:pt x="3643" y="4241"/>
                  </a:lnTo>
                  <a:cubicBezTo>
                    <a:pt x="3656" y="4237"/>
                    <a:pt x="3669" y="4232"/>
                    <a:pt x="3683" y="4228"/>
                  </a:cubicBezTo>
                  <a:lnTo>
                    <a:pt x="3683" y="4228"/>
                  </a:lnTo>
                  <a:cubicBezTo>
                    <a:pt x="2760" y="4362"/>
                    <a:pt x="1860" y="4428"/>
                    <a:pt x="937" y="4428"/>
                  </a:cubicBezTo>
                  <a:cubicBezTo>
                    <a:pt x="1096" y="4063"/>
                    <a:pt x="1233" y="3698"/>
                    <a:pt x="1393" y="3355"/>
                  </a:cubicBezTo>
                  <a:lnTo>
                    <a:pt x="1370" y="3355"/>
                  </a:lnTo>
                  <a:cubicBezTo>
                    <a:pt x="1781" y="2420"/>
                    <a:pt x="2192" y="1484"/>
                    <a:pt x="2603" y="571"/>
                  </a:cubicBezTo>
                  <a:cubicBezTo>
                    <a:pt x="2648" y="457"/>
                    <a:pt x="2671" y="388"/>
                    <a:pt x="2648" y="274"/>
                  </a:cubicBezTo>
                  <a:cubicBezTo>
                    <a:pt x="2626" y="183"/>
                    <a:pt x="2557" y="91"/>
                    <a:pt x="2466" y="46"/>
                  </a:cubicBezTo>
                  <a:cubicBezTo>
                    <a:pt x="2420" y="0"/>
                    <a:pt x="2352" y="0"/>
                    <a:pt x="22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51"/>
            <p:cNvSpPr/>
            <p:nvPr/>
          </p:nvSpPr>
          <p:spPr>
            <a:xfrm>
              <a:off x="1942340" y="4301088"/>
              <a:ext cx="598169" cy="185535"/>
            </a:xfrm>
            <a:custGeom>
              <a:avLst/>
              <a:gdLst/>
              <a:ahLst/>
              <a:cxnLst/>
              <a:rect l="l" t="t" r="r" b="b"/>
              <a:pathLst>
                <a:path w="15385" h="4772" extrusionOk="0">
                  <a:moveTo>
                    <a:pt x="2306" y="3881"/>
                  </a:moveTo>
                  <a:cubicBezTo>
                    <a:pt x="2292" y="3881"/>
                    <a:pt x="2281" y="3883"/>
                    <a:pt x="2270" y="3886"/>
                  </a:cubicBezTo>
                  <a:lnTo>
                    <a:pt x="2270" y="3886"/>
                  </a:lnTo>
                  <a:cubicBezTo>
                    <a:pt x="2282" y="3884"/>
                    <a:pt x="2294" y="3883"/>
                    <a:pt x="2306" y="3881"/>
                  </a:cubicBezTo>
                  <a:close/>
                  <a:moveTo>
                    <a:pt x="502" y="1"/>
                  </a:moveTo>
                  <a:cubicBezTo>
                    <a:pt x="297" y="1"/>
                    <a:pt x="114" y="183"/>
                    <a:pt x="114" y="389"/>
                  </a:cubicBezTo>
                  <a:cubicBezTo>
                    <a:pt x="160" y="1713"/>
                    <a:pt x="69" y="3059"/>
                    <a:pt x="23" y="4383"/>
                  </a:cubicBezTo>
                  <a:cubicBezTo>
                    <a:pt x="0" y="4589"/>
                    <a:pt x="206" y="4771"/>
                    <a:pt x="388" y="4771"/>
                  </a:cubicBezTo>
                  <a:cubicBezTo>
                    <a:pt x="432" y="4772"/>
                    <a:pt x="475" y="4772"/>
                    <a:pt x="518" y="4772"/>
                  </a:cubicBezTo>
                  <a:cubicBezTo>
                    <a:pt x="2619" y="4772"/>
                    <a:pt x="4675" y="4233"/>
                    <a:pt x="6665" y="3607"/>
                  </a:cubicBezTo>
                  <a:cubicBezTo>
                    <a:pt x="8765" y="2945"/>
                    <a:pt x="10842" y="2146"/>
                    <a:pt x="12965" y="1576"/>
                  </a:cubicBezTo>
                  <a:cubicBezTo>
                    <a:pt x="13673" y="1393"/>
                    <a:pt x="14380" y="1233"/>
                    <a:pt x="15088" y="1142"/>
                  </a:cubicBezTo>
                  <a:cubicBezTo>
                    <a:pt x="15179" y="1119"/>
                    <a:pt x="15270" y="1028"/>
                    <a:pt x="15316" y="959"/>
                  </a:cubicBezTo>
                  <a:cubicBezTo>
                    <a:pt x="15362" y="868"/>
                    <a:pt x="15385" y="754"/>
                    <a:pt x="15339" y="663"/>
                  </a:cubicBezTo>
                  <a:cubicBezTo>
                    <a:pt x="15316" y="571"/>
                    <a:pt x="15270" y="480"/>
                    <a:pt x="15179" y="434"/>
                  </a:cubicBezTo>
                  <a:cubicBezTo>
                    <a:pt x="15088" y="389"/>
                    <a:pt x="14997" y="389"/>
                    <a:pt x="14882" y="389"/>
                  </a:cubicBezTo>
                  <a:cubicBezTo>
                    <a:pt x="12737" y="731"/>
                    <a:pt x="10660" y="1461"/>
                    <a:pt x="8605" y="2146"/>
                  </a:cubicBezTo>
                  <a:cubicBezTo>
                    <a:pt x="6551" y="2854"/>
                    <a:pt x="4474" y="3584"/>
                    <a:pt x="2328" y="3881"/>
                  </a:cubicBezTo>
                  <a:cubicBezTo>
                    <a:pt x="2283" y="3881"/>
                    <a:pt x="2237" y="3904"/>
                    <a:pt x="2192" y="3904"/>
                  </a:cubicBezTo>
                  <a:cubicBezTo>
                    <a:pt x="2224" y="3904"/>
                    <a:pt x="2244" y="3892"/>
                    <a:pt x="2270" y="3886"/>
                  </a:cubicBezTo>
                  <a:lnTo>
                    <a:pt x="2270" y="3886"/>
                  </a:lnTo>
                  <a:cubicBezTo>
                    <a:pt x="1780" y="3952"/>
                    <a:pt x="1289" y="3995"/>
                    <a:pt x="799" y="3995"/>
                  </a:cubicBezTo>
                  <a:cubicBezTo>
                    <a:pt x="845" y="2808"/>
                    <a:pt x="913" y="1598"/>
                    <a:pt x="868" y="389"/>
                  </a:cubicBezTo>
                  <a:cubicBezTo>
                    <a:pt x="868" y="183"/>
                    <a:pt x="708" y="1"/>
                    <a:pt x="5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51"/>
            <p:cNvSpPr/>
            <p:nvPr/>
          </p:nvSpPr>
          <p:spPr>
            <a:xfrm>
              <a:off x="2530709" y="3728702"/>
              <a:ext cx="73678" cy="287362"/>
            </a:xfrm>
            <a:custGeom>
              <a:avLst/>
              <a:gdLst/>
              <a:ahLst/>
              <a:cxnLst/>
              <a:rect l="l" t="t" r="r" b="b"/>
              <a:pathLst>
                <a:path w="1895" h="7391" extrusionOk="0">
                  <a:moveTo>
                    <a:pt x="1484" y="0"/>
                  </a:moveTo>
                  <a:cubicBezTo>
                    <a:pt x="1324" y="0"/>
                    <a:pt x="1142" y="114"/>
                    <a:pt x="1119" y="297"/>
                  </a:cubicBezTo>
                  <a:cubicBezTo>
                    <a:pt x="822" y="1689"/>
                    <a:pt x="708" y="3127"/>
                    <a:pt x="525" y="4543"/>
                  </a:cubicBezTo>
                  <a:cubicBezTo>
                    <a:pt x="411" y="5341"/>
                    <a:pt x="274" y="6140"/>
                    <a:pt x="46" y="6916"/>
                  </a:cubicBezTo>
                  <a:cubicBezTo>
                    <a:pt x="0" y="7099"/>
                    <a:pt x="115" y="7327"/>
                    <a:pt x="320" y="7373"/>
                  </a:cubicBezTo>
                  <a:cubicBezTo>
                    <a:pt x="357" y="7385"/>
                    <a:pt x="394" y="7391"/>
                    <a:pt x="430" y="7391"/>
                  </a:cubicBezTo>
                  <a:cubicBezTo>
                    <a:pt x="594" y="7391"/>
                    <a:pt x="739" y="7272"/>
                    <a:pt x="777" y="7122"/>
                  </a:cubicBezTo>
                  <a:cubicBezTo>
                    <a:pt x="1279" y="5410"/>
                    <a:pt x="1370" y="3630"/>
                    <a:pt x="1598" y="1872"/>
                  </a:cubicBezTo>
                  <a:cubicBezTo>
                    <a:pt x="1598" y="1918"/>
                    <a:pt x="1598" y="1940"/>
                    <a:pt x="1598" y="1986"/>
                  </a:cubicBezTo>
                  <a:cubicBezTo>
                    <a:pt x="1667" y="1484"/>
                    <a:pt x="1735" y="982"/>
                    <a:pt x="1849" y="480"/>
                  </a:cubicBezTo>
                  <a:cubicBezTo>
                    <a:pt x="1895" y="297"/>
                    <a:pt x="1781" y="69"/>
                    <a:pt x="1575" y="23"/>
                  </a:cubicBezTo>
                  <a:cubicBezTo>
                    <a:pt x="1553" y="23"/>
                    <a:pt x="1507" y="0"/>
                    <a:pt x="14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51"/>
            <p:cNvSpPr/>
            <p:nvPr/>
          </p:nvSpPr>
          <p:spPr>
            <a:xfrm>
              <a:off x="2504971" y="4092538"/>
              <a:ext cx="632772" cy="474064"/>
            </a:xfrm>
            <a:custGeom>
              <a:avLst/>
              <a:gdLst/>
              <a:ahLst/>
              <a:cxnLst/>
              <a:rect l="l" t="t" r="r" b="b"/>
              <a:pathLst>
                <a:path w="16275" h="12193" extrusionOk="0">
                  <a:moveTo>
                    <a:pt x="15864" y="1"/>
                  </a:moveTo>
                  <a:cubicBezTo>
                    <a:pt x="15796" y="1"/>
                    <a:pt x="15727" y="1"/>
                    <a:pt x="15659" y="46"/>
                  </a:cubicBezTo>
                  <a:cubicBezTo>
                    <a:pt x="13673" y="982"/>
                    <a:pt x="11801" y="2101"/>
                    <a:pt x="9998" y="3333"/>
                  </a:cubicBezTo>
                  <a:cubicBezTo>
                    <a:pt x="8195" y="4566"/>
                    <a:pt x="6483" y="5912"/>
                    <a:pt x="4840" y="7328"/>
                  </a:cubicBezTo>
                  <a:cubicBezTo>
                    <a:pt x="3470" y="8515"/>
                    <a:pt x="2146" y="9724"/>
                    <a:pt x="845" y="10957"/>
                  </a:cubicBezTo>
                  <a:cubicBezTo>
                    <a:pt x="799" y="9359"/>
                    <a:pt x="799" y="7761"/>
                    <a:pt x="777" y="6164"/>
                  </a:cubicBezTo>
                  <a:cubicBezTo>
                    <a:pt x="777" y="5958"/>
                    <a:pt x="594" y="5798"/>
                    <a:pt x="389" y="5798"/>
                  </a:cubicBezTo>
                  <a:cubicBezTo>
                    <a:pt x="183" y="5798"/>
                    <a:pt x="1" y="5958"/>
                    <a:pt x="1" y="6164"/>
                  </a:cubicBezTo>
                  <a:cubicBezTo>
                    <a:pt x="46" y="8058"/>
                    <a:pt x="46" y="9930"/>
                    <a:pt x="115" y="11824"/>
                  </a:cubicBezTo>
                  <a:cubicBezTo>
                    <a:pt x="115" y="11938"/>
                    <a:pt x="183" y="12075"/>
                    <a:pt x="297" y="12144"/>
                  </a:cubicBezTo>
                  <a:cubicBezTo>
                    <a:pt x="356" y="12177"/>
                    <a:pt x="418" y="12192"/>
                    <a:pt x="478" y="12192"/>
                  </a:cubicBezTo>
                  <a:cubicBezTo>
                    <a:pt x="582" y="12192"/>
                    <a:pt x="682" y="12147"/>
                    <a:pt x="754" y="12075"/>
                  </a:cubicBezTo>
                  <a:cubicBezTo>
                    <a:pt x="3128" y="9838"/>
                    <a:pt x="5524" y="7647"/>
                    <a:pt x="8081" y="5661"/>
                  </a:cubicBezTo>
                  <a:cubicBezTo>
                    <a:pt x="8104" y="5661"/>
                    <a:pt x="8126" y="5639"/>
                    <a:pt x="8149" y="5616"/>
                  </a:cubicBezTo>
                  <a:cubicBezTo>
                    <a:pt x="10614" y="3721"/>
                    <a:pt x="13239" y="2032"/>
                    <a:pt x="16047" y="708"/>
                  </a:cubicBezTo>
                  <a:cubicBezTo>
                    <a:pt x="16229" y="617"/>
                    <a:pt x="16275" y="343"/>
                    <a:pt x="16184" y="183"/>
                  </a:cubicBezTo>
                  <a:cubicBezTo>
                    <a:pt x="16138" y="92"/>
                    <a:pt x="16047" y="24"/>
                    <a:pt x="159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51"/>
            <p:cNvSpPr/>
            <p:nvPr/>
          </p:nvSpPr>
          <p:spPr>
            <a:xfrm>
              <a:off x="2576859" y="3735778"/>
              <a:ext cx="568892" cy="375348"/>
            </a:xfrm>
            <a:custGeom>
              <a:avLst/>
              <a:gdLst/>
              <a:ahLst/>
              <a:cxnLst/>
              <a:rect l="l" t="t" r="r" b="b"/>
              <a:pathLst>
                <a:path w="14632" h="9654" extrusionOk="0">
                  <a:moveTo>
                    <a:pt x="344" y="777"/>
                  </a:moveTo>
                  <a:cubicBezTo>
                    <a:pt x="361" y="790"/>
                    <a:pt x="381" y="800"/>
                    <a:pt x="411" y="800"/>
                  </a:cubicBezTo>
                  <a:cubicBezTo>
                    <a:pt x="388" y="788"/>
                    <a:pt x="364" y="782"/>
                    <a:pt x="344" y="777"/>
                  </a:cubicBezTo>
                  <a:close/>
                  <a:moveTo>
                    <a:pt x="388" y="1"/>
                  </a:moveTo>
                  <a:cubicBezTo>
                    <a:pt x="320" y="1"/>
                    <a:pt x="251" y="24"/>
                    <a:pt x="206" y="69"/>
                  </a:cubicBezTo>
                  <a:cubicBezTo>
                    <a:pt x="115" y="115"/>
                    <a:pt x="46" y="184"/>
                    <a:pt x="23" y="275"/>
                  </a:cubicBezTo>
                  <a:cubicBezTo>
                    <a:pt x="0" y="389"/>
                    <a:pt x="0" y="480"/>
                    <a:pt x="69" y="572"/>
                  </a:cubicBezTo>
                  <a:cubicBezTo>
                    <a:pt x="115" y="663"/>
                    <a:pt x="183" y="709"/>
                    <a:pt x="297" y="754"/>
                  </a:cubicBezTo>
                  <a:cubicBezTo>
                    <a:pt x="308" y="765"/>
                    <a:pt x="325" y="771"/>
                    <a:pt x="344" y="777"/>
                  </a:cubicBezTo>
                  <a:lnTo>
                    <a:pt x="344" y="777"/>
                  </a:lnTo>
                  <a:cubicBezTo>
                    <a:pt x="335" y="770"/>
                    <a:pt x="328" y="762"/>
                    <a:pt x="320" y="754"/>
                  </a:cubicBezTo>
                  <a:lnTo>
                    <a:pt x="320" y="754"/>
                  </a:lnTo>
                  <a:cubicBezTo>
                    <a:pt x="2397" y="1644"/>
                    <a:pt x="4314" y="2854"/>
                    <a:pt x="6186" y="4109"/>
                  </a:cubicBezTo>
                  <a:cubicBezTo>
                    <a:pt x="7122" y="4749"/>
                    <a:pt x="8081" y="5411"/>
                    <a:pt x="9016" y="6072"/>
                  </a:cubicBezTo>
                  <a:cubicBezTo>
                    <a:pt x="9473" y="6369"/>
                    <a:pt x="9929" y="6689"/>
                    <a:pt x="10386" y="6985"/>
                  </a:cubicBezTo>
                  <a:cubicBezTo>
                    <a:pt x="10797" y="7259"/>
                    <a:pt x="11253" y="7533"/>
                    <a:pt x="11687" y="7784"/>
                  </a:cubicBezTo>
                  <a:cubicBezTo>
                    <a:pt x="12166" y="8081"/>
                    <a:pt x="12646" y="8378"/>
                    <a:pt x="13102" y="8720"/>
                  </a:cubicBezTo>
                  <a:cubicBezTo>
                    <a:pt x="13422" y="8971"/>
                    <a:pt x="13718" y="9245"/>
                    <a:pt x="13969" y="9542"/>
                  </a:cubicBezTo>
                  <a:cubicBezTo>
                    <a:pt x="14035" y="9619"/>
                    <a:pt x="14133" y="9653"/>
                    <a:pt x="14232" y="9653"/>
                  </a:cubicBezTo>
                  <a:cubicBezTo>
                    <a:pt x="14338" y="9653"/>
                    <a:pt x="14446" y="9613"/>
                    <a:pt x="14517" y="9542"/>
                  </a:cubicBezTo>
                  <a:cubicBezTo>
                    <a:pt x="14586" y="9473"/>
                    <a:pt x="14631" y="9382"/>
                    <a:pt x="14631" y="9291"/>
                  </a:cubicBezTo>
                  <a:cubicBezTo>
                    <a:pt x="14631" y="9177"/>
                    <a:pt x="14586" y="9085"/>
                    <a:pt x="14517" y="9017"/>
                  </a:cubicBezTo>
                  <a:cubicBezTo>
                    <a:pt x="13833" y="8218"/>
                    <a:pt x="12942" y="7670"/>
                    <a:pt x="12075" y="7145"/>
                  </a:cubicBezTo>
                  <a:cubicBezTo>
                    <a:pt x="11618" y="6871"/>
                    <a:pt x="11185" y="6597"/>
                    <a:pt x="10774" y="6324"/>
                  </a:cubicBezTo>
                  <a:cubicBezTo>
                    <a:pt x="10295" y="6027"/>
                    <a:pt x="9861" y="5707"/>
                    <a:pt x="9404" y="5411"/>
                  </a:cubicBezTo>
                  <a:cubicBezTo>
                    <a:pt x="7510" y="4109"/>
                    <a:pt x="5638" y="2763"/>
                    <a:pt x="3652" y="1599"/>
                  </a:cubicBezTo>
                  <a:cubicBezTo>
                    <a:pt x="2625" y="1005"/>
                    <a:pt x="1575" y="480"/>
                    <a:pt x="480" y="24"/>
                  </a:cubicBezTo>
                  <a:cubicBezTo>
                    <a:pt x="457" y="1"/>
                    <a:pt x="434" y="1"/>
                    <a:pt x="3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51"/>
            <p:cNvSpPr/>
            <p:nvPr/>
          </p:nvSpPr>
          <p:spPr>
            <a:xfrm>
              <a:off x="1618431" y="4412906"/>
              <a:ext cx="539577" cy="164229"/>
            </a:xfrm>
            <a:custGeom>
              <a:avLst/>
              <a:gdLst/>
              <a:ahLst/>
              <a:cxnLst/>
              <a:rect l="l" t="t" r="r" b="b"/>
              <a:pathLst>
                <a:path w="13878" h="4224" extrusionOk="0">
                  <a:moveTo>
                    <a:pt x="7601" y="3470"/>
                  </a:moveTo>
                  <a:cubicBezTo>
                    <a:pt x="7584" y="3470"/>
                    <a:pt x="7567" y="3470"/>
                    <a:pt x="7551" y="3479"/>
                  </a:cubicBezTo>
                  <a:lnTo>
                    <a:pt x="7551" y="3479"/>
                  </a:lnTo>
                  <a:cubicBezTo>
                    <a:pt x="7567" y="3476"/>
                    <a:pt x="7584" y="3473"/>
                    <a:pt x="7601" y="3470"/>
                  </a:cubicBezTo>
                  <a:close/>
                  <a:moveTo>
                    <a:pt x="6574" y="1"/>
                  </a:moveTo>
                  <a:cubicBezTo>
                    <a:pt x="6551" y="1"/>
                    <a:pt x="6528" y="23"/>
                    <a:pt x="6482" y="23"/>
                  </a:cubicBezTo>
                  <a:cubicBezTo>
                    <a:pt x="4337" y="1005"/>
                    <a:pt x="2283" y="2192"/>
                    <a:pt x="160" y="3196"/>
                  </a:cubicBezTo>
                  <a:cubicBezTo>
                    <a:pt x="91" y="3242"/>
                    <a:pt x="46" y="3310"/>
                    <a:pt x="23" y="3379"/>
                  </a:cubicBezTo>
                  <a:cubicBezTo>
                    <a:pt x="0" y="3447"/>
                    <a:pt x="23" y="3539"/>
                    <a:pt x="69" y="3607"/>
                  </a:cubicBezTo>
                  <a:cubicBezTo>
                    <a:pt x="114" y="3653"/>
                    <a:pt x="183" y="3698"/>
                    <a:pt x="251" y="3721"/>
                  </a:cubicBezTo>
                  <a:cubicBezTo>
                    <a:pt x="269" y="3727"/>
                    <a:pt x="288" y="3730"/>
                    <a:pt x="306" y="3730"/>
                  </a:cubicBezTo>
                  <a:cubicBezTo>
                    <a:pt x="356" y="3730"/>
                    <a:pt x="406" y="3709"/>
                    <a:pt x="457" y="3675"/>
                  </a:cubicBezTo>
                  <a:cubicBezTo>
                    <a:pt x="2382" y="2769"/>
                    <a:pt x="4218" y="1728"/>
                    <a:pt x="6143" y="820"/>
                  </a:cubicBezTo>
                  <a:lnTo>
                    <a:pt x="6143" y="820"/>
                  </a:lnTo>
                  <a:cubicBezTo>
                    <a:pt x="6142" y="821"/>
                    <a:pt x="6141" y="821"/>
                    <a:pt x="6140" y="822"/>
                  </a:cubicBezTo>
                  <a:cubicBezTo>
                    <a:pt x="6141" y="821"/>
                    <a:pt x="6142" y="821"/>
                    <a:pt x="6143" y="820"/>
                  </a:cubicBezTo>
                  <a:lnTo>
                    <a:pt x="6143" y="820"/>
                  </a:lnTo>
                  <a:cubicBezTo>
                    <a:pt x="6157" y="813"/>
                    <a:pt x="6171" y="806"/>
                    <a:pt x="6186" y="799"/>
                  </a:cubicBezTo>
                  <a:lnTo>
                    <a:pt x="6186" y="799"/>
                  </a:lnTo>
                  <a:cubicBezTo>
                    <a:pt x="5980" y="1827"/>
                    <a:pt x="5706" y="2854"/>
                    <a:pt x="5432" y="3881"/>
                  </a:cubicBezTo>
                  <a:cubicBezTo>
                    <a:pt x="5387" y="4064"/>
                    <a:pt x="5547" y="4223"/>
                    <a:pt x="5729" y="4223"/>
                  </a:cubicBezTo>
                  <a:cubicBezTo>
                    <a:pt x="7053" y="4223"/>
                    <a:pt x="8377" y="3927"/>
                    <a:pt x="9678" y="3584"/>
                  </a:cubicBezTo>
                  <a:cubicBezTo>
                    <a:pt x="10956" y="3242"/>
                    <a:pt x="12234" y="2854"/>
                    <a:pt x="13558" y="2603"/>
                  </a:cubicBezTo>
                  <a:lnTo>
                    <a:pt x="13604" y="2603"/>
                  </a:lnTo>
                  <a:cubicBezTo>
                    <a:pt x="13672" y="2580"/>
                    <a:pt x="13741" y="2557"/>
                    <a:pt x="13787" y="2511"/>
                  </a:cubicBezTo>
                  <a:cubicBezTo>
                    <a:pt x="13832" y="2443"/>
                    <a:pt x="13878" y="2374"/>
                    <a:pt x="13855" y="2306"/>
                  </a:cubicBezTo>
                  <a:cubicBezTo>
                    <a:pt x="13855" y="2215"/>
                    <a:pt x="13832" y="2146"/>
                    <a:pt x="13764" y="2101"/>
                  </a:cubicBezTo>
                  <a:cubicBezTo>
                    <a:pt x="13726" y="2063"/>
                    <a:pt x="13659" y="2026"/>
                    <a:pt x="13598" y="2026"/>
                  </a:cubicBezTo>
                  <a:cubicBezTo>
                    <a:pt x="13584" y="2026"/>
                    <a:pt x="13571" y="2028"/>
                    <a:pt x="13558" y="2032"/>
                  </a:cubicBezTo>
                  <a:cubicBezTo>
                    <a:pt x="11527" y="2374"/>
                    <a:pt x="9564" y="3105"/>
                    <a:pt x="7532" y="3493"/>
                  </a:cubicBezTo>
                  <a:cubicBezTo>
                    <a:pt x="7538" y="3487"/>
                    <a:pt x="7544" y="3482"/>
                    <a:pt x="7551" y="3479"/>
                  </a:cubicBezTo>
                  <a:lnTo>
                    <a:pt x="7551" y="3479"/>
                  </a:lnTo>
                  <a:cubicBezTo>
                    <a:pt x="7065" y="3566"/>
                    <a:pt x="6580" y="3631"/>
                    <a:pt x="6094" y="3653"/>
                  </a:cubicBezTo>
                  <a:cubicBezTo>
                    <a:pt x="6368" y="2557"/>
                    <a:pt x="6665" y="1461"/>
                    <a:pt x="6848" y="366"/>
                  </a:cubicBezTo>
                  <a:cubicBezTo>
                    <a:pt x="6870" y="252"/>
                    <a:pt x="6848" y="160"/>
                    <a:pt x="6779" y="92"/>
                  </a:cubicBezTo>
                  <a:cubicBezTo>
                    <a:pt x="6711" y="46"/>
                    <a:pt x="6642" y="1"/>
                    <a:pt x="65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51"/>
            <p:cNvSpPr/>
            <p:nvPr/>
          </p:nvSpPr>
          <p:spPr>
            <a:xfrm>
              <a:off x="1887325" y="3723375"/>
              <a:ext cx="580401" cy="244166"/>
            </a:xfrm>
            <a:custGeom>
              <a:avLst/>
              <a:gdLst/>
              <a:ahLst/>
              <a:cxnLst/>
              <a:rect l="l" t="t" r="r" b="b"/>
              <a:pathLst>
                <a:path w="14928" h="6280" extrusionOk="0">
                  <a:moveTo>
                    <a:pt x="11481" y="0"/>
                  </a:moveTo>
                  <a:cubicBezTo>
                    <a:pt x="11253" y="0"/>
                    <a:pt x="11025" y="23"/>
                    <a:pt x="10819" y="46"/>
                  </a:cubicBezTo>
                  <a:cubicBezTo>
                    <a:pt x="10272" y="92"/>
                    <a:pt x="9724" y="183"/>
                    <a:pt x="9176" y="297"/>
                  </a:cubicBezTo>
                  <a:cubicBezTo>
                    <a:pt x="7875" y="525"/>
                    <a:pt x="6597" y="845"/>
                    <a:pt x="5318" y="1187"/>
                  </a:cubicBezTo>
                  <a:cubicBezTo>
                    <a:pt x="4223" y="1484"/>
                    <a:pt x="3150" y="1804"/>
                    <a:pt x="2054" y="2123"/>
                  </a:cubicBezTo>
                  <a:cubicBezTo>
                    <a:pt x="1666" y="2237"/>
                    <a:pt x="1278" y="2351"/>
                    <a:pt x="890" y="2466"/>
                  </a:cubicBezTo>
                  <a:cubicBezTo>
                    <a:pt x="685" y="2534"/>
                    <a:pt x="457" y="2580"/>
                    <a:pt x="251" y="2648"/>
                  </a:cubicBezTo>
                  <a:cubicBezTo>
                    <a:pt x="91" y="2694"/>
                    <a:pt x="0" y="2854"/>
                    <a:pt x="46" y="3013"/>
                  </a:cubicBezTo>
                  <a:cubicBezTo>
                    <a:pt x="106" y="3133"/>
                    <a:pt x="218" y="3200"/>
                    <a:pt x="351" y="3200"/>
                  </a:cubicBezTo>
                  <a:cubicBezTo>
                    <a:pt x="371" y="3200"/>
                    <a:pt x="391" y="3199"/>
                    <a:pt x="411" y="3196"/>
                  </a:cubicBezTo>
                  <a:cubicBezTo>
                    <a:pt x="662" y="3127"/>
                    <a:pt x="913" y="3059"/>
                    <a:pt x="1141" y="2968"/>
                  </a:cubicBezTo>
                  <a:cubicBezTo>
                    <a:pt x="1598" y="2854"/>
                    <a:pt x="2032" y="2717"/>
                    <a:pt x="2465" y="2580"/>
                  </a:cubicBezTo>
                  <a:cubicBezTo>
                    <a:pt x="3675" y="2237"/>
                    <a:pt x="4908" y="1895"/>
                    <a:pt x="6117" y="1575"/>
                  </a:cubicBezTo>
                  <a:cubicBezTo>
                    <a:pt x="7259" y="1279"/>
                    <a:pt x="8400" y="1005"/>
                    <a:pt x="9564" y="799"/>
                  </a:cubicBezTo>
                  <a:lnTo>
                    <a:pt x="9518" y="799"/>
                  </a:lnTo>
                  <a:cubicBezTo>
                    <a:pt x="9929" y="731"/>
                    <a:pt x="10363" y="662"/>
                    <a:pt x="10797" y="617"/>
                  </a:cubicBezTo>
                  <a:cubicBezTo>
                    <a:pt x="11022" y="601"/>
                    <a:pt x="11248" y="584"/>
                    <a:pt x="11474" y="584"/>
                  </a:cubicBezTo>
                  <a:cubicBezTo>
                    <a:pt x="11568" y="584"/>
                    <a:pt x="11662" y="587"/>
                    <a:pt x="11755" y="594"/>
                  </a:cubicBezTo>
                  <a:cubicBezTo>
                    <a:pt x="11869" y="594"/>
                    <a:pt x="11983" y="617"/>
                    <a:pt x="12098" y="662"/>
                  </a:cubicBezTo>
                  <a:cubicBezTo>
                    <a:pt x="12120" y="662"/>
                    <a:pt x="12166" y="685"/>
                    <a:pt x="12189" y="708"/>
                  </a:cubicBezTo>
                  <a:lnTo>
                    <a:pt x="12212" y="708"/>
                  </a:lnTo>
                  <a:cubicBezTo>
                    <a:pt x="12234" y="731"/>
                    <a:pt x="12234" y="754"/>
                    <a:pt x="12257" y="776"/>
                  </a:cubicBezTo>
                  <a:cubicBezTo>
                    <a:pt x="12257" y="799"/>
                    <a:pt x="12280" y="845"/>
                    <a:pt x="12280" y="891"/>
                  </a:cubicBezTo>
                  <a:cubicBezTo>
                    <a:pt x="12303" y="982"/>
                    <a:pt x="12303" y="1073"/>
                    <a:pt x="12303" y="1164"/>
                  </a:cubicBezTo>
                  <a:cubicBezTo>
                    <a:pt x="12260" y="1486"/>
                    <a:pt x="12177" y="1787"/>
                    <a:pt x="12073" y="2087"/>
                  </a:cubicBezTo>
                  <a:lnTo>
                    <a:pt x="12073" y="2087"/>
                  </a:lnTo>
                  <a:cubicBezTo>
                    <a:pt x="12075" y="2075"/>
                    <a:pt x="12075" y="2065"/>
                    <a:pt x="12075" y="2055"/>
                  </a:cubicBezTo>
                  <a:lnTo>
                    <a:pt x="12075" y="2055"/>
                  </a:lnTo>
                  <a:cubicBezTo>
                    <a:pt x="11824" y="2808"/>
                    <a:pt x="11481" y="3515"/>
                    <a:pt x="11139" y="4223"/>
                  </a:cubicBezTo>
                  <a:cubicBezTo>
                    <a:pt x="10979" y="4543"/>
                    <a:pt x="10819" y="4862"/>
                    <a:pt x="10682" y="5182"/>
                  </a:cubicBezTo>
                  <a:cubicBezTo>
                    <a:pt x="10568" y="5433"/>
                    <a:pt x="10454" y="5684"/>
                    <a:pt x="10386" y="5935"/>
                  </a:cubicBezTo>
                  <a:cubicBezTo>
                    <a:pt x="10343" y="6107"/>
                    <a:pt x="10482" y="6279"/>
                    <a:pt x="10651" y="6279"/>
                  </a:cubicBezTo>
                  <a:cubicBezTo>
                    <a:pt x="10662" y="6279"/>
                    <a:pt x="10672" y="6279"/>
                    <a:pt x="10682" y="6277"/>
                  </a:cubicBezTo>
                  <a:cubicBezTo>
                    <a:pt x="11824" y="6186"/>
                    <a:pt x="12942" y="5912"/>
                    <a:pt x="14083" y="5707"/>
                  </a:cubicBezTo>
                  <a:lnTo>
                    <a:pt x="14061" y="5707"/>
                  </a:lnTo>
                  <a:cubicBezTo>
                    <a:pt x="14266" y="5661"/>
                    <a:pt x="14449" y="5638"/>
                    <a:pt x="14631" y="5615"/>
                  </a:cubicBezTo>
                  <a:cubicBezTo>
                    <a:pt x="14722" y="5593"/>
                    <a:pt x="14791" y="5570"/>
                    <a:pt x="14837" y="5524"/>
                  </a:cubicBezTo>
                  <a:cubicBezTo>
                    <a:pt x="14882" y="5456"/>
                    <a:pt x="14928" y="5387"/>
                    <a:pt x="14905" y="5319"/>
                  </a:cubicBezTo>
                  <a:cubicBezTo>
                    <a:pt x="14905" y="5227"/>
                    <a:pt x="14882" y="5159"/>
                    <a:pt x="14814" y="5113"/>
                  </a:cubicBezTo>
                  <a:cubicBezTo>
                    <a:pt x="14776" y="5076"/>
                    <a:pt x="14709" y="5039"/>
                    <a:pt x="14648" y="5039"/>
                  </a:cubicBezTo>
                  <a:cubicBezTo>
                    <a:pt x="14634" y="5039"/>
                    <a:pt x="14621" y="5041"/>
                    <a:pt x="14608" y="5045"/>
                  </a:cubicBezTo>
                  <a:cubicBezTo>
                    <a:pt x="13741" y="5159"/>
                    <a:pt x="12896" y="5364"/>
                    <a:pt x="12029" y="5524"/>
                  </a:cubicBezTo>
                  <a:cubicBezTo>
                    <a:pt x="11710" y="5593"/>
                    <a:pt x="11390" y="5638"/>
                    <a:pt x="11093" y="5661"/>
                  </a:cubicBezTo>
                  <a:cubicBezTo>
                    <a:pt x="11162" y="5501"/>
                    <a:pt x="11230" y="5364"/>
                    <a:pt x="11299" y="5205"/>
                  </a:cubicBezTo>
                  <a:cubicBezTo>
                    <a:pt x="11436" y="4885"/>
                    <a:pt x="11595" y="4588"/>
                    <a:pt x="11732" y="4269"/>
                  </a:cubicBezTo>
                  <a:cubicBezTo>
                    <a:pt x="12075" y="3607"/>
                    <a:pt x="12394" y="2922"/>
                    <a:pt x="12623" y="2214"/>
                  </a:cubicBezTo>
                  <a:cubicBezTo>
                    <a:pt x="12737" y="1918"/>
                    <a:pt x="12805" y="1644"/>
                    <a:pt x="12851" y="1324"/>
                  </a:cubicBezTo>
                  <a:cubicBezTo>
                    <a:pt x="12874" y="1096"/>
                    <a:pt x="12874" y="822"/>
                    <a:pt x="12782" y="571"/>
                  </a:cubicBezTo>
                  <a:cubicBezTo>
                    <a:pt x="12737" y="480"/>
                    <a:pt x="12691" y="388"/>
                    <a:pt x="12623" y="297"/>
                  </a:cubicBezTo>
                  <a:cubicBezTo>
                    <a:pt x="12577" y="251"/>
                    <a:pt x="12508" y="206"/>
                    <a:pt x="12440" y="183"/>
                  </a:cubicBezTo>
                  <a:cubicBezTo>
                    <a:pt x="12326" y="115"/>
                    <a:pt x="12166" y="69"/>
                    <a:pt x="12029" y="46"/>
                  </a:cubicBezTo>
                  <a:cubicBezTo>
                    <a:pt x="11846" y="23"/>
                    <a:pt x="11664" y="0"/>
                    <a:pt x="114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6" name="Google Shape;2396;p51"/>
          <p:cNvGrpSpPr/>
          <p:nvPr/>
        </p:nvGrpSpPr>
        <p:grpSpPr>
          <a:xfrm>
            <a:off x="7508585" y="2861383"/>
            <a:ext cx="493017" cy="463447"/>
            <a:chOff x="849741" y="1959307"/>
            <a:chExt cx="399398" cy="375443"/>
          </a:xfrm>
        </p:grpSpPr>
        <p:sp>
          <p:nvSpPr>
            <p:cNvPr id="2397" name="Google Shape;2397;p51"/>
            <p:cNvSpPr/>
            <p:nvPr/>
          </p:nvSpPr>
          <p:spPr>
            <a:xfrm>
              <a:off x="849741" y="1959307"/>
              <a:ext cx="399398" cy="375443"/>
            </a:xfrm>
            <a:custGeom>
              <a:avLst/>
              <a:gdLst/>
              <a:ahLst/>
              <a:cxnLst/>
              <a:rect l="l" t="t" r="r" b="b"/>
              <a:pathLst>
                <a:path w="12538" h="11786" extrusionOk="0">
                  <a:moveTo>
                    <a:pt x="2441" y="7273"/>
                  </a:moveTo>
                  <a:lnTo>
                    <a:pt x="5251" y="10082"/>
                  </a:lnTo>
                  <a:lnTo>
                    <a:pt x="4537" y="10797"/>
                  </a:lnTo>
                  <a:lnTo>
                    <a:pt x="1727" y="7987"/>
                  </a:lnTo>
                  <a:lnTo>
                    <a:pt x="2441" y="7273"/>
                  </a:lnTo>
                  <a:close/>
                  <a:moveTo>
                    <a:pt x="8661" y="1"/>
                  </a:moveTo>
                  <a:cubicBezTo>
                    <a:pt x="8400" y="1"/>
                    <a:pt x="8138" y="99"/>
                    <a:pt x="7942" y="296"/>
                  </a:cubicBezTo>
                  <a:lnTo>
                    <a:pt x="1846" y="6392"/>
                  </a:lnTo>
                  <a:cubicBezTo>
                    <a:pt x="1763" y="6463"/>
                    <a:pt x="1763" y="6582"/>
                    <a:pt x="1846" y="6665"/>
                  </a:cubicBezTo>
                  <a:lnTo>
                    <a:pt x="2168" y="6987"/>
                  </a:lnTo>
                  <a:lnTo>
                    <a:pt x="1322" y="7832"/>
                  </a:lnTo>
                  <a:cubicBezTo>
                    <a:pt x="1251" y="7916"/>
                    <a:pt x="1251" y="8035"/>
                    <a:pt x="1322" y="8106"/>
                  </a:cubicBezTo>
                  <a:lnTo>
                    <a:pt x="1941" y="8725"/>
                  </a:lnTo>
                  <a:lnTo>
                    <a:pt x="1465" y="9201"/>
                  </a:lnTo>
                  <a:cubicBezTo>
                    <a:pt x="1394" y="9285"/>
                    <a:pt x="1394" y="9404"/>
                    <a:pt x="1465" y="9475"/>
                  </a:cubicBezTo>
                  <a:cubicBezTo>
                    <a:pt x="1507" y="9511"/>
                    <a:pt x="1557" y="9529"/>
                    <a:pt x="1606" y="9529"/>
                  </a:cubicBezTo>
                  <a:cubicBezTo>
                    <a:pt x="1656" y="9529"/>
                    <a:pt x="1703" y="9511"/>
                    <a:pt x="1739" y="9475"/>
                  </a:cubicBezTo>
                  <a:lnTo>
                    <a:pt x="2215" y="8999"/>
                  </a:lnTo>
                  <a:lnTo>
                    <a:pt x="3525" y="10309"/>
                  </a:lnTo>
                  <a:lnTo>
                    <a:pt x="2453" y="11380"/>
                  </a:lnTo>
                  <a:lnTo>
                    <a:pt x="536" y="10678"/>
                  </a:lnTo>
                  <a:lnTo>
                    <a:pt x="1167" y="10035"/>
                  </a:lnTo>
                  <a:cubicBezTo>
                    <a:pt x="1251" y="9963"/>
                    <a:pt x="1251" y="9844"/>
                    <a:pt x="1167" y="9773"/>
                  </a:cubicBezTo>
                  <a:cubicBezTo>
                    <a:pt x="1132" y="9737"/>
                    <a:pt x="1084" y="9719"/>
                    <a:pt x="1036" y="9719"/>
                  </a:cubicBezTo>
                  <a:cubicBezTo>
                    <a:pt x="989" y="9719"/>
                    <a:pt x="941" y="9737"/>
                    <a:pt x="905" y="9773"/>
                  </a:cubicBezTo>
                  <a:lnTo>
                    <a:pt x="60" y="10618"/>
                  </a:lnTo>
                  <a:cubicBezTo>
                    <a:pt x="12" y="10666"/>
                    <a:pt x="1" y="10737"/>
                    <a:pt x="12" y="10797"/>
                  </a:cubicBezTo>
                  <a:cubicBezTo>
                    <a:pt x="24" y="10856"/>
                    <a:pt x="72" y="10916"/>
                    <a:pt x="132" y="10928"/>
                  </a:cubicBezTo>
                  <a:lnTo>
                    <a:pt x="2441" y="11761"/>
                  </a:lnTo>
                  <a:cubicBezTo>
                    <a:pt x="2453" y="11785"/>
                    <a:pt x="2477" y="11785"/>
                    <a:pt x="2501" y="11785"/>
                  </a:cubicBezTo>
                  <a:cubicBezTo>
                    <a:pt x="2537" y="11785"/>
                    <a:pt x="2596" y="11761"/>
                    <a:pt x="2632" y="11726"/>
                  </a:cubicBezTo>
                  <a:lnTo>
                    <a:pt x="3787" y="10559"/>
                  </a:lnTo>
                  <a:lnTo>
                    <a:pt x="4418" y="11190"/>
                  </a:lnTo>
                  <a:cubicBezTo>
                    <a:pt x="4442" y="11214"/>
                    <a:pt x="4501" y="11249"/>
                    <a:pt x="4549" y="11249"/>
                  </a:cubicBezTo>
                  <a:cubicBezTo>
                    <a:pt x="4596" y="11249"/>
                    <a:pt x="4656" y="11225"/>
                    <a:pt x="4680" y="11190"/>
                  </a:cubicBezTo>
                  <a:lnTo>
                    <a:pt x="5537" y="10332"/>
                  </a:lnTo>
                  <a:lnTo>
                    <a:pt x="5858" y="10666"/>
                  </a:lnTo>
                  <a:cubicBezTo>
                    <a:pt x="5894" y="10690"/>
                    <a:pt x="5954" y="10725"/>
                    <a:pt x="5989" y="10725"/>
                  </a:cubicBezTo>
                  <a:cubicBezTo>
                    <a:pt x="6037" y="10725"/>
                    <a:pt x="6097" y="10702"/>
                    <a:pt x="6132" y="10666"/>
                  </a:cubicBezTo>
                  <a:lnTo>
                    <a:pt x="10788" y="6011"/>
                  </a:lnTo>
                  <a:cubicBezTo>
                    <a:pt x="10859" y="5927"/>
                    <a:pt x="10859" y="5808"/>
                    <a:pt x="10788" y="5737"/>
                  </a:cubicBezTo>
                  <a:cubicBezTo>
                    <a:pt x="10752" y="5701"/>
                    <a:pt x="10704" y="5683"/>
                    <a:pt x="10655" y="5683"/>
                  </a:cubicBezTo>
                  <a:cubicBezTo>
                    <a:pt x="10606" y="5683"/>
                    <a:pt x="10555" y="5701"/>
                    <a:pt x="10514" y="5737"/>
                  </a:cubicBezTo>
                  <a:lnTo>
                    <a:pt x="5989" y="10261"/>
                  </a:lnTo>
                  <a:lnTo>
                    <a:pt x="2263" y="6523"/>
                  </a:lnTo>
                  <a:lnTo>
                    <a:pt x="8240" y="546"/>
                  </a:lnTo>
                  <a:cubicBezTo>
                    <a:pt x="8365" y="415"/>
                    <a:pt x="8525" y="349"/>
                    <a:pt x="8686" y="349"/>
                  </a:cubicBezTo>
                  <a:cubicBezTo>
                    <a:pt x="8847" y="349"/>
                    <a:pt x="9008" y="415"/>
                    <a:pt x="9133" y="546"/>
                  </a:cubicBezTo>
                  <a:lnTo>
                    <a:pt x="11978" y="3379"/>
                  </a:lnTo>
                  <a:cubicBezTo>
                    <a:pt x="12097" y="3510"/>
                    <a:pt x="12157" y="3665"/>
                    <a:pt x="12157" y="3832"/>
                  </a:cubicBezTo>
                  <a:cubicBezTo>
                    <a:pt x="12157" y="3998"/>
                    <a:pt x="12097" y="4153"/>
                    <a:pt x="11978" y="4272"/>
                  </a:cubicBezTo>
                  <a:lnTo>
                    <a:pt x="11050" y="5201"/>
                  </a:lnTo>
                  <a:cubicBezTo>
                    <a:pt x="10978" y="5272"/>
                    <a:pt x="10978" y="5391"/>
                    <a:pt x="11050" y="5463"/>
                  </a:cubicBezTo>
                  <a:cubicBezTo>
                    <a:pt x="11091" y="5505"/>
                    <a:pt x="11142" y="5525"/>
                    <a:pt x="11191" y="5525"/>
                  </a:cubicBezTo>
                  <a:cubicBezTo>
                    <a:pt x="11240" y="5525"/>
                    <a:pt x="11288" y="5505"/>
                    <a:pt x="11323" y="5463"/>
                  </a:cubicBezTo>
                  <a:lnTo>
                    <a:pt x="12240" y="4546"/>
                  </a:lnTo>
                  <a:cubicBezTo>
                    <a:pt x="12443" y="4356"/>
                    <a:pt x="12538" y="4106"/>
                    <a:pt x="12538" y="3832"/>
                  </a:cubicBezTo>
                  <a:cubicBezTo>
                    <a:pt x="12526" y="3582"/>
                    <a:pt x="12419" y="3332"/>
                    <a:pt x="12228" y="3129"/>
                  </a:cubicBezTo>
                  <a:lnTo>
                    <a:pt x="9371" y="296"/>
                  </a:lnTo>
                  <a:cubicBezTo>
                    <a:pt x="9180" y="99"/>
                    <a:pt x="8921" y="1"/>
                    <a:pt x="8661"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51"/>
            <p:cNvSpPr/>
            <p:nvPr/>
          </p:nvSpPr>
          <p:spPr>
            <a:xfrm>
              <a:off x="986654" y="2041588"/>
              <a:ext cx="180204" cy="177082"/>
            </a:xfrm>
            <a:custGeom>
              <a:avLst/>
              <a:gdLst/>
              <a:ahLst/>
              <a:cxnLst/>
              <a:rect l="l" t="t" r="r" b="b"/>
              <a:pathLst>
                <a:path w="5657" h="5559" extrusionOk="0">
                  <a:moveTo>
                    <a:pt x="3811" y="368"/>
                  </a:moveTo>
                  <a:cubicBezTo>
                    <a:pt x="3894" y="368"/>
                    <a:pt x="3989" y="403"/>
                    <a:pt x="4061" y="475"/>
                  </a:cubicBezTo>
                  <a:lnTo>
                    <a:pt x="5168" y="1582"/>
                  </a:lnTo>
                  <a:cubicBezTo>
                    <a:pt x="5228" y="1642"/>
                    <a:pt x="5263" y="1725"/>
                    <a:pt x="5263" y="1832"/>
                  </a:cubicBezTo>
                  <a:cubicBezTo>
                    <a:pt x="5263" y="1915"/>
                    <a:pt x="5228" y="2023"/>
                    <a:pt x="5168" y="2082"/>
                  </a:cubicBezTo>
                  <a:lnTo>
                    <a:pt x="2156" y="5094"/>
                  </a:lnTo>
                  <a:cubicBezTo>
                    <a:pt x="2090" y="5160"/>
                    <a:pt x="1998" y="5193"/>
                    <a:pt x="1906" y="5193"/>
                  </a:cubicBezTo>
                  <a:cubicBezTo>
                    <a:pt x="1813" y="5193"/>
                    <a:pt x="1721" y="5160"/>
                    <a:pt x="1656" y="5094"/>
                  </a:cubicBezTo>
                  <a:lnTo>
                    <a:pt x="548" y="3987"/>
                  </a:lnTo>
                  <a:cubicBezTo>
                    <a:pt x="417" y="3856"/>
                    <a:pt x="417" y="3618"/>
                    <a:pt x="548" y="3487"/>
                  </a:cubicBezTo>
                  <a:lnTo>
                    <a:pt x="3561" y="475"/>
                  </a:lnTo>
                  <a:cubicBezTo>
                    <a:pt x="3632" y="403"/>
                    <a:pt x="3715" y="368"/>
                    <a:pt x="3811" y="368"/>
                  </a:cubicBezTo>
                  <a:close/>
                  <a:moveTo>
                    <a:pt x="3800" y="0"/>
                  </a:moveTo>
                  <a:cubicBezTo>
                    <a:pt x="3613" y="0"/>
                    <a:pt x="3428" y="71"/>
                    <a:pt x="3287" y="213"/>
                  </a:cubicBezTo>
                  <a:lnTo>
                    <a:pt x="286" y="3213"/>
                  </a:lnTo>
                  <a:cubicBezTo>
                    <a:pt x="1" y="3499"/>
                    <a:pt x="1" y="3975"/>
                    <a:pt x="286" y="4261"/>
                  </a:cubicBezTo>
                  <a:lnTo>
                    <a:pt x="1382" y="5356"/>
                  </a:lnTo>
                  <a:cubicBezTo>
                    <a:pt x="1537" y="5511"/>
                    <a:pt x="1715" y="5559"/>
                    <a:pt x="1906" y="5559"/>
                  </a:cubicBezTo>
                  <a:cubicBezTo>
                    <a:pt x="2096" y="5559"/>
                    <a:pt x="2275" y="5487"/>
                    <a:pt x="2430" y="5356"/>
                  </a:cubicBezTo>
                  <a:lnTo>
                    <a:pt x="5430" y="2368"/>
                  </a:lnTo>
                  <a:cubicBezTo>
                    <a:pt x="5561" y="2237"/>
                    <a:pt x="5656" y="2035"/>
                    <a:pt x="5656" y="1844"/>
                  </a:cubicBezTo>
                  <a:cubicBezTo>
                    <a:pt x="5656" y="1654"/>
                    <a:pt x="5585" y="1451"/>
                    <a:pt x="5430" y="1320"/>
                  </a:cubicBezTo>
                  <a:lnTo>
                    <a:pt x="4335" y="225"/>
                  </a:lnTo>
                  <a:cubicBezTo>
                    <a:pt x="4184" y="74"/>
                    <a:pt x="3991" y="0"/>
                    <a:pt x="3800"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9" name="Google Shape;2399;p51"/>
          <p:cNvGrpSpPr/>
          <p:nvPr/>
        </p:nvGrpSpPr>
        <p:grpSpPr>
          <a:xfrm>
            <a:off x="7543227" y="2077012"/>
            <a:ext cx="423732" cy="422788"/>
            <a:chOff x="1745217" y="1515471"/>
            <a:chExt cx="343269" cy="342505"/>
          </a:xfrm>
        </p:grpSpPr>
        <p:sp>
          <p:nvSpPr>
            <p:cNvPr id="2400" name="Google Shape;2400;p51"/>
            <p:cNvSpPr/>
            <p:nvPr/>
          </p:nvSpPr>
          <p:spPr>
            <a:xfrm>
              <a:off x="1854448" y="1647096"/>
              <a:ext cx="22012" cy="21630"/>
            </a:xfrm>
            <a:custGeom>
              <a:avLst/>
              <a:gdLst/>
              <a:ahLst/>
              <a:cxnLst/>
              <a:rect l="l" t="t" r="r" b="b"/>
              <a:pathLst>
                <a:path w="691" h="679" extrusionOk="0">
                  <a:moveTo>
                    <a:pt x="346" y="0"/>
                  </a:moveTo>
                  <a:cubicBezTo>
                    <a:pt x="155" y="0"/>
                    <a:pt x="0" y="155"/>
                    <a:pt x="0" y="345"/>
                  </a:cubicBezTo>
                  <a:cubicBezTo>
                    <a:pt x="0" y="536"/>
                    <a:pt x="155" y="679"/>
                    <a:pt x="346" y="679"/>
                  </a:cubicBezTo>
                  <a:cubicBezTo>
                    <a:pt x="536" y="679"/>
                    <a:pt x="691" y="536"/>
                    <a:pt x="691" y="345"/>
                  </a:cubicBezTo>
                  <a:cubicBezTo>
                    <a:pt x="691" y="155"/>
                    <a:pt x="536" y="0"/>
                    <a:pt x="346"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51"/>
            <p:cNvSpPr/>
            <p:nvPr/>
          </p:nvSpPr>
          <p:spPr>
            <a:xfrm>
              <a:off x="1906021" y="1647096"/>
              <a:ext cx="21661" cy="21630"/>
            </a:xfrm>
            <a:custGeom>
              <a:avLst/>
              <a:gdLst/>
              <a:ahLst/>
              <a:cxnLst/>
              <a:rect l="l" t="t" r="r" b="b"/>
              <a:pathLst>
                <a:path w="680" h="679" extrusionOk="0">
                  <a:moveTo>
                    <a:pt x="334" y="0"/>
                  </a:moveTo>
                  <a:cubicBezTo>
                    <a:pt x="143" y="0"/>
                    <a:pt x="0" y="155"/>
                    <a:pt x="0" y="345"/>
                  </a:cubicBezTo>
                  <a:cubicBezTo>
                    <a:pt x="0" y="536"/>
                    <a:pt x="143" y="679"/>
                    <a:pt x="334" y="679"/>
                  </a:cubicBezTo>
                  <a:cubicBezTo>
                    <a:pt x="524" y="679"/>
                    <a:pt x="679" y="536"/>
                    <a:pt x="679" y="345"/>
                  </a:cubicBezTo>
                  <a:cubicBezTo>
                    <a:pt x="679" y="155"/>
                    <a:pt x="524" y="0"/>
                    <a:pt x="33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51"/>
            <p:cNvSpPr/>
            <p:nvPr/>
          </p:nvSpPr>
          <p:spPr>
            <a:xfrm>
              <a:off x="1956830" y="1647096"/>
              <a:ext cx="22044" cy="21630"/>
            </a:xfrm>
            <a:custGeom>
              <a:avLst/>
              <a:gdLst/>
              <a:ahLst/>
              <a:cxnLst/>
              <a:rect l="l" t="t" r="r" b="b"/>
              <a:pathLst>
                <a:path w="692" h="679" extrusionOk="0">
                  <a:moveTo>
                    <a:pt x="346" y="0"/>
                  </a:moveTo>
                  <a:cubicBezTo>
                    <a:pt x="156" y="0"/>
                    <a:pt x="1" y="155"/>
                    <a:pt x="1" y="345"/>
                  </a:cubicBezTo>
                  <a:cubicBezTo>
                    <a:pt x="1" y="536"/>
                    <a:pt x="156" y="679"/>
                    <a:pt x="346" y="679"/>
                  </a:cubicBezTo>
                  <a:cubicBezTo>
                    <a:pt x="537" y="679"/>
                    <a:pt x="691" y="536"/>
                    <a:pt x="691" y="345"/>
                  </a:cubicBezTo>
                  <a:cubicBezTo>
                    <a:pt x="691" y="155"/>
                    <a:pt x="537" y="0"/>
                    <a:pt x="346"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51"/>
            <p:cNvSpPr/>
            <p:nvPr/>
          </p:nvSpPr>
          <p:spPr>
            <a:xfrm>
              <a:off x="1745217" y="1515471"/>
              <a:ext cx="343269" cy="342505"/>
            </a:xfrm>
            <a:custGeom>
              <a:avLst/>
              <a:gdLst/>
              <a:ahLst/>
              <a:cxnLst/>
              <a:rect l="l" t="t" r="r" b="b"/>
              <a:pathLst>
                <a:path w="10776" h="10752" extrusionOk="0">
                  <a:moveTo>
                    <a:pt x="5382" y="1"/>
                  </a:moveTo>
                  <a:cubicBezTo>
                    <a:pt x="3953" y="1"/>
                    <a:pt x="2608" y="453"/>
                    <a:pt x="1596" y="1286"/>
                  </a:cubicBezTo>
                  <a:cubicBezTo>
                    <a:pt x="560" y="2144"/>
                    <a:pt x="0" y="3251"/>
                    <a:pt x="0" y="4465"/>
                  </a:cubicBezTo>
                  <a:cubicBezTo>
                    <a:pt x="0" y="5513"/>
                    <a:pt x="465" y="6561"/>
                    <a:pt x="1274" y="7359"/>
                  </a:cubicBezTo>
                  <a:cubicBezTo>
                    <a:pt x="2072" y="8121"/>
                    <a:pt x="3120" y="8645"/>
                    <a:pt x="4298" y="8835"/>
                  </a:cubicBezTo>
                  <a:cubicBezTo>
                    <a:pt x="4310" y="9442"/>
                    <a:pt x="4108" y="10014"/>
                    <a:pt x="3703" y="10478"/>
                  </a:cubicBezTo>
                  <a:cubicBezTo>
                    <a:pt x="3655" y="10514"/>
                    <a:pt x="3644" y="10597"/>
                    <a:pt x="3679" y="10657"/>
                  </a:cubicBezTo>
                  <a:cubicBezTo>
                    <a:pt x="3703" y="10704"/>
                    <a:pt x="3763" y="10752"/>
                    <a:pt x="3834" y="10752"/>
                  </a:cubicBezTo>
                  <a:cubicBezTo>
                    <a:pt x="5025" y="10752"/>
                    <a:pt x="6084" y="9966"/>
                    <a:pt x="6442" y="8835"/>
                  </a:cubicBezTo>
                  <a:cubicBezTo>
                    <a:pt x="7406" y="8668"/>
                    <a:pt x="8287" y="8299"/>
                    <a:pt x="9013" y="7752"/>
                  </a:cubicBezTo>
                  <a:cubicBezTo>
                    <a:pt x="9097" y="7692"/>
                    <a:pt x="9109" y="7585"/>
                    <a:pt x="9049" y="7513"/>
                  </a:cubicBezTo>
                  <a:cubicBezTo>
                    <a:pt x="9014" y="7465"/>
                    <a:pt x="8963" y="7441"/>
                    <a:pt x="8913" y="7441"/>
                  </a:cubicBezTo>
                  <a:cubicBezTo>
                    <a:pt x="8877" y="7441"/>
                    <a:pt x="8841" y="7453"/>
                    <a:pt x="8811" y="7478"/>
                  </a:cubicBezTo>
                  <a:cubicBezTo>
                    <a:pt x="8096" y="8014"/>
                    <a:pt x="7215" y="8371"/>
                    <a:pt x="6275" y="8502"/>
                  </a:cubicBezTo>
                  <a:cubicBezTo>
                    <a:pt x="6203" y="8525"/>
                    <a:pt x="6156" y="8561"/>
                    <a:pt x="6132" y="8621"/>
                  </a:cubicBezTo>
                  <a:cubicBezTo>
                    <a:pt x="5894" y="9549"/>
                    <a:pt x="5120" y="10216"/>
                    <a:pt x="4215" y="10371"/>
                  </a:cubicBezTo>
                  <a:cubicBezTo>
                    <a:pt x="4537" y="9859"/>
                    <a:pt x="4703" y="9264"/>
                    <a:pt x="4644" y="8656"/>
                  </a:cubicBezTo>
                  <a:cubicBezTo>
                    <a:pt x="4644" y="8585"/>
                    <a:pt x="4572" y="8502"/>
                    <a:pt x="4489" y="8490"/>
                  </a:cubicBezTo>
                  <a:cubicBezTo>
                    <a:pt x="2084" y="8144"/>
                    <a:pt x="346" y="6442"/>
                    <a:pt x="346" y="4430"/>
                  </a:cubicBezTo>
                  <a:cubicBezTo>
                    <a:pt x="346" y="2156"/>
                    <a:pt x="2608" y="310"/>
                    <a:pt x="5382" y="310"/>
                  </a:cubicBezTo>
                  <a:cubicBezTo>
                    <a:pt x="8168" y="310"/>
                    <a:pt x="10430" y="2156"/>
                    <a:pt x="10430" y="4430"/>
                  </a:cubicBezTo>
                  <a:cubicBezTo>
                    <a:pt x="10430" y="5370"/>
                    <a:pt x="10025" y="6287"/>
                    <a:pt x="9311" y="7013"/>
                  </a:cubicBezTo>
                  <a:cubicBezTo>
                    <a:pt x="9251" y="7097"/>
                    <a:pt x="9251" y="7192"/>
                    <a:pt x="9311" y="7252"/>
                  </a:cubicBezTo>
                  <a:cubicBezTo>
                    <a:pt x="9353" y="7281"/>
                    <a:pt x="9397" y="7296"/>
                    <a:pt x="9439" y="7296"/>
                  </a:cubicBezTo>
                  <a:cubicBezTo>
                    <a:pt x="9481" y="7296"/>
                    <a:pt x="9519" y="7281"/>
                    <a:pt x="9549" y="7252"/>
                  </a:cubicBezTo>
                  <a:cubicBezTo>
                    <a:pt x="10347" y="6466"/>
                    <a:pt x="10775" y="5454"/>
                    <a:pt x="10775" y="4430"/>
                  </a:cubicBezTo>
                  <a:cubicBezTo>
                    <a:pt x="10775" y="3263"/>
                    <a:pt x="10204" y="2144"/>
                    <a:pt x="9180" y="1286"/>
                  </a:cubicBezTo>
                  <a:cubicBezTo>
                    <a:pt x="8168" y="453"/>
                    <a:pt x="6811" y="1"/>
                    <a:pt x="5382"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04" name="Google Shape;2404;p51"/>
          <p:cNvSpPr/>
          <p:nvPr/>
        </p:nvSpPr>
        <p:spPr>
          <a:xfrm>
            <a:off x="7540884" y="3677279"/>
            <a:ext cx="428419" cy="441041"/>
          </a:xfrm>
          <a:custGeom>
            <a:avLst/>
            <a:gdLst/>
            <a:ahLst/>
            <a:cxnLst/>
            <a:rect l="l" t="t" r="r" b="b"/>
            <a:pathLst>
              <a:path w="10895" h="11216" extrusionOk="0">
                <a:moveTo>
                  <a:pt x="5454" y="322"/>
                </a:moveTo>
                <a:cubicBezTo>
                  <a:pt x="5740" y="322"/>
                  <a:pt x="5954" y="548"/>
                  <a:pt x="5954" y="834"/>
                </a:cubicBezTo>
                <a:cubicBezTo>
                  <a:pt x="5954" y="1012"/>
                  <a:pt x="5871" y="1155"/>
                  <a:pt x="5716" y="1250"/>
                </a:cubicBezTo>
                <a:lnTo>
                  <a:pt x="5704" y="1262"/>
                </a:lnTo>
                <a:lnTo>
                  <a:pt x="5692" y="1262"/>
                </a:lnTo>
                <a:cubicBezTo>
                  <a:pt x="5680" y="1262"/>
                  <a:pt x="5680" y="1274"/>
                  <a:pt x="5656" y="1274"/>
                </a:cubicBezTo>
                <a:lnTo>
                  <a:pt x="5644" y="1274"/>
                </a:lnTo>
                <a:cubicBezTo>
                  <a:pt x="5644" y="1274"/>
                  <a:pt x="5632" y="1274"/>
                  <a:pt x="5632" y="1298"/>
                </a:cubicBezTo>
                <a:lnTo>
                  <a:pt x="5621" y="1298"/>
                </a:lnTo>
                <a:cubicBezTo>
                  <a:pt x="5597" y="1298"/>
                  <a:pt x="5597" y="1298"/>
                  <a:pt x="5585" y="1310"/>
                </a:cubicBezTo>
                <a:lnTo>
                  <a:pt x="5263" y="1310"/>
                </a:lnTo>
                <a:cubicBezTo>
                  <a:pt x="5240" y="1310"/>
                  <a:pt x="5240" y="1310"/>
                  <a:pt x="5228" y="1298"/>
                </a:cubicBezTo>
                <a:lnTo>
                  <a:pt x="5216" y="1298"/>
                </a:lnTo>
                <a:cubicBezTo>
                  <a:pt x="5216" y="1298"/>
                  <a:pt x="5204" y="1298"/>
                  <a:pt x="5204" y="1274"/>
                </a:cubicBezTo>
                <a:lnTo>
                  <a:pt x="5180" y="1274"/>
                </a:lnTo>
                <a:cubicBezTo>
                  <a:pt x="5168" y="1274"/>
                  <a:pt x="5168" y="1262"/>
                  <a:pt x="5156" y="1262"/>
                </a:cubicBezTo>
                <a:lnTo>
                  <a:pt x="5144" y="1262"/>
                </a:lnTo>
                <a:cubicBezTo>
                  <a:pt x="5144" y="1262"/>
                  <a:pt x="5120" y="1262"/>
                  <a:pt x="5120" y="1250"/>
                </a:cubicBezTo>
                <a:cubicBezTo>
                  <a:pt x="4989" y="1155"/>
                  <a:pt x="4882" y="1012"/>
                  <a:pt x="4882" y="834"/>
                </a:cubicBezTo>
                <a:cubicBezTo>
                  <a:pt x="4942" y="548"/>
                  <a:pt x="5168" y="322"/>
                  <a:pt x="5454" y="322"/>
                </a:cubicBezTo>
                <a:close/>
                <a:moveTo>
                  <a:pt x="5644" y="1631"/>
                </a:moveTo>
                <a:lnTo>
                  <a:pt x="5644" y="1834"/>
                </a:lnTo>
                <a:lnTo>
                  <a:pt x="5240" y="1834"/>
                </a:lnTo>
                <a:lnTo>
                  <a:pt x="5240" y="1631"/>
                </a:lnTo>
                <a:lnTo>
                  <a:pt x="5263" y="1631"/>
                </a:lnTo>
                <a:cubicBezTo>
                  <a:pt x="5275" y="1631"/>
                  <a:pt x="5287" y="1631"/>
                  <a:pt x="5287" y="1655"/>
                </a:cubicBezTo>
                <a:lnTo>
                  <a:pt x="5632" y="1655"/>
                </a:lnTo>
                <a:cubicBezTo>
                  <a:pt x="5621" y="1631"/>
                  <a:pt x="5632" y="1631"/>
                  <a:pt x="5644" y="1631"/>
                </a:cubicBezTo>
                <a:close/>
                <a:moveTo>
                  <a:pt x="7002" y="2143"/>
                </a:moveTo>
                <a:cubicBezTo>
                  <a:pt x="7418" y="2143"/>
                  <a:pt x="7799" y="2310"/>
                  <a:pt x="8085" y="2584"/>
                </a:cubicBezTo>
                <a:cubicBezTo>
                  <a:pt x="8335" y="2858"/>
                  <a:pt x="8680" y="3001"/>
                  <a:pt x="9050" y="3001"/>
                </a:cubicBezTo>
                <a:lnTo>
                  <a:pt x="10514" y="3001"/>
                </a:lnTo>
                <a:lnTo>
                  <a:pt x="10514" y="3334"/>
                </a:lnTo>
                <a:lnTo>
                  <a:pt x="9050" y="3334"/>
                </a:lnTo>
                <a:lnTo>
                  <a:pt x="9050" y="3346"/>
                </a:lnTo>
                <a:cubicBezTo>
                  <a:pt x="8597" y="3346"/>
                  <a:pt x="8180" y="3167"/>
                  <a:pt x="7859" y="2846"/>
                </a:cubicBezTo>
                <a:cubicBezTo>
                  <a:pt x="7645" y="2608"/>
                  <a:pt x="7323" y="2465"/>
                  <a:pt x="7002" y="2465"/>
                </a:cubicBezTo>
                <a:lnTo>
                  <a:pt x="3942" y="2465"/>
                </a:lnTo>
                <a:cubicBezTo>
                  <a:pt x="3573" y="2465"/>
                  <a:pt x="3227" y="2620"/>
                  <a:pt x="2977" y="2882"/>
                </a:cubicBezTo>
                <a:cubicBezTo>
                  <a:pt x="2715" y="3167"/>
                  <a:pt x="2311" y="3334"/>
                  <a:pt x="1894" y="3334"/>
                </a:cubicBezTo>
                <a:lnTo>
                  <a:pt x="370" y="3334"/>
                </a:lnTo>
                <a:lnTo>
                  <a:pt x="370" y="3001"/>
                </a:lnTo>
                <a:lnTo>
                  <a:pt x="1834" y="3001"/>
                </a:lnTo>
                <a:cubicBezTo>
                  <a:pt x="2203" y="3001"/>
                  <a:pt x="2549" y="2858"/>
                  <a:pt x="2799" y="2584"/>
                </a:cubicBezTo>
                <a:cubicBezTo>
                  <a:pt x="3073" y="2310"/>
                  <a:pt x="3477" y="2143"/>
                  <a:pt x="3894" y="2143"/>
                </a:cubicBezTo>
                <a:close/>
                <a:moveTo>
                  <a:pt x="1525" y="3894"/>
                </a:moveTo>
                <a:lnTo>
                  <a:pt x="2644" y="6382"/>
                </a:lnTo>
                <a:lnTo>
                  <a:pt x="406" y="6382"/>
                </a:lnTo>
                <a:lnTo>
                  <a:pt x="1525" y="3894"/>
                </a:lnTo>
                <a:close/>
                <a:moveTo>
                  <a:pt x="9371" y="3894"/>
                </a:moveTo>
                <a:lnTo>
                  <a:pt x="10478" y="6382"/>
                </a:lnTo>
                <a:lnTo>
                  <a:pt x="8252" y="6382"/>
                </a:lnTo>
                <a:lnTo>
                  <a:pt x="9371" y="3894"/>
                </a:lnTo>
                <a:close/>
                <a:moveTo>
                  <a:pt x="2739" y="6692"/>
                </a:moveTo>
                <a:cubicBezTo>
                  <a:pt x="2727" y="7335"/>
                  <a:pt x="2227" y="7847"/>
                  <a:pt x="1596" y="7847"/>
                </a:cubicBezTo>
                <a:lnTo>
                  <a:pt x="1477" y="7847"/>
                </a:lnTo>
                <a:cubicBezTo>
                  <a:pt x="858" y="7847"/>
                  <a:pt x="334" y="7335"/>
                  <a:pt x="334" y="6692"/>
                </a:cubicBezTo>
                <a:close/>
                <a:moveTo>
                  <a:pt x="10574" y="6692"/>
                </a:moveTo>
                <a:cubicBezTo>
                  <a:pt x="10574" y="7335"/>
                  <a:pt x="10050" y="7847"/>
                  <a:pt x="9431" y="7847"/>
                </a:cubicBezTo>
                <a:lnTo>
                  <a:pt x="9300" y="7847"/>
                </a:lnTo>
                <a:cubicBezTo>
                  <a:pt x="8680" y="7847"/>
                  <a:pt x="8157" y="7335"/>
                  <a:pt x="8157" y="6692"/>
                </a:cubicBezTo>
                <a:close/>
                <a:moveTo>
                  <a:pt x="7645" y="9585"/>
                </a:moveTo>
                <a:cubicBezTo>
                  <a:pt x="7728" y="9585"/>
                  <a:pt x="7811" y="9656"/>
                  <a:pt x="7811" y="9763"/>
                </a:cubicBezTo>
                <a:lnTo>
                  <a:pt x="7811" y="10049"/>
                </a:lnTo>
                <a:lnTo>
                  <a:pt x="4418" y="10049"/>
                </a:lnTo>
                <a:cubicBezTo>
                  <a:pt x="4335" y="10049"/>
                  <a:pt x="4263" y="10121"/>
                  <a:pt x="4263" y="10204"/>
                </a:cubicBezTo>
                <a:cubicBezTo>
                  <a:pt x="4263" y="10299"/>
                  <a:pt x="4335" y="10371"/>
                  <a:pt x="4418" y="10371"/>
                </a:cubicBezTo>
                <a:lnTo>
                  <a:pt x="8407" y="10371"/>
                </a:lnTo>
                <a:cubicBezTo>
                  <a:pt x="8514" y="10371"/>
                  <a:pt x="8585" y="10442"/>
                  <a:pt x="8585" y="10549"/>
                </a:cubicBezTo>
                <a:lnTo>
                  <a:pt x="8585" y="10906"/>
                </a:lnTo>
                <a:lnTo>
                  <a:pt x="2275" y="10906"/>
                </a:lnTo>
                <a:lnTo>
                  <a:pt x="2275" y="10549"/>
                </a:lnTo>
                <a:cubicBezTo>
                  <a:pt x="2275" y="10442"/>
                  <a:pt x="2358" y="10371"/>
                  <a:pt x="2453" y="10371"/>
                </a:cubicBezTo>
                <a:lnTo>
                  <a:pt x="3382" y="10371"/>
                </a:lnTo>
                <a:cubicBezTo>
                  <a:pt x="3465" y="10371"/>
                  <a:pt x="3549" y="10299"/>
                  <a:pt x="3549" y="10204"/>
                </a:cubicBezTo>
                <a:cubicBezTo>
                  <a:pt x="3549" y="10121"/>
                  <a:pt x="3465" y="10049"/>
                  <a:pt x="3382" y="10049"/>
                </a:cubicBezTo>
                <a:lnTo>
                  <a:pt x="3073" y="10049"/>
                </a:lnTo>
                <a:lnTo>
                  <a:pt x="3073" y="9763"/>
                </a:lnTo>
                <a:cubicBezTo>
                  <a:pt x="3073" y="9668"/>
                  <a:pt x="3144" y="9585"/>
                  <a:pt x="3251" y="9585"/>
                </a:cubicBezTo>
                <a:close/>
                <a:moveTo>
                  <a:pt x="5454" y="0"/>
                </a:moveTo>
                <a:cubicBezTo>
                  <a:pt x="4989" y="0"/>
                  <a:pt x="4632" y="369"/>
                  <a:pt x="4632" y="822"/>
                </a:cubicBezTo>
                <a:cubicBezTo>
                  <a:pt x="4632" y="1072"/>
                  <a:pt x="4751" y="1298"/>
                  <a:pt x="4930" y="1453"/>
                </a:cubicBezTo>
                <a:lnTo>
                  <a:pt x="4930" y="1810"/>
                </a:lnTo>
                <a:lnTo>
                  <a:pt x="3894" y="1810"/>
                </a:lnTo>
                <a:cubicBezTo>
                  <a:pt x="3382" y="1810"/>
                  <a:pt x="2906" y="2024"/>
                  <a:pt x="2584" y="2370"/>
                </a:cubicBezTo>
                <a:cubicBezTo>
                  <a:pt x="2382" y="2572"/>
                  <a:pt x="2120" y="2691"/>
                  <a:pt x="1834" y="2691"/>
                </a:cubicBezTo>
                <a:lnTo>
                  <a:pt x="346" y="2691"/>
                </a:lnTo>
                <a:cubicBezTo>
                  <a:pt x="179" y="2691"/>
                  <a:pt x="48" y="2822"/>
                  <a:pt x="48" y="2989"/>
                </a:cubicBezTo>
                <a:lnTo>
                  <a:pt x="48" y="3382"/>
                </a:lnTo>
                <a:cubicBezTo>
                  <a:pt x="48" y="3536"/>
                  <a:pt x="179" y="3679"/>
                  <a:pt x="346" y="3679"/>
                </a:cubicBezTo>
                <a:lnTo>
                  <a:pt x="1263" y="3679"/>
                </a:lnTo>
                <a:lnTo>
                  <a:pt x="1" y="6477"/>
                </a:lnTo>
                <a:lnTo>
                  <a:pt x="1" y="6489"/>
                </a:lnTo>
                <a:lnTo>
                  <a:pt x="1" y="6501"/>
                </a:lnTo>
                <a:lnTo>
                  <a:pt x="1" y="6513"/>
                </a:lnTo>
                <a:lnTo>
                  <a:pt x="1" y="6537"/>
                </a:lnTo>
                <a:lnTo>
                  <a:pt x="1" y="6692"/>
                </a:lnTo>
                <a:cubicBezTo>
                  <a:pt x="1" y="7501"/>
                  <a:pt x="656" y="8168"/>
                  <a:pt x="1477" y="8168"/>
                </a:cubicBezTo>
                <a:lnTo>
                  <a:pt x="1596" y="8168"/>
                </a:lnTo>
                <a:cubicBezTo>
                  <a:pt x="2406" y="8168"/>
                  <a:pt x="3073" y="7513"/>
                  <a:pt x="3073" y="6692"/>
                </a:cubicBezTo>
                <a:lnTo>
                  <a:pt x="3073" y="6537"/>
                </a:lnTo>
                <a:lnTo>
                  <a:pt x="3073" y="6513"/>
                </a:lnTo>
                <a:lnTo>
                  <a:pt x="3073" y="6501"/>
                </a:lnTo>
                <a:lnTo>
                  <a:pt x="3073" y="6489"/>
                </a:lnTo>
                <a:lnTo>
                  <a:pt x="3073" y="6477"/>
                </a:lnTo>
                <a:lnTo>
                  <a:pt x="1811" y="3679"/>
                </a:lnTo>
                <a:lnTo>
                  <a:pt x="1930" y="3679"/>
                </a:lnTo>
                <a:cubicBezTo>
                  <a:pt x="2430" y="3679"/>
                  <a:pt x="2906" y="3465"/>
                  <a:pt x="3239" y="3120"/>
                </a:cubicBezTo>
                <a:cubicBezTo>
                  <a:pt x="3430" y="2917"/>
                  <a:pt x="3692" y="2798"/>
                  <a:pt x="3977" y="2798"/>
                </a:cubicBezTo>
                <a:lnTo>
                  <a:pt x="4942" y="2798"/>
                </a:lnTo>
                <a:lnTo>
                  <a:pt x="4942" y="9251"/>
                </a:lnTo>
                <a:lnTo>
                  <a:pt x="3275" y="9251"/>
                </a:lnTo>
                <a:cubicBezTo>
                  <a:pt x="3013" y="9251"/>
                  <a:pt x="2787" y="9478"/>
                  <a:pt x="2787" y="9752"/>
                </a:cubicBezTo>
                <a:lnTo>
                  <a:pt x="2787" y="10025"/>
                </a:lnTo>
                <a:lnTo>
                  <a:pt x="2501" y="10025"/>
                </a:lnTo>
                <a:cubicBezTo>
                  <a:pt x="2227" y="10025"/>
                  <a:pt x="2001" y="10252"/>
                  <a:pt x="2001" y="10537"/>
                </a:cubicBezTo>
                <a:lnTo>
                  <a:pt x="2001" y="11061"/>
                </a:lnTo>
                <a:cubicBezTo>
                  <a:pt x="2001" y="11145"/>
                  <a:pt x="2072" y="11216"/>
                  <a:pt x="2168" y="11216"/>
                </a:cubicBezTo>
                <a:lnTo>
                  <a:pt x="8799" y="11216"/>
                </a:lnTo>
                <a:cubicBezTo>
                  <a:pt x="8895" y="11216"/>
                  <a:pt x="8966" y="11145"/>
                  <a:pt x="8966" y="11061"/>
                </a:cubicBezTo>
                <a:lnTo>
                  <a:pt x="8966" y="10537"/>
                </a:lnTo>
                <a:cubicBezTo>
                  <a:pt x="8966" y="10252"/>
                  <a:pt x="8740" y="10025"/>
                  <a:pt x="8454" y="10025"/>
                </a:cubicBezTo>
                <a:lnTo>
                  <a:pt x="8180" y="10025"/>
                </a:lnTo>
                <a:lnTo>
                  <a:pt x="8180" y="9752"/>
                </a:lnTo>
                <a:cubicBezTo>
                  <a:pt x="8180" y="9478"/>
                  <a:pt x="7954" y="9251"/>
                  <a:pt x="7680" y="9251"/>
                </a:cubicBezTo>
                <a:lnTo>
                  <a:pt x="5978" y="9251"/>
                </a:lnTo>
                <a:lnTo>
                  <a:pt x="5978" y="4572"/>
                </a:lnTo>
                <a:cubicBezTo>
                  <a:pt x="5978" y="4477"/>
                  <a:pt x="5894" y="4406"/>
                  <a:pt x="5811" y="4406"/>
                </a:cubicBezTo>
                <a:cubicBezTo>
                  <a:pt x="5716" y="4406"/>
                  <a:pt x="5644" y="4477"/>
                  <a:pt x="5644" y="4572"/>
                </a:cubicBezTo>
                <a:lnTo>
                  <a:pt x="5644" y="9251"/>
                </a:lnTo>
                <a:lnTo>
                  <a:pt x="5240" y="9251"/>
                </a:lnTo>
                <a:lnTo>
                  <a:pt x="5240" y="2798"/>
                </a:lnTo>
                <a:lnTo>
                  <a:pt x="5644" y="2798"/>
                </a:lnTo>
                <a:lnTo>
                  <a:pt x="5644" y="3536"/>
                </a:lnTo>
                <a:cubicBezTo>
                  <a:pt x="5644" y="3632"/>
                  <a:pt x="5716" y="3703"/>
                  <a:pt x="5811" y="3703"/>
                </a:cubicBezTo>
                <a:cubicBezTo>
                  <a:pt x="5894" y="3703"/>
                  <a:pt x="5978" y="3632"/>
                  <a:pt x="5978" y="3536"/>
                </a:cubicBezTo>
                <a:lnTo>
                  <a:pt x="5978" y="2798"/>
                </a:lnTo>
                <a:lnTo>
                  <a:pt x="7002" y="2798"/>
                </a:lnTo>
                <a:cubicBezTo>
                  <a:pt x="7240" y="2798"/>
                  <a:pt x="7466" y="2905"/>
                  <a:pt x="7621" y="3060"/>
                </a:cubicBezTo>
                <a:cubicBezTo>
                  <a:pt x="8002" y="3453"/>
                  <a:pt x="8502" y="3679"/>
                  <a:pt x="9050" y="3679"/>
                </a:cubicBezTo>
                <a:lnTo>
                  <a:pt x="9097" y="3679"/>
                </a:lnTo>
                <a:lnTo>
                  <a:pt x="7835" y="6477"/>
                </a:lnTo>
                <a:lnTo>
                  <a:pt x="7835" y="6489"/>
                </a:lnTo>
                <a:lnTo>
                  <a:pt x="7835" y="6501"/>
                </a:lnTo>
                <a:lnTo>
                  <a:pt x="7835" y="6513"/>
                </a:lnTo>
                <a:lnTo>
                  <a:pt x="7835" y="6537"/>
                </a:lnTo>
                <a:lnTo>
                  <a:pt x="7835" y="6692"/>
                </a:lnTo>
                <a:cubicBezTo>
                  <a:pt x="7835" y="7501"/>
                  <a:pt x="8490" y="8168"/>
                  <a:pt x="9311" y="8168"/>
                </a:cubicBezTo>
                <a:lnTo>
                  <a:pt x="9431" y="8168"/>
                </a:lnTo>
                <a:cubicBezTo>
                  <a:pt x="10228" y="8168"/>
                  <a:pt x="10895" y="7513"/>
                  <a:pt x="10895" y="6692"/>
                </a:cubicBezTo>
                <a:lnTo>
                  <a:pt x="10895" y="6537"/>
                </a:lnTo>
                <a:lnTo>
                  <a:pt x="10895" y="6513"/>
                </a:lnTo>
                <a:lnTo>
                  <a:pt x="10895" y="6501"/>
                </a:lnTo>
                <a:lnTo>
                  <a:pt x="10895" y="6489"/>
                </a:lnTo>
                <a:lnTo>
                  <a:pt x="10895" y="6465"/>
                </a:lnTo>
                <a:lnTo>
                  <a:pt x="9633" y="3667"/>
                </a:lnTo>
                <a:lnTo>
                  <a:pt x="10562" y="3667"/>
                </a:lnTo>
                <a:cubicBezTo>
                  <a:pt x="10716" y="3667"/>
                  <a:pt x="10859" y="3536"/>
                  <a:pt x="10859" y="3370"/>
                </a:cubicBezTo>
                <a:lnTo>
                  <a:pt x="10859" y="2989"/>
                </a:lnTo>
                <a:cubicBezTo>
                  <a:pt x="10859" y="2822"/>
                  <a:pt x="10716" y="2691"/>
                  <a:pt x="10562" y="2691"/>
                </a:cubicBezTo>
                <a:lnTo>
                  <a:pt x="9073" y="2691"/>
                </a:lnTo>
                <a:cubicBezTo>
                  <a:pt x="8788" y="2691"/>
                  <a:pt x="8514" y="2572"/>
                  <a:pt x="8323" y="2370"/>
                </a:cubicBezTo>
                <a:cubicBezTo>
                  <a:pt x="8002" y="2012"/>
                  <a:pt x="7502" y="1810"/>
                  <a:pt x="7014" y="1810"/>
                </a:cubicBezTo>
                <a:lnTo>
                  <a:pt x="5978" y="1810"/>
                </a:lnTo>
                <a:lnTo>
                  <a:pt x="5978" y="1453"/>
                </a:lnTo>
                <a:cubicBezTo>
                  <a:pt x="6156" y="1310"/>
                  <a:pt x="6275" y="1072"/>
                  <a:pt x="6275" y="822"/>
                </a:cubicBezTo>
                <a:cubicBezTo>
                  <a:pt x="6275" y="358"/>
                  <a:pt x="5894" y="0"/>
                  <a:pt x="545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08"/>
        <p:cNvGrpSpPr/>
        <p:nvPr/>
      </p:nvGrpSpPr>
      <p:grpSpPr>
        <a:xfrm>
          <a:off x="0" y="0"/>
          <a:ext cx="0" cy="0"/>
          <a:chOff x="0" y="0"/>
          <a:chExt cx="0" cy="0"/>
        </a:xfrm>
      </p:grpSpPr>
      <p:sp>
        <p:nvSpPr>
          <p:cNvPr id="2409" name="Google Shape;2409;p52"/>
          <p:cNvSpPr txBox="1">
            <a:spLocks noGrp="1"/>
          </p:cNvSpPr>
          <p:nvPr>
            <p:ph type="ctrTitle"/>
          </p:nvPr>
        </p:nvSpPr>
        <p:spPr>
          <a:xfrm>
            <a:off x="713250" y="446075"/>
            <a:ext cx="7717500" cy="537000"/>
          </a:xfrm>
          <a:prstGeom prst="rect">
            <a:avLst/>
          </a:prstGeom>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a:t>Uses and customs</a:t>
            </a:r>
            <a:endParaRPr/>
          </a:p>
        </p:txBody>
      </p:sp>
      <p:grpSp>
        <p:nvGrpSpPr>
          <p:cNvPr id="2410" name="Google Shape;2410;p52"/>
          <p:cNvGrpSpPr/>
          <p:nvPr/>
        </p:nvGrpSpPr>
        <p:grpSpPr>
          <a:xfrm>
            <a:off x="932943" y="1846853"/>
            <a:ext cx="4590711" cy="2445639"/>
            <a:chOff x="233350" y="949250"/>
            <a:chExt cx="7137300" cy="3802300"/>
          </a:xfrm>
        </p:grpSpPr>
        <p:sp>
          <p:nvSpPr>
            <p:cNvPr id="2411" name="Google Shape;2411;p52"/>
            <p:cNvSpPr/>
            <p:nvPr/>
          </p:nvSpPr>
          <p:spPr>
            <a:xfrm>
              <a:off x="4428450" y="2808675"/>
              <a:ext cx="1478900" cy="330100"/>
            </a:xfrm>
            <a:custGeom>
              <a:avLst/>
              <a:gdLst/>
              <a:ahLst/>
              <a:cxnLst/>
              <a:rect l="l" t="t" r="r" b="b"/>
              <a:pathLst>
                <a:path w="59156" h="13204" extrusionOk="0">
                  <a:moveTo>
                    <a:pt x="1" y="0"/>
                  </a:moveTo>
                  <a:lnTo>
                    <a:pt x="1" y="0"/>
                  </a:lnTo>
                  <a:close/>
                  <a:moveTo>
                    <a:pt x="59155" y="13203"/>
                  </a:move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52"/>
            <p:cNvSpPr/>
            <p:nvPr/>
          </p:nvSpPr>
          <p:spPr>
            <a:xfrm>
              <a:off x="2909400" y="1076125"/>
              <a:ext cx="4118650" cy="3109225"/>
            </a:xfrm>
            <a:custGeom>
              <a:avLst/>
              <a:gdLst/>
              <a:ahLst/>
              <a:cxnLst/>
              <a:rect l="l" t="t" r="r" b="b"/>
              <a:pathLst>
                <a:path w="164746" h="124369" extrusionOk="0">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52"/>
            <p:cNvSpPr/>
            <p:nvPr/>
          </p:nvSpPr>
          <p:spPr>
            <a:xfrm>
              <a:off x="5913800" y="3523050"/>
              <a:ext cx="1109075" cy="813875"/>
            </a:xfrm>
            <a:custGeom>
              <a:avLst/>
              <a:gdLst/>
              <a:ahLst/>
              <a:cxnLst/>
              <a:rect l="l" t="t" r="r" b="b"/>
              <a:pathLst>
                <a:path w="44363" h="32555" extrusionOk="0">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52"/>
            <p:cNvSpPr/>
            <p:nvPr/>
          </p:nvSpPr>
          <p:spPr>
            <a:xfrm>
              <a:off x="6442175" y="3238700"/>
              <a:ext cx="571625" cy="311800"/>
            </a:xfrm>
            <a:custGeom>
              <a:avLst/>
              <a:gdLst/>
              <a:ahLst/>
              <a:cxnLst/>
              <a:rect l="l" t="t" r="r" b="b"/>
              <a:pathLst>
                <a:path w="22865" h="12472" extrusionOk="0">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52"/>
            <p:cNvSpPr/>
            <p:nvPr/>
          </p:nvSpPr>
          <p:spPr>
            <a:xfrm>
              <a:off x="5898675" y="3029225"/>
              <a:ext cx="282150" cy="318450"/>
            </a:xfrm>
            <a:custGeom>
              <a:avLst/>
              <a:gdLst/>
              <a:ahLst/>
              <a:cxnLst/>
              <a:rect l="l" t="t" r="r" b="b"/>
              <a:pathLst>
                <a:path w="11286" h="12738" extrusionOk="0">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52"/>
            <p:cNvSpPr/>
            <p:nvPr/>
          </p:nvSpPr>
          <p:spPr>
            <a:xfrm>
              <a:off x="5544400" y="3065225"/>
              <a:ext cx="541800" cy="430700"/>
            </a:xfrm>
            <a:custGeom>
              <a:avLst/>
              <a:gdLst/>
              <a:ahLst/>
              <a:cxnLst/>
              <a:rect l="l" t="t" r="r" b="b"/>
              <a:pathLst>
                <a:path w="21672" h="17228" extrusionOk="0">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52"/>
            <p:cNvSpPr/>
            <p:nvPr/>
          </p:nvSpPr>
          <p:spPr>
            <a:xfrm>
              <a:off x="4388700" y="3530600"/>
              <a:ext cx="227275" cy="395425"/>
            </a:xfrm>
            <a:custGeom>
              <a:avLst/>
              <a:gdLst/>
              <a:ahLst/>
              <a:cxnLst/>
              <a:rect l="l" t="t" r="r" b="b"/>
              <a:pathLst>
                <a:path w="9091" h="15817" extrusionOk="0">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52"/>
            <p:cNvSpPr/>
            <p:nvPr/>
          </p:nvSpPr>
          <p:spPr>
            <a:xfrm>
              <a:off x="6438300" y="1893850"/>
              <a:ext cx="267450" cy="418275"/>
            </a:xfrm>
            <a:custGeom>
              <a:avLst/>
              <a:gdLst/>
              <a:ahLst/>
              <a:cxnLst/>
              <a:rect l="l" t="t" r="r" b="b"/>
              <a:pathLst>
                <a:path w="10698" h="16731" extrusionOk="0">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52"/>
            <p:cNvSpPr/>
            <p:nvPr/>
          </p:nvSpPr>
          <p:spPr>
            <a:xfrm>
              <a:off x="6901875" y="4220725"/>
              <a:ext cx="468775" cy="354550"/>
            </a:xfrm>
            <a:custGeom>
              <a:avLst/>
              <a:gdLst/>
              <a:ahLst/>
              <a:cxnLst/>
              <a:rect l="l" t="t" r="r" b="b"/>
              <a:pathLst>
                <a:path w="18751" h="14182" extrusionOk="0">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52"/>
            <p:cNvSpPr/>
            <p:nvPr/>
          </p:nvSpPr>
          <p:spPr>
            <a:xfrm>
              <a:off x="6306100" y="2654825"/>
              <a:ext cx="232875" cy="385425"/>
            </a:xfrm>
            <a:custGeom>
              <a:avLst/>
              <a:gdLst/>
              <a:ahLst/>
              <a:cxnLst/>
              <a:rect l="l" t="t" r="r" b="b"/>
              <a:pathLst>
                <a:path w="9315" h="15417" extrusionOk="0">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52"/>
            <p:cNvSpPr/>
            <p:nvPr/>
          </p:nvSpPr>
          <p:spPr>
            <a:xfrm>
              <a:off x="6139750" y="3178550"/>
              <a:ext cx="185375" cy="227425"/>
            </a:xfrm>
            <a:custGeom>
              <a:avLst/>
              <a:gdLst/>
              <a:ahLst/>
              <a:cxnLst/>
              <a:rect l="l" t="t" r="r" b="b"/>
              <a:pathLst>
                <a:path w="7415" h="9097" extrusionOk="0">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2" name="Google Shape;2422;p52"/>
            <p:cNvSpPr/>
            <p:nvPr/>
          </p:nvSpPr>
          <p:spPr>
            <a:xfrm>
              <a:off x="4320000" y="1079225"/>
              <a:ext cx="260125" cy="163000"/>
            </a:xfrm>
            <a:custGeom>
              <a:avLst/>
              <a:gdLst/>
              <a:ahLst/>
              <a:cxnLst/>
              <a:rect l="l" t="t" r="r" b="b"/>
              <a:pathLst>
                <a:path w="10405" h="6520" extrusionOk="0">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3" name="Google Shape;2423;p52"/>
            <p:cNvSpPr/>
            <p:nvPr/>
          </p:nvSpPr>
          <p:spPr>
            <a:xfrm>
              <a:off x="3605850" y="1017225"/>
              <a:ext cx="246275" cy="88775"/>
            </a:xfrm>
            <a:custGeom>
              <a:avLst/>
              <a:gdLst/>
              <a:ahLst/>
              <a:cxnLst/>
              <a:rect l="l" t="t" r="r" b="b"/>
              <a:pathLst>
                <a:path w="9851" h="3551" extrusionOk="0">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52"/>
            <p:cNvSpPr/>
            <p:nvPr/>
          </p:nvSpPr>
          <p:spPr>
            <a:xfrm>
              <a:off x="3161275" y="1612775"/>
              <a:ext cx="115825" cy="115825"/>
            </a:xfrm>
            <a:custGeom>
              <a:avLst/>
              <a:gdLst/>
              <a:ahLst/>
              <a:cxnLst/>
              <a:rect l="l" t="t" r="r" b="b"/>
              <a:pathLst>
                <a:path w="4633" h="4633" extrusionOk="0">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52"/>
            <p:cNvSpPr/>
            <p:nvPr/>
          </p:nvSpPr>
          <p:spPr>
            <a:xfrm>
              <a:off x="6082850" y="3458350"/>
              <a:ext cx="215350" cy="82375"/>
            </a:xfrm>
            <a:custGeom>
              <a:avLst/>
              <a:gdLst/>
              <a:ahLst/>
              <a:cxnLst/>
              <a:rect l="l" t="t" r="r" b="b"/>
              <a:pathLst>
                <a:path w="8614" h="3295" extrusionOk="0">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6" name="Google Shape;2426;p52"/>
            <p:cNvSpPr/>
            <p:nvPr/>
          </p:nvSpPr>
          <p:spPr>
            <a:xfrm>
              <a:off x="5726825" y="1103850"/>
              <a:ext cx="262175" cy="54825"/>
            </a:xfrm>
            <a:custGeom>
              <a:avLst/>
              <a:gdLst/>
              <a:ahLst/>
              <a:cxnLst/>
              <a:rect l="l" t="t" r="r" b="b"/>
              <a:pathLst>
                <a:path w="10487" h="2193" extrusionOk="0">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7" name="Google Shape;2427;p52"/>
            <p:cNvSpPr/>
            <p:nvPr/>
          </p:nvSpPr>
          <p:spPr>
            <a:xfrm>
              <a:off x="6497925" y="4391525"/>
              <a:ext cx="125725" cy="97375"/>
            </a:xfrm>
            <a:custGeom>
              <a:avLst/>
              <a:gdLst/>
              <a:ahLst/>
              <a:cxnLst/>
              <a:rect l="l" t="t" r="r" b="b"/>
              <a:pathLst>
                <a:path w="5029" h="3895" extrusionOk="0">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52"/>
            <p:cNvSpPr/>
            <p:nvPr/>
          </p:nvSpPr>
          <p:spPr>
            <a:xfrm>
              <a:off x="5334875" y="2906300"/>
              <a:ext cx="82100" cy="128050"/>
            </a:xfrm>
            <a:custGeom>
              <a:avLst/>
              <a:gdLst/>
              <a:ahLst/>
              <a:cxnLst/>
              <a:rect l="l" t="t" r="r" b="b"/>
              <a:pathLst>
                <a:path w="3284" h="5122" extrusionOk="0">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9" name="Google Shape;2429;p52"/>
            <p:cNvSpPr/>
            <p:nvPr/>
          </p:nvSpPr>
          <p:spPr>
            <a:xfrm>
              <a:off x="4869125" y="997550"/>
              <a:ext cx="160750" cy="66150"/>
            </a:xfrm>
            <a:custGeom>
              <a:avLst/>
              <a:gdLst/>
              <a:ahLst/>
              <a:cxnLst/>
              <a:rect l="l" t="t" r="r" b="b"/>
              <a:pathLst>
                <a:path w="6430" h="2646" extrusionOk="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52"/>
            <p:cNvSpPr/>
            <p:nvPr/>
          </p:nvSpPr>
          <p:spPr>
            <a:xfrm>
              <a:off x="3763550" y="998475"/>
              <a:ext cx="117975" cy="55725"/>
            </a:xfrm>
            <a:custGeom>
              <a:avLst/>
              <a:gdLst/>
              <a:ahLst/>
              <a:cxnLst/>
              <a:rect l="l" t="t" r="r" b="b"/>
              <a:pathLst>
                <a:path w="4719" h="2229" extrusionOk="0">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52"/>
            <p:cNvSpPr/>
            <p:nvPr/>
          </p:nvSpPr>
          <p:spPr>
            <a:xfrm>
              <a:off x="6244750" y="3463175"/>
              <a:ext cx="127900" cy="76650"/>
            </a:xfrm>
            <a:custGeom>
              <a:avLst/>
              <a:gdLst/>
              <a:ahLst/>
              <a:cxnLst/>
              <a:rect l="l" t="t" r="r" b="b"/>
              <a:pathLst>
                <a:path w="5116" h="3066" extrusionOk="0">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432;p52"/>
            <p:cNvSpPr/>
            <p:nvPr/>
          </p:nvSpPr>
          <p:spPr>
            <a:xfrm>
              <a:off x="6286725" y="2464325"/>
              <a:ext cx="67775" cy="93850"/>
            </a:xfrm>
            <a:custGeom>
              <a:avLst/>
              <a:gdLst/>
              <a:ahLst/>
              <a:cxnLst/>
              <a:rect l="l" t="t" r="r" b="b"/>
              <a:pathLst>
                <a:path w="2711" h="3754" extrusionOk="0">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52"/>
            <p:cNvSpPr/>
            <p:nvPr/>
          </p:nvSpPr>
          <p:spPr>
            <a:xfrm>
              <a:off x="6279300" y="2861375"/>
              <a:ext cx="75625" cy="97275"/>
            </a:xfrm>
            <a:custGeom>
              <a:avLst/>
              <a:gdLst/>
              <a:ahLst/>
              <a:cxnLst/>
              <a:rect l="l" t="t" r="r" b="b"/>
              <a:pathLst>
                <a:path w="3025" h="3891" extrusionOk="0">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52"/>
            <p:cNvSpPr/>
            <p:nvPr/>
          </p:nvSpPr>
          <p:spPr>
            <a:xfrm>
              <a:off x="4145025" y="994975"/>
              <a:ext cx="111500" cy="47325"/>
            </a:xfrm>
            <a:custGeom>
              <a:avLst/>
              <a:gdLst/>
              <a:ahLst/>
              <a:cxnLst/>
              <a:rect l="l" t="t" r="r" b="b"/>
              <a:pathLst>
                <a:path w="4460" h="1893" extrusionOk="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52"/>
            <p:cNvSpPr/>
            <p:nvPr/>
          </p:nvSpPr>
          <p:spPr>
            <a:xfrm>
              <a:off x="7213625" y="3803350"/>
              <a:ext cx="74075" cy="80050"/>
            </a:xfrm>
            <a:custGeom>
              <a:avLst/>
              <a:gdLst/>
              <a:ahLst/>
              <a:cxnLst/>
              <a:rect l="l" t="t" r="r" b="b"/>
              <a:pathLst>
                <a:path w="2963" h="3202" extrusionOk="0">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52"/>
            <p:cNvSpPr/>
            <p:nvPr/>
          </p:nvSpPr>
          <p:spPr>
            <a:xfrm>
              <a:off x="6542025" y="3118350"/>
              <a:ext cx="66075" cy="79800"/>
            </a:xfrm>
            <a:custGeom>
              <a:avLst/>
              <a:gdLst/>
              <a:ahLst/>
              <a:cxnLst/>
              <a:rect l="l" t="t" r="r" b="b"/>
              <a:pathLst>
                <a:path w="2643" h="3192" extrusionOk="0">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52"/>
            <p:cNvSpPr/>
            <p:nvPr/>
          </p:nvSpPr>
          <p:spPr>
            <a:xfrm>
              <a:off x="4278100" y="987200"/>
              <a:ext cx="87225" cy="50150"/>
            </a:xfrm>
            <a:custGeom>
              <a:avLst/>
              <a:gdLst/>
              <a:ahLst/>
              <a:cxnLst/>
              <a:rect l="l" t="t" r="r" b="b"/>
              <a:pathLst>
                <a:path w="3489" h="2006" extrusionOk="0">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52"/>
            <p:cNvSpPr/>
            <p:nvPr/>
          </p:nvSpPr>
          <p:spPr>
            <a:xfrm>
              <a:off x="6595650" y="1204100"/>
              <a:ext cx="81075" cy="41800"/>
            </a:xfrm>
            <a:custGeom>
              <a:avLst/>
              <a:gdLst/>
              <a:ahLst/>
              <a:cxnLst/>
              <a:rect l="l" t="t" r="r" b="b"/>
              <a:pathLst>
                <a:path w="3243" h="1672" extrusionOk="0">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52"/>
            <p:cNvSpPr/>
            <p:nvPr/>
          </p:nvSpPr>
          <p:spPr>
            <a:xfrm>
              <a:off x="5040350" y="1034625"/>
              <a:ext cx="81550" cy="46975"/>
            </a:xfrm>
            <a:custGeom>
              <a:avLst/>
              <a:gdLst/>
              <a:ahLst/>
              <a:cxnLst/>
              <a:rect l="l" t="t" r="r" b="b"/>
              <a:pathLst>
                <a:path w="3262" h="1879" extrusionOk="0">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52"/>
            <p:cNvSpPr/>
            <p:nvPr/>
          </p:nvSpPr>
          <p:spPr>
            <a:xfrm>
              <a:off x="6380950" y="3302475"/>
              <a:ext cx="77800" cy="40225"/>
            </a:xfrm>
            <a:custGeom>
              <a:avLst/>
              <a:gdLst/>
              <a:ahLst/>
              <a:cxnLst/>
              <a:rect l="l" t="t" r="r" b="b"/>
              <a:pathLst>
                <a:path w="3112" h="1609" extrusionOk="0">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52"/>
            <p:cNvSpPr/>
            <p:nvPr/>
          </p:nvSpPr>
          <p:spPr>
            <a:xfrm>
              <a:off x="4384825" y="996700"/>
              <a:ext cx="62025" cy="39775"/>
            </a:xfrm>
            <a:custGeom>
              <a:avLst/>
              <a:gdLst/>
              <a:ahLst/>
              <a:cxnLst/>
              <a:rect l="l" t="t" r="r" b="b"/>
              <a:pathLst>
                <a:path w="2481" h="1591" extrusionOk="0">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52"/>
            <p:cNvSpPr/>
            <p:nvPr/>
          </p:nvSpPr>
          <p:spPr>
            <a:xfrm>
              <a:off x="2100625" y="1004500"/>
              <a:ext cx="520200" cy="95050"/>
            </a:xfrm>
            <a:custGeom>
              <a:avLst/>
              <a:gdLst/>
              <a:ahLst/>
              <a:cxnLst/>
              <a:rect l="l" t="t" r="r" b="b"/>
              <a:pathLst>
                <a:path w="20808" h="3802" extrusionOk="0">
                  <a:moveTo>
                    <a:pt x="20756" y="0"/>
                  </a:moveTo>
                  <a:lnTo>
                    <a:pt x="20738" y="17"/>
                  </a:lnTo>
                  <a:lnTo>
                    <a:pt x="20773" y="17"/>
                  </a:lnTo>
                  <a:lnTo>
                    <a:pt x="20808" y="0"/>
                  </a:lnTo>
                  <a:close/>
                  <a:moveTo>
                    <a:pt x="1" y="3785"/>
                  </a:moveTo>
                  <a:lnTo>
                    <a:pt x="1" y="3802"/>
                  </a:lnTo>
                  <a:lnTo>
                    <a:pt x="18" y="3802"/>
                  </a:lnTo>
                  <a:lnTo>
                    <a:pt x="18" y="3785"/>
                  </a:ln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52"/>
            <p:cNvSpPr/>
            <p:nvPr/>
          </p:nvSpPr>
          <p:spPr>
            <a:xfrm>
              <a:off x="233350" y="949250"/>
              <a:ext cx="3232550" cy="3802300"/>
            </a:xfrm>
            <a:custGeom>
              <a:avLst/>
              <a:gdLst/>
              <a:ahLst/>
              <a:cxnLst/>
              <a:rect l="l" t="t" r="r" b="b"/>
              <a:pathLst>
                <a:path w="129302" h="152092" extrusionOk="0">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444;p52"/>
            <p:cNvSpPr/>
            <p:nvPr/>
          </p:nvSpPr>
          <p:spPr>
            <a:xfrm>
              <a:off x="1581325" y="1051125"/>
              <a:ext cx="283000" cy="91675"/>
            </a:xfrm>
            <a:custGeom>
              <a:avLst/>
              <a:gdLst/>
              <a:ahLst/>
              <a:cxnLst/>
              <a:rect l="l" t="t" r="r" b="b"/>
              <a:pathLst>
                <a:path w="11320" h="3667" extrusionOk="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5" name="Google Shape;2445;p52"/>
            <p:cNvSpPr/>
            <p:nvPr/>
          </p:nvSpPr>
          <p:spPr>
            <a:xfrm>
              <a:off x="3144425" y="1319375"/>
              <a:ext cx="213450" cy="95575"/>
            </a:xfrm>
            <a:custGeom>
              <a:avLst/>
              <a:gdLst/>
              <a:ahLst/>
              <a:cxnLst/>
              <a:rect l="l" t="t" r="r" b="b"/>
              <a:pathLst>
                <a:path w="8538" h="3823" extrusionOk="0">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52"/>
            <p:cNvSpPr/>
            <p:nvPr/>
          </p:nvSpPr>
          <p:spPr>
            <a:xfrm>
              <a:off x="1453000" y="2509000"/>
              <a:ext cx="263575" cy="113100"/>
            </a:xfrm>
            <a:custGeom>
              <a:avLst/>
              <a:gdLst/>
              <a:ahLst/>
              <a:cxnLst/>
              <a:rect l="l" t="t" r="r" b="b"/>
              <a:pathLst>
                <a:path w="10543" h="4524" extrusionOk="0">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52"/>
            <p:cNvSpPr/>
            <p:nvPr/>
          </p:nvSpPr>
          <p:spPr>
            <a:xfrm>
              <a:off x="1880725" y="1020350"/>
              <a:ext cx="162025" cy="112025"/>
            </a:xfrm>
            <a:custGeom>
              <a:avLst/>
              <a:gdLst/>
              <a:ahLst/>
              <a:cxnLst/>
              <a:rect l="l" t="t" r="r" b="b"/>
              <a:pathLst>
                <a:path w="6481" h="4481" extrusionOk="0">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2448;p52"/>
            <p:cNvSpPr/>
            <p:nvPr/>
          </p:nvSpPr>
          <p:spPr>
            <a:xfrm>
              <a:off x="1688900" y="2603450"/>
              <a:ext cx="165050" cy="73950"/>
            </a:xfrm>
            <a:custGeom>
              <a:avLst/>
              <a:gdLst/>
              <a:ahLst/>
              <a:cxnLst/>
              <a:rect l="l" t="t" r="r" b="b"/>
              <a:pathLst>
                <a:path w="6602" h="2958" extrusionOk="0">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9" name="Google Shape;2449;p52"/>
            <p:cNvSpPr/>
            <p:nvPr/>
          </p:nvSpPr>
          <p:spPr>
            <a:xfrm>
              <a:off x="1922200" y="1344925"/>
              <a:ext cx="129625" cy="64525"/>
            </a:xfrm>
            <a:custGeom>
              <a:avLst/>
              <a:gdLst/>
              <a:ahLst/>
              <a:cxnLst/>
              <a:rect l="l" t="t" r="r" b="b"/>
              <a:pathLst>
                <a:path w="5185" h="2581" extrusionOk="0">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0" name="Google Shape;2450;p52"/>
            <p:cNvSpPr/>
            <p:nvPr/>
          </p:nvSpPr>
          <p:spPr>
            <a:xfrm>
              <a:off x="1787825" y="1030550"/>
              <a:ext cx="94250" cy="44825"/>
            </a:xfrm>
            <a:custGeom>
              <a:avLst/>
              <a:gdLst/>
              <a:ahLst/>
              <a:cxnLst/>
              <a:rect l="l" t="t" r="r" b="b"/>
              <a:pathLst>
                <a:path w="3770" h="1793" extrusionOk="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1" name="Google Shape;2451;p52"/>
            <p:cNvSpPr/>
            <p:nvPr/>
          </p:nvSpPr>
          <p:spPr>
            <a:xfrm>
              <a:off x="1870350" y="2639275"/>
              <a:ext cx="59225" cy="44325"/>
            </a:xfrm>
            <a:custGeom>
              <a:avLst/>
              <a:gdLst/>
              <a:ahLst/>
              <a:cxnLst/>
              <a:rect l="l" t="t" r="r" b="b"/>
              <a:pathLst>
                <a:path w="2369" h="1773" extrusionOk="0">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2452;p52"/>
            <p:cNvSpPr/>
            <p:nvPr/>
          </p:nvSpPr>
          <p:spPr>
            <a:xfrm>
              <a:off x="2264800" y="4630125"/>
              <a:ext cx="62675" cy="39225"/>
            </a:xfrm>
            <a:custGeom>
              <a:avLst/>
              <a:gdLst/>
              <a:ahLst/>
              <a:cxnLst/>
              <a:rect l="l" t="t" r="r" b="b"/>
              <a:pathLst>
                <a:path w="2507" h="1569" extrusionOk="0">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453;p52"/>
            <p:cNvSpPr/>
            <p:nvPr/>
          </p:nvSpPr>
          <p:spPr>
            <a:xfrm>
              <a:off x="1604225" y="2645350"/>
              <a:ext cx="56175" cy="38275"/>
            </a:xfrm>
            <a:custGeom>
              <a:avLst/>
              <a:gdLst/>
              <a:ahLst/>
              <a:cxnLst/>
              <a:rect l="l" t="t" r="r" b="b"/>
              <a:pathLst>
                <a:path w="2247" h="1531" extrusionOk="0">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52"/>
            <p:cNvSpPr/>
            <p:nvPr/>
          </p:nvSpPr>
          <p:spPr>
            <a:xfrm>
              <a:off x="7045475" y="3384250"/>
              <a:ext cx="47375" cy="53550"/>
            </a:xfrm>
            <a:custGeom>
              <a:avLst/>
              <a:gdLst/>
              <a:ahLst/>
              <a:cxnLst/>
              <a:rect l="l" t="t" r="r" b="b"/>
              <a:pathLst>
                <a:path w="1895" h="2142" extrusionOk="0">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52"/>
            <p:cNvSpPr/>
            <p:nvPr/>
          </p:nvSpPr>
          <p:spPr>
            <a:xfrm>
              <a:off x="4291500" y="1250400"/>
              <a:ext cx="54900" cy="37900"/>
            </a:xfrm>
            <a:custGeom>
              <a:avLst/>
              <a:gdLst/>
              <a:ahLst/>
              <a:cxnLst/>
              <a:rect l="l" t="t" r="r" b="b"/>
              <a:pathLst>
                <a:path w="2196" h="1516" extrusionOk="0">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52"/>
            <p:cNvSpPr/>
            <p:nvPr/>
          </p:nvSpPr>
          <p:spPr>
            <a:xfrm>
              <a:off x="6323375" y="3314875"/>
              <a:ext cx="50125" cy="37325"/>
            </a:xfrm>
            <a:custGeom>
              <a:avLst/>
              <a:gdLst/>
              <a:ahLst/>
              <a:cxnLst/>
              <a:rect l="l" t="t" r="r" b="b"/>
              <a:pathLst>
                <a:path w="2005" h="1493" extrusionOk="0">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52"/>
            <p:cNvSpPr/>
            <p:nvPr/>
          </p:nvSpPr>
          <p:spPr>
            <a:xfrm>
              <a:off x="6680225" y="1890750"/>
              <a:ext cx="46075" cy="42200"/>
            </a:xfrm>
            <a:custGeom>
              <a:avLst/>
              <a:gdLst/>
              <a:ahLst/>
              <a:cxnLst/>
              <a:rect l="l" t="t" r="r" b="b"/>
              <a:pathLst>
                <a:path w="1843" h="1688" extrusionOk="0">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52"/>
            <p:cNvSpPr/>
            <p:nvPr/>
          </p:nvSpPr>
          <p:spPr>
            <a:xfrm>
              <a:off x="3550975" y="1955400"/>
              <a:ext cx="53600" cy="126175"/>
            </a:xfrm>
            <a:custGeom>
              <a:avLst/>
              <a:gdLst/>
              <a:ahLst/>
              <a:cxnLst/>
              <a:rect l="l" t="t" r="r" b="b"/>
              <a:pathLst>
                <a:path w="2144" h="5047" extrusionOk="0">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52"/>
            <p:cNvSpPr/>
            <p:nvPr/>
          </p:nvSpPr>
          <p:spPr>
            <a:xfrm>
              <a:off x="3910000" y="2161475"/>
              <a:ext cx="93775" cy="45400"/>
            </a:xfrm>
            <a:custGeom>
              <a:avLst/>
              <a:gdLst/>
              <a:ahLst/>
              <a:cxnLst/>
              <a:rect l="l" t="t" r="r" b="b"/>
              <a:pathLst>
                <a:path w="3751" h="1816" extrusionOk="0">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52"/>
            <p:cNvSpPr/>
            <p:nvPr/>
          </p:nvSpPr>
          <p:spPr>
            <a:xfrm>
              <a:off x="4125600" y="2173875"/>
              <a:ext cx="50575" cy="37600"/>
            </a:xfrm>
            <a:custGeom>
              <a:avLst/>
              <a:gdLst/>
              <a:ahLst/>
              <a:cxnLst/>
              <a:rect l="l" t="t" r="r" b="b"/>
              <a:pathLst>
                <a:path w="2023" h="1504" extrusionOk="0">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2461;p52"/>
            <p:cNvSpPr/>
            <p:nvPr/>
          </p:nvSpPr>
          <p:spPr>
            <a:xfrm>
              <a:off x="3415775" y="2038325"/>
              <a:ext cx="44925" cy="38175"/>
            </a:xfrm>
            <a:custGeom>
              <a:avLst/>
              <a:gdLst/>
              <a:ahLst/>
              <a:cxnLst/>
              <a:rect l="l" t="t" r="r" b="b"/>
              <a:pathLst>
                <a:path w="1797" h="1527" extrusionOk="0">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62" name="Google Shape;2462;p52"/>
          <p:cNvSpPr txBox="1"/>
          <p:nvPr/>
        </p:nvSpPr>
        <p:spPr>
          <a:xfrm>
            <a:off x="6599450" y="1957450"/>
            <a:ext cx="1611600" cy="4020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2200">
                <a:solidFill>
                  <a:schemeClr val="dk1"/>
                </a:solidFill>
                <a:latin typeface="Jua"/>
                <a:ea typeface="Jua"/>
                <a:cs typeface="Jua"/>
                <a:sym typeface="Jua"/>
              </a:rPr>
              <a:t>Mars</a:t>
            </a:r>
            <a:endParaRPr sz="2200">
              <a:solidFill>
                <a:schemeClr val="dk1"/>
              </a:solidFill>
              <a:latin typeface="Jua"/>
              <a:ea typeface="Jua"/>
              <a:cs typeface="Jua"/>
              <a:sym typeface="Jua"/>
            </a:endParaRPr>
          </a:p>
        </p:txBody>
      </p:sp>
      <p:sp>
        <p:nvSpPr>
          <p:cNvPr id="2463" name="Google Shape;2463;p52"/>
          <p:cNvSpPr txBox="1"/>
          <p:nvPr/>
        </p:nvSpPr>
        <p:spPr>
          <a:xfrm>
            <a:off x="6599450" y="2215824"/>
            <a:ext cx="1611600" cy="5841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a:solidFill>
                  <a:schemeClr val="dk1"/>
                </a:solidFill>
                <a:latin typeface="Nunito"/>
                <a:ea typeface="Nunito"/>
                <a:cs typeface="Nunito"/>
                <a:sym typeface="Nunito"/>
              </a:rPr>
              <a:t>Mars is actually a very cold place</a:t>
            </a:r>
            <a:endParaRPr>
              <a:solidFill>
                <a:schemeClr val="dk1"/>
              </a:solidFill>
              <a:latin typeface="Nunito"/>
              <a:ea typeface="Nunito"/>
              <a:cs typeface="Nunito"/>
              <a:sym typeface="Nunito"/>
            </a:endParaRPr>
          </a:p>
        </p:txBody>
      </p:sp>
      <p:sp>
        <p:nvSpPr>
          <p:cNvPr id="2464" name="Google Shape;2464;p52"/>
          <p:cNvSpPr txBox="1"/>
          <p:nvPr/>
        </p:nvSpPr>
        <p:spPr>
          <a:xfrm>
            <a:off x="6599450" y="3339401"/>
            <a:ext cx="1611600" cy="4020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2200">
                <a:solidFill>
                  <a:schemeClr val="dk1"/>
                </a:solidFill>
                <a:latin typeface="Jua"/>
                <a:ea typeface="Jua"/>
                <a:cs typeface="Jua"/>
                <a:sym typeface="Jua"/>
              </a:rPr>
              <a:t>Venus</a:t>
            </a:r>
            <a:endParaRPr sz="2200">
              <a:solidFill>
                <a:schemeClr val="dk1"/>
              </a:solidFill>
              <a:latin typeface="Jua"/>
              <a:ea typeface="Jua"/>
              <a:cs typeface="Jua"/>
              <a:sym typeface="Jua"/>
            </a:endParaRPr>
          </a:p>
        </p:txBody>
      </p:sp>
      <p:sp>
        <p:nvSpPr>
          <p:cNvPr id="2465" name="Google Shape;2465;p52"/>
          <p:cNvSpPr txBox="1"/>
          <p:nvPr/>
        </p:nvSpPr>
        <p:spPr>
          <a:xfrm>
            <a:off x="6599450" y="3597775"/>
            <a:ext cx="1611600" cy="5841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a:solidFill>
                  <a:schemeClr val="dk1"/>
                </a:solidFill>
                <a:latin typeface="Nunito"/>
                <a:ea typeface="Nunito"/>
                <a:cs typeface="Nunito"/>
                <a:sym typeface="Nunito"/>
              </a:rPr>
              <a:t>Venus is a very hot planet</a:t>
            </a:r>
            <a:endParaRPr>
              <a:solidFill>
                <a:schemeClr val="dk1"/>
              </a:solidFill>
              <a:latin typeface="Nunito"/>
              <a:ea typeface="Nunito"/>
              <a:cs typeface="Nunito"/>
              <a:sym typeface="Nunito"/>
            </a:endParaRPr>
          </a:p>
        </p:txBody>
      </p:sp>
      <p:sp>
        <p:nvSpPr>
          <p:cNvPr id="2466" name="Google Shape;2466;p52"/>
          <p:cNvSpPr/>
          <p:nvPr/>
        </p:nvSpPr>
        <p:spPr>
          <a:xfrm flipH="1">
            <a:off x="5688725" y="1976977"/>
            <a:ext cx="795900" cy="720300"/>
          </a:xfrm>
          <a:prstGeom prst="rect">
            <a:avLst/>
          </a:prstGeom>
          <a:solidFill>
            <a:schemeClr val="accent1"/>
          </a:solidFill>
          <a:ln>
            <a:noFill/>
          </a:ln>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 sz="2200">
                <a:solidFill>
                  <a:schemeClr val="dk1"/>
                </a:solidFill>
                <a:latin typeface="Jua"/>
                <a:ea typeface="Jua"/>
                <a:cs typeface="Jua"/>
                <a:sym typeface="Jua"/>
              </a:rPr>
              <a:t>20%</a:t>
            </a:r>
            <a:endParaRPr sz="2200">
              <a:solidFill>
                <a:schemeClr val="dk1"/>
              </a:solidFill>
              <a:latin typeface="Jua"/>
              <a:ea typeface="Jua"/>
              <a:cs typeface="Jua"/>
              <a:sym typeface="Jua"/>
            </a:endParaRPr>
          </a:p>
        </p:txBody>
      </p:sp>
      <p:sp>
        <p:nvSpPr>
          <p:cNvPr id="2467" name="Google Shape;2467;p52"/>
          <p:cNvSpPr/>
          <p:nvPr/>
        </p:nvSpPr>
        <p:spPr>
          <a:xfrm flipH="1">
            <a:off x="5688725" y="3340752"/>
            <a:ext cx="795900" cy="720300"/>
          </a:xfrm>
          <a:prstGeom prst="rect">
            <a:avLst/>
          </a:prstGeom>
          <a:solidFill>
            <a:schemeClr val="dk2"/>
          </a:solidFill>
          <a:ln>
            <a:noFill/>
          </a:ln>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 sz="2200">
                <a:solidFill>
                  <a:schemeClr val="dk1"/>
                </a:solidFill>
                <a:latin typeface="Jua"/>
                <a:ea typeface="Jua"/>
                <a:cs typeface="Jua"/>
                <a:sym typeface="Jua"/>
              </a:rPr>
              <a:t>80%</a:t>
            </a:r>
            <a:endParaRPr sz="2200">
              <a:solidFill>
                <a:schemeClr val="dk1"/>
              </a:solidFill>
              <a:latin typeface="Jua"/>
              <a:ea typeface="Jua"/>
              <a:cs typeface="Jua"/>
              <a:sym typeface="Jua"/>
            </a:endParaRPr>
          </a:p>
        </p:txBody>
      </p:sp>
      <p:grpSp>
        <p:nvGrpSpPr>
          <p:cNvPr id="2468" name="Google Shape;2468;p52"/>
          <p:cNvGrpSpPr/>
          <p:nvPr/>
        </p:nvGrpSpPr>
        <p:grpSpPr>
          <a:xfrm>
            <a:off x="4056368" y="1957438"/>
            <a:ext cx="633900" cy="572700"/>
            <a:chOff x="4056368" y="1957438"/>
            <a:chExt cx="633900" cy="572700"/>
          </a:xfrm>
        </p:grpSpPr>
        <p:sp>
          <p:nvSpPr>
            <p:cNvPr id="2469" name="Google Shape;2469;p52"/>
            <p:cNvSpPr/>
            <p:nvPr/>
          </p:nvSpPr>
          <p:spPr>
            <a:xfrm flipH="1">
              <a:off x="4056368" y="1957438"/>
              <a:ext cx="633900" cy="572700"/>
            </a:xfrm>
            <a:prstGeom prst="rect">
              <a:avLst/>
            </a:pr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70" name="Google Shape;2470;p52"/>
            <p:cNvGrpSpPr/>
            <p:nvPr/>
          </p:nvGrpSpPr>
          <p:grpSpPr>
            <a:xfrm>
              <a:off x="4158231" y="2078927"/>
              <a:ext cx="430198" cy="329739"/>
              <a:chOff x="2567841" y="1994124"/>
              <a:chExt cx="399812" cy="306477"/>
            </a:xfrm>
          </p:grpSpPr>
          <p:sp>
            <p:nvSpPr>
              <p:cNvPr id="2471" name="Google Shape;2471;p52"/>
              <p:cNvSpPr/>
              <p:nvPr/>
            </p:nvSpPr>
            <p:spPr>
              <a:xfrm>
                <a:off x="2567841" y="1994124"/>
                <a:ext cx="399812" cy="306477"/>
              </a:xfrm>
              <a:custGeom>
                <a:avLst/>
                <a:gdLst/>
                <a:ahLst/>
                <a:cxnLst/>
                <a:rect l="l" t="t" r="r" b="b"/>
                <a:pathLst>
                  <a:path w="12551" h="9621" extrusionOk="0">
                    <a:moveTo>
                      <a:pt x="11157" y="346"/>
                    </a:moveTo>
                    <a:lnTo>
                      <a:pt x="11157" y="6584"/>
                    </a:lnTo>
                    <a:lnTo>
                      <a:pt x="1334" y="6584"/>
                    </a:lnTo>
                    <a:lnTo>
                      <a:pt x="1334" y="346"/>
                    </a:lnTo>
                    <a:close/>
                    <a:moveTo>
                      <a:pt x="7442" y="7930"/>
                    </a:moveTo>
                    <a:lnTo>
                      <a:pt x="7621" y="8561"/>
                    </a:lnTo>
                    <a:lnTo>
                      <a:pt x="4859" y="8561"/>
                    </a:lnTo>
                    <a:lnTo>
                      <a:pt x="5037" y="7930"/>
                    </a:lnTo>
                    <a:close/>
                    <a:moveTo>
                      <a:pt x="11217" y="6954"/>
                    </a:moveTo>
                    <a:lnTo>
                      <a:pt x="12038" y="8561"/>
                    </a:lnTo>
                    <a:lnTo>
                      <a:pt x="7990" y="8561"/>
                    </a:lnTo>
                    <a:lnTo>
                      <a:pt x="7776" y="7835"/>
                    </a:lnTo>
                    <a:cubicBezTo>
                      <a:pt x="7740" y="7680"/>
                      <a:pt x="7597" y="7573"/>
                      <a:pt x="7454" y="7573"/>
                    </a:cubicBezTo>
                    <a:lnTo>
                      <a:pt x="5013" y="7573"/>
                    </a:lnTo>
                    <a:cubicBezTo>
                      <a:pt x="4859" y="7573"/>
                      <a:pt x="4716" y="7680"/>
                      <a:pt x="4680" y="7835"/>
                    </a:cubicBezTo>
                    <a:lnTo>
                      <a:pt x="4478" y="8561"/>
                    </a:lnTo>
                    <a:lnTo>
                      <a:pt x="430" y="8561"/>
                    </a:lnTo>
                    <a:lnTo>
                      <a:pt x="1263" y="6954"/>
                    </a:lnTo>
                    <a:close/>
                    <a:moveTo>
                      <a:pt x="12157" y="8930"/>
                    </a:moveTo>
                    <a:lnTo>
                      <a:pt x="12157" y="9216"/>
                    </a:lnTo>
                    <a:lnTo>
                      <a:pt x="12169" y="9216"/>
                    </a:lnTo>
                    <a:cubicBezTo>
                      <a:pt x="12169" y="9239"/>
                      <a:pt x="12145" y="9275"/>
                      <a:pt x="12110" y="9275"/>
                    </a:cubicBezTo>
                    <a:lnTo>
                      <a:pt x="382" y="9275"/>
                    </a:lnTo>
                    <a:cubicBezTo>
                      <a:pt x="346" y="9275"/>
                      <a:pt x="322" y="9239"/>
                      <a:pt x="322" y="9216"/>
                    </a:cubicBezTo>
                    <a:lnTo>
                      <a:pt x="322" y="8930"/>
                    </a:lnTo>
                    <a:close/>
                    <a:moveTo>
                      <a:pt x="1334" y="0"/>
                    </a:moveTo>
                    <a:cubicBezTo>
                      <a:pt x="1144" y="0"/>
                      <a:pt x="977" y="167"/>
                      <a:pt x="977" y="357"/>
                    </a:cubicBezTo>
                    <a:lnTo>
                      <a:pt x="977" y="6739"/>
                    </a:lnTo>
                    <a:lnTo>
                      <a:pt x="1" y="8680"/>
                    </a:lnTo>
                    <a:lnTo>
                      <a:pt x="1" y="8692"/>
                    </a:lnTo>
                    <a:lnTo>
                      <a:pt x="1" y="8704"/>
                    </a:lnTo>
                    <a:lnTo>
                      <a:pt x="1" y="8728"/>
                    </a:lnTo>
                    <a:lnTo>
                      <a:pt x="1" y="8739"/>
                    </a:lnTo>
                    <a:lnTo>
                      <a:pt x="1" y="9204"/>
                    </a:lnTo>
                    <a:cubicBezTo>
                      <a:pt x="1" y="9442"/>
                      <a:pt x="191" y="9620"/>
                      <a:pt x="406" y="9620"/>
                    </a:cubicBezTo>
                    <a:lnTo>
                      <a:pt x="12133" y="9620"/>
                    </a:lnTo>
                    <a:cubicBezTo>
                      <a:pt x="12371" y="9620"/>
                      <a:pt x="12550" y="9418"/>
                      <a:pt x="12550" y="9204"/>
                    </a:cubicBezTo>
                    <a:lnTo>
                      <a:pt x="12526" y="8739"/>
                    </a:lnTo>
                    <a:lnTo>
                      <a:pt x="12526" y="8704"/>
                    </a:lnTo>
                    <a:lnTo>
                      <a:pt x="12526" y="8692"/>
                    </a:lnTo>
                    <a:lnTo>
                      <a:pt x="12526" y="8680"/>
                    </a:lnTo>
                    <a:lnTo>
                      <a:pt x="11550" y="6739"/>
                    </a:lnTo>
                    <a:lnTo>
                      <a:pt x="11550" y="357"/>
                    </a:lnTo>
                    <a:cubicBezTo>
                      <a:pt x="11550" y="167"/>
                      <a:pt x="11383" y="0"/>
                      <a:pt x="11193"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52"/>
              <p:cNvSpPr/>
              <p:nvPr/>
            </p:nvSpPr>
            <p:spPr>
              <a:xfrm>
                <a:off x="2623237" y="2113963"/>
                <a:ext cx="287523" cy="77025"/>
              </a:xfrm>
              <a:custGeom>
                <a:avLst/>
                <a:gdLst/>
                <a:ahLst/>
                <a:cxnLst/>
                <a:rect l="l" t="t" r="r" b="b"/>
                <a:pathLst>
                  <a:path w="9026" h="2418" extrusionOk="0">
                    <a:moveTo>
                      <a:pt x="179" y="1"/>
                    </a:moveTo>
                    <a:cubicBezTo>
                      <a:pt x="72" y="1"/>
                      <a:pt x="0" y="96"/>
                      <a:pt x="0" y="179"/>
                    </a:cubicBezTo>
                    <a:lnTo>
                      <a:pt x="0" y="2132"/>
                    </a:lnTo>
                    <a:cubicBezTo>
                      <a:pt x="0" y="2299"/>
                      <a:pt x="131" y="2418"/>
                      <a:pt x="274" y="2418"/>
                    </a:cubicBezTo>
                    <a:lnTo>
                      <a:pt x="8727" y="2418"/>
                    </a:lnTo>
                    <a:cubicBezTo>
                      <a:pt x="8894" y="2418"/>
                      <a:pt x="9013" y="2287"/>
                      <a:pt x="9013" y="2132"/>
                    </a:cubicBezTo>
                    <a:lnTo>
                      <a:pt x="9013" y="179"/>
                    </a:lnTo>
                    <a:cubicBezTo>
                      <a:pt x="9025" y="96"/>
                      <a:pt x="8942" y="1"/>
                      <a:pt x="8835" y="1"/>
                    </a:cubicBezTo>
                    <a:cubicBezTo>
                      <a:pt x="8727" y="1"/>
                      <a:pt x="8656" y="96"/>
                      <a:pt x="8656" y="179"/>
                    </a:cubicBezTo>
                    <a:lnTo>
                      <a:pt x="8656" y="2049"/>
                    </a:lnTo>
                    <a:lnTo>
                      <a:pt x="357" y="2049"/>
                    </a:lnTo>
                    <a:lnTo>
                      <a:pt x="357" y="179"/>
                    </a:lnTo>
                    <a:cubicBezTo>
                      <a:pt x="357" y="84"/>
                      <a:pt x="262" y="1"/>
                      <a:pt x="179"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52"/>
              <p:cNvSpPr/>
              <p:nvPr/>
            </p:nvSpPr>
            <p:spPr>
              <a:xfrm>
                <a:off x="2623237" y="2017251"/>
                <a:ext cx="287523" cy="77025"/>
              </a:xfrm>
              <a:custGeom>
                <a:avLst/>
                <a:gdLst/>
                <a:ahLst/>
                <a:cxnLst/>
                <a:rect l="l" t="t" r="r" b="b"/>
                <a:pathLst>
                  <a:path w="9026" h="2418" extrusionOk="0">
                    <a:moveTo>
                      <a:pt x="286" y="1"/>
                    </a:moveTo>
                    <a:cubicBezTo>
                      <a:pt x="119" y="1"/>
                      <a:pt x="0" y="143"/>
                      <a:pt x="0" y="286"/>
                    </a:cubicBezTo>
                    <a:lnTo>
                      <a:pt x="0" y="2239"/>
                    </a:lnTo>
                    <a:cubicBezTo>
                      <a:pt x="0" y="2346"/>
                      <a:pt x="84" y="2418"/>
                      <a:pt x="179" y="2418"/>
                    </a:cubicBezTo>
                    <a:cubicBezTo>
                      <a:pt x="286" y="2418"/>
                      <a:pt x="357" y="2322"/>
                      <a:pt x="357" y="2239"/>
                    </a:cubicBezTo>
                    <a:lnTo>
                      <a:pt x="357" y="382"/>
                    </a:lnTo>
                    <a:lnTo>
                      <a:pt x="8656" y="382"/>
                    </a:lnTo>
                    <a:lnTo>
                      <a:pt x="8656" y="2239"/>
                    </a:lnTo>
                    <a:cubicBezTo>
                      <a:pt x="8656" y="2346"/>
                      <a:pt x="8751" y="2418"/>
                      <a:pt x="8835" y="2418"/>
                    </a:cubicBezTo>
                    <a:cubicBezTo>
                      <a:pt x="8942" y="2418"/>
                      <a:pt x="9013" y="2322"/>
                      <a:pt x="9013" y="2239"/>
                    </a:cubicBezTo>
                    <a:lnTo>
                      <a:pt x="9013" y="286"/>
                    </a:lnTo>
                    <a:cubicBezTo>
                      <a:pt x="9025" y="143"/>
                      <a:pt x="8894" y="1"/>
                      <a:pt x="8727"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474" name="Google Shape;2474;p52"/>
          <p:cNvGrpSpPr/>
          <p:nvPr/>
        </p:nvGrpSpPr>
        <p:grpSpPr>
          <a:xfrm>
            <a:off x="1357668" y="1957438"/>
            <a:ext cx="633900" cy="572700"/>
            <a:chOff x="1357668" y="1957438"/>
            <a:chExt cx="633900" cy="572700"/>
          </a:xfrm>
        </p:grpSpPr>
        <p:sp>
          <p:nvSpPr>
            <p:cNvPr id="2475" name="Google Shape;2475;p52"/>
            <p:cNvSpPr/>
            <p:nvPr/>
          </p:nvSpPr>
          <p:spPr>
            <a:xfrm flipH="1">
              <a:off x="1357668" y="1957438"/>
              <a:ext cx="633900" cy="572700"/>
            </a:xfrm>
            <a:prstGeom prst="rect">
              <a:avLst/>
            </a:pr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76" name="Google Shape;2476;p52"/>
            <p:cNvGrpSpPr/>
            <p:nvPr/>
          </p:nvGrpSpPr>
          <p:grpSpPr>
            <a:xfrm>
              <a:off x="1521384" y="2042810"/>
              <a:ext cx="306496" cy="401986"/>
              <a:chOff x="1805901" y="1960358"/>
              <a:chExt cx="284847" cy="373627"/>
            </a:xfrm>
          </p:grpSpPr>
          <p:sp>
            <p:nvSpPr>
              <p:cNvPr id="2477" name="Google Shape;2477;p52"/>
              <p:cNvSpPr/>
              <p:nvPr/>
            </p:nvSpPr>
            <p:spPr>
              <a:xfrm>
                <a:off x="1805901" y="1960358"/>
                <a:ext cx="284847" cy="373627"/>
              </a:xfrm>
              <a:custGeom>
                <a:avLst/>
                <a:gdLst/>
                <a:ahLst/>
                <a:cxnLst/>
                <a:rect l="l" t="t" r="r" b="b"/>
                <a:pathLst>
                  <a:path w="8942" h="11729" extrusionOk="0">
                    <a:moveTo>
                      <a:pt x="8525" y="9395"/>
                    </a:moveTo>
                    <a:lnTo>
                      <a:pt x="8525" y="9764"/>
                    </a:lnTo>
                    <a:lnTo>
                      <a:pt x="3358" y="9764"/>
                    </a:lnTo>
                    <a:cubicBezTo>
                      <a:pt x="3239" y="9764"/>
                      <a:pt x="3155" y="9859"/>
                      <a:pt x="3155" y="9978"/>
                    </a:cubicBezTo>
                    <a:cubicBezTo>
                      <a:pt x="3155" y="10097"/>
                      <a:pt x="3239" y="10180"/>
                      <a:pt x="3358" y="10180"/>
                    </a:cubicBezTo>
                    <a:lnTo>
                      <a:pt x="8525" y="10180"/>
                    </a:lnTo>
                    <a:lnTo>
                      <a:pt x="8525" y="10490"/>
                    </a:lnTo>
                    <a:lnTo>
                      <a:pt x="6775" y="10490"/>
                    </a:lnTo>
                    <a:cubicBezTo>
                      <a:pt x="6656" y="10490"/>
                      <a:pt x="6561" y="10585"/>
                      <a:pt x="6561" y="10704"/>
                    </a:cubicBezTo>
                    <a:cubicBezTo>
                      <a:pt x="6561" y="10823"/>
                      <a:pt x="6656" y="10907"/>
                      <a:pt x="6775" y="10907"/>
                    </a:cubicBezTo>
                    <a:lnTo>
                      <a:pt x="8525" y="10907"/>
                    </a:lnTo>
                    <a:lnTo>
                      <a:pt x="8525" y="11264"/>
                    </a:lnTo>
                    <a:lnTo>
                      <a:pt x="1381" y="11264"/>
                    </a:lnTo>
                    <a:cubicBezTo>
                      <a:pt x="857" y="11264"/>
                      <a:pt x="441" y="10847"/>
                      <a:pt x="441" y="10335"/>
                    </a:cubicBezTo>
                    <a:cubicBezTo>
                      <a:pt x="441" y="10073"/>
                      <a:pt x="548" y="9835"/>
                      <a:pt x="715" y="9657"/>
                    </a:cubicBezTo>
                    <a:cubicBezTo>
                      <a:pt x="893" y="9478"/>
                      <a:pt x="1131" y="9395"/>
                      <a:pt x="1381" y="9395"/>
                    </a:cubicBezTo>
                    <a:close/>
                    <a:moveTo>
                      <a:pt x="1369" y="1"/>
                    </a:moveTo>
                    <a:cubicBezTo>
                      <a:pt x="619" y="1"/>
                      <a:pt x="0" y="620"/>
                      <a:pt x="0" y="1370"/>
                    </a:cubicBezTo>
                    <a:lnTo>
                      <a:pt x="0" y="10359"/>
                    </a:lnTo>
                    <a:cubicBezTo>
                      <a:pt x="0" y="11109"/>
                      <a:pt x="607" y="11728"/>
                      <a:pt x="1369" y="11728"/>
                    </a:cubicBezTo>
                    <a:lnTo>
                      <a:pt x="8739" y="11728"/>
                    </a:lnTo>
                    <a:cubicBezTo>
                      <a:pt x="8858" y="11728"/>
                      <a:pt x="8942" y="11645"/>
                      <a:pt x="8942" y="11526"/>
                    </a:cubicBezTo>
                    <a:lnTo>
                      <a:pt x="8942" y="2191"/>
                    </a:lnTo>
                    <a:cubicBezTo>
                      <a:pt x="8942" y="2072"/>
                      <a:pt x="8858" y="1989"/>
                      <a:pt x="8739" y="1989"/>
                    </a:cubicBezTo>
                    <a:cubicBezTo>
                      <a:pt x="8620" y="1989"/>
                      <a:pt x="8525" y="2072"/>
                      <a:pt x="8525" y="2191"/>
                    </a:cubicBezTo>
                    <a:lnTo>
                      <a:pt x="8525" y="8990"/>
                    </a:lnTo>
                    <a:lnTo>
                      <a:pt x="1596" y="8990"/>
                    </a:lnTo>
                    <a:lnTo>
                      <a:pt x="1596" y="7787"/>
                    </a:lnTo>
                    <a:cubicBezTo>
                      <a:pt x="1596" y="7668"/>
                      <a:pt x="1500" y="7585"/>
                      <a:pt x="1381" y="7585"/>
                    </a:cubicBezTo>
                    <a:cubicBezTo>
                      <a:pt x="1262" y="7585"/>
                      <a:pt x="1179" y="7668"/>
                      <a:pt x="1179" y="7787"/>
                    </a:cubicBezTo>
                    <a:lnTo>
                      <a:pt x="1179" y="9002"/>
                    </a:lnTo>
                    <a:cubicBezTo>
                      <a:pt x="905" y="9049"/>
                      <a:pt x="655" y="9168"/>
                      <a:pt x="441" y="9359"/>
                    </a:cubicBezTo>
                    <a:lnTo>
                      <a:pt x="441" y="1370"/>
                    </a:lnTo>
                    <a:cubicBezTo>
                      <a:pt x="441" y="929"/>
                      <a:pt x="762" y="548"/>
                      <a:pt x="1179" y="465"/>
                    </a:cubicBezTo>
                    <a:lnTo>
                      <a:pt x="1179" y="7109"/>
                    </a:lnTo>
                    <a:cubicBezTo>
                      <a:pt x="1179" y="7228"/>
                      <a:pt x="1262" y="7311"/>
                      <a:pt x="1381" y="7311"/>
                    </a:cubicBezTo>
                    <a:cubicBezTo>
                      <a:pt x="1500" y="7311"/>
                      <a:pt x="1596" y="7216"/>
                      <a:pt x="1596" y="7109"/>
                    </a:cubicBezTo>
                    <a:lnTo>
                      <a:pt x="1596" y="441"/>
                    </a:lnTo>
                    <a:lnTo>
                      <a:pt x="8525" y="441"/>
                    </a:lnTo>
                    <a:lnTo>
                      <a:pt x="8525" y="1489"/>
                    </a:lnTo>
                    <a:cubicBezTo>
                      <a:pt x="8525" y="1608"/>
                      <a:pt x="8620" y="1703"/>
                      <a:pt x="8739" y="1703"/>
                    </a:cubicBezTo>
                    <a:cubicBezTo>
                      <a:pt x="8847" y="1703"/>
                      <a:pt x="8942" y="1608"/>
                      <a:pt x="8942" y="1489"/>
                    </a:cubicBezTo>
                    <a:lnTo>
                      <a:pt x="8942" y="215"/>
                    </a:lnTo>
                    <a:cubicBezTo>
                      <a:pt x="8942" y="96"/>
                      <a:pt x="8847" y="1"/>
                      <a:pt x="8739"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52"/>
              <p:cNvSpPr/>
              <p:nvPr/>
            </p:nvSpPr>
            <p:spPr>
              <a:xfrm>
                <a:off x="1841929" y="2295249"/>
                <a:ext cx="165773" cy="13315"/>
              </a:xfrm>
              <a:custGeom>
                <a:avLst/>
                <a:gdLst/>
                <a:ahLst/>
                <a:cxnLst/>
                <a:rect l="l" t="t" r="r" b="b"/>
                <a:pathLst>
                  <a:path w="5204" h="418" extrusionOk="0">
                    <a:moveTo>
                      <a:pt x="203" y="1"/>
                    </a:moveTo>
                    <a:cubicBezTo>
                      <a:pt x="84" y="1"/>
                      <a:pt x="0" y="84"/>
                      <a:pt x="0" y="203"/>
                    </a:cubicBezTo>
                    <a:cubicBezTo>
                      <a:pt x="0" y="322"/>
                      <a:pt x="84" y="418"/>
                      <a:pt x="203" y="418"/>
                    </a:cubicBezTo>
                    <a:lnTo>
                      <a:pt x="5001" y="418"/>
                    </a:lnTo>
                    <a:cubicBezTo>
                      <a:pt x="5120" y="418"/>
                      <a:pt x="5203" y="322"/>
                      <a:pt x="5203" y="203"/>
                    </a:cubicBezTo>
                    <a:cubicBezTo>
                      <a:pt x="5203" y="84"/>
                      <a:pt x="5120" y="1"/>
                      <a:pt x="5001"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479" name="Google Shape;2479;p52"/>
          <p:cNvGrpSpPr/>
          <p:nvPr/>
        </p:nvGrpSpPr>
        <p:grpSpPr>
          <a:xfrm>
            <a:off x="3108943" y="2783313"/>
            <a:ext cx="633900" cy="572700"/>
            <a:chOff x="3108943" y="2783313"/>
            <a:chExt cx="633900" cy="572700"/>
          </a:xfrm>
        </p:grpSpPr>
        <p:sp>
          <p:nvSpPr>
            <p:cNvPr id="2480" name="Google Shape;2480;p52"/>
            <p:cNvSpPr/>
            <p:nvPr/>
          </p:nvSpPr>
          <p:spPr>
            <a:xfrm flipH="1">
              <a:off x="3108943" y="2783313"/>
              <a:ext cx="633900" cy="572700"/>
            </a:xfrm>
            <a:prstGeom prst="rect">
              <a:avLst/>
            </a:pr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81" name="Google Shape;2481;p52"/>
            <p:cNvGrpSpPr/>
            <p:nvPr/>
          </p:nvGrpSpPr>
          <p:grpSpPr>
            <a:xfrm>
              <a:off x="3272659" y="2868685"/>
              <a:ext cx="306496" cy="401986"/>
              <a:chOff x="1805901" y="1960358"/>
              <a:chExt cx="284847" cy="373627"/>
            </a:xfrm>
          </p:grpSpPr>
          <p:sp>
            <p:nvSpPr>
              <p:cNvPr id="2482" name="Google Shape;2482;p52"/>
              <p:cNvSpPr/>
              <p:nvPr/>
            </p:nvSpPr>
            <p:spPr>
              <a:xfrm>
                <a:off x="1805901" y="1960358"/>
                <a:ext cx="284847" cy="373627"/>
              </a:xfrm>
              <a:custGeom>
                <a:avLst/>
                <a:gdLst/>
                <a:ahLst/>
                <a:cxnLst/>
                <a:rect l="l" t="t" r="r" b="b"/>
                <a:pathLst>
                  <a:path w="8942" h="11729" extrusionOk="0">
                    <a:moveTo>
                      <a:pt x="8525" y="9395"/>
                    </a:moveTo>
                    <a:lnTo>
                      <a:pt x="8525" y="9764"/>
                    </a:lnTo>
                    <a:lnTo>
                      <a:pt x="3358" y="9764"/>
                    </a:lnTo>
                    <a:cubicBezTo>
                      <a:pt x="3239" y="9764"/>
                      <a:pt x="3155" y="9859"/>
                      <a:pt x="3155" y="9978"/>
                    </a:cubicBezTo>
                    <a:cubicBezTo>
                      <a:pt x="3155" y="10097"/>
                      <a:pt x="3239" y="10180"/>
                      <a:pt x="3358" y="10180"/>
                    </a:cubicBezTo>
                    <a:lnTo>
                      <a:pt x="8525" y="10180"/>
                    </a:lnTo>
                    <a:lnTo>
                      <a:pt x="8525" y="10490"/>
                    </a:lnTo>
                    <a:lnTo>
                      <a:pt x="6775" y="10490"/>
                    </a:lnTo>
                    <a:cubicBezTo>
                      <a:pt x="6656" y="10490"/>
                      <a:pt x="6561" y="10585"/>
                      <a:pt x="6561" y="10704"/>
                    </a:cubicBezTo>
                    <a:cubicBezTo>
                      <a:pt x="6561" y="10823"/>
                      <a:pt x="6656" y="10907"/>
                      <a:pt x="6775" y="10907"/>
                    </a:cubicBezTo>
                    <a:lnTo>
                      <a:pt x="8525" y="10907"/>
                    </a:lnTo>
                    <a:lnTo>
                      <a:pt x="8525" y="11264"/>
                    </a:lnTo>
                    <a:lnTo>
                      <a:pt x="1381" y="11264"/>
                    </a:lnTo>
                    <a:cubicBezTo>
                      <a:pt x="857" y="11264"/>
                      <a:pt x="441" y="10847"/>
                      <a:pt x="441" y="10335"/>
                    </a:cubicBezTo>
                    <a:cubicBezTo>
                      <a:pt x="441" y="10073"/>
                      <a:pt x="548" y="9835"/>
                      <a:pt x="715" y="9657"/>
                    </a:cubicBezTo>
                    <a:cubicBezTo>
                      <a:pt x="893" y="9478"/>
                      <a:pt x="1131" y="9395"/>
                      <a:pt x="1381" y="9395"/>
                    </a:cubicBezTo>
                    <a:close/>
                    <a:moveTo>
                      <a:pt x="1369" y="1"/>
                    </a:moveTo>
                    <a:cubicBezTo>
                      <a:pt x="619" y="1"/>
                      <a:pt x="0" y="620"/>
                      <a:pt x="0" y="1370"/>
                    </a:cubicBezTo>
                    <a:lnTo>
                      <a:pt x="0" y="10359"/>
                    </a:lnTo>
                    <a:cubicBezTo>
                      <a:pt x="0" y="11109"/>
                      <a:pt x="607" y="11728"/>
                      <a:pt x="1369" y="11728"/>
                    </a:cubicBezTo>
                    <a:lnTo>
                      <a:pt x="8739" y="11728"/>
                    </a:lnTo>
                    <a:cubicBezTo>
                      <a:pt x="8858" y="11728"/>
                      <a:pt x="8942" y="11645"/>
                      <a:pt x="8942" y="11526"/>
                    </a:cubicBezTo>
                    <a:lnTo>
                      <a:pt x="8942" y="2191"/>
                    </a:lnTo>
                    <a:cubicBezTo>
                      <a:pt x="8942" y="2072"/>
                      <a:pt x="8858" y="1989"/>
                      <a:pt x="8739" y="1989"/>
                    </a:cubicBezTo>
                    <a:cubicBezTo>
                      <a:pt x="8620" y="1989"/>
                      <a:pt x="8525" y="2072"/>
                      <a:pt x="8525" y="2191"/>
                    </a:cubicBezTo>
                    <a:lnTo>
                      <a:pt x="8525" y="8990"/>
                    </a:lnTo>
                    <a:lnTo>
                      <a:pt x="1596" y="8990"/>
                    </a:lnTo>
                    <a:lnTo>
                      <a:pt x="1596" y="7787"/>
                    </a:lnTo>
                    <a:cubicBezTo>
                      <a:pt x="1596" y="7668"/>
                      <a:pt x="1500" y="7585"/>
                      <a:pt x="1381" y="7585"/>
                    </a:cubicBezTo>
                    <a:cubicBezTo>
                      <a:pt x="1262" y="7585"/>
                      <a:pt x="1179" y="7668"/>
                      <a:pt x="1179" y="7787"/>
                    </a:cubicBezTo>
                    <a:lnTo>
                      <a:pt x="1179" y="9002"/>
                    </a:lnTo>
                    <a:cubicBezTo>
                      <a:pt x="905" y="9049"/>
                      <a:pt x="655" y="9168"/>
                      <a:pt x="441" y="9359"/>
                    </a:cubicBezTo>
                    <a:lnTo>
                      <a:pt x="441" y="1370"/>
                    </a:lnTo>
                    <a:cubicBezTo>
                      <a:pt x="441" y="929"/>
                      <a:pt x="762" y="548"/>
                      <a:pt x="1179" y="465"/>
                    </a:cubicBezTo>
                    <a:lnTo>
                      <a:pt x="1179" y="7109"/>
                    </a:lnTo>
                    <a:cubicBezTo>
                      <a:pt x="1179" y="7228"/>
                      <a:pt x="1262" y="7311"/>
                      <a:pt x="1381" y="7311"/>
                    </a:cubicBezTo>
                    <a:cubicBezTo>
                      <a:pt x="1500" y="7311"/>
                      <a:pt x="1596" y="7216"/>
                      <a:pt x="1596" y="7109"/>
                    </a:cubicBezTo>
                    <a:lnTo>
                      <a:pt x="1596" y="441"/>
                    </a:lnTo>
                    <a:lnTo>
                      <a:pt x="8525" y="441"/>
                    </a:lnTo>
                    <a:lnTo>
                      <a:pt x="8525" y="1489"/>
                    </a:lnTo>
                    <a:cubicBezTo>
                      <a:pt x="8525" y="1608"/>
                      <a:pt x="8620" y="1703"/>
                      <a:pt x="8739" y="1703"/>
                    </a:cubicBezTo>
                    <a:cubicBezTo>
                      <a:pt x="8847" y="1703"/>
                      <a:pt x="8942" y="1608"/>
                      <a:pt x="8942" y="1489"/>
                    </a:cubicBezTo>
                    <a:lnTo>
                      <a:pt x="8942" y="215"/>
                    </a:lnTo>
                    <a:cubicBezTo>
                      <a:pt x="8942" y="96"/>
                      <a:pt x="8847" y="1"/>
                      <a:pt x="8739"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52"/>
              <p:cNvSpPr/>
              <p:nvPr/>
            </p:nvSpPr>
            <p:spPr>
              <a:xfrm>
                <a:off x="1841929" y="2295249"/>
                <a:ext cx="165773" cy="13315"/>
              </a:xfrm>
              <a:custGeom>
                <a:avLst/>
                <a:gdLst/>
                <a:ahLst/>
                <a:cxnLst/>
                <a:rect l="l" t="t" r="r" b="b"/>
                <a:pathLst>
                  <a:path w="5204" h="418" extrusionOk="0">
                    <a:moveTo>
                      <a:pt x="203" y="1"/>
                    </a:moveTo>
                    <a:cubicBezTo>
                      <a:pt x="84" y="1"/>
                      <a:pt x="0" y="84"/>
                      <a:pt x="0" y="203"/>
                    </a:cubicBezTo>
                    <a:cubicBezTo>
                      <a:pt x="0" y="322"/>
                      <a:pt x="84" y="418"/>
                      <a:pt x="203" y="418"/>
                    </a:cubicBezTo>
                    <a:lnTo>
                      <a:pt x="5001" y="418"/>
                    </a:lnTo>
                    <a:cubicBezTo>
                      <a:pt x="5120" y="418"/>
                      <a:pt x="5203" y="322"/>
                      <a:pt x="5203" y="203"/>
                    </a:cubicBezTo>
                    <a:cubicBezTo>
                      <a:pt x="5203" y="84"/>
                      <a:pt x="5120" y="1"/>
                      <a:pt x="5001"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484" name="Google Shape;2484;p52"/>
          <p:cNvGrpSpPr/>
          <p:nvPr/>
        </p:nvGrpSpPr>
        <p:grpSpPr>
          <a:xfrm>
            <a:off x="1673468" y="3321213"/>
            <a:ext cx="633900" cy="572700"/>
            <a:chOff x="1673468" y="3321213"/>
            <a:chExt cx="633900" cy="572700"/>
          </a:xfrm>
        </p:grpSpPr>
        <p:sp>
          <p:nvSpPr>
            <p:cNvPr id="2485" name="Google Shape;2485;p52"/>
            <p:cNvSpPr/>
            <p:nvPr/>
          </p:nvSpPr>
          <p:spPr>
            <a:xfrm flipH="1">
              <a:off x="1673468" y="3321213"/>
              <a:ext cx="633900" cy="572700"/>
            </a:xfrm>
            <a:prstGeom prst="rect">
              <a:avLst/>
            </a:pr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86" name="Google Shape;2486;p52"/>
            <p:cNvGrpSpPr/>
            <p:nvPr/>
          </p:nvGrpSpPr>
          <p:grpSpPr>
            <a:xfrm>
              <a:off x="1775331" y="3442702"/>
              <a:ext cx="430198" cy="329739"/>
              <a:chOff x="2567841" y="1994124"/>
              <a:chExt cx="399812" cy="306477"/>
            </a:xfrm>
          </p:grpSpPr>
          <p:sp>
            <p:nvSpPr>
              <p:cNvPr id="2487" name="Google Shape;2487;p52"/>
              <p:cNvSpPr/>
              <p:nvPr/>
            </p:nvSpPr>
            <p:spPr>
              <a:xfrm>
                <a:off x="2567841" y="1994124"/>
                <a:ext cx="399812" cy="306477"/>
              </a:xfrm>
              <a:custGeom>
                <a:avLst/>
                <a:gdLst/>
                <a:ahLst/>
                <a:cxnLst/>
                <a:rect l="l" t="t" r="r" b="b"/>
                <a:pathLst>
                  <a:path w="12551" h="9621" extrusionOk="0">
                    <a:moveTo>
                      <a:pt x="11157" y="346"/>
                    </a:moveTo>
                    <a:lnTo>
                      <a:pt x="11157" y="6584"/>
                    </a:lnTo>
                    <a:lnTo>
                      <a:pt x="1334" y="6584"/>
                    </a:lnTo>
                    <a:lnTo>
                      <a:pt x="1334" y="346"/>
                    </a:lnTo>
                    <a:close/>
                    <a:moveTo>
                      <a:pt x="7442" y="7930"/>
                    </a:moveTo>
                    <a:lnTo>
                      <a:pt x="7621" y="8561"/>
                    </a:lnTo>
                    <a:lnTo>
                      <a:pt x="4859" y="8561"/>
                    </a:lnTo>
                    <a:lnTo>
                      <a:pt x="5037" y="7930"/>
                    </a:lnTo>
                    <a:close/>
                    <a:moveTo>
                      <a:pt x="11217" y="6954"/>
                    </a:moveTo>
                    <a:lnTo>
                      <a:pt x="12038" y="8561"/>
                    </a:lnTo>
                    <a:lnTo>
                      <a:pt x="7990" y="8561"/>
                    </a:lnTo>
                    <a:lnTo>
                      <a:pt x="7776" y="7835"/>
                    </a:lnTo>
                    <a:cubicBezTo>
                      <a:pt x="7740" y="7680"/>
                      <a:pt x="7597" y="7573"/>
                      <a:pt x="7454" y="7573"/>
                    </a:cubicBezTo>
                    <a:lnTo>
                      <a:pt x="5013" y="7573"/>
                    </a:lnTo>
                    <a:cubicBezTo>
                      <a:pt x="4859" y="7573"/>
                      <a:pt x="4716" y="7680"/>
                      <a:pt x="4680" y="7835"/>
                    </a:cubicBezTo>
                    <a:lnTo>
                      <a:pt x="4478" y="8561"/>
                    </a:lnTo>
                    <a:lnTo>
                      <a:pt x="430" y="8561"/>
                    </a:lnTo>
                    <a:lnTo>
                      <a:pt x="1263" y="6954"/>
                    </a:lnTo>
                    <a:close/>
                    <a:moveTo>
                      <a:pt x="12157" y="8930"/>
                    </a:moveTo>
                    <a:lnTo>
                      <a:pt x="12157" y="9216"/>
                    </a:lnTo>
                    <a:lnTo>
                      <a:pt x="12169" y="9216"/>
                    </a:lnTo>
                    <a:cubicBezTo>
                      <a:pt x="12169" y="9239"/>
                      <a:pt x="12145" y="9275"/>
                      <a:pt x="12110" y="9275"/>
                    </a:cubicBezTo>
                    <a:lnTo>
                      <a:pt x="382" y="9275"/>
                    </a:lnTo>
                    <a:cubicBezTo>
                      <a:pt x="346" y="9275"/>
                      <a:pt x="322" y="9239"/>
                      <a:pt x="322" y="9216"/>
                    </a:cubicBezTo>
                    <a:lnTo>
                      <a:pt x="322" y="8930"/>
                    </a:lnTo>
                    <a:close/>
                    <a:moveTo>
                      <a:pt x="1334" y="0"/>
                    </a:moveTo>
                    <a:cubicBezTo>
                      <a:pt x="1144" y="0"/>
                      <a:pt x="977" y="167"/>
                      <a:pt x="977" y="357"/>
                    </a:cubicBezTo>
                    <a:lnTo>
                      <a:pt x="977" y="6739"/>
                    </a:lnTo>
                    <a:lnTo>
                      <a:pt x="1" y="8680"/>
                    </a:lnTo>
                    <a:lnTo>
                      <a:pt x="1" y="8692"/>
                    </a:lnTo>
                    <a:lnTo>
                      <a:pt x="1" y="8704"/>
                    </a:lnTo>
                    <a:lnTo>
                      <a:pt x="1" y="8728"/>
                    </a:lnTo>
                    <a:lnTo>
                      <a:pt x="1" y="8739"/>
                    </a:lnTo>
                    <a:lnTo>
                      <a:pt x="1" y="9204"/>
                    </a:lnTo>
                    <a:cubicBezTo>
                      <a:pt x="1" y="9442"/>
                      <a:pt x="191" y="9620"/>
                      <a:pt x="406" y="9620"/>
                    </a:cubicBezTo>
                    <a:lnTo>
                      <a:pt x="12133" y="9620"/>
                    </a:lnTo>
                    <a:cubicBezTo>
                      <a:pt x="12371" y="9620"/>
                      <a:pt x="12550" y="9418"/>
                      <a:pt x="12550" y="9204"/>
                    </a:cubicBezTo>
                    <a:lnTo>
                      <a:pt x="12526" y="8739"/>
                    </a:lnTo>
                    <a:lnTo>
                      <a:pt x="12526" y="8704"/>
                    </a:lnTo>
                    <a:lnTo>
                      <a:pt x="12526" y="8692"/>
                    </a:lnTo>
                    <a:lnTo>
                      <a:pt x="12526" y="8680"/>
                    </a:lnTo>
                    <a:lnTo>
                      <a:pt x="11550" y="6739"/>
                    </a:lnTo>
                    <a:lnTo>
                      <a:pt x="11550" y="357"/>
                    </a:lnTo>
                    <a:cubicBezTo>
                      <a:pt x="11550" y="167"/>
                      <a:pt x="11383" y="0"/>
                      <a:pt x="11193"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52"/>
              <p:cNvSpPr/>
              <p:nvPr/>
            </p:nvSpPr>
            <p:spPr>
              <a:xfrm>
                <a:off x="2623237" y="2113963"/>
                <a:ext cx="287523" cy="77025"/>
              </a:xfrm>
              <a:custGeom>
                <a:avLst/>
                <a:gdLst/>
                <a:ahLst/>
                <a:cxnLst/>
                <a:rect l="l" t="t" r="r" b="b"/>
                <a:pathLst>
                  <a:path w="9026" h="2418" extrusionOk="0">
                    <a:moveTo>
                      <a:pt x="179" y="1"/>
                    </a:moveTo>
                    <a:cubicBezTo>
                      <a:pt x="72" y="1"/>
                      <a:pt x="0" y="96"/>
                      <a:pt x="0" y="179"/>
                    </a:cubicBezTo>
                    <a:lnTo>
                      <a:pt x="0" y="2132"/>
                    </a:lnTo>
                    <a:cubicBezTo>
                      <a:pt x="0" y="2299"/>
                      <a:pt x="131" y="2418"/>
                      <a:pt x="274" y="2418"/>
                    </a:cubicBezTo>
                    <a:lnTo>
                      <a:pt x="8727" y="2418"/>
                    </a:lnTo>
                    <a:cubicBezTo>
                      <a:pt x="8894" y="2418"/>
                      <a:pt x="9013" y="2287"/>
                      <a:pt x="9013" y="2132"/>
                    </a:cubicBezTo>
                    <a:lnTo>
                      <a:pt x="9013" y="179"/>
                    </a:lnTo>
                    <a:cubicBezTo>
                      <a:pt x="9025" y="96"/>
                      <a:pt x="8942" y="1"/>
                      <a:pt x="8835" y="1"/>
                    </a:cubicBezTo>
                    <a:cubicBezTo>
                      <a:pt x="8727" y="1"/>
                      <a:pt x="8656" y="96"/>
                      <a:pt x="8656" y="179"/>
                    </a:cubicBezTo>
                    <a:lnTo>
                      <a:pt x="8656" y="2049"/>
                    </a:lnTo>
                    <a:lnTo>
                      <a:pt x="357" y="2049"/>
                    </a:lnTo>
                    <a:lnTo>
                      <a:pt x="357" y="179"/>
                    </a:lnTo>
                    <a:cubicBezTo>
                      <a:pt x="357" y="84"/>
                      <a:pt x="262" y="1"/>
                      <a:pt x="179"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52"/>
              <p:cNvSpPr/>
              <p:nvPr/>
            </p:nvSpPr>
            <p:spPr>
              <a:xfrm>
                <a:off x="2623237" y="2017251"/>
                <a:ext cx="287523" cy="77025"/>
              </a:xfrm>
              <a:custGeom>
                <a:avLst/>
                <a:gdLst/>
                <a:ahLst/>
                <a:cxnLst/>
                <a:rect l="l" t="t" r="r" b="b"/>
                <a:pathLst>
                  <a:path w="9026" h="2418" extrusionOk="0">
                    <a:moveTo>
                      <a:pt x="286" y="1"/>
                    </a:moveTo>
                    <a:cubicBezTo>
                      <a:pt x="119" y="1"/>
                      <a:pt x="0" y="143"/>
                      <a:pt x="0" y="286"/>
                    </a:cubicBezTo>
                    <a:lnTo>
                      <a:pt x="0" y="2239"/>
                    </a:lnTo>
                    <a:cubicBezTo>
                      <a:pt x="0" y="2346"/>
                      <a:pt x="84" y="2418"/>
                      <a:pt x="179" y="2418"/>
                    </a:cubicBezTo>
                    <a:cubicBezTo>
                      <a:pt x="286" y="2418"/>
                      <a:pt x="357" y="2322"/>
                      <a:pt x="357" y="2239"/>
                    </a:cubicBezTo>
                    <a:lnTo>
                      <a:pt x="357" y="382"/>
                    </a:lnTo>
                    <a:lnTo>
                      <a:pt x="8656" y="382"/>
                    </a:lnTo>
                    <a:lnTo>
                      <a:pt x="8656" y="2239"/>
                    </a:lnTo>
                    <a:cubicBezTo>
                      <a:pt x="8656" y="2346"/>
                      <a:pt x="8751" y="2418"/>
                      <a:pt x="8835" y="2418"/>
                    </a:cubicBezTo>
                    <a:cubicBezTo>
                      <a:pt x="8942" y="2418"/>
                      <a:pt x="9013" y="2322"/>
                      <a:pt x="9013" y="2239"/>
                    </a:cubicBezTo>
                    <a:lnTo>
                      <a:pt x="9013" y="286"/>
                    </a:lnTo>
                    <a:cubicBezTo>
                      <a:pt x="9025" y="143"/>
                      <a:pt x="8894" y="1"/>
                      <a:pt x="8727"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93"/>
        <p:cNvGrpSpPr/>
        <p:nvPr/>
      </p:nvGrpSpPr>
      <p:grpSpPr>
        <a:xfrm>
          <a:off x="0" y="0"/>
          <a:ext cx="0" cy="0"/>
          <a:chOff x="0" y="0"/>
          <a:chExt cx="0" cy="0"/>
        </a:xfrm>
      </p:grpSpPr>
      <p:sp>
        <p:nvSpPr>
          <p:cNvPr id="2494" name="Google Shape;2494;p53"/>
          <p:cNvSpPr txBox="1"/>
          <p:nvPr/>
        </p:nvSpPr>
        <p:spPr>
          <a:xfrm>
            <a:off x="4173052" y="3237907"/>
            <a:ext cx="1563000" cy="664800"/>
          </a:xfrm>
          <a:prstGeom prst="rect">
            <a:avLst/>
          </a:prstGeom>
          <a:solidFill>
            <a:schemeClr val="lt1"/>
          </a:solidFill>
          <a:ln>
            <a:noFill/>
          </a:ln>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4500">
                <a:solidFill>
                  <a:schemeClr val="dk1"/>
                </a:solidFill>
                <a:latin typeface="Jua"/>
                <a:ea typeface="Jua"/>
                <a:cs typeface="Jua"/>
                <a:sym typeface="Jua"/>
              </a:rPr>
              <a:t>10%</a:t>
            </a:r>
            <a:endParaRPr sz="4500">
              <a:solidFill>
                <a:schemeClr val="dk1"/>
              </a:solidFill>
              <a:latin typeface="Jua"/>
              <a:ea typeface="Jua"/>
              <a:cs typeface="Jua"/>
              <a:sym typeface="Jua"/>
            </a:endParaRPr>
          </a:p>
        </p:txBody>
      </p:sp>
      <p:sp>
        <p:nvSpPr>
          <p:cNvPr id="2495" name="Google Shape;2495;p53"/>
          <p:cNvSpPr txBox="1"/>
          <p:nvPr/>
        </p:nvSpPr>
        <p:spPr>
          <a:xfrm>
            <a:off x="4173052" y="2318978"/>
            <a:ext cx="1563000" cy="664800"/>
          </a:xfrm>
          <a:prstGeom prst="rect">
            <a:avLst/>
          </a:prstGeom>
          <a:solidFill>
            <a:schemeClr val="accent1"/>
          </a:solidFill>
          <a:ln>
            <a:noFill/>
          </a:ln>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4500">
                <a:solidFill>
                  <a:schemeClr val="dk1"/>
                </a:solidFill>
                <a:latin typeface="Jua"/>
                <a:ea typeface="Jua"/>
                <a:cs typeface="Jua"/>
                <a:sym typeface="Jua"/>
              </a:rPr>
              <a:t>25%</a:t>
            </a:r>
            <a:endParaRPr sz="4500">
              <a:solidFill>
                <a:schemeClr val="dk1"/>
              </a:solidFill>
              <a:latin typeface="Jua"/>
              <a:ea typeface="Jua"/>
              <a:cs typeface="Jua"/>
              <a:sym typeface="Jua"/>
            </a:endParaRPr>
          </a:p>
        </p:txBody>
      </p:sp>
      <p:sp>
        <p:nvSpPr>
          <p:cNvPr id="2496" name="Google Shape;2496;p53"/>
          <p:cNvSpPr txBox="1"/>
          <p:nvPr/>
        </p:nvSpPr>
        <p:spPr>
          <a:xfrm>
            <a:off x="4173052" y="1400061"/>
            <a:ext cx="1563000" cy="664800"/>
          </a:xfrm>
          <a:prstGeom prst="rect">
            <a:avLst/>
          </a:prstGeom>
          <a:solidFill>
            <a:schemeClr val="dk2"/>
          </a:solidFill>
          <a:ln>
            <a:noFill/>
          </a:ln>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4500">
                <a:solidFill>
                  <a:schemeClr val="dk1"/>
                </a:solidFill>
                <a:latin typeface="Jua"/>
                <a:ea typeface="Jua"/>
                <a:cs typeface="Jua"/>
                <a:sym typeface="Jua"/>
              </a:rPr>
              <a:t>65%</a:t>
            </a:r>
            <a:endParaRPr sz="4500">
              <a:solidFill>
                <a:schemeClr val="dk1"/>
              </a:solidFill>
              <a:latin typeface="Jua"/>
              <a:ea typeface="Jua"/>
              <a:cs typeface="Jua"/>
              <a:sym typeface="Jua"/>
            </a:endParaRPr>
          </a:p>
        </p:txBody>
      </p:sp>
      <p:sp>
        <p:nvSpPr>
          <p:cNvPr id="2497" name="Google Shape;2497;p53"/>
          <p:cNvSpPr txBox="1">
            <a:spLocks noGrp="1"/>
          </p:cNvSpPr>
          <p:nvPr>
            <p:ph type="ctrTitle"/>
          </p:nvPr>
        </p:nvSpPr>
        <p:spPr>
          <a:xfrm>
            <a:off x="713250" y="446075"/>
            <a:ext cx="7717500" cy="537000"/>
          </a:xfrm>
          <a:prstGeom prst="rect">
            <a:avLst/>
          </a:prstGeom>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a:t>Features in percentages</a:t>
            </a:r>
            <a:endParaRPr/>
          </a:p>
        </p:txBody>
      </p:sp>
      <p:sp>
        <p:nvSpPr>
          <p:cNvPr id="2498" name="Google Shape;2498;p53"/>
          <p:cNvSpPr txBox="1"/>
          <p:nvPr/>
        </p:nvSpPr>
        <p:spPr>
          <a:xfrm>
            <a:off x="5861550" y="3469010"/>
            <a:ext cx="2435400" cy="579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a:solidFill>
                  <a:schemeClr val="dk1"/>
                </a:solidFill>
                <a:latin typeface="Nunito"/>
                <a:ea typeface="Nunito"/>
                <a:cs typeface="Nunito"/>
                <a:sym typeface="Nunito"/>
              </a:rPr>
              <a:t>Despite being red, Mars is actually a very cold place</a:t>
            </a:r>
            <a:endParaRPr>
              <a:solidFill>
                <a:schemeClr val="dk1"/>
              </a:solidFill>
              <a:latin typeface="Nunito"/>
              <a:ea typeface="Nunito"/>
              <a:cs typeface="Nunito"/>
              <a:sym typeface="Nunito"/>
            </a:endParaRPr>
          </a:p>
        </p:txBody>
      </p:sp>
      <p:sp>
        <p:nvSpPr>
          <p:cNvPr id="2499" name="Google Shape;2499;p53"/>
          <p:cNvSpPr txBox="1"/>
          <p:nvPr/>
        </p:nvSpPr>
        <p:spPr>
          <a:xfrm>
            <a:off x="5861561" y="3189214"/>
            <a:ext cx="2435400" cy="402000"/>
          </a:xfrm>
          <a:prstGeom prst="rect">
            <a:avLst/>
          </a:prstGeom>
          <a:noFill/>
          <a:ln>
            <a:noFill/>
          </a:ln>
        </p:spPr>
        <p:txBody>
          <a:bodyPr spcFirstLastPara="1" wrap="square" lIns="91425" tIns="91425" rIns="91425" bIns="91425" anchor="b" anchorCtr="0">
            <a:noAutofit/>
          </a:bodyPr>
          <a:lstStyle/>
          <a:p>
            <a:pPr marL="0" marR="0" lvl="0" indent="0" algn="l" rtl="0">
              <a:lnSpc>
                <a:spcPct val="115000"/>
              </a:lnSpc>
              <a:spcBef>
                <a:spcPts val="0"/>
              </a:spcBef>
              <a:spcAft>
                <a:spcPts val="0"/>
              </a:spcAft>
              <a:buNone/>
            </a:pPr>
            <a:r>
              <a:rPr lang="en" sz="2200">
                <a:solidFill>
                  <a:schemeClr val="dk1"/>
                </a:solidFill>
                <a:latin typeface="Jua"/>
                <a:ea typeface="Jua"/>
                <a:cs typeface="Jua"/>
                <a:sym typeface="Jua"/>
              </a:rPr>
              <a:t>Mars</a:t>
            </a:r>
            <a:endParaRPr sz="2200">
              <a:solidFill>
                <a:schemeClr val="dk1"/>
              </a:solidFill>
              <a:latin typeface="Jua"/>
              <a:ea typeface="Jua"/>
              <a:cs typeface="Jua"/>
              <a:sym typeface="Jua"/>
            </a:endParaRPr>
          </a:p>
        </p:txBody>
      </p:sp>
      <p:sp>
        <p:nvSpPr>
          <p:cNvPr id="2500" name="Google Shape;2500;p53"/>
          <p:cNvSpPr txBox="1"/>
          <p:nvPr/>
        </p:nvSpPr>
        <p:spPr>
          <a:xfrm>
            <a:off x="5861550" y="2550085"/>
            <a:ext cx="2435400" cy="579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a:solidFill>
                  <a:schemeClr val="dk1"/>
                </a:solidFill>
                <a:latin typeface="Nunito"/>
                <a:ea typeface="Nunito"/>
                <a:cs typeface="Nunito"/>
                <a:sym typeface="Nunito"/>
              </a:rPr>
              <a:t>Jupiter is the biggest planet of the Solar System</a:t>
            </a:r>
            <a:endParaRPr>
              <a:solidFill>
                <a:schemeClr val="dk1"/>
              </a:solidFill>
              <a:latin typeface="Nunito"/>
              <a:ea typeface="Nunito"/>
              <a:cs typeface="Nunito"/>
              <a:sym typeface="Nunito"/>
            </a:endParaRPr>
          </a:p>
        </p:txBody>
      </p:sp>
      <p:sp>
        <p:nvSpPr>
          <p:cNvPr id="2501" name="Google Shape;2501;p53"/>
          <p:cNvSpPr txBox="1"/>
          <p:nvPr/>
        </p:nvSpPr>
        <p:spPr>
          <a:xfrm>
            <a:off x="5861544" y="2270289"/>
            <a:ext cx="2435400" cy="402000"/>
          </a:xfrm>
          <a:prstGeom prst="rect">
            <a:avLst/>
          </a:prstGeom>
          <a:noFill/>
          <a:ln>
            <a:noFill/>
          </a:ln>
        </p:spPr>
        <p:txBody>
          <a:bodyPr spcFirstLastPara="1" wrap="square" lIns="91425" tIns="91425" rIns="91425" bIns="91425" anchor="b" anchorCtr="0">
            <a:noAutofit/>
          </a:bodyPr>
          <a:lstStyle/>
          <a:p>
            <a:pPr marL="0" marR="0" lvl="0" indent="0" algn="l" rtl="0">
              <a:lnSpc>
                <a:spcPct val="115000"/>
              </a:lnSpc>
              <a:spcBef>
                <a:spcPts val="0"/>
              </a:spcBef>
              <a:spcAft>
                <a:spcPts val="0"/>
              </a:spcAft>
              <a:buNone/>
            </a:pPr>
            <a:r>
              <a:rPr lang="en" sz="2200">
                <a:solidFill>
                  <a:schemeClr val="dk1"/>
                </a:solidFill>
                <a:latin typeface="Jua"/>
                <a:ea typeface="Jua"/>
                <a:cs typeface="Jua"/>
                <a:sym typeface="Jua"/>
              </a:rPr>
              <a:t>Jupiter</a:t>
            </a:r>
            <a:endParaRPr sz="2200">
              <a:solidFill>
                <a:schemeClr val="dk1"/>
              </a:solidFill>
              <a:latin typeface="Jua"/>
              <a:ea typeface="Jua"/>
              <a:cs typeface="Jua"/>
              <a:sym typeface="Jua"/>
            </a:endParaRPr>
          </a:p>
        </p:txBody>
      </p:sp>
      <p:sp>
        <p:nvSpPr>
          <p:cNvPr id="2502" name="Google Shape;2502;p53"/>
          <p:cNvSpPr txBox="1"/>
          <p:nvPr/>
        </p:nvSpPr>
        <p:spPr>
          <a:xfrm>
            <a:off x="5861550" y="1631160"/>
            <a:ext cx="2435400" cy="579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a:solidFill>
                  <a:schemeClr val="dk1"/>
                </a:solidFill>
                <a:latin typeface="Nunito"/>
                <a:ea typeface="Nunito"/>
                <a:cs typeface="Nunito"/>
                <a:sym typeface="Nunito"/>
              </a:rPr>
              <a:t>Saturn is one of the gas giants with rings</a:t>
            </a:r>
            <a:endParaRPr>
              <a:solidFill>
                <a:schemeClr val="dk1"/>
              </a:solidFill>
              <a:latin typeface="Nunito"/>
              <a:ea typeface="Nunito"/>
              <a:cs typeface="Nunito"/>
              <a:sym typeface="Nunito"/>
            </a:endParaRPr>
          </a:p>
        </p:txBody>
      </p:sp>
      <p:sp>
        <p:nvSpPr>
          <p:cNvPr id="2503" name="Google Shape;2503;p53"/>
          <p:cNvSpPr txBox="1"/>
          <p:nvPr/>
        </p:nvSpPr>
        <p:spPr>
          <a:xfrm>
            <a:off x="5861562" y="1351364"/>
            <a:ext cx="2435400" cy="402000"/>
          </a:xfrm>
          <a:prstGeom prst="rect">
            <a:avLst/>
          </a:prstGeom>
          <a:noFill/>
          <a:ln>
            <a:noFill/>
          </a:ln>
        </p:spPr>
        <p:txBody>
          <a:bodyPr spcFirstLastPara="1" wrap="square" lIns="91425" tIns="91425" rIns="91425" bIns="91425" anchor="b" anchorCtr="0">
            <a:noAutofit/>
          </a:bodyPr>
          <a:lstStyle/>
          <a:p>
            <a:pPr marL="0" marR="0" lvl="0" indent="0" algn="l" rtl="0">
              <a:lnSpc>
                <a:spcPct val="115000"/>
              </a:lnSpc>
              <a:spcBef>
                <a:spcPts val="0"/>
              </a:spcBef>
              <a:spcAft>
                <a:spcPts val="0"/>
              </a:spcAft>
              <a:buNone/>
            </a:pPr>
            <a:r>
              <a:rPr lang="en" sz="2200">
                <a:solidFill>
                  <a:schemeClr val="dk1"/>
                </a:solidFill>
                <a:latin typeface="Jua"/>
                <a:ea typeface="Jua"/>
                <a:cs typeface="Jua"/>
                <a:sym typeface="Jua"/>
              </a:rPr>
              <a:t>Saturn</a:t>
            </a:r>
            <a:endParaRPr sz="2200">
              <a:solidFill>
                <a:schemeClr val="dk1"/>
              </a:solidFill>
              <a:latin typeface="Jua"/>
              <a:ea typeface="Jua"/>
              <a:cs typeface="Jua"/>
              <a:sym typeface="Jua"/>
            </a:endParaRPr>
          </a:p>
        </p:txBody>
      </p:sp>
      <p:sp>
        <p:nvSpPr>
          <p:cNvPr id="2504" name="Google Shape;2504;p53"/>
          <p:cNvSpPr txBox="1">
            <a:spLocks noGrp="1"/>
          </p:cNvSpPr>
          <p:nvPr>
            <p:ph type="subTitle" idx="4294967295"/>
          </p:nvPr>
        </p:nvSpPr>
        <p:spPr>
          <a:xfrm>
            <a:off x="4173050" y="4186175"/>
            <a:ext cx="4257600" cy="402000"/>
          </a:xfrm>
          <a:prstGeom prst="rect">
            <a:avLst/>
          </a:prstGeom>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 sz="1100"/>
              <a:t>Follow the link in the graph to modify its data and then paste the new one here. </a:t>
            </a:r>
            <a:r>
              <a:rPr lang="en" sz="1100" b="1" u="sng">
                <a:hlinkClick r:id="rId3"/>
              </a:rPr>
              <a:t>For more info, click here</a:t>
            </a:r>
            <a:endParaRPr sz="1100" b="1" u="sng"/>
          </a:p>
        </p:txBody>
      </p:sp>
      <p:pic>
        <p:nvPicPr>
          <p:cNvPr id="2505" name="Google Shape;2505;p53" title="Gráfico">
            <a:hlinkClick r:id="rId4"/>
          </p:cNvPr>
          <p:cNvPicPr preferRelativeResize="0"/>
          <p:nvPr/>
        </p:nvPicPr>
        <p:blipFill>
          <a:blip r:embed="rId5">
            <a:alphaModFix/>
          </a:blip>
          <a:stretch>
            <a:fillRect/>
          </a:stretch>
        </p:blipFill>
        <p:spPr>
          <a:xfrm>
            <a:off x="978406" y="1399995"/>
            <a:ext cx="2961675" cy="3008076"/>
          </a:xfrm>
          <a:prstGeom prst="rect">
            <a:avLst/>
          </a:prstGeom>
          <a:noFill/>
          <a:ln w="28575" cap="flat" cmpd="sng">
            <a:solidFill>
              <a:schemeClr val="dk1"/>
            </a:solidFill>
            <a:prstDash val="solid"/>
            <a:round/>
            <a:headEnd type="none" w="sm" len="sm"/>
            <a:tailEnd type="none" w="sm" len="sm"/>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09"/>
        <p:cNvGrpSpPr/>
        <p:nvPr/>
      </p:nvGrpSpPr>
      <p:grpSpPr>
        <a:xfrm>
          <a:off x="0" y="0"/>
          <a:ext cx="0" cy="0"/>
          <a:chOff x="0" y="0"/>
          <a:chExt cx="0" cy="0"/>
        </a:xfrm>
      </p:grpSpPr>
      <p:sp>
        <p:nvSpPr>
          <p:cNvPr id="2510" name="Google Shape;2510;p54"/>
          <p:cNvSpPr txBox="1">
            <a:spLocks noGrp="1"/>
          </p:cNvSpPr>
          <p:nvPr>
            <p:ph type="ctrTitle"/>
          </p:nvPr>
        </p:nvSpPr>
        <p:spPr>
          <a:xfrm>
            <a:off x="713250" y="446075"/>
            <a:ext cx="7717500" cy="537000"/>
          </a:xfrm>
          <a:prstGeom prst="rect">
            <a:avLst/>
          </a:prstGeom>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a:t>KWL brainstorming</a:t>
            </a:r>
            <a:endParaRPr/>
          </a:p>
        </p:txBody>
      </p:sp>
      <p:graphicFrame>
        <p:nvGraphicFramePr>
          <p:cNvPr id="2511" name="Google Shape;2511;p54"/>
          <p:cNvGraphicFramePr/>
          <p:nvPr/>
        </p:nvGraphicFramePr>
        <p:xfrm>
          <a:off x="901663" y="1548924"/>
          <a:ext cx="3000000" cy="3000000"/>
        </p:xfrm>
        <a:graphic>
          <a:graphicData uri="http://schemas.openxmlformats.org/drawingml/2006/table">
            <a:tbl>
              <a:tblPr>
                <a:noFill/>
                <a:tableStyleId>{442E0F65-2369-45A5-B341-09E936D65754}</a:tableStyleId>
              </a:tblPr>
              <a:tblGrid>
                <a:gridCol w="856825">
                  <a:extLst>
                    <a:ext uri="{9D8B030D-6E8A-4147-A177-3AD203B41FA5}">
                      <a16:colId xmlns:a16="http://schemas.microsoft.com/office/drawing/2014/main" val="20000"/>
                    </a:ext>
                  </a:extLst>
                </a:gridCol>
                <a:gridCol w="1846825">
                  <a:extLst>
                    <a:ext uri="{9D8B030D-6E8A-4147-A177-3AD203B41FA5}">
                      <a16:colId xmlns:a16="http://schemas.microsoft.com/office/drawing/2014/main" val="20001"/>
                    </a:ext>
                  </a:extLst>
                </a:gridCol>
                <a:gridCol w="2694875">
                  <a:extLst>
                    <a:ext uri="{9D8B030D-6E8A-4147-A177-3AD203B41FA5}">
                      <a16:colId xmlns:a16="http://schemas.microsoft.com/office/drawing/2014/main" val="20002"/>
                    </a:ext>
                  </a:extLst>
                </a:gridCol>
                <a:gridCol w="1942150">
                  <a:extLst>
                    <a:ext uri="{9D8B030D-6E8A-4147-A177-3AD203B41FA5}">
                      <a16:colId xmlns:a16="http://schemas.microsoft.com/office/drawing/2014/main" val="20003"/>
                    </a:ext>
                  </a:extLst>
                </a:gridCol>
              </a:tblGrid>
              <a:tr h="782075">
                <a:tc>
                  <a:txBody>
                    <a:bodyPr/>
                    <a:lstStyle/>
                    <a:p>
                      <a:pPr marL="0" marR="0" lvl="0" indent="0" algn="ctr" rtl="0">
                        <a:lnSpc>
                          <a:spcPct val="100000"/>
                        </a:lnSpc>
                        <a:spcBef>
                          <a:spcPts val="0"/>
                        </a:spcBef>
                        <a:spcAft>
                          <a:spcPts val="0"/>
                        </a:spcAft>
                        <a:buNone/>
                      </a:pPr>
                      <a:endParaRPr sz="1700">
                        <a:solidFill>
                          <a:schemeClr val="dk1"/>
                        </a:solidFill>
                        <a:latin typeface="Syne ExtraBold"/>
                        <a:ea typeface="Syne ExtraBold"/>
                        <a:cs typeface="Syne ExtraBold"/>
                        <a:sym typeface="Syne ExtraBold"/>
                      </a:endParaRPr>
                    </a:p>
                  </a:txBody>
                  <a:tcPr marL="91425" marR="91425" marT="0" marB="0" anchor="ctr">
                    <a:lnL w="19050" cap="flat" cmpd="sng">
                      <a:solidFill>
                        <a:schemeClr val="dk1">
                          <a:alpha val="0"/>
                        </a:schemeClr>
                      </a:solidFill>
                      <a:prstDash val="solid"/>
                      <a:round/>
                      <a:headEnd type="none" w="sm" len="sm"/>
                      <a:tailEnd type="none" w="sm" len="sm"/>
                    </a:lnL>
                    <a:lnR w="28575" cap="flat" cmpd="sng">
                      <a:solidFill>
                        <a:schemeClr val="dk1"/>
                      </a:solidFill>
                      <a:prstDash val="solid"/>
                      <a:round/>
                      <a:headEnd type="none" w="sm" len="sm"/>
                      <a:tailEnd type="none" w="sm" len="sm"/>
                    </a:lnR>
                    <a:lnT w="19050" cap="flat" cmpd="sng">
                      <a:solidFill>
                        <a:schemeClr val="dk1">
                          <a:alpha val="0"/>
                        </a:scheme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2200">
                          <a:solidFill>
                            <a:schemeClr val="dk1"/>
                          </a:solidFill>
                          <a:latin typeface="Jua"/>
                          <a:ea typeface="Jua"/>
                          <a:cs typeface="Jua"/>
                          <a:sym typeface="Jua"/>
                        </a:rPr>
                        <a:t>What I know</a:t>
                      </a:r>
                      <a:endParaRPr sz="2200">
                        <a:solidFill>
                          <a:schemeClr val="dk1"/>
                        </a:solidFill>
                        <a:latin typeface="Jua"/>
                        <a:ea typeface="Jua"/>
                        <a:cs typeface="Jua"/>
                        <a:sym typeface="Jua"/>
                      </a:endParaRPr>
                    </a:p>
                  </a:txBody>
                  <a:tcPr marL="91425" marR="91425" marT="0" marB="0" anchor="ctr">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9050" cap="flat" cmpd="sng">
                      <a:solidFill>
                        <a:schemeClr val="dk1">
                          <a:alpha val="0"/>
                        </a:scheme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2200">
                          <a:solidFill>
                            <a:schemeClr val="dk1"/>
                          </a:solidFill>
                          <a:latin typeface="Jua"/>
                          <a:ea typeface="Jua"/>
                          <a:cs typeface="Jua"/>
                          <a:sym typeface="Jua"/>
                        </a:rPr>
                        <a:t>What I want to know</a:t>
                      </a:r>
                      <a:endParaRPr sz="2200">
                        <a:solidFill>
                          <a:schemeClr val="dk1"/>
                        </a:solidFill>
                        <a:latin typeface="Jua"/>
                        <a:ea typeface="Jua"/>
                        <a:cs typeface="Jua"/>
                        <a:sym typeface="Jua"/>
                      </a:endParaRPr>
                    </a:p>
                  </a:txBody>
                  <a:tcPr marL="91425" marR="91425" marT="0" marB="0" anchor="ctr">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9050" cap="flat" cmpd="sng">
                      <a:solidFill>
                        <a:schemeClr val="dk1">
                          <a:alpha val="0"/>
                        </a:scheme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2200">
                          <a:solidFill>
                            <a:schemeClr val="dk1"/>
                          </a:solidFill>
                          <a:latin typeface="Jua"/>
                          <a:ea typeface="Jua"/>
                          <a:cs typeface="Jua"/>
                          <a:sym typeface="Jua"/>
                        </a:rPr>
                        <a:t>What I learned</a:t>
                      </a:r>
                      <a:endParaRPr sz="2200">
                        <a:solidFill>
                          <a:schemeClr val="dk1"/>
                        </a:solidFill>
                        <a:latin typeface="Jua"/>
                        <a:ea typeface="Jua"/>
                        <a:cs typeface="Jua"/>
                        <a:sym typeface="Jua"/>
                      </a:endParaRPr>
                    </a:p>
                  </a:txBody>
                  <a:tcPr marL="91425" marR="91425" marT="0" marB="0" anchor="ctr">
                    <a:lnL w="28575"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alpha val="0"/>
                        </a:schemeClr>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638875">
                <a:tc>
                  <a:txBody>
                    <a:bodyPr/>
                    <a:lstStyle/>
                    <a:p>
                      <a:pPr marL="0" lvl="0" indent="0" algn="ctr" rtl="0">
                        <a:spcBef>
                          <a:spcPts val="0"/>
                        </a:spcBef>
                        <a:spcAft>
                          <a:spcPts val="0"/>
                        </a:spcAft>
                        <a:buNone/>
                      </a:pPr>
                      <a:r>
                        <a:rPr lang="en" sz="3000">
                          <a:solidFill>
                            <a:schemeClr val="dk1"/>
                          </a:solidFill>
                          <a:latin typeface="Jua"/>
                          <a:ea typeface="Jua"/>
                          <a:cs typeface="Jua"/>
                          <a:sym typeface="Jua"/>
                        </a:rPr>
                        <a:t>01</a:t>
                      </a:r>
                      <a:endParaRPr sz="3000">
                        <a:solidFill>
                          <a:schemeClr val="dk1"/>
                        </a:solidFill>
                        <a:latin typeface="Jua"/>
                        <a:ea typeface="Jua"/>
                        <a:cs typeface="Jua"/>
                        <a:sym typeface="Jua"/>
                      </a:endParaRPr>
                    </a:p>
                  </a:txBody>
                  <a:tcPr marL="91425" marR="91425" marT="0" marB="0" anchor="ctr">
                    <a:lnL w="19050" cap="flat" cmpd="sng">
                      <a:solidFill>
                        <a:schemeClr val="dk1">
                          <a:alpha val="0"/>
                        </a:schemeClr>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solidFill>
                            <a:schemeClr val="dk1"/>
                          </a:solidFill>
                          <a:latin typeface="Nunito"/>
                          <a:ea typeface="Nunito"/>
                          <a:cs typeface="Nunito"/>
                          <a:sym typeface="Nunito"/>
                        </a:rPr>
                        <a:t>Venus has a very beautiful name</a:t>
                      </a:r>
                      <a:endParaRPr>
                        <a:solidFill>
                          <a:schemeClr val="dk1"/>
                        </a:solidFill>
                        <a:latin typeface="Nunito"/>
                        <a:ea typeface="Nunito"/>
                        <a:cs typeface="Nunito"/>
                        <a:sym typeface="Nunito"/>
                      </a:endParaRPr>
                    </a:p>
                  </a:txBody>
                  <a:tcPr marL="91425" marR="91425" marT="0" marB="0" anchor="ctr">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solidFill>
                            <a:schemeClr val="dk1"/>
                          </a:solidFill>
                          <a:latin typeface="Nunito"/>
                          <a:ea typeface="Nunito"/>
                          <a:cs typeface="Nunito"/>
                          <a:sym typeface="Nunito"/>
                        </a:rPr>
                        <a:t>Jupiter is the biggest planet in the Solar System</a:t>
                      </a:r>
                      <a:endParaRPr>
                        <a:solidFill>
                          <a:schemeClr val="dk1"/>
                        </a:solidFill>
                        <a:latin typeface="Nunito"/>
                        <a:ea typeface="Nunito"/>
                        <a:cs typeface="Nunito"/>
                        <a:sym typeface="Nunito"/>
                      </a:endParaRPr>
                    </a:p>
                  </a:txBody>
                  <a:tcPr marL="91425" marR="91425" marT="0" marB="0" anchor="ctr">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solidFill>
                            <a:schemeClr val="dk1"/>
                          </a:solidFill>
                          <a:latin typeface="Nunito"/>
                          <a:ea typeface="Nunito"/>
                          <a:cs typeface="Nunito"/>
                          <a:sym typeface="Nunito"/>
                        </a:rPr>
                        <a:t>Saturn was named after a Roman god</a:t>
                      </a:r>
                      <a:endParaRPr>
                        <a:solidFill>
                          <a:schemeClr val="dk1"/>
                        </a:solidFill>
                        <a:latin typeface="Nunito"/>
                        <a:ea typeface="Nunito"/>
                        <a:cs typeface="Nunito"/>
                        <a:sym typeface="Nunito"/>
                      </a:endParaRPr>
                    </a:p>
                  </a:txBody>
                  <a:tcPr marL="91425" marR="91425" marT="0" marB="0" anchor="ctr">
                    <a:lnL w="28575"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734075">
                <a:tc>
                  <a:txBody>
                    <a:bodyPr/>
                    <a:lstStyle/>
                    <a:p>
                      <a:pPr marL="0" lvl="0" indent="0" algn="ctr" rtl="0">
                        <a:spcBef>
                          <a:spcPts val="0"/>
                        </a:spcBef>
                        <a:spcAft>
                          <a:spcPts val="0"/>
                        </a:spcAft>
                        <a:buNone/>
                      </a:pPr>
                      <a:r>
                        <a:rPr lang="en" sz="3000">
                          <a:solidFill>
                            <a:schemeClr val="dk1"/>
                          </a:solidFill>
                          <a:latin typeface="Jua"/>
                          <a:ea typeface="Jua"/>
                          <a:cs typeface="Jua"/>
                          <a:sym typeface="Jua"/>
                        </a:rPr>
                        <a:t>02</a:t>
                      </a:r>
                      <a:endParaRPr sz="3000">
                        <a:solidFill>
                          <a:schemeClr val="dk1"/>
                        </a:solidFill>
                        <a:latin typeface="Jua"/>
                        <a:ea typeface="Jua"/>
                        <a:cs typeface="Jua"/>
                        <a:sym typeface="Jua"/>
                      </a:endParaRPr>
                    </a:p>
                  </a:txBody>
                  <a:tcPr marL="91425" marR="91425" marT="0" marB="0" anchor="ctr">
                    <a:lnL w="19050" cap="flat" cmpd="sng">
                      <a:solidFill>
                        <a:schemeClr val="dk1">
                          <a:alpha val="0"/>
                        </a:schemeClr>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solidFill>
                            <a:schemeClr val="dk1"/>
                          </a:solidFill>
                          <a:latin typeface="Nunito"/>
                          <a:ea typeface="Nunito"/>
                          <a:cs typeface="Nunito"/>
                          <a:sym typeface="Nunito"/>
                        </a:rPr>
                        <a:t>Venus is the second planet from the Sun</a:t>
                      </a:r>
                      <a:endParaRPr>
                        <a:solidFill>
                          <a:schemeClr val="dk1"/>
                        </a:solidFill>
                        <a:latin typeface="Nunito"/>
                        <a:ea typeface="Nunito"/>
                        <a:cs typeface="Nunito"/>
                        <a:sym typeface="Nunito"/>
                      </a:endParaRPr>
                    </a:p>
                  </a:txBody>
                  <a:tcPr marL="91425" marR="91425" marT="0" marB="0" anchor="ctr">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Nunito"/>
                          <a:ea typeface="Nunito"/>
                          <a:cs typeface="Nunito"/>
                          <a:sym typeface="Nunito"/>
                        </a:rPr>
                        <a:t>Jupiter is the fourth-brightest object in the night sky</a:t>
                      </a:r>
                      <a:endParaRPr>
                        <a:solidFill>
                          <a:schemeClr val="dk1"/>
                        </a:solidFill>
                        <a:latin typeface="Nunito"/>
                        <a:ea typeface="Nunito"/>
                        <a:cs typeface="Nunito"/>
                        <a:sym typeface="Nunito"/>
                      </a:endParaRPr>
                    </a:p>
                  </a:txBody>
                  <a:tcPr marL="91425" marR="91425" marT="0" marB="0" anchor="ctr">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solidFill>
                            <a:schemeClr val="dk1"/>
                          </a:solidFill>
                          <a:latin typeface="Nunito"/>
                          <a:ea typeface="Nunito"/>
                          <a:cs typeface="Nunito"/>
                          <a:sym typeface="Nunito"/>
                        </a:rPr>
                        <a:t>Saturn is a gas giant and has several rings</a:t>
                      </a:r>
                      <a:endParaRPr>
                        <a:solidFill>
                          <a:schemeClr val="dk1"/>
                        </a:solidFill>
                        <a:latin typeface="Nunito"/>
                        <a:ea typeface="Nunito"/>
                        <a:cs typeface="Nunito"/>
                        <a:sym typeface="Nunito"/>
                      </a:endParaRPr>
                    </a:p>
                  </a:txBody>
                  <a:tcPr marL="91425" marR="91425" marT="0" marB="0" anchor="ctr">
                    <a:lnL w="28575"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734075">
                <a:tc>
                  <a:txBody>
                    <a:bodyPr/>
                    <a:lstStyle/>
                    <a:p>
                      <a:pPr marL="0" lvl="0" indent="0" algn="ctr" rtl="0">
                        <a:spcBef>
                          <a:spcPts val="0"/>
                        </a:spcBef>
                        <a:spcAft>
                          <a:spcPts val="0"/>
                        </a:spcAft>
                        <a:buNone/>
                      </a:pPr>
                      <a:r>
                        <a:rPr lang="en" sz="3000">
                          <a:solidFill>
                            <a:schemeClr val="dk1"/>
                          </a:solidFill>
                          <a:latin typeface="Jua"/>
                          <a:ea typeface="Jua"/>
                          <a:cs typeface="Jua"/>
                          <a:sym typeface="Jua"/>
                        </a:rPr>
                        <a:t>03</a:t>
                      </a:r>
                      <a:endParaRPr sz="3000">
                        <a:solidFill>
                          <a:schemeClr val="dk1"/>
                        </a:solidFill>
                        <a:latin typeface="Jua"/>
                        <a:ea typeface="Jua"/>
                        <a:cs typeface="Jua"/>
                        <a:sym typeface="Jua"/>
                      </a:endParaRPr>
                    </a:p>
                  </a:txBody>
                  <a:tcPr marL="91425" marR="91425" marT="0" marB="0" anchor="ctr">
                    <a:lnL w="19050" cap="flat" cmpd="sng">
                      <a:solidFill>
                        <a:schemeClr val="dk1">
                          <a:alpha val="0"/>
                        </a:schemeClr>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9050" cap="flat" cmpd="sng">
                      <a:solidFill>
                        <a:schemeClr val="dk1">
                          <a:alpha val="0"/>
                        </a:schemeClr>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solidFill>
                            <a:schemeClr val="dk1"/>
                          </a:solidFill>
                          <a:latin typeface="Nunito"/>
                          <a:ea typeface="Nunito"/>
                          <a:cs typeface="Nunito"/>
                          <a:sym typeface="Nunito"/>
                        </a:rPr>
                        <a:t>Venus has extremely high temperatures</a:t>
                      </a:r>
                      <a:endParaRPr>
                        <a:solidFill>
                          <a:schemeClr val="dk1"/>
                        </a:solidFill>
                        <a:latin typeface="Nunito"/>
                        <a:ea typeface="Nunito"/>
                        <a:cs typeface="Nunito"/>
                        <a:sym typeface="Nunito"/>
                      </a:endParaRPr>
                    </a:p>
                  </a:txBody>
                  <a:tcPr marL="91425" marR="91425" marT="0" marB="0" anchor="ctr">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9050" cap="flat" cmpd="sng">
                      <a:solidFill>
                        <a:schemeClr val="dk1">
                          <a:alpha val="0"/>
                        </a:schemeClr>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solidFill>
                            <a:schemeClr val="dk1"/>
                          </a:solidFill>
                          <a:latin typeface="Nunito"/>
                          <a:ea typeface="Nunito"/>
                          <a:cs typeface="Nunito"/>
                          <a:sym typeface="Nunito"/>
                        </a:rPr>
                        <a:t>Jupiter was named after the Roman god of the skies</a:t>
                      </a:r>
                      <a:endParaRPr>
                        <a:solidFill>
                          <a:schemeClr val="dk1"/>
                        </a:solidFill>
                        <a:latin typeface="Nunito"/>
                        <a:ea typeface="Nunito"/>
                        <a:cs typeface="Nunito"/>
                        <a:sym typeface="Nunito"/>
                      </a:endParaRPr>
                    </a:p>
                  </a:txBody>
                  <a:tcPr marL="91425" marR="91425" marT="0" marB="0" anchor="ctr">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9050"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Nunito"/>
                          <a:ea typeface="Nunito"/>
                          <a:cs typeface="Nunito"/>
                          <a:sym typeface="Nunito"/>
                        </a:rPr>
                        <a:t>Saturn has a high number of moons</a:t>
                      </a:r>
                      <a:endParaRPr>
                        <a:solidFill>
                          <a:schemeClr val="dk1"/>
                        </a:solidFill>
                        <a:latin typeface="Nunito"/>
                        <a:ea typeface="Nunito"/>
                        <a:cs typeface="Nunito"/>
                        <a:sym typeface="Nunito"/>
                      </a:endParaRPr>
                    </a:p>
                  </a:txBody>
                  <a:tcPr marL="91425" marR="91425" marT="0" marB="0" anchor="ctr">
                    <a:lnL w="28575"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28575" cap="flat" cmpd="sng">
                      <a:solidFill>
                        <a:schemeClr val="dk1"/>
                      </a:solidFill>
                      <a:prstDash val="solid"/>
                      <a:round/>
                      <a:headEnd type="none" w="sm" len="sm"/>
                      <a:tailEnd type="none" w="sm" len="sm"/>
                    </a:lnT>
                    <a:lnB w="19050"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15"/>
        <p:cNvGrpSpPr/>
        <p:nvPr/>
      </p:nvGrpSpPr>
      <p:grpSpPr>
        <a:xfrm>
          <a:off x="0" y="0"/>
          <a:ext cx="0" cy="0"/>
          <a:chOff x="0" y="0"/>
          <a:chExt cx="0" cy="0"/>
        </a:xfrm>
      </p:grpSpPr>
      <p:sp>
        <p:nvSpPr>
          <p:cNvPr id="2516" name="Google Shape;2516;p55"/>
          <p:cNvSpPr txBox="1">
            <a:spLocks noGrp="1"/>
          </p:cNvSpPr>
          <p:nvPr>
            <p:ph type="ctrTitle"/>
          </p:nvPr>
        </p:nvSpPr>
        <p:spPr>
          <a:xfrm>
            <a:off x="713250" y="446075"/>
            <a:ext cx="7717500" cy="537000"/>
          </a:xfrm>
          <a:prstGeom prst="rect">
            <a:avLst/>
          </a:prstGeom>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a:t>Learning situations</a:t>
            </a:r>
            <a:endParaRPr/>
          </a:p>
        </p:txBody>
      </p:sp>
      <p:sp>
        <p:nvSpPr>
          <p:cNvPr id="2517" name="Google Shape;2517;p55"/>
          <p:cNvSpPr txBox="1"/>
          <p:nvPr/>
        </p:nvSpPr>
        <p:spPr>
          <a:xfrm>
            <a:off x="4590777" y="2597605"/>
            <a:ext cx="1906800" cy="7947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a:solidFill>
                  <a:schemeClr val="dk1"/>
                </a:solidFill>
                <a:latin typeface="Nunito"/>
                <a:ea typeface="Nunito"/>
                <a:cs typeface="Nunito"/>
                <a:sym typeface="Nunito"/>
              </a:rPr>
              <a:t>Venus has extremely high temperatures</a:t>
            </a:r>
            <a:endParaRPr>
              <a:solidFill>
                <a:schemeClr val="dk1"/>
              </a:solidFill>
              <a:latin typeface="Nunito"/>
              <a:ea typeface="Nunito"/>
              <a:cs typeface="Nunito"/>
              <a:sym typeface="Nunito"/>
            </a:endParaRPr>
          </a:p>
        </p:txBody>
      </p:sp>
      <p:sp>
        <p:nvSpPr>
          <p:cNvPr id="2518" name="Google Shape;2518;p55"/>
          <p:cNvSpPr txBox="1"/>
          <p:nvPr/>
        </p:nvSpPr>
        <p:spPr>
          <a:xfrm>
            <a:off x="2769689" y="1576026"/>
            <a:ext cx="1906800" cy="7947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1200"/>
              </a:spcAft>
              <a:buNone/>
            </a:pPr>
            <a:r>
              <a:rPr lang="en">
                <a:solidFill>
                  <a:schemeClr val="dk1"/>
                </a:solidFill>
                <a:latin typeface="Nunito"/>
                <a:ea typeface="Nunito"/>
                <a:cs typeface="Nunito"/>
                <a:sym typeface="Nunito"/>
              </a:rPr>
              <a:t>Mars is actually a very cold place</a:t>
            </a:r>
            <a:endParaRPr>
              <a:solidFill>
                <a:schemeClr val="dk1"/>
              </a:solidFill>
              <a:latin typeface="Nunito"/>
              <a:ea typeface="Nunito"/>
              <a:cs typeface="Nunito"/>
              <a:sym typeface="Nunito"/>
            </a:endParaRPr>
          </a:p>
        </p:txBody>
      </p:sp>
      <p:sp>
        <p:nvSpPr>
          <p:cNvPr id="2519" name="Google Shape;2519;p55"/>
          <p:cNvSpPr txBox="1"/>
          <p:nvPr/>
        </p:nvSpPr>
        <p:spPr>
          <a:xfrm>
            <a:off x="2769689" y="3619325"/>
            <a:ext cx="1906800" cy="7947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a:solidFill>
                  <a:schemeClr val="dk1"/>
                </a:solidFill>
                <a:latin typeface="Nunito"/>
                <a:ea typeface="Nunito"/>
                <a:cs typeface="Nunito"/>
                <a:sym typeface="Nunito"/>
              </a:rPr>
              <a:t>Mercury is a very small planet</a:t>
            </a:r>
            <a:endParaRPr>
              <a:solidFill>
                <a:schemeClr val="dk1"/>
              </a:solidFill>
              <a:latin typeface="Nunito"/>
              <a:ea typeface="Nunito"/>
              <a:cs typeface="Nunito"/>
              <a:sym typeface="Nunito"/>
            </a:endParaRPr>
          </a:p>
        </p:txBody>
      </p:sp>
      <p:sp>
        <p:nvSpPr>
          <p:cNvPr id="2520" name="Google Shape;2520;p55"/>
          <p:cNvSpPr txBox="1"/>
          <p:nvPr/>
        </p:nvSpPr>
        <p:spPr>
          <a:xfrm>
            <a:off x="948625" y="2597605"/>
            <a:ext cx="1906800" cy="7947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a:solidFill>
                  <a:schemeClr val="dk1"/>
                </a:solidFill>
                <a:latin typeface="Nunito"/>
                <a:ea typeface="Nunito"/>
                <a:cs typeface="Nunito"/>
                <a:sym typeface="Nunito"/>
              </a:rPr>
              <a:t>Saturn is a gas giant with several rings</a:t>
            </a:r>
            <a:endParaRPr>
              <a:solidFill>
                <a:schemeClr val="dk1"/>
              </a:solidFill>
              <a:latin typeface="Nunito"/>
              <a:ea typeface="Nunito"/>
              <a:cs typeface="Nunito"/>
              <a:sym typeface="Nunito"/>
            </a:endParaRPr>
          </a:p>
        </p:txBody>
      </p:sp>
      <p:sp>
        <p:nvSpPr>
          <p:cNvPr id="2521" name="Google Shape;2521;p55"/>
          <p:cNvSpPr txBox="1"/>
          <p:nvPr/>
        </p:nvSpPr>
        <p:spPr>
          <a:xfrm>
            <a:off x="1317633" y="1576025"/>
            <a:ext cx="1168800" cy="794700"/>
          </a:xfrm>
          <a:prstGeom prst="rect">
            <a:avLst/>
          </a:prstGeom>
          <a:solidFill>
            <a:schemeClr val="accent1"/>
          </a:solidFill>
          <a:ln>
            <a:noFill/>
          </a:ln>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4500">
                <a:solidFill>
                  <a:schemeClr val="dk1"/>
                </a:solidFill>
                <a:latin typeface="Jua"/>
                <a:ea typeface="Jua"/>
                <a:cs typeface="Jua"/>
                <a:sym typeface="Jua"/>
              </a:rPr>
              <a:t>1st</a:t>
            </a:r>
            <a:endParaRPr sz="4500">
              <a:solidFill>
                <a:schemeClr val="dk1"/>
              </a:solidFill>
              <a:latin typeface="Jua"/>
              <a:ea typeface="Jua"/>
              <a:cs typeface="Jua"/>
              <a:sym typeface="Jua"/>
            </a:endParaRPr>
          </a:p>
        </p:txBody>
      </p:sp>
      <p:sp>
        <p:nvSpPr>
          <p:cNvPr id="2522" name="Google Shape;2522;p55"/>
          <p:cNvSpPr txBox="1"/>
          <p:nvPr/>
        </p:nvSpPr>
        <p:spPr>
          <a:xfrm>
            <a:off x="4959745" y="1576025"/>
            <a:ext cx="1168800" cy="794700"/>
          </a:xfrm>
          <a:prstGeom prst="rect">
            <a:avLst/>
          </a:prstGeom>
          <a:solidFill>
            <a:schemeClr val="accent1"/>
          </a:solidFill>
          <a:ln>
            <a:noFill/>
          </a:ln>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4500">
                <a:solidFill>
                  <a:schemeClr val="dk1"/>
                </a:solidFill>
                <a:latin typeface="Jua"/>
                <a:ea typeface="Jua"/>
                <a:cs typeface="Jua"/>
                <a:sym typeface="Jua"/>
              </a:rPr>
              <a:t>2nd</a:t>
            </a:r>
            <a:endParaRPr sz="4500">
              <a:solidFill>
                <a:schemeClr val="dk1"/>
              </a:solidFill>
              <a:latin typeface="Jua"/>
              <a:ea typeface="Jua"/>
              <a:cs typeface="Jua"/>
              <a:sym typeface="Jua"/>
            </a:endParaRPr>
          </a:p>
        </p:txBody>
      </p:sp>
      <p:sp>
        <p:nvSpPr>
          <p:cNvPr id="2523" name="Google Shape;2523;p55"/>
          <p:cNvSpPr txBox="1"/>
          <p:nvPr/>
        </p:nvSpPr>
        <p:spPr>
          <a:xfrm>
            <a:off x="1317633" y="3619324"/>
            <a:ext cx="1168800" cy="794700"/>
          </a:xfrm>
          <a:prstGeom prst="rect">
            <a:avLst/>
          </a:prstGeom>
          <a:solidFill>
            <a:schemeClr val="accent1"/>
          </a:solidFill>
          <a:ln>
            <a:noFill/>
          </a:ln>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4500">
                <a:solidFill>
                  <a:schemeClr val="dk1"/>
                </a:solidFill>
                <a:latin typeface="Jua"/>
                <a:ea typeface="Jua"/>
                <a:cs typeface="Jua"/>
                <a:sym typeface="Jua"/>
              </a:rPr>
              <a:t>4th</a:t>
            </a:r>
            <a:endParaRPr sz="4500">
              <a:solidFill>
                <a:schemeClr val="dk1"/>
              </a:solidFill>
              <a:latin typeface="Jua"/>
              <a:ea typeface="Jua"/>
              <a:cs typeface="Jua"/>
              <a:sym typeface="Jua"/>
            </a:endParaRPr>
          </a:p>
        </p:txBody>
      </p:sp>
      <p:sp>
        <p:nvSpPr>
          <p:cNvPr id="2524" name="Google Shape;2524;p55"/>
          <p:cNvSpPr txBox="1"/>
          <p:nvPr/>
        </p:nvSpPr>
        <p:spPr>
          <a:xfrm>
            <a:off x="4959745" y="3619324"/>
            <a:ext cx="1168800" cy="794700"/>
          </a:xfrm>
          <a:prstGeom prst="rect">
            <a:avLst/>
          </a:prstGeom>
          <a:solidFill>
            <a:schemeClr val="accent1"/>
          </a:solidFill>
          <a:ln>
            <a:noFill/>
          </a:ln>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4500">
                <a:solidFill>
                  <a:schemeClr val="dk1"/>
                </a:solidFill>
                <a:latin typeface="Jua"/>
                <a:ea typeface="Jua"/>
                <a:cs typeface="Jua"/>
                <a:sym typeface="Jua"/>
              </a:rPr>
              <a:t>3rd</a:t>
            </a:r>
            <a:endParaRPr sz="4500">
              <a:solidFill>
                <a:schemeClr val="dk1"/>
              </a:solidFill>
              <a:latin typeface="Jua"/>
              <a:ea typeface="Jua"/>
              <a:cs typeface="Jua"/>
              <a:sym typeface="Jua"/>
            </a:endParaRPr>
          </a:p>
        </p:txBody>
      </p:sp>
      <p:cxnSp>
        <p:nvCxnSpPr>
          <p:cNvPr id="2525" name="Google Shape;2525;p55"/>
          <p:cNvCxnSpPr>
            <a:stCxn id="2523" idx="0"/>
            <a:endCxn id="2520" idx="2"/>
          </p:cNvCxnSpPr>
          <p:nvPr/>
        </p:nvCxnSpPr>
        <p:spPr>
          <a:xfrm rot="10800000">
            <a:off x="1902033" y="3392224"/>
            <a:ext cx="0" cy="227100"/>
          </a:xfrm>
          <a:prstGeom prst="straightConnector1">
            <a:avLst/>
          </a:prstGeom>
          <a:noFill/>
          <a:ln w="28575" cap="flat" cmpd="sng">
            <a:solidFill>
              <a:schemeClr val="dk1"/>
            </a:solidFill>
            <a:prstDash val="solid"/>
            <a:round/>
            <a:headEnd type="none" w="med" len="med"/>
            <a:tailEnd type="triangle" w="med" len="med"/>
          </a:ln>
        </p:spPr>
      </p:cxnSp>
      <p:cxnSp>
        <p:nvCxnSpPr>
          <p:cNvPr id="2526" name="Google Shape;2526;p55"/>
          <p:cNvCxnSpPr>
            <a:stCxn id="2520" idx="0"/>
            <a:endCxn id="2521" idx="2"/>
          </p:cNvCxnSpPr>
          <p:nvPr/>
        </p:nvCxnSpPr>
        <p:spPr>
          <a:xfrm rot="10800000">
            <a:off x="1902025" y="2370805"/>
            <a:ext cx="0" cy="226800"/>
          </a:xfrm>
          <a:prstGeom prst="straightConnector1">
            <a:avLst/>
          </a:prstGeom>
          <a:noFill/>
          <a:ln w="28575" cap="flat" cmpd="sng">
            <a:solidFill>
              <a:schemeClr val="dk1"/>
            </a:solidFill>
            <a:prstDash val="solid"/>
            <a:round/>
            <a:headEnd type="none" w="med" len="med"/>
            <a:tailEnd type="none" w="med" len="med"/>
          </a:ln>
        </p:spPr>
      </p:cxnSp>
      <p:cxnSp>
        <p:nvCxnSpPr>
          <p:cNvPr id="2527" name="Google Shape;2527;p55"/>
          <p:cNvCxnSpPr>
            <a:stCxn id="2521" idx="3"/>
            <a:endCxn id="2518" idx="1"/>
          </p:cNvCxnSpPr>
          <p:nvPr/>
        </p:nvCxnSpPr>
        <p:spPr>
          <a:xfrm>
            <a:off x="2486433" y="1973375"/>
            <a:ext cx="283200" cy="0"/>
          </a:xfrm>
          <a:prstGeom prst="straightConnector1">
            <a:avLst/>
          </a:prstGeom>
          <a:noFill/>
          <a:ln w="28575" cap="flat" cmpd="sng">
            <a:solidFill>
              <a:schemeClr val="dk1"/>
            </a:solidFill>
            <a:prstDash val="solid"/>
            <a:round/>
            <a:headEnd type="none" w="med" len="med"/>
            <a:tailEnd type="triangle" w="med" len="med"/>
          </a:ln>
        </p:spPr>
      </p:cxnSp>
      <p:cxnSp>
        <p:nvCxnSpPr>
          <p:cNvPr id="2528" name="Google Shape;2528;p55"/>
          <p:cNvCxnSpPr>
            <a:stCxn id="2518" idx="3"/>
            <a:endCxn id="2522" idx="1"/>
          </p:cNvCxnSpPr>
          <p:nvPr/>
        </p:nvCxnSpPr>
        <p:spPr>
          <a:xfrm>
            <a:off x="4676489" y="1973376"/>
            <a:ext cx="283200" cy="0"/>
          </a:xfrm>
          <a:prstGeom prst="straightConnector1">
            <a:avLst/>
          </a:prstGeom>
          <a:noFill/>
          <a:ln w="28575" cap="flat" cmpd="sng">
            <a:solidFill>
              <a:schemeClr val="dk1"/>
            </a:solidFill>
            <a:prstDash val="solid"/>
            <a:round/>
            <a:headEnd type="none" w="med" len="med"/>
            <a:tailEnd type="none" w="med" len="med"/>
          </a:ln>
        </p:spPr>
      </p:cxnSp>
      <p:cxnSp>
        <p:nvCxnSpPr>
          <p:cNvPr id="2529" name="Google Shape;2529;p55"/>
          <p:cNvCxnSpPr>
            <a:stCxn id="2522" idx="2"/>
            <a:endCxn id="2517" idx="0"/>
          </p:cNvCxnSpPr>
          <p:nvPr/>
        </p:nvCxnSpPr>
        <p:spPr>
          <a:xfrm>
            <a:off x="5544145" y="2370725"/>
            <a:ext cx="0" cy="226800"/>
          </a:xfrm>
          <a:prstGeom prst="straightConnector1">
            <a:avLst/>
          </a:prstGeom>
          <a:noFill/>
          <a:ln w="28575" cap="flat" cmpd="sng">
            <a:solidFill>
              <a:schemeClr val="dk1"/>
            </a:solidFill>
            <a:prstDash val="solid"/>
            <a:round/>
            <a:headEnd type="none" w="med" len="med"/>
            <a:tailEnd type="triangle" w="med" len="med"/>
          </a:ln>
        </p:spPr>
      </p:cxnSp>
      <p:cxnSp>
        <p:nvCxnSpPr>
          <p:cNvPr id="2530" name="Google Shape;2530;p55"/>
          <p:cNvCxnSpPr>
            <a:stCxn id="2517" idx="2"/>
            <a:endCxn id="2524" idx="0"/>
          </p:cNvCxnSpPr>
          <p:nvPr/>
        </p:nvCxnSpPr>
        <p:spPr>
          <a:xfrm>
            <a:off x="5544177" y="3392305"/>
            <a:ext cx="0" cy="227100"/>
          </a:xfrm>
          <a:prstGeom prst="straightConnector1">
            <a:avLst/>
          </a:prstGeom>
          <a:noFill/>
          <a:ln w="28575" cap="flat" cmpd="sng">
            <a:solidFill>
              <a:schemeClr val="dk1"/>
            </a:solidFill>
            <a:prstDash val="solid"/>
            <a:round/>
            <a:headEnd type="none" w="med" len="med"/>
            <a:tailEnd type="none" w="med" len="med"/>
          </a:ln>
        </p:spPr>
      </p:cxnSp>
      <p:cxnSp>
        <p:nvCxnSpPr>
          <p:cNvPr id="2531" name="Google Shape;2531;p55"/>
          <p:cNvCxnSpPr>
            <a:stCxn id="2524" idx="1"/>
            <a:endCxn id="2519" idx="3"/>
          </p:cNvCxnSpPr>
          <p:nvPr/>
        </p:nvCxnSpPr>
        <p:spPr>
          <a:xfrm rot="10800000">
            <a:off x="4676545" y="4016674"/>
            <a:ext cx="283200" cy="0"/>
          </a:xfrm>
          <a:prstGeom prst="straightConnector1">
            <a:avLst/>
          </a:prstGeom>
          <a:noFill/>
          <a:ln w="28575" cap="flat" cmpd="sng">
            <a:solidFill>
              <a:schemeClr val="dk1"/>
            </a:solidFill>
            <a:prstDash val="solid"/>
            <a:round/>
            <a:headEnd type="none" w="med" len="med"/>
            <a:tailEnd type="triangle" w="med" len="med"/>
          </a:ln>
        </p:spPr>
      </p:cxnSp>
      <p:cxnSp>
        <p:nvCxnSpPr>
          <p:cNvPr id="2532" name="Google Shape;2532;p55"/>
          <p:cNvCxnSpPr>
            <a:stCxn id="2519" idx="1"/>
            <a:endCxn id="2523" idx="3"/>
          </p:cNvCxnSpPr>
          <p:nvPr/>
        </p:nvCxnSpPr>
        <p:spPr>
          <a:xfrm rot="10800000">
            <a:off x="2486489" y="4016675"/>
            <a:ext cx="283200" cy="0"/>
          </a:xfrm>
          <a:prstGeom prst="straightConnector1">
            <a:avLst/>
          </a:prstGeom>
          <a:noFill/>
          <a:ln w="28575" cap="flat" cmpd="sng">
            <a:solidFill>
              <a:schemeClr val="dk1"/>
            </a:solidFill>
            <a:prstDash val="solid"/>
            <a:round/>
            <a:headEnd type="none" w="med" len="med"/>
            <a:tailEnd type="none" w="med" len="med"/>
          </a:ln>
        </p:spPr>
      </p:cxnSp>
      <p:sp>
        <p:nvSpPr>
          <p:cNvPr id="2533" name="Google Shape;2533;p55"/>
          <p:cNvSpPr/>
          <p:nvPr/>
        </p:nvSpPr>
        <p:spPr>
          <a:xfrm>
            <a:off x="3138697" y="2546305"/>
            <a:ext cx="1168800" cy="897300"/>
          </a:xfrm>
          <a:prstGeom prst="rect">
            <a:avLst/>
          </a:pr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4" name="Google Shape;2534;p55"/>
          <p:cNvSpPr/>
          <p:nvPr/>
        </p:nvSpPr>
        <p:spPr>
          <a:xfrm>
            <a:off x="6652800" y="2059100"/>
            <a:ext cx="1985400" cy="2883000"/>
          </a:xfrm>
          <a:prstGeom prst="rect">
            <a:avLst/>
          </a:pr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35" name="Google Shape;2535;p55"/>
          <p:cNvGrpSpPr/>
          <p:nvPr/>
        </p:nvGrpSpPr>
        <p:grpSpPr>
          <a:xfrm>
            <a:off x="6909214" y="2688163"/>
            <a:ext cx="1472542" cy="1624841"/>
            <a:chOff x="1642375" y="1793100"/>
            <a:chExt cx="1267575" cy="1398675"/>
          </a:xfrm>
        </p:grpSpPr>
        <p:sp>
          <p:nvSpPr>
            <p:cNvPr id="2536" name="Google Shape;2536;p55"/>
            <p:cNvSpPr/>
            <p:nvPr/>
          </p:nvSpPr>
          <p:spPr>
            <a:xfrm>
              <a:off x="1748875" y="2696700"/>
              <a:ext cx="638500" cy="495075"/>
            </a:xfrm>
            <a:custGeom>
              <a:avLst/>
              <a:gdLst/>
              <a:ahLst/>
              <a:cxnLst/>
              <a:rect l="l" t="t" r="r" b="b"/>
              <a:pathLst>
                <a:path w="25540" h="19803" extrusionOk="0">
                  <a:moveTo>
                    <a:pt x="18597" y="0"/>
                  </a:moveTo>
                  <a:cubicBezTo>
                    <a:pt x="18322" y="0"/>
                    <a:pt x="18061" y="123"/>
                    <a:pt x="17946" y="329"/>
                  </a:cubicBezTo>
                  <a:cubicBezTo>
                    <a:pt x="17821" y="555"/>
                    <a:pt x="17896" y="830"/>
                    <a:pt x="18121" y="1006"/>
                  </a:cubicBezTo>
                  <a:lnTo>
                    <a:pt x="18848" y="1507"/>
                  </a:lnTo>
                  <a:lnTo>
                    <a:pt x="18848" y="1507"/>
                  </a:lnTo>
                  <a:lnTo>
                    <a:pt x="16643" y="1006"/>
                  </a:lnTo>
                  <a:cubicBezTo>
                    <a:pt x="16595" y="999"/>
                    <a:pt x="16546" y="995"/>
                    <a:pt x="16498" y="995"/>
                  </a:cubicBezTo>
                  <a:cubicBezTo>
                    <a:pt x="16218" y="995"/>
                    <a:pt x="15947" y="1114"/>
                    <a:pt x="15841" y="1307"/>
                  </a:cubicBezTo>
                  <a:cubicBezTo>
                    <a:pt x="15690" y="1557"/>
                    <a:pt x="15765" y="1858"/>
                    <a:pt x="16041" y="2008"/>
                  </a:cubicBezTo>
                  <a:lnTo>
                    <a:pt x="17470" y="2835"/>
                  </a:lnTo>
                  <a:lnTo>
                    <a:pt x="17470" y="2835"/>
                  </a:lnTo>
                  <a:lnTo>
                    <a:pt x="13510" y="1908"/>
                  </a:lnTo>
                  <a:cubicBezTo>
                    <a:pt x="13428" y="1885"/>
                    <a:pt x="13344" y="1874"/>
                    <a:pt x="13262" y="1874"/>
                  </a:cubicBezTo>
                  <a:cubicBezTo>
                    <a:pt x="12995" y="1874"/>
                    <a:pt x="12748" y="1992"/>
                    <a:pt x="12633" y="2184"/>
                  </a:cubicBezTo>
                  <a:cubicBezTo>
                    <a:pt x="12482" y="2460"/>
                    <a:pt x="12608" y="2760"/>
                    <a:pt x="12908" y="2911"/>
                  </a:cubicBezTo>
                  <a:lnTo>
                    <a:pt x="14613" y="3663"/>
                  </a:lnTo>
                  <a:lnTo>
                    <a:pt x="14613" y="3663"/>
                  </a:lnTo>
                  <a:lnTo>
                    <a:pt x="5214" y="1106"/>
                  </a:lnTo>
                  <a:cubicBezTo>
                    <a:pt x="5127" y="1073"/>
                    <a:pt x="5034" y="1057"/>
                    <a:pt x="4942" y="1057"/>
                  </a:cubicBezTo>
                  <a:cubicBezTo>
                    <a:pt x="4691" y="1057"/>
                    <a:pt x="4447" y="1173"/>
                    <a:pt x="4337" y="1357"/>
                  </a:cubicBezTo>
                  <a:cubicBezTo>
                    <a:pt x="4161" y="1632"/>
                    <a:pt x="4287" y="1958"/>
                    <a:pt x="4587" y="2109"/>
                  </a:cubicBezTo>
                  <a:cubicBezTo>
                    <a:pt x="6016" y="2785"/>
                    <a:pt x="8698" y="3437"/>
                    <a:pt x="10527" y="4289"/>
                  </a:cubicBezTo>
                  <a:cubicBezTo>
                    <a:pt x="7745" y="3236"/>
                    <a:pt x="4663" y="2610"/>
                    <a:pt x="4462" y="2510"/>
                  </a:cubicBezTo>
                  <a:lnTo>
                    <a:pt x="4462" y="2535"/>
                  </a:lnTo>
                  <a:cubicBezTo>
                    <a:pt x="4264" y="2451"/>
                    <a:pt x="4110" y="2407"/>
                    <a:pt x="3977" y="2407"/>
                  </a:cubicBezTo>
                  <a:cubicBezTo>
                    <a:pt x="3790" y="2407"/>
                    <a:pt x="3646" y="2495"/>
                    <a:pt x="3485" y="2685"/>
                  </a:cubicBezTo>
                  <a:cubicBezTo>
                    <a:pt x="3284" y="2936"/>
                    <a:pt x="3359" y="3287"/>
                    <a:pt x="3685" y="3462"/>
                  </a:cubicBezTo>
                  <a:cubicBezTo>
                    <a:pt x="3760" y="3487"/>
                    <a:pt x="6793" y="4414"/>
                    <a:pt x="9550" y="5868"/>
                  </a:cubicBezTo>
                  <a:lnTo>
                    <a:pt x="3760" y="3938"/>
                  </a:lnTo>
                  <a:cubicBezTo>
                    <a:pt x="3650" y="3887"/>
                    <a:pt x="3527" y="3862"/>
                    <a:pt x="3406" y="3862"/>
                  </a:cubicBezTo>
                  <a:cubicBezTo>
                    <a:pt x="3171" y="3862"/>
                    <a:pt x="2940" y="3957"/>
                    <a:pt x="2808" y="4139"/>
                  </a:cubicBezTo>
                  <a:cubicBezTo>
                    <a:pt x="2607" y="4389"/>
                    <a:pt x="2708" y="4715"/>
                    <a:pt x="3008" y="4891"/>
                  </a:cubicBezTo>
                  <a:lnTo>
                    <a:pt x="13034" y="9703"/>
                  </a:lnTo>
                  <a:lnTo>
                    <a:pt x="13034" y="9703"/>
                  </a:lnTo>
                  <a:lnTo>
                    <a:pt x="2958" y="5893"/>
                  </a:lnTo>
                  <a:cubicBezTo>
                    <a:pt x="2854" y="5845"/>
                    <a:pt x="2739" y="5822"/>
                    <a:pt x="2626" y="5822"/>
                  </a:cubicBezTo>
                  <a:cubicBezTo>
                    <a:pt x="2385" y="5822"/>
                    <a:pt x="2150" y="5923"/>
                    <a:pt x="2031" y="6094"/>
                  </a:cubicBezTo>
                  <a:cubicBezTo>
                    <a:pt x="1831" y="6369"/>
                    <a:pt x="1906" y="6695"/>
                    <a:pt x="2232" y="6871"/>
                  </a:cubicBezTo>
                  <a:lnTo>
                    <a:pt x="13460" y="12284"/>
                  </a:lnTo>
                  <a:lnTo>
                    <a:pt x="2783" y="7723"/>
                  </a:lnTo>
                  <a:cubicBezTo>
                    <a:pt x="2688" y="7686"/>
                    <a:pt x="2584" y="7669"/>
                    <a:pt x="2481" y="7669"/>
                  </a:cubicBezTo>
                  <a:cubicBezTo>
                    <a:pt x="2230" y="7669"/>
                    <a:pt x="1980" y="7771"/>
                    <a:pt x="1856" y="7948"/>
                  </a:cubicBezTo>
                  <a:cubicBezTo>
                    <a:pt x="1655" y="8199"/>
                    <a:pt x="1755" y="8550"/>
                    <a:pt x="2081" y="8700"/>
                  </a:cubicBezTo>
                  <a:lnTo>
                    <a:pt x="9099" y="12384"/>
                  </a:lnTo>
                  <a:lnTo>
                    <a:pt x="9099" y="12384"/>
                  </a:lnTo>
                  <a:lnTo>
                    <a:pt x="2332" y="9502"/>
                  </a:lnTo>
                  <a:cubicBezTo>
                    <a:pt x="2228" y="9462"/>
                    <a:pt x="2116" y="9443"/>
                    <a:pt x="2006" y="9443"/>
                  </a:cubicBezTo>
                  <a:cubicBezTo>
                    <a:pt x="1771" y="9443"/>
                    <a:pt x="1541" y="9532"/>
                    <a:pt x="1404" y="9703"/>
                  </a:cubicBezTo>
                  <a:cubicBezTo>
                    <a:pt x="1229" y="9953"/>
                    <a:pt x="1304" y="10304"/>
                    <a:pt x="1605" y="10480"/>
                  </a:cubicBezTo>
                  <a:lnTo>
                    <a:pt x="9374" y="14891"/>
                  </a:lnTo>
                  <a:lnTo>
                    <a:pt x="9374" y="14891"/>
                  </a:lnTo>
                  <a:lnTo>
                    <a:pt x="1630" y="11708"/>
                  </a:lnTo>
                  <a:cubicBezTo>
                    <a:pt x="1526" y="11660"/>
                    <a:pt x="1413" y="11637"/>
                    <a:pt x="1303" y="11637"/>
                  </a:cubicBezTo>
                  <a:cubicBezTo>
                    <a:pt x="1068" y="11637"/>
                    <a:pt x="839" y="11738"/>
                    <a:pt x="703" y="11908"/>
                  </a:cubicBezTo>
                  <a:cubicBezTo>
                    <a:pt x="527" y="12159"/>
                    <a:pt x="602" y="12510"/>
                    <a:pt x="903" y="12660"/>
                  </a:cubicBezTo>
                  <a:lnTo>
                    <a:pt x="6342" y="15743"/>
                  </a:lnTo>
                  <a:lnTo>
                    <a:pt x="6342" y="15743"/>
                  </a:lnTo>
                  <a:lnTo>
                    <a:pt x="1430" y="13888"/>
                  </a:lnTo>
                  <a:cubicBezTo>
                    <a:pt x="1334" y="13852"/>
                    <a:pt x="1233" y="13834"/>
                    <a:pt x="1132" y="13834"/>
                  </a:cubicBezTo>
                  <a:cubicBezTo>
                    <a:pt x="889" y="13834"/>
                    <a:pt x="651" y="13936"/>
                    <a:pt x="527" y="14114"/>
                  </a:cubicBezTo>
                  <a:cubicBezTo>
                    <a:pt x="352" y="14364"/>
                    <a:pt x="427" y="14690"/>
                    <a:pt x="703" y="14866"/>
                  </a:cubicBezTo>
                  <a:lnTo>
                    <a:pt x="3735" y="16670"/>
                  </a:lnTo>
                  <a:lnTo>
                    <a:pt x="3735" y="16670"/>
                  </a:lnTo>
                  <a:lnTo>
                    <a:pt x="1054" y="15743"/>
                  </a:lnTo>
                  <a:cubicBezTo>
                    <a:pt x="966" y="15706"/>
                    <a:pt x="872" y="15689"/>
                    <a:pt x="777" y="15689"/>
                  </a:cubicBezTo>
                  <a:cubicBezTo>
                    <a:pt x="548" y="15689"/>
                    <a:pt x="318" y="15791"/>
                    <a:pt x="176" y="15968"/>
                  </a:cubicBezTo>
                  <a:cubicBezTo>
                    <a:pt x="1" y="16194"/>
                    <a:pt x="51" y="16520"/>
                    <a:pt x="327" y="16695"/>
                  </a:cubicBezTo>
                  <a:lnTo>
                    <a:pt x="1455" y="17422"/>
                  </a:lnTo>
                  <a:lnTo>
                    <a:pt x="1204" y="17347"/>
                  </a:lnTo>
                  <a:cubicBezTo>
                    <a:pt x="1127" y="17328"/>
                    <a:pt x="1049" y="17318"/>
                    <a:pt x="971" y="17318"/>
                  </a:cubicBezTo>
                  <a:cubicBezTo>
                    <a:pt x="745" y="17318"/>
                    <a:pt x="526" y="17398"/>
                    <a:pt x="377" y="17547"/>
                  </a:cubicBezTo>
                  <a:cubicBezTo>
                    <a:pt x="201" y="17748"/>
                    <a:pt x="201" y="18049"/>
                    <a:pt x="402" y="18249"/>
                  </a:cubicBezTo>
                  <a:lnTo>
                    <a:pt x="1555" y="19377"/>
                  </a:lnTo>
                  <a:cubicBezTo>
                    <a:pt x="1694" y="19516"/>
                    <a:pt x="1887" y="19586"/>
                    <a:pt x="2083" y="19586"/>
                  </a:cubicBezTo>
                  <a:cubicBezTo>
                    <a:pt x="2240" y="19586"/>
                    <a:pt x="2399" y="19541"/>
                    <a:pt x="2532" y="19452"/>
                  </a:cubicBezTo>
                  <a:cubicBezTo>
                    <a:pt x="2708" y="19352"/>
                    <a:pt x="2783" y="19227"/>
                    <a:pt x="2808" y="19076"/>
                  </a:cubicBezTo>
                  <a:lnTo>
                    <a:pt x="5014" y="19753"/>
                  </a:lnTo>
                  <a:cubicBezTo>
                    <a:pt x="5114" y="19778"/>
                    <a:pt x="5189" y="19803"/>
                    <a:pt x="5264" y="19803"/>
                  </a:cubicBezTo>
                  <a:cubicBezTo>
                    <a:pt x="5515" y="19803"/>
                    <a:pt x="5740" y="19703"/>
                    <a:pt x="5891" y="19527"/>
                  </a:cubicBezTo>
                  <a:cubicBezTo>
                    <a:pt x="6066" y="19277"/>
                    <a:pt x="5991" y="18976"/>
                    <a:pt x="5715" y="18800"/>
                  </a:cubicBezTo>
                  <a:lnTo>
                    <a:pt x="5114" y="18399"/>
                  </a:lnTo>
                  <a:lnTo>
                    <a:pt x="8773" y="19678"/>
                  </a:lnTo>
                  <a:cubicBezTo>
                    <a:pt x="8868" y="19714"/>
                    <a:pt x="8970" y="19732"/>
                    <a:pt x="9070" y="19732"/>
                  </a:cubicBezTo>
                  <a:cubicBezTo>
                    <a:pt x="9314" y="19732"/>
                    <a:pt x="9551" y="19630"/>
                    <a:pt x="9675" y="19452"/>
                  </a:cubicBezTo>
                  <a:cubicBezTo>
                    <a:pt x="9851" y="19201"/>
                    <a:pt x="9775" y="18876"/>
                    <a:pt x="9475" y="18700"/>
                  </a:cubicBezTo>
                  <a:lnTo>
                    <a:pt x="7069" y="17272"/>
                  </a:lnTo>
                  <a:lnTo>
                    <a:pt x="7069" y="17272"/>
                  </a:lnTo>
                  <a:lnTo>
                    <a:pt x="12983" y="19477"/>
                  </a:lnTo>
                  <a:cubicBezTo>
                    <a:pt x="13079" y="19514"/>
                    <a:pt x="13178" y="19531"/>
                    <a:pt x="13276" y="19531"/>
                  </a:cubicBezTo>
                  <a:cubicBezTo>
                    <a:pt x="13514" y="19531"/>
                    <a:pt x="13744" y="19429"/>
                    <a:pt x="13886" y="19252"/>
                  </a:cubicBezTo>
                  <a:cubicBezTo>
                    <a:pt x="14061" y="19001"/>
                    <a:pt x="13961" y="18675"/>
                    <a:pt x="13685" y="18500"/>
                  </a:cubicBezTo>
                  <a:lnTo>
                    <a:pt x="9901" y="16369"/>
                  </a:lnTo>
                  <a:lnTo>
                    <a:pt x="17445" y="19477"/>
                  </a:lnTo>
                  <a:cubicBezTo>
                    <a:pt x="17540" y="19514"/>
                    <a:pt x="17641" y="19531"/>
                    <a:pt x="17742" y="19531"/>
                  </a:cubicBezTo>
                  <a:cubicBezTo>
                    <a:pt x="17988" y="19531"/>
                    <a:pt x="18230" y="19429"/>
                    <a:pt x="18372" y="19252"/>
                  </a:cubicBezTo>
                  <a:cubicBezTo>
                    <a:pt x="18547" y="19001"/>
                    <a:pt x="18472" y="18675"/>
                    <a:pt x="18171" y="18500"/>
                  </a:cubicBezTo>
                  <a:lnTo>
                    <a:pt x="11455" y="14690"/>
                  </a:lnTo>
                  <a:lnTo>
                    <a:pt x="22257" y="19302"/>
                  </a:lnTo>
                  <a:cubicBezTo>
                    <a:pt x="22361" y="19350"/>
                    <a:pt x="22476" y="19372"/>
                    <a:pt x="22589" y="19372"/>
                  </a:cubicBezTo>
                  <a:cubicBezTo>
                    <a:pt x="22830" y="19372"/>
                    <a:pt x="23065" y="19272"/>
                    <a:pt x="23184" y="19101"/>
                  </a:cubicBezTo>
                  <a:cubicBezTo>
                    <a:pt x="23385" y="18826"/>
                    <a:pt x="23284" y="18500"/>
                    <a:pt x="22958" y="18324"/>
                  </a:cubicBezTo>
                  <a:lnTo>
                    <a:pt x="15765" y="14540"/>
                  </a:lnTo>
                  <a:lnTo>
                    <a:pt x="15765" y="14540"/>
                  </a:lnTo>
                  <a:lnTo>
                    <a:pt x="24187" y="18124"/>
                  </a:lnTo>
                  <a:cubicBezTo>
                    <a:pt x="24291" y="18172"/>
                    <a:pt x="24403" y="18194"/>
                    <a:pt x="24514" y="18194"/>
                  </a:cubicBezTo>
                  <a:cubicBezTo>
                    <a:pt x="24749" y="18194"/>
                    <a:pt x="24978" y="18094"/>
                    <a:pt x="25114" y="17923"/>
                  </a:cubicBezTo>
                  <a:cubicBezTo>
                    <a:pt x="25289" y="17673"/>
                    <a:pt x="25214" y="17347"/>
                    <a:pt x="24888" y="17171"/>
                  </a:cubicBezTo>
                  <a:lnTo>
                    <a:pt x="15791" y="12209"/>
                  </a:lnTo>
                  <a:lnTo>
                    <a:pt x="15791" y="12209"/>
                  </a:lnTo>
                  <a:lnTo>
                    <a:pt x="24412" y="15968"/>
                  </a:lnTo>
                  <a:cubicBezTo>
                    <a:pt x="24517" y="16017"/>
                    <a:pt x="24629" y="16039"/>
                    <a:pt x="24740" y="16039"/>
                  </a:cubicBezTo>
                  <a:cubicBezTo>
                    <a:pt x="24974" y="16039"/>
                    <a:pt x="25203" y="15938"/>
                    <a:pt x="25339" y="15768"/>
                  </a:cubicBezTo>
                  <a:cubicBezTo>
                    <a:pt x="25540" y="15517"/>
                    <a:pt x="25440" y="15166"/>
                    <a:pt x="25139" y="15016"/>
                  </a:cubicBezTo>
                  <a:lnTo>
                    <a:pt x="16292" y="10129"/>
                  </a:lnTo>
                  <a:lnTo>
                    <a:pt x="23961" y="13512"/>
                  </a:lnTo>
                  <a:cubicBezTo>
                    <a:pt x="24071" y="13551"/>
                    <a:pt x="24185" y="13571"/>
                    <a:pt x="24297" y="13571"/>
                  </a:cubicBezTo>
                  <a:cubicBezTo>
                    <a:pt x="24543" y="13571"/>
                    <a:pt x="24776" y="13476"/>
                    <a:pt x="24913" y="13287"/>
                  </a:cubicBezTo>
                  <a:cubicBezTo>
                    <a:pt x="25114" y="13036"/>
                    <a:pt x="25014" y="12710"/>
                    <a:pt x="24688" y="12535"/>
                  </a:cubicBezTo>
                  <a:lnTo>
                    <a:pt x="14161" y="6971"/>
                  </a:lnTo>
                  <a:lnTo>
                    <a:pt x="14161" y="6971"/>
                  </a:lnTo>
                  <a:cubicBezTo>
                    <a:pt x="16066" y="7698"/>
                    <a:pt x="18347" y="8575"/>
                    <a:pt x="21054" y="9602"/>
                  </a:cubicBezTo>
                  <a:cubicBezTo>
                    <a:pt x="22482" y="10154"/>
                    <a:pt x="23410" y="10505"/>
                    <a:pt x="23460" y="10530"/>
                  </a:cubicBezTo>
                  <a:cubicBezTo>
                    <a:pt x="23562" y="10566"/>
                    <a:pt x="23669" y="10584"/>
                    <a:pt x="23773" y="10584"/>
                  </a:cubicBezTo>
                  <a:cubicBezTo>
                    <a:pt x="24026" y="10584"/>
                    <a:pt x="24263" y="10482"/>
                    <a:pt x="24387" y="10304"/>
                  </a:cubicBezTo>
                  <a:cubicBezTo>
                    <a:pt x="24613" y="9953"/>
                    <a:pt x="24512" y="9778"/>
                    <a:pt x="24086" y="9527"/>
                  </a:cubicBezTo>
                  <a:cubicBezTo>
                    <a:pt x="24086" y="9527"/>
                    <a:pt x="24061" y="9502"/>
                    <a:pt x="24011" y="9502"/>
                  </a:cubicBezTo>
                  <a:cubicBezTo>
                    <a:pt x="23861" y="9402"/>
                    <a:pt x="23635" y="9302"/>
                    <a:pt x="23385" y="9176"/>
                  </a:cubicBezTo>
                  <a:lnTo>
                    <a:pt x="21354" y="8199"/>
                  </a:lnTo>
                  <a:cubicBezTo>
                    <a:pt x="19675" y="7372"/>
                    <a:pt x="17445" y="6319"/>
                    <a:pt x="15189" y="5242"/>
                  </a:cubicBezTo>
                  <a:lnTo>
                    <a:pt x="14161" y="4740"/>
                  </a:lnTo>
                  <a:lnTo>
                    <a:pt x="22958" y="7472"/>
                  </a:lnTo>
                  <a:cubicBezTo>
                    <a:pt x="23051" y="7505"/>
                    <a:pt x="23145" y="7521"/>
                    <a:pt x="23237" y="7521"/>
                  </a:cubicBezTo>
                  <a:cubicBezTo>
                    <a:pt x="23494" y="7521"/>
                    <a:pt x="23732" y="7399"/>
                    <a:pt x="23861" y="7196"/>
                  </a:cubicBezTo>
                  <a:cubicBezTo>
                    <a:pt x="24011" y="6946"/>
                    <a:pt x="23911" y="6620"/>
                    <a:pt x="23585" y="6470"/>
                  </a:cubicBezTo>
                  <a:lnTo>
                    <a:pt x="19199" y="4565"/>
                  </a:lnTo>
                  <a:lnTo>
                    <a:pt x="22106" y="5292"/>
                  </a:lnTo>
                  <a:cubicBezTo>
                    <a:pt x="22183" y="5315"/>
                    <a:pt x="22262" y="5326"/>
                    <a:pt x="22340" y="5326"/>
                  </a:cubicBezTo>
                  <a:cubicBezTo>
                    <a:pt x="22596" y="5326"/>
                    <a:pt x="22843" y="5208"/>
                    <a:pt x="22958" y="5016"/>
                  </a:cubicBezTo>
                  <a:cubicBezTo>
                    <a:pt x="23134" y="4765"/>
                    <a:pt x="23034" y="4465"/>
                    <a:pt x="22758" y="4289"/>
                  </a:cubicBezTo>
                  <a:lnTo>
                    <a:pt x="20402" y="2911"/>
                  </a:lnTo>
                  <a:lnTo>
                    <a:pt x="21906" y="3236"/>
                  </a:lnTo>
                  <a:cubicBezTo>
                    <a:pt x="21965" y="3251"/>
                    <a:pt x="22026" y="3258"/>
                    <a:pt x="22088" y="3258"/>
                  </a:cubicBezTo>
                  <a:cubicBezTo>
                    <a:pt x="22337" y="3258"/>
                    <a:pt x="22587" y="3142"/>
                    <a:pt x="22708" y="2961"/>
                  </a:cubicBezTo>
                  <a:cubicBezTo>
                    <a:pt x="22858" y="2735"/>
                    <a:pt x="22783" y="2434"/>
                    <a:pt x="22532" y="2259"/>
                  </a:cubicBezTo>
                  <a:lnTo>
                    <a:pt x="21129" y="1307"/>
                  </a:lnTo>
                  <a:cubicBezTo>
                    <a:pt x="21354" y="1231"/>
                    <a:pt x="21505" y="1056"/>
                    <a:pt x="21530" y="856"/>
                  </a:cubicBezTo>
                  <a:cubicBezTo>
                    <a:pt x="21605" y="555"/>
                    <a:pt x="21329" y="254"/>
                    <a:pt x="20953" y="229"/>
                  </a:cubicBezTo>
                  <a:lnTo>
                    <a:pt x="18673" y="3"/>
                  </a:lnTo>
                  <a:cubicBezTo>
                    <a:pt x="18647" y="1"/>
                    <a:pt x="18622" y="0"/>
                    <a:pt x="1859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2537;p55"/>
            <p:cNvSpPr/>
            <p:nvPr/>
          </p:nvSpPr>
          <p:spPr>
            <a:xfrm>
              <a:off x="1642375" y="2136200"/>
              <a:ext cx="1005025" cy="1034575"/>
            </a:xfrm>
            <a:custGeom>
              <a:avLst/>
              <a:gdLst/>
              <a:ahLst/>
              <a:cxnLst/>
              <a:rect l="l" t="t" r="r" b="b"/>
              <a:pathLst>
                <a:path w="40201" h="41383" extrusionOk="0">
                  <a:moveTo>
                    <a:pt x="39524" y="14303"/>
                  </a:moveTo>
                  <a:lnTo>
                    <a:pt x="39524" y="14303"/>
                  </a:lnTo>
                  <a:cubicBezTo>
                    <a:pt x="38873" y="15205"/>
                    <a:pt x="37995" y="15531"/>
                    <a:pt x="36993" y="15782"/>
                  </a:cubicBezTo>
                  <a:cubicBezTo>
                    <a:pt x="37319" y="15155"/>
                    <a:pt x="38522" y="14428"/>
                    <a:pt x="39524" y="14303"/>
                  </a:cubicBezTo>
                  <a:close/>
                  <a:moveTo>
                    <a:pt x="7695" y="24579"/>
                  </a:moveTo>
                  <a:lnTo>
                    <a:pt x="7695" y="24579"/>
                  </a:lnTo>
                  <a:cubicBezTo>
                    <a:pt x="6492" y="28213"/>
                    <a:pt x="5013" y="31722"/>
                    <a:pt x="4411" y="35531"/>
                  </a:cubicBezTo>
                  <a:cubicBezTo>
                    <a:pt x="3158" y="34880"/>
                    <a:pt x="2055" y="34103"/>
                    <a:pt x="1253" y="32925"/>
                  </a:cubicBezTo>
                  <a:cubicBezTo>
                    <a:pt x="602" y="31972"/>
                    <a:pt x="577" y="30870"/>
                    <a:pt x="1304" y="29942"/>
                  </a:cubicBezTo>
                  <a:cubicBezTo>
                    <a:pt x="1905" y="29190"/>
                    <a:pt x="2582" y="28489"/>
                    <a:pt x="3334" y="27862"/>
                  </a:cubicBezTo>
                  <a:cubicBezTo>
                    <a:pt x="4687" y="26734"/>
                    <a:pt x="6116" y="25707"/>
                    <a:pt x="7544" y="24629"/>
                  </a:cubicBezTo>
                  <a:cubicBezTo>
                    <a:pt x="7569" y="24604"/>
                    <a:pt x="7594" y="24604"/>
                    <a:pt x="7695" y="24579"/>
                  </a:cubicBezTo>
                  <a:close/>
                  <a:moveTo>
                    <a:pt x="4010" y="36609"/>
                  </a:moveTo>
                  <a:lnTo>
                    <a:pt x="4010" y="36609"/>
                  </a:lnTo>
                  <a:cubicBezTo>
                    <a:pt x="3910" y="37436"/>
                    <a:pt x="3735" y="38063"/>
                    <a:pt x="3183" y="38514"/>
                  </a:cubicBezTo>
                  <a:cubicBezTo>
                    <a:pt x="3158" y="37787"/>
                    <a:pt x="3459" y="37236"/>
                    <a:pt x="4010" y="36609"/>
                  </a:cubicBezTo>
                  <a:close/>
                  <a:moveTo>
                    <a:pt x="15617" y="1"/>
                  </a:moveTo>
                  <a:cubicBezTo>
                    <a:pt x="15399" y="1"/>
                    <a:pt x="15181" y="7"/>
                    <a:pt x="14963" y="17"/>
                  </a:cubicBezTo>
                  <a:cubicBezTo>
                    <a:pt x="14863" y="17"/>
                    <a:pt x="14762" y="218"/>
                    <a:pt x="14637" y="293"/>
                  </a:cubicBezTo>
                  <a:cubicBezTo>
                    <a:pt x="14737" y="393"/>
                    <a:pt x="14837" y="519"/>
                    <a:pt x="14938" y="569"/>
                  </a:cubicBezTo>
                  <a:cubicBezTo>
                    <a:pt x="14979" y="577"/>
                    <a:pt x="15021" y="580"/>
                    <a:pt x="15063" y="580"/>
                  </a:cubicBezTo>
                  <a:cubicBezTo>
                    <a:pt x="15147" y="580"/>
                    <a:pt x="15230" y="569"/>
                    <a:pt x="15314" y="569"/>
                  </a:cubicBezTo>
                  <a:cubicBezTo>
                    <a:pt x="15815" y="594"/>
                    <a:pt x="16316" y="594"/>
                    <a:pt x="16817" y="644"/>
                  </a:cubicBezTo>
                  <a:cubicBezTo>
                    <a:pt x="23534" y="1471"/>
                    <a:pt x="28246" y="7661"/>
                    <a:pt x="27269" y="14353"/>
                  </a:cubicBezTo>
                  <a:cubicBezTo>
                    <a:pt x="26417" y="20318"/>
                    <a:pt x="21251" y="24637"/>
                    <a:pt x="15398" y="24637"/>
                  </a:cubicBezTo>
                  <a:cubicBezTo>
                    <a:pt x="14709" y="24637"/>
                    <a:pt x="14011" y="24578"/>
                    <a:pt x="13309" y="24453"/>
                  </a:cubicBezTo>
                  <a:cubicBezTo>
                    <a:pt x="4687" y="22950"/>
                    <a:pt x="502" y="13150"/>
                    <a:pt x="5389" y="5882"/>
                  </a:cubicBezTo>
                  <a:cubicBezTo>
                    <a:pt x="7319" y="3000"/>
                    <a:pt x="10076" y="1295"/>
                    <a:pt x="13509" y="719"/>
                  </a:cubicBezTo>
                  <a:cubicBezTo>
                    <a:pt x="13760" y="669"/>
                    <a:pt x="13985" y="669"/>
                    <a:pt x="14211" y="594"/>
                  </a:cubicBezTo>
                  <a:cubicBezTo>
                    <a:pt x="14311" y="569"/>
                    <a:pt x="14386" y="393"/>
                    <a:pt x="14386" y="318"/>
                  </a:cubicBezTo>
                  <a:cubicBezTo>
                    <a:pt x="14386" y="218"/>
                    <a:pt x="14261" y="118"/>
                    <a:pt x="14161" y="92"/>
                  </a:cubicBezTo>
                  <a:cubicBezTo>
                    <a:pt x="14122" y="77"/>
                    <a:pt x="14081" y="71"/>
                    <a:pt x="14038" y="71"/>
                  </a:cubicBezTo>
                  <a:cubicBezTo>
                    <a:pt x="13942" y="71"/>
                    <a:pt x="13838" y="100"/>
                    <a:pt x="13735" y="118"/>
                  </a:cubicBezTo>
                  <a:cubicBezTo>
                    <a:pt x="8196" y="794"/>
                    <a:pt x="3208" y="5280"/>
                    <a:pt x="2782" y="11747"/>
                  </a:cubicBezTo>
                  <a:cubicBezTo>
                    <a:pt x="2507" y="16333"/>
                    <a:pt x="4311" y="20017"/>
                    <a:pt x="7945" y="22824"/>
                  </a:cubicBezTo>
                  <a:cubicBezTo>
                    <a:pt x="8096" y="22925"/>
                    <a:pt x="8246" y="23025"/>
                    <a:pt x="8371" y="23150"/>
                  </a:cubicBezTo>
                  <a:cubicBezTo>
                    <a:pt x="8321" y="23225"/>
                    <a:pt x="8321" y="23301"/>
                    <a:pt x="8271" y="23326"/>
                  </a:cubicBezTo>
                  <a:cubicBezTo>
                    <a:pt x="7644" y="23827"/>
                    <a:pt x="6993" y="24303"/>
                    <a:pt x="6366" y="24804"/>
                  </a:cubicBezTo>
                  <a:cubicBezTo>
                    <a:pt x="5238" y="25656"/>
                    <a:pt x="4111" y="26484"/>
                    <a:pt x="3008" y="27361"/>
                  </a:cubicBezTo>
                  <a:cubicBezTo>
                    <a:pt x="2181" y="28037"/>
                    <a:pt x="1429" y="28739"/>
                    <a:pt x="827" y="29616"/>
                  </a:cubicBezTo>
                  <a:cubicBezTo>
                    <a:pt x="0" y="30769"/>
                    <a:pt x="0" y="32123"/>
                    <a:pt x="802" y="33276"/>
                  </a:cubicBezTo>
                  <a:cubicBezTo>
                    <a:pt x="1454" y="34228"/>
                    <a:pt x="2306" y="34955"/>
                    <a:pt x="3284" y="35556"/>
                  </a:cubicBezTo>
                  <a:cubicBezTo>
                    <a:pt x="3459" y="35657"/>
                    <a:pt x="3634" y="35782"/>
                    <a:pt x="3810" y="35907"/>
                  </a:cubicBezTo>
                  <a:cubicBezTo>
                    <a:pt x="3509" y="36308"/>
                    <a:pt x="3183" y="36659"/>
                    <a:pt x="2983" y="37060"/>
                  </a:cubicBezTo>
                  <a:cubicBezTo>
                    <a:pt x="2757" y="37486"/>
                    <a:pt x="2632" y="37962"/>
                    <a:pt x="2507" y="38439"/>
                  </a:cubicBezTo>
                  <a:cubicBezTo>
                    <a:pt x="2456" y="38689"/>
                    <a:pt x="2557" y="38940"/>
                    <a:pt x="2807" y="39090"/>
                  </a:cubicBezTo>
                  <a:cubicBezTo>
                    <a:pt x="2913" y="39148"/>
                    <a:pt x="3014" y="39172"/>
                    <a:pt x="3112" y="39172"/>
                  </a:cubicBezTo>
                  <a:cubicBezTo>
                    <a:pt x="3271" y="39172"/>
                    <a:pt x="3420" y="39108"/>
                    <a:pt x="3559" y="39015"/>
                  </a:cubicBezTo>
                  <a:cubicBezTo>
                    <a:pt x="3710" y="38915"/>
                    <a:pt x="3810" y="38764"/>
                    <a:pt x="3935" y="38639"/>
                  </a:cubicBezTo>
                  <a:cubicBezTo>
                    <a:pt x="4035" y="38539"/>
                    <a:pt x="4111" y="38439"/>
                    <a:pt x="4261" y="38213"/>
                  </a:cubicBezTo>
                  <a:cubicBezTo>
                    <a:pt x="4286" y="38890"/>
                    <a:pt x="4286" y="39466"/>
                    <a:pt x="4336" y="40017"/>
                  </a:cubicBezTo>
                  <a:cubicBezTo>
                    <a:pt x="4386" y="40393"/>
                    <a:pt x="4436" y="40769"/>
                    <a:pt x="4512" y="41145"/>
                  </a:cubicBezTo>
                  <a:cubicBezTo>
                    <a:pt x="4554" y="41273"/>
                    <a:pt x="4650" y="41382"/>
                    <a:pt x="4801" y="41382"/>
                  </a:cubicBezTo>
                  <a:cubicBezTo>
                    <a:pt x="4828" y="41382"/>
                    <a:pt x="4857" y="41379"/>
                    <a:pt x="4888" y="41371"/>
                  </a:cubicBezTo>
                  <a:cubicBezTo>
                    <a:pt x="5088" y="41296"/>
                    <a:pt x="5113" y="41145"/>
                    <a:pt x="5088" y="40970"/>
                  </a:cubicBezTo>
                  <a:cubicBezTo>
                    <a:pt x="5013" y="40494"/>
                    <a:pt x="4938" y="39992"/>
                    <a:pt x="4888" y="39491"/>
                  </a:cubicBezTo>
                  <a:cubicBezTo>
                    <a:pt x="4737" y="37511"/>
                    <a:pt x="4913" y="35531"/>
                    <a:pt x="5389" y="33601"/>
                  </a:cubicBezTo>
                  <a:cubicBezTo>
                    <a:pt x="5765" y="32098"/>
                    <a:pt x="6241" y="30594"/>
                    <a:pt x="6742" y="29115"/>
                  </a:cubicBezTo>
                  <a:cubicBezTo>
                    <a:pt x="7268" y="27511"/>
                    <a:pt x="7870" y="25907"/>
                    <a:pt x="8421" y="24328"/>
                  </a:cubicBezTo>
                  <a:cubicBezTo>
                    <a:pt x="8547" y="24027"/>
                    <a:pt x="8697" y="23752"/>
                    <a:pt x="8822" y="23476"/>
                  </a:cubicBezTo>
                  <a:cubicBezTo>
                    <a:pt x="11118" y="24639"/>
                    <a:pt x="13335" y="25221"/>
                    <a:pt x="15477" y="25221"/>
                  </a:cubicBezTo>
                  <a:cubicBezTo>
                    <a:pt x="18595" y="25221"/>
                    <a:pt x="21553" y="23988"/>
                    <a:pt x="24361" y="21521"/>
                  </a:cubicBezTo>
                  <a:cubicBezTo>
                    <a:pt x="24487" y="21697"/>
                    <a:pt x="24587" y="21847"/>
                    <a:pt x="24662" y="21997"/>
                  </a:cubicBezTo>
                  <a:cubicBezTo>
                    <a:pt x="25138" y="23025"/>
                    <a:pt x="25665" y="24027"/>
                    <a:pt x="26091" y="25080"/>
                  </a:cubicBezTo>
                  <a:cubicBezTo>
                    <a:pt x="26843" y="26910"/>
                    <a:pt x="27444" y="28814"/>
                    <a:pt x="27970" y="30744"/>
                  </a:cubicBezTo>
                  <a:cubicBezTo>
                    <a:pt x="28848" y="34078"/>
                    <a:pt x="29148" y="37436"/>
                    <a:pt x="28647" y="40845"/>
                  </a:cubicBezTo>
                  <a:cubicBezTo>
                    <a:pt x="28622" y="41070"/>
                    <a:pt x="28622" y="41271"/>
                    <a:pt x="28873" y="41321"/>
                  </a:cubicBezTo>
                  <a:cubicBezTo>
                    <a:pt x="28910" y="41331"/>
                    <a:pt x="28943" y="41336"/>
                    <a:pt x="28974" y="41336"/>
                  </a:cubicBezTo>
                  <a:cubicBezTo>
                    <a:pt x="29168" y="41336"/>
                    <a:pt x="29227" y="41143"/>
                    <a:pt x="29249" y="40970"/>
                  </a:cubicBezTo>
                  <a:cubicBezTo>
                    <a:pt x="29299" y="40318"/>
                    <a:pt x="29424" y="39692"/>
                    <a:pt x="29449" y="39040"/>
                  </a:cubicBezTo>
                  <a:cubicBezTo>
                    <a:pt x="29524" y="36734"/>
                    <a:pt x="29424" y="34454"/>
                    <a:pt x="28898" y="32198"/>
                  </a:cubicBezTo>
                  <a:cubicBezTo>
                    <a:pt x="28271" y="29391"/>
                    <a:pt x="27444" y="26659"/>
                    <a:pt x="26266" y="24052"/>
                  </a:cubicBezTo>
                  <a:cubicBezTo>
                    <a:pt x="26216" y="23927"/>
                    <a:pt x="26166" y="23802"/>
                    <a:pt x="26116" y="23677"/>
                  </a:cubicBezTo>
                  <a:lnTo>
                    <a:pt x="26116" y="23677"/>
                  </a:lnTo>
                  <a:cubicBezTo>
                    <a:pt x="26341" y="23752"/>
                    <a:pt x="26467" y="23877"/>
                    <a:pt x="26617" y="24002"/>
                  </a:cubicBezTo>
                  <a:cubicBezTo>
                    <a:pt x="27469" y="24754"/>
                    <a:pt x="28371" y="25481"/>
                    <a:pt x="29424" y="25957"/>
                  </a:cubicBezTo>
                  <a:cubicBezTo>
                    <a:pt x="29839" y="26152"/>
                    <a:pt x="30223" y="26250"/>
                    <a:pt x="30578" y="26250"/>
                  </a:cubicBezTo>
                  <a:cubicBezTo>
                    <a:pt x="31273" y="26250"/>
                    <a:pt x="31859" y="25877"/>
                    <a:pt x="32356" y="25130"/>
                  </a:cubicBezTo>
                  <a:cubicBezTo>
                    <a:pt x="32707" y="24629"/>
                    <a:pt x="33008" y="24103"/>
                    <a:pt x="33259" y="23551"/>
                  </a:cubicBezTo>
                  <a:cubicBezTo>
                    <a:pt x="34311" y="21321"/>
                    <a:pt x="35339" y="19065"/>
                    <a:pt x="36366" y="16809"/>
                  </a:cubicBezTo>
                  <a:cubicBezTo>
                    <a:pt x="36492" y="16509"/>
                    <a:pt x="36642" y="16383"/>
                    <a:pt x="36968" y="16333"/>
                  </a:cubicBezTo>
                  <a:cubicBezTo>
                    <a:pt x="37945" y="16208"/>
                    <a:pt x="38823" y="15832"/>
                    <a:pt x="39549" y="15155"/>
                  </a:cubicBezTo>
                  <a:cubicBezTo>
                    <a:pt x="39750" y="14980"/>
                    <a:pt x="39925" y="14754"/>
                    <a:pt x="40026" y="14529"/>
                  </a:cubicBezTo>
                  <a:cubicBezTo>
                    <a:pt x="40201" y="14103"/>
                    <a:pt x="39925" y="13702"/>
                    <a:pt x="39474" y="13702"/>
                  </a:cubicBezTo>
                  <a:cubicBezTo>
                    <a:pt x="39324" y="13702"/>
                    <a:pt x="39198" y="13727"/>
                    <a:pt x="39048" y="13752"/>
                  </a:cubicBezTo>
                  <a:cubicBezTo>
                    <a:pt x="37995" y="14052"/>
                    <a:pt x="37118" y="14654"/>
                    <a:pt x="36366" y="15431"/>
                  </a:cubicBezTo>
                  <a:cubicBezTo>
                    <a:pt x="36266" y="15531"/>
                    <a:pt x="36191" y="15656"/>
                    <a:pt x="36141" y="15782"/>
                  </a:cubicBezTo>
                  <a:cubicBezTo>
                    <a:pt x="35690" y="16859"/>
                    <a:pt x="35264" y="17937"/>
                    <a:pt x="34787" y="18990"/>
                  </a:cubicBezTo>
                  <a:cubicBezTo>
                    <a:pt x="33935" y="20794"/>
                    <a:pt x="33033" y="22599"/>
                    <a:pt x="32156" y="24378"/>
                  </a:cubicBezTo>
                  <a:cubicBezTo>
                    <a:pt x="32005" y="24654"/>
                    <a:pt x="31805" y="24930"/>
                    <a:pt x="31604" y="25155"/>
                  </a:cubicBezTo>
                  <a:cubicBezTo>
                    <a:pt x="31297" y="25497"/>
                    <a:pt x="30932" y="25675"/>
                    <a:pt x="30532" y="25675"/>
                  </a:cubicBezTo>
                  <a:cubicBezTo>
                    <a:pt x="30345" y="25675"/>
                    <a:pt x="30150" y="25636"/>
                    <a:pt x="29950" y="25556"/>
                  </a:cubicBezTo>
                  <a:cubicBezTo>
                    <a:pt x="29650" y="25406"/>
                    <a:pt x="29324" y="25281"/>
                    <a:pt x="29023" y="25105"/>
                  </a:cubicBezTo>
                  <a:cubicBezTo>
                    <a:pt x="27619" y="24228"/>
                    <a:pt x="26366" y="23150"/>
                    <a:pt x="25314" y="21847"/>
                  </a:cubicBezTo>
                  <a:cubicBezTo>
                    <a:pt x="25113" y="21621"/>
                    <a:pt x="24913" y="21371"/>
                    <a:pt x="24737" y="21145"/>
                  </a:cubicBezTo>
                  <a:cubicBezTo>
                    <a:pt x="24762" y="21070"/>
                    <a:pt x="24762" y="21045"/>
                    <a:pt x="24762" y="21020"/>
                  </a:cubicBezTo>
                  <a:cubicBezTo>
                    <a:pt x="24888" y="20895"/>
                    <a:pt x="24988" y="20744"/>
                    <a:pt x="25113" y="20619"/>
                  </a:cubicBezTo>
                  <a:cubicBezTo>
                    <a:pt x="27544" y="17536"/>
                    <a:pt x="28472" y="14027"/>
                    <a:pt x="27720" y="10168"/>
                  </a:cubicBezTo>
                  <a:cubicBezTo>
                    <a:pt x="26667" y="4654"/>
                    <a:pt x="22106" y="594"/>
                    <a:pt x="16542" y="42"/>
                  </a:cubicBezTo>
                  <a:cubicBezTo>
                    <a:pt x="16233" y="13"/>
                    <a:pt x="15925" y="1"/>
                    <a:pt x="156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2538;p55"/>
            <p:cNvSpPr/>
            <p:nvPr/>
          </p:nvSpPr>
          <p:spPr>
            <a:xfrm>
              <a:off x="2414475" y="1979975"/>
              <a:ext cx="456000" cy="420500"/>
            </a:xfrm>
            <a:custGeom>
              <a:avLst/>
              <a:gdLst/>
              <a:ahLst/>
              <a:cxnLst/>
              <a:rect l="l" t="t" r="r" b="b"/>
              <a:pathLst>
                <a:path w="18240" h="16820" extrusionOk="0">
                  <a:moveTo>
                    <a:pt x="921" y="1"/>
                  </a:moveTo>
                  <a:cubicBezTo>
                    <a:pt x="670" y="1"/>
                    <a:pt x="645" y="201"/>
                    <a:pt x="645" y="402"/>
                  </a:cubicBezTo>
                  <a:cubicBezTo>
                    <a:pt x="670" y="727"/>
                    <a:pt x="670" y="1078"/>
                    <a:pt x="695" y="1429"/>
                  </a:cubicBezTo>
                  <a:cubicBezTo>
                    <a:pt x="871" y="3735"/>
                    <a:pt x="1071" y="6041"/>
                    <a:pt x="1247" y="8346"/>
                  </a:cubicBezTo>
                  <a:cubicBezTo>
                    <a:pt x="1372" y="9850"/>
                    <a:pt x="1472" y="11354"/>
                    <a:pt x="1573" y="12858"/>
                  </a:cubicBezTo>
                  <a:cubicBezTo>
                    <a:pt x="1598" y="13334"/>
                    <a:pt x="1673" y="13810"/>
                    <a:pt x="1598" y="14311"/>
                  </a:cubicBezTo>
                  <a:cubicBezTo>
                    <a:pt x="1447" y="14311"/>
                    <a:pt x="1347" y="14336"/>
                    <a:pt x="1272" y="14336"/>
                  </a:cubicBezTo>
                  <a:cubicBezTo>
                    <a:pt x="996" y="14362"/>
                    <a:pt x="746" y="14362"/>
                    <a:pt x="470" y="14362"/>
                  </a:cubicBezTo>
                  <a:cubicBezTo>
                    <a:pt x="269" y="14387"/>
                    <a:pt x="19" y="14336"/>
                    <a:pt x="19" y="14612"/>
                  </a:cubicBezTo>
                  <a:cubicBezTo>
                    <a:pt x="1" y="14865"/>
                    <a:pt x="152" y="14884"/>
                    <a:pt x="322" y="14884"/>
                  </a:cubicBezTo>
                  <a:cubicBezTo>
                    <a:pt x="351" y="14884"/>
                    <a:pt x="381" y="14883"/>
                    <a:pt x="410" y="14883"/>
                  </a:cubicBezTo>
                  <a:cubicBezTo>
                    <a:pt x="448" y="14883"/>
                    <a:pt x="485" y="14884"/>
                    <a:pt x="520" y="14888"/>
                  </a:cubicBezTo>
                  <a:cubicBezTo>
                    <a:pt x="695" y="14888"/>
                    <a:pt x="871" y="14888"/>
                    <a:pt x="1046" y="14863"/>
                  </a:cubicBezTo>
                  <a:lnTo>
                    <a:pt x="1673" y="14863"/>
                  </a:lnTo>
                  <a:cubicBezTo>
                    <a:pt x="1723" y="15389"/>
                    <a:pt x="1773" y="15865"/>
                    <a:pt x="1798" y="16342"/>
                  </a:cubicBezTo>
                  <a:cubicBezTo>
                    <a:pt x="1822" y="16557"/>
                    <a:pt x="1800" y="16819"/>
                    <a:pt x="2084" y="16819"/>
                  </a:cubicBezTo>
                  <a:cubicBezTo>
                    <a:pt x="2097" y="16819"/>
                    <a:pt x="2110" y="16819"/>
                    <a:pt x="2124" y="16818"/>
                  </a:cubicBezTo>
                  <a:cubicBezTo>
                    <a:pt x="2450" y="16793"/>
                    <a:pt x="2375" y="16517"/>
                    <a:pt x="2350" y="16291"/>
                  </a:cubicBezTo>
                  <a:cubicBezTo>
                    <a:pt x="2350" y="15815"/>
                    <a:pt x="2324" y="15364"/>
                    <a:pt x="2299" y="14863"/>
                  </a:cubicBezTo>
                  <a:cubicBezTo>
                    <a:pt x="2525" y="14838"/>
                    <a:pt x="2700" y="14813"/>
                    <a:pt x="2851" y="14813"/>
                  </a:cubicBezTo>
                  <a:cubicBezTo>
                    <a:pt x="5081" y="14763"/>
                    <a:pt x="7312" y="14662"/>
                    <a:pt x="9543" y="14637"/>
                  </a:cubicBezTo>
                  <a:cubicBezTo>
                    <a:pt x="12124" y="14612"/>
                    <a:pt x="14680" y="14612"/>
                    <a:pt x="17237" y="14612"/>
                  </a:cubicBezTo>
                  <a:cubicBezTo>
                    <a:pt x="17462" y="14612"/>
                    <a:pt x="17713" y="14612"/>
                    <a:pt x="17939" y="14587"/>
                  </a:cubicBezTo>
                  <a:cubicBezTo>
                    <a:pt x="18064" y="14562"/>
                    <a:pt x="18139" y="14412"/>
                    <a:pt x="18239" y="14311"/>
                  </a:cubicBezTo>
                  <a:cubicBezTo>
                    <a:pt x="18114" y="14211"/>
                    <a:pt x="18014" y="14061"/>
                    <a:pt x="17888" y="14036"/>
                  </a:cubicBezTo>
                  <a:cubicBezTo>
                    <a:pt x="17822" y="14019"/>
                    <a:pt x="17752" y="14013"/>
                    <a:pt x="17681" y="14013"/>
                  </a:cubicBezTo>
                  <a:cubicBezTo>
                    <a:pt x="17538" y="14013"/>
                    <a:pt x="17387" y="14036"/>
                    <a:pt x="17237" y="14036"/>
                  </a:cubicBezTo>
                  <a:cubicBezTo>
                    <a:pt x="16154" y="14013"/>
                    <a:pt x="15071" y="14002"/>
                    <a:pt x="13989" y="14002"/>
                  </a:cubicBezTo>
                  <a:cubicBezTo>
                    <a:pt x="11465" y="14002"/>
                    <a:pt x="8944" y="14063"/>
                    <a:pt x="6435" y="14186"/>
                  </a:cubicBezTo>
                  <a:cubicBezTo>
                    <a:pt x="5844" y="14218"/>
                    <a:pt x="5258" y="14228"/>
                    <a:pt x="4668" y="14228"/>
                  </a:cubicBezTo>
                  <a:cubicBezTo>
                    <a:pt x="3882" y="14228"/>
                    <a:pt x="3091" y="14211"/>
                    <a:pt x="2274" y="14211"/>
                  </a:cubicBezTo>
                  <a:cubicBezTo>
                    <a:pt x="2249" y="14111"/>
                    <a:pt x="2224" y="14036"/>
                    <a:pt x="2224" y="13961"/>
                  </a:cubicBezTo>
                  <a:cubicBezTo>
                    <a:pt x="2049" y="11780"/>
                    <a:pt x="1923" y="9625"/>
                    <a:pt x="1748" y="7444"/>
                  </a:cubicBezTo>
                  <a:cubicBezTo>
                    <a:pt x="1573" y="5088"/>
                    <a:pt x="1347" y="2732"/>
                    <a:pt x="1147" y="351"/>
                  </a:cubicBezTo>
                  <a:cubicBezTo>
                    <a:pt x="1147" y="201"/>
                    <a:pt x="1147" y="1"/>
                    <a:pt x="9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9" name="Google Shape;2539;p55"/>
            <p:cNvSpPr/>
            <p:nvPr/>
          </p:nvSpPr>
          <p:spPr>
            <a:xfrm>
              <a:off x="2787100" y="1953600"/>
              <a:ext cx="93400" cy="357225"/>
            </a:xfrm>
            <a:custGeom>
              <a:avLst/>
              <a:gdLst/>
              <a:ahLst/>
              <a:cxnLst/>
              <a:rect l="l" t="t" r="r" b="b"/>
              <a:pathLst>
                <a:path w="3736" h="14289" extrusionOk="0">
                  <a:moveTo>
                    <a:pt x="3184" y="504"/>
                  </a:moveTo>
                  <a:lnTo>
                    <a:pt x="3184" y="504"/>
                  </a:lnTo>
                  <a:cubicBezTo>
                    <a:pt x="2808" y="4865"/>
                    <a:pt x="2858" y="9126"/>
                    <a:pt x="2933" y="13462"/>
                  </a:cubicBezTo>
                  <a:cubicBezTo>
                    <a:pt x="2356" y="13577"/>
                    <a:pt x="1779" y="13737"/>
                    <a:pt x="1145" y="13737"/>
                  </a:cubicBezTo>
                  <a:cubicBezTo>
                    <a:pt x="953" y="13737"/>
                    <a:pt x="756" y="13722"/>
                    <a:pt x="552" y="13687"/>
                  </a:cubicBezTo>
                  <a:cubicBezTo>
                    <a:pt x="427" y="11532"/>
                    <a:pt x="577" y="9376"/>
                    <a:pt x="552" y="7246"/>
                  </a:cubicBezTo>
                  <a:cubicBezTo>
                    <a:pt x="527" y="5116"/>
                    <a:pt x="603" y="2985"/>
                    <a:pt x="628" y="705"/>
                  </a:cubicBezTo>
                  <a:cubicBezTo>
                    <a:pt x="1455" y="655"/>
                    <a:pt x="2282" y="579"/>
                    <a:pt x="3184" y="504"/>
                  </a:cubicBezTo>
                  <a:close/>
                  <a:moveTo>
                    <a:pt x="3181" y="1"/>
                  </a:moveTo>
                  <a:cubicBezTo>
                    <a:pt x="3158" y="1"/>
                    <a:pt x="3134" y="1"/>
                    <a:pt x="3109" y="3"/>
                  </a:cubicBezTo>
                  <a:cubicBezTo>
                    <a:pt x="2307" y="53"/>
                    <a:pt x="1505" y="128"/>
                    <a:pt x="703" y="203"/>
                  </a:cubicBezTo>
                  <a:cubicBezTo>
                    <a:pt x="577" y="228"/>
                    <a:pt x="377" y="304"/>
                    <a:pt x="352" y="404"/>
                  </a:cubicBezTo>
                  <a:cubicBezTo>
                    <a:pt x="227" y="730"/>
                    <a:pt x="51" y="1106"/>
                    <a:pt x="51" y="1457"/>
                  </a:cubicBezTo>
                  <a:cubicBezTo>
                    <a:pt x="26" y="3462"/>
                    <a:pt x="51" y="5467"/>
                    <a:pt x="51" y="7472"/>
                  </a:cubicBezTo>
                  <a:lnTo>
                    <a:pt x="1" y="7472"/>
                  </a:lnTo>
                  <a:cubicBezTo>
                    <a:pt x="1" y="9502"/>
                    <a:pt x="1" y="11507"/>
                    <a:pt x="1" y="13512"/>
                  </a:cubicBezTo>
                  <a:cubicBezTo>
                    <a:pt x="1" y="13988"/>
                    <a:pt x="26" y="14038"/>
                    <a:pt x="452" y="14188"/>
                  </a:cubicBezTo>
                  <a:cubicBezTo>
                    <a:pt x="603" y="14239"/>
                    <a:pt x="753" y="14289"/>
                    <a:pt x="903" y="14289"/>
                  </a:cubicBezTo>
                  <a:cubicBezTo>
                    <a:pt x="1680" y="14188"/>
                    <a:pt x="2432" y="14088"/>
                    <a:pt x="3184" y="13963"/>
                  </a:cubicBezTo>
                  <a:cubicBezTo>
                    <a:pt x="3284" y="13938"/>
                    <a:pt x="3435" y="13813"/>
                    <a:pt x="3435" y="13712"/>
                  </a:cubicBezTo>
                  <a:cubicBezTo>
                    <a:pt x="3510" y="13412"/>
                    <a:pt x="3510" y="13111"/>
                    <a:pt x="3510" y="12810"/>
                  </a:cubicBezTo>
                  <a:cubicBezTo>
                    <a:pt x="3510" y="10354"/>
                    <a:pt x="3485" y="7898"/>
                    <a:pt x="3510" y="5442"/>
                  </a:cubicBezTo>
                  <a:cubicBezTo>
                    <a:pt x="3535" y="4013"/>
                    <a:pt x="3635" y="2559"/>
                    <a:pt x="3710" y="1106"/>
                  </a:cubicBezTo>
                  <a:cubicBezTo>
                    <a:pt x="3735" y="930"/>
                    <a:pt x="3735" y="755"/>
                    <a:pt x="3735" y="579"/>
                  </a:cubicBezTo>
                  <a:cubicBezTo>
                    <a:pt x="3688" y="180"/>
                    <a:pt x="3531" y="1"/>
                    <a:pt x="31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2540;p55"/>
            <p:cNvSpPr/>
            <p:nvPr/>
          </p:nvSpPr>
          <p:spPr>
            <a:xfrm>
              <a:off x="2500150" y="1793100"/>
              <a:ext cx="409800" cy="226250"/>
            </a:xfrm>
            <a:custGeom>
              <a:avLst/>
              <a:gdLst/>
              <a:ahLst/>
              <a:cxnLst/>
              <a:rect l="l" t="t" r="r" b="b"/>
              <a:pathLst>
                <a:path w="16392" h="9050" extrusionOk="0">
                  <a:moveTo>
                    <a:pt x="15947" y="0"/>
                  </a:moveTo>
                  <a:cubicBezTo>
                    <a:pt x="15804" y="0"/>
                    <a:pt x="15663" y="45"/>
                    <a:pt x="15539" y="107"/>
                  </a:cubicBezTo>
                  <a:cubicBezTo>
                    <a:pt x="15263" y="207"/>
                    <a:pt x="15038" y="383"/>
                    <a:pt x="14787" y="508"/>
                  </a:cubicBezTo>
                  <a:cubicBezTo>
                    <a:pt x="14035" y="934"/>
                    <a:pt x="14010" y="959"/>
                    <a:pt x="14562" y="1636"/>
                  </a:cubicBezTo>
                  <a:cubicBezTo>
                    <a:pt x="14587" y="1661"/>
                    <a:pt x="14587" y="1711"/>
                    <a:pt x="14612" y="1786"/>
                  </a:cubicBezTo>
                  <a:cubicBezTo>
                    <a:pt x="14136" y="2613"/>
                    <a:pt x="13634" y="3466"/>
                    <a:pt x="13083" y="4368"/>
                  </a:cubicBezTo>
                  <a:cubicBezTo>
                    <a:pt x="12958" y="4242"/>
                    <a:pt x="12908" y="4192"/>
                    <a:pt x="12857" y="4142"/>
                  </a:cubicBezTo>
                  <a:cubicBezTo>
                    <a:pt x="12431" y="3466"/>
                    <a:pt x="12005" y="2814"/>
                    <a:pt x="11579" y="2162"/>
                  </a:cubicBezTo>
                  <a:cubicBezTo>
                    <a:pt x="11402" y="1876"/>
                    <a:pt x="11261" y="1730"/>
                    <a:pt x="11098" y="1730"/>
                  </a:cubicBezTo>
                  <a:cubicBezTo>
                    <a:pt x="10961" y="1730"/>
                    <a:pt x="10807" y="1832"/>
                    <a:pt x="10602" y="2037"/>
                  </a:cubicBezTo>
                  <a:cubicBezTo>
                    <a:pt x="10376" y="2288"/>
                    <a:pt x="10176" y="2563"/>
                    <a:pt x="9975" y="2864"/>
                  </a:cubicBezTo>
                  <a:cubicBezTo>
                    <a:pt x="9349" y="3816"/>
                    <a:pt x="8747" y="4794"/>
                    <a:pt x="8121" y="5746"/>
                  </a:cubicBezTo>
                  <a:cubicBezTo>
                    <a:pt x="8020" y="5897"/>
                    <a:pt x="7895" y="6022"/>
                    <a:pt x="7770" y="6197"/>
                  </a:cubicBezTo>
                  <a:cubicBezTo>
                    <a:pt x="7644" y="6022"/>
                    <a:pt x="7544" y="5897"/>
                    <a:pt x="7469" y="5746"/>
                  </a:cubicBezTo>
                  <a:cubicBezTo>
                    <a:pt x="7068" y="5195"/>
                    <a:pt x="6692" y="4618"/>
                    <a:pt x="6266" y="4067"/>
                  </a:cubicBezTo>
                  <a:cubicBezTo>
                    <a:pt x="6063" y="3801"/>
                    <a:pt x="5892" y="3669"/>
                    <a:pt x="5721" y="3669"/>
                  </a:cubicBezTo>
                  <a:cubicBezTo>
                    <a:pt x="5554" y="3669"/>
                    <a:pt x="5386" y="3794"/>
                    <a:pt x="5188" y="4042"/>
                  </a:cubicBezTo>
                  <a:cubicBezTo>
                    <a:pt x="4111" y="5345"/>
                    <a:pt x="3058" y="6648"/>
                    <a:pt x="2005" y="7927"/>
                  </a:cubicBezTo>
                  <a:cubicBezTo>
                    <a:pt x="1830" y="8127"/>
                    <a:pt x="1654" y="8303"/>
                    <a:pt x="1429" y="8528"/>
                  </a:cubicBezTo>
                  <a:cubicBezTo>
                    <a:pt x="1203" y="8253"/>
                    <a:pt x="1053" y="8027"/>
                    <a:pt x="902" y="7801"/>
                  </a:cubicBezTo>
                  <a:cubicBezTo>
                    <a:pt x="727" y="7601"/>
                    <a:pt x="552" y="7400"/>
                    <a:pt x="376" y="7225"/>
                  </a:cubicBezTo>
                  <a:cubicBezTo>
                    <a:pt x="350" y="7207"/>
                    <a:pt x="307" y="7199"/>
                    <a:pt x="261" y="7199"/>
                  </a:cubicBezTo>
                  <a:cubicBezTo>
                    <a:pt x="178" y="7199"/>
                    <a:pt x="83" y="7227"/>
                    <a:pt x="50" y="7275"/>
                  </a:cubicBezTo>
                  <a:cubicBezTo>
                    <a:pt x="0" y="7325"/>
                    <a:pt x="0" y="7501"/>
                    <a:pt x="50" y="7576"/>
                  </a:cubicBezTo>
                  <a:cubicBezTo>
                    <a:pt x="201" y="7826"/>
                    <a:pt x="401" y="8027"/>
                    <a:pt x="552" y="8253"/>
                  </a:cubicBezTo>
                  <a:cubicBezTo>
                    <a:pt x="890" y="8786"/>
                    <a:pt x="1161" y="9049"/>
                    <a:pt x="1448" y="9049"/>
                  </a:cubicBezTo>
                  <a:cubicBezTo>
                    <a:pt x="1714" y="9049"/>
                    <a:pt x="1995" y="8824"/>
                    <a:pt x="2356" y="8378"/>
                  </a:cubicBezTo>
                  <a:cubicBezTo>
                    <a:pt x="3258" y="7300"/>
                    <a:pt x="4136" y="6222"/>
                    <a:pt x="5038" y="5145"/>
                  </a:cubicBezTo>
                  <a:cubicBezTo>
                    <a:pt x="5263" y="4869"/>
                    <a:pt x="5489" y="4593"/>
                    <a:pt x="5765" y="4268"/>
                  </a:cubicBezTo>
                  <a:cubicBezTo>
                    <a:pt x="5965" y="4568"/>
                    <a:pt x="6166" y="4819"/>
                    <a:pt x="6341" y="5070"/>
                  </a:cubicBezTo>
                  <a:cubicBezTo>
                    <a:pt x="6692" y="5571"/>
                    <a:pt x="6993" y="6097"/>
                    <a:pt x="7344" y="6573"/>
                  </a:cubicBezTo>
                  <a:cubicBezTo>
                    <a:pt x="7490" y="6780"/>
                    <a:pt x="7630" y="6881"/>
                    <a:pt x="7767" y="6881"/>
                  </a:cubicBezTo>
                  <a:cubicBezTo>
                    <a:pt x="7912" y="6881"/>
                    <a:pt x="8054" y="6768"/>
                    <a:pt x="8196" y="6548"/>
                  </a:cubicBezTo>
                  <a:cubicBezTo>
                    <a:pt x="8797" y="5646"/>
                    <a:pt x="9399" y="4744"/>
                    <a:pt x="10025" y="3841"/>
                  </a:cubicBezTo>
                  <a:cubicBezTo>
                    <a:pt x="10351" y="3365"/>
                    <a:pt x="10677" y="2889"/>
                    <a:pt x="11028" y="2363"/>
                  </a:cubicBezTo>
                  <a:cubicBezTo>
                    <a:pt x="11153" y="2538"/>
                    <a:pt x="11253" y="2664"/>
                    <a:pt x="11329" y="2764"/>
                  </a:cubicBezTo>
                  <a:cubicBezTo>
                    <a:pt x="11755" y="3440"/>
                    <a:pt x="12181" y="4142"/>
                    <a:pt x="12632" y="4794"/>
                  </a:cubicBezTo>
                  <a:cubicBezTo>
                    <a:pt x="12780" y="5016"/>
                    <a:pt x="12910" y="5123"/>
                    <a:pt x="13040" y="5123"/>
                  </a:cubicBezTo>
                  <a:cubicBezTo>
                    <a:pt x="13173" y="5123"/>
                    <a:pt x="13306" y="5010"/>
                    <a:pt x="13459" y="4794"/>
                  </a:cubicBezTo>
                  <a:cubicBezTo>
                    <a:pt x="13910" y="4042"/>
                    <a:pt x="14361" y="3265"/>
                    <a:pt x="14837" y="2513"/>
                  </a:cubicBezTo>
                  <a:cubicBezTo>
                    <a:pt x="14913" y="2388"/>
                    <a:pt x="15013" y="2288"/>
                    <a:pt x="15088" y="2187"/>
                  </a:cubicBezTo>
                  <a:cubicBezTo>
                    <a:pt x="15389" y="2338"/>
                    <a:pt x="15639" y="2488"/>
                    <a:pt x="15890" y="2638"/>
                  </a:cubicBezTo>
                  <a:cubicBezTo>
                    <a:pt x="15990" y="2488"/>
                    <a:pt x="16065" y="2413"/>
                    <a:pt x="16091" y="2313"/>
                  </a:cubicBezTo>
                  <a:cubicBezTo>
                    <a:pt x="16191" y="1661"/>
                    <a:pt x="16291" y="1009"/>
                    <a:pt x="16366" y="358"/>
                  </a:cubicBezTo>
                  <a:cubicBezTo>
                    <a:pt x="16391" y="132"/>
                    <a:pt x="16241" y="7"/>
                    <a:pt x="16040" y="7"/>
                  </a:cubicBezTo>
                  <a:cubicBezTo>
                    <a:pt x="16009" y="2"/>
                    <a:pt x="15978" y="0"/>
                    <a:pt x="159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1" name="Google Shape;2541;p55"/>
            <p:cNvSpPr/>
            <p:nvPr/>
          </p:nvSpPr>
          <p:spPr>
            <a:xfrm>
              <a:off x="2639250" y="2011925"/>
              <a:ext cx="101525" cy="308575"/>
            </a:xfrm>
            <a:custGeom>
              <a:avLst/>
              <a:gdLst/>
              <a:ahLst/>
              <a:cxnLst/>
              <a:rect l="l" t="t" r="r" b="b"/>
              <a:pathLst>
                <a:path w="4061" h="12343" extrusionOk="0">
                  <a:moveTo>
                    <a:pt x="602" y="502"/>
                  </a:moveTo>
                  <a:lnTo>
                    <a:pt x="602" y="502"/>
                  </a:lnTo>
                  <a:cubicBezTo>
                    <a:pt x="1454" y="552"/>
                    <a:pt x="2256" y="602"/>
                    <a:pt x="3033" y="652"/>
                  </a:cubicBezTo>
                  <a:cubicBezTo>
                    <a:pt x="3158" y="4261"/>
                    <a:pt x="3283" y="7845"/>
                    <a:pt x="3409" y="11505"/>
                  </a:cubicBezTo>
                  <a:cubicBezTo>
                    <a:pt x="2859" y="11709"/>
                    <a:pt x="2309" y="11805"/>
                    <a:pt x="1741" y="11805"/>
                  </a:cubicBezTo>
                  <a:cubicBezTo>
                    <a:pt x="1403" y="11805"/>
                    <a:pt x="1058" y="11771"/>
                    <a:pt x="702" y="11705"/>
                  </a:cubicBezTo>
                  <a:cubicBezTo>
                    <a:pt x="727" y="7996"/>
                    <a:pt x="501" y="4287"/>
                    <a:pt x="602" y="502"/>
                  </a:cubicBezTo>
                  <a:close/>
                  <a:moveTo>
                    <a:pt x="727" y="1"/>
                  </a:moveTo>
                  <a:cubicBezTo>
                    <a:pt x="276" y="1"/>
                    <a:pt x="50" y="201"/>
                    <a:pt x="25" y="652"/>
                  </a:cubicBezTo>
                  <a:cubicBezTo>
                    <a:pt x="0" y="953"/>
                    <a:pt x="0" y="1254"/>
                    <a:pt x="0" y="1555"/>
                  </a:cubicBezTo>
                  <a:cubicBezTo>
                    <a:pt x="25" y="3585"/>
                    <a:pt x="75" y="5615"/>
                    <a:pt x="100" y="7645"/>
                  </a:cubicBezTo>
                  <a:cubicBezTo>
                    <a:pt x="100" y="8923"/>
                    <a:pt x="125" y="10176"/>
                    <a:pt x="125" y="11454"/>
                  </a:cubicBezTo>
                  <a:cubicBezTo>
                    <a:pt x="151" y="11881"/>
                    <a:pt x="351" y="12181"/>
                    <a:pt x="777" y="12256"/>
                  </a:cubicBezTo>
                  <a:cubicBezTo>
                    <a:pt x="1111" y="12315"/>
                    <a:pt x="1440" y="12343"/>
                    <a:pt x="1765" y="12343"/>
                  </a:cubicBezTo>
                  <a:cubicBezTo>
                    <a:pt x="2415" y="12343"/>
                    <a:pt x="3049" y="12231"/>
                    <a:pt x="3684" y="12031"/>
                  </a:cubicBezTo>
                  <a:cubicBezTo>
                    <a:pt x="3960" y="11931"/>
                    <a:pt x="4060" y="11780"/>
                    <a:pt x="4035" y="11480"/>
                  </a:cubicBezTo>
                  <a:cubicBezTo>
                    <a:pt x="3960" y="10652"/>
                    <a:pt x="3910" y="9800"/>
                    <a:pt x="3885" y="8948"/>
                  </a:cubicBezTo>
                  <a:cubicBezTo>
                    <a:pt x="3835" y="8121"/>
                    <a:pt x="3835" y="7269"/>
                    <a:pt x="3785" y="6417"/>
                  </a:cubicBezTo>
                  <a:cubicBezTo>
                    <a:pt x="3735" y="5063"/>
                    <a:pt x="3659" y="3685"/>
                    <a:pt x="3584" y="2332"/>
                  </a:cubicBezTo>
                  <a:lnTo>
                    <a:pt x="3634" y="2332"/>
                  </a:lnTo>
                  <a:cubicBezTo>
                    <a:pt x="3634" y="1755"/>
                    <a:pt x="3634" y="1204"/>
                    <a:pt x="3634" y="627"/>
                  </a:cubicBezTo>
                  <a:cubicBezTo>
                    <a:pt x="3634" y="201"/>
                    <a:pt x="3534" y="51"/>
                    <a:pt x="3133" y="51"/>
                  </a:cubicBezTo>
                  <a:cubicBezTo>
                    <a:pt x="2331" y="26"/>
                    <a:pt x="1529" y="1"/>
                    <a:pt x="7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2542;p55"/>
            <p:cNvSpPr/>
            <p:nvPr/>
          </p:nvSpPr>
          <p:spPr>
            <a:xfrm>
              <a:off x="2506400" y="2079600"/>
              <a:ext cx="91525" cy="237650"/>
            </a:xfrm>
            <a:custGeom>
              <a:avLst/>
              <a:gdLst/>
              <a:ahLst/>
              <a:cxnLst/>
              <a:rect l="l" t="t" r="r" b="b"/>
              <a:pathLst>
                <a:path w="3661" h="9506" extrusionOk="0">
                  <a:moveTo>
                    <a:pt x="2808" y="627"/>
                  </a:moveTo>
                  <a:cubicBezTo>
                    <a:pt x="2908" y="3359"/>
                    <a:pt x="2983" y="6066"/>
                    <a:pt x="3084" y="8848"/>
                  </a:cubicBezTo>
                  <a:cubicBezTo>
                    <a:pt x="2677" y="8939"/>
                    <a:pt x="2292" y="8976"/>
                    <a:pt x="1905" y="8976"/>
                  </a:cubicBezTo>
                  <a:cubicBezTo>
                    <a:pt x="1552" y="8976"/>
                    <a:pt x="1199" y="8946"/>
                    <a:pt x="828" y="8898"/>
                  </a:cubicBezTo>
                  <a:cubicBezTo>
                    <a:pt x="728" y="6166"/>
                    <a:pt x="652" y="3409"/>
                    <a:pt x="552" y="627"/>
                  </a:cubicBezTo>
                  <a:close/>
                  <a:moveTo>
                    <a:pt x="602" y="1"/>
                  </a:moveTo>
                  <a:cubicBezTo>
                    <a:pt x="352" y="1"/>
                    <a:pt x="176" y="101"/>
                    <a:pt x="101" y="326"/>
                  </a:cubicBezTo>
                  <a:cubicBezTo>
                    <a:pt x="26" y="527"/>
                    <a:pt x="1" y="727"/>
                    <a:pt x="1" y="903"/>
                  </a:cubicBezTo>
                  <a:cubicBezTo>
                    <a:pt x="26" y="2206"/>
                    <a:pt x="76" y="3484"/>
                    <a:pt x="101" y="4762"/>
                  </a:cubicBezTo>
                  <a:lnTo>
                    <a:pt x="151" y="4762"/>
                  </a:lnTo>
                  <a:cubicBezTo>
                    <a:pt x="176" y="6116"/>
                    <a:pt x="226" y="7469"/>
                    <a:pt x="251" y="8798"/>
                  </a:cubicBezTo>
                  <a:cubicBezTo>
                    <a:pt x="251" y="9274"/>
                    <a:pt x="352" y="9374"/>
                    <a:pt x="803" y="9424"/>
                  </a:cubicBezTo>
                  <a:cubicBezTo>
                    <a:pt x="1191" y="9474"/>
                    <a:pt x="1580" y="9506"/>
                    <a:pt x="1968" y="9506"/>
                  </a:cubicBezTo>
                  <a:cubicBezTo>
                    <a:pt x="2357" y="9506"/>
                    <a:pt x="2745" y="9474"/>
                    <a:pt x="3134" y="9399"/>
                  </a:cubicBezTo>
                  <a:cubicBezTo>
                    <a:pt x="3635" y="9324"/>
                    <a:pt x="3660" y="9324"/>
                    <a:pt x="3635" y="8798"/>
                  </a:cubicBezTo>
                  <a:cubicBezTo>
                    <a:pt x="3585" y="6768"/>
                    <a:pt x="3510" y="4762"/>
                    <a:pt x="3460" y="2757"/>
                  </a:cubicBezTo>
                  <a:cubicBezTo>
                    <a:pt x="3434" y="2006"/>
                    <a:pt x="3409" y="1229"/>
                    <a:pt x="3359" y="477"/>
                  </a:cubicBezTo>
                  <a:cubicBezTo>
                    <a:pt x="3334" y="101"/>
                    <a:pt x="3234" y="1"/>
                    <a:pt x="2883" y="1"/>
                  </a:cubicBezTo>
                  <a:cubicBezTo>
                    <a:pt x="2382" y="1"/>
                    <a:pt x="1869" y="12"/>
                    <a:pt x="1361" y="12"/>
                  </a:cubicBezTo>
                  <a:cubicBezTo>
                    <a:pt x="1106" y="12"/>
                    <a:pt x="853" y="9"/>
                    <a:pt x="6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3" name="Google Shape;2543;p55"/>
            <p:cNvSpPr/>
            <p:nvPr/>
          </p:nvSpPr>
          <p:spPr>
            <a:xfrm>
              <a:off x="1971950" y="2442925"/>
              <a:ext cx="233100" cy="128550"/>
            </a:xfrm>
            <a:custGeom>
              <a:avLst/>
              <a:gdLst/>
              <a:ahLst/>
              <a:cxnLst/>
              <a:rect l="l" t="t" r="r" b="b"/>
              <a:pathLst>
                <a:path w="9324" h="5142" extrusionOk="0">
                  <a:moveTo>
                    <a:pt x="9053" y="0"/>
                  </a:moveTo>
                  <a:cubicBezTo>
                    <a:pt x="8987" y="0"/>
                    <a:pt x="8842" y="87"/>
                    <a:pt x="8797" y="154"/>
                  </a:cubicBezTo>
                  <a:cubicBezTo>
                    <a:pt x="8722" y="305"/>
                    <a:pt x="8697" y="455"/>
                    <a:pt x="8647" y="605"/>
                  </a:cubicBezTo>
                  <a:cubicBezTo>
                    <a:pt x="8321" y="1683"/>
                    <a:pt x="7845" y="2686"/>
                    <a:pt x="7018" y="3463"/>
                  </a:cubicBezTo>
                  <a:cubicBezTo>
                    <a:pt x="6280" y="4186"/>
                    <a:pt x="5416" y="4551"/>
                    <a:pt x="4524" y="4551"/>
                  </a:cubicBezTo>
                  <a:cubicBezTo>
                    <a:pt x="3871" y="4551"/>
                    <a:pt x="3203" y="4356"/>
                    <a:pt x="2557" y="3964"/>
                  </a:cubicBezTo>
                  <a:cubicBezTo>
                    <a:pt x="1805" y="3513"/>
                    <a:pt x="1203" y="2861"/>
                    <a:pt x="727" y="2159"/>
                  </a:cubicBezTo>
                  <a:cubicBezTo>
                    <a:pt x="627" y="2009"/>
                    <a:pt x="552" y="1859"/>
                    <a:pt x="426" y="1758"/>
                  </a:cubicBezTo>
                  <a:cubicBezTo>
                    <a:pt x="380" y="1727"/>
                    <a:pt x="305" y="1706"/>
                    <a:pt x="236" y="1706"/>
                  </a:cubicBezTo>
                  <a:cubicBezTo>
                    <a:pt x="194" y="1706"/>
                    <a:pt x="154" y="1714"/>
                    <a:pt x="126" y="1733"/>
                  </a:cubicBezTo>
                  <a:cubicBezTo>
                    <a:pt x="50" y="1783"/>
                    <a:pt x="0" y="1934"/>
                    <a:pt x="0" y="2034"/>
                  </a:cubicBezTo>
                  <a:cubicBezTo>
                    <a:pt x="0" y="2109"/>
                    <a:pt x="50" y="2184"/>
                    <a:pt x="101" y="2260"/>
                  </a:cubicBezTo>
                  <a:cubicBezTo>
                    <a:pt x="727" y="3237"/>
                    <a:pt x="1504" y="4064"/>
                    <a:pt x="2557" y="4616"/>
                  </a:cubicBezTo>
                  <a:cubicBezTo>
                    <a:pt x="3158" y="4941"/>
                    <a:pt x="3810" y="5117"/>
                    <a:pt x="4512" y="5142"/>
                  </a:cubicBezTo>
                  <a:cubicBezTo>
                    <a:pt x="5690" y="5092"/>
                    <a:pt x="6692" y="4641"/>
                    <a:pt x="7519" y="3788"/>
                  </a:cubicBezTo>
                  <a:cubicBezTo>
                    <a:pt x="8396" y="2886"/>
                    <a:pt x="8923" y="1783"/>
                    <a:pt x="9248" y="580"/>
                  </a:cubicBezTo>
                  <a:cubicBezTo>
                    <a:pt x="9274" y="505"/>
                    <a:pt x="9324" y="380"/>
                    <a:pt x="9299" y="305"/>
                  </a:cubicBezTo>
                  <a:cubicBezTo>
                    <a:pt x="9248" y="179"/>
                    <a:pt x="9173" y="54"/>
                    <a:pt x="9073" y="4"/>
                  </a:cubicBezTo>
                  <a:cubicBezTo>
                    <a:pt x="9068" y="1"/>
                    <a:pt x="9061" y="0"/>
                    <a:pt x="90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2544;p55"/>
            <p:cNvSpPr/>
            <p:nvPr/>
          </p:nvSpPr>
          <p:spPr>
            <a:xfrm>
              <a:off x="1925575" y="2417300"/>
              <a:ext cx="34500" cy="33875"/>
            </a:xfrm>
            <a:custGeom>
              <a:avLst/>
              <a:gdLst/>
              <a:ahLst/>
              <a:cxnLst/>
              <a:rect l="l" t="t" r="r" b="b"/>
              <a:pathLst>
                <a:path w="1380" h="1355" extrusionOk="0">
                  <a:moveTo>
                    <a:pt x="668" y="0"/>
                  </a:moveTo>
                  <a:cubicBezTo>
                    <a:pt x="654" y="0"/>
                    <a:pt x="641" y="0"/>
                    <a:pt x="627" y="1"/>
                  </a:cubicBezTo>
                  <a:cubicBezTo>
                    <a:pt x="276" y="1"/>
                    <a:pt x="1" y="327"/>
                    <a:pt x="26" y="728"/>
                  </a:cubicBezTo>
                  <a:cubicBezTo>
                    <a:pt x="26" y="1129"/>
                    <a:pt x="251" y="1355"/>
                    <a:pt x="652" y="1355"/>
                  </a:cubicBezTo>
                  <a:cubicBezTo>
                    <a:pt x="1103" y="1330"/>
                    <a:pt x="1379" y="1079"/>
                    <a:pt x="1354" y="703"/>
                  </a:cubicBezTo>
                  <a:cubicBezTo>
                    <a:pt x="1354" y="317"/>
                    <a:pt x="1028" y="0"/>
                    <a:pt x="6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55"/>
            <p:cNvSpPr/>
            <p:nvPr/>
          </p:nvSpPr>
          <p:spPr>
            <a:xfrm>
              <a:off x="2168700" y="2374725"/>
              <a:ext cx="30100" cy="31350"/>
            </a:xfrm>
            <a:custGeom>
              <a:avLst/>
              <a:gdLst/>
              <a:ahLst/>
              <a:cxnLst/>
              <a:rect l="l" t="t" r="r" b="b"/>
              <a:pathLst>
                <a:path w="1204" h="1254" extrusionOk="0">
                  <a:moveTo>
                    <a:pt x="627" y="0"/>
                  </a:moveTo>
                  <a:cubicBezTo>
                    <a:pt x="301" y="0"/>
                    <a:pt x="0" y="326"/>
                    <a:pt x="0" y="702"/>
                  </a:cubicBezTo>
                  <a:cubicBezTo>
                    <a:pt x="25" y="1028"/>
                    <a:pt x="276" y="1253"/>
                    <a:pt x="652" y="1253"/>
                  </a:cubicBezTo>
                  <a:cubicBezTo>
                    <a:pt x="1003" y="1253"/>
                    <a:pt x="1203" y="1028"/>
                    <a:pt x="1178" y="652"/>
                  </a:cubicBezTo>
                  <a:cubicBezTo>
                    <a:pt x="1178" y="301"/>
                    <a:pt x="927" y="0"/>
                    <a:pt x="6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6" name="Google Shape;2546;p55"/>
          <p:cNvGrpSpPr/>
          <p:nvPr/>
        </p:nvGrpSpPr>
        <p:grpSpPr>
          <a:xfrm>
            <a:off x="7225200" y="4469575"/>
            <a:ext cx="840575" cy="272750"/>
            <a:chOff x="8303425" y="1612750"/>
            <a:chExt cx="840575" cy="272750"/>
          </a:xfrm>
        </p:grpSpPr>
        <p:sp>
          <p:nvSpPr>
            <p:cNvPr id="2547" name="Google Shape;2547;p55"/>
            <p:cNvSpPr/>
            <p:nvPr/>
          </p:nvSpPr>
          <p:spPr>
            <a:xfrm>
              <a:off x="8326825" y="1723450"/>
              <a:ext cx="817175" cy="36200"/>
            </a:xfrm>
            <a:custGeom>
              <a:avLst/>
              <a:gdLst/>
              <a:ahLst/>
              <a:cxnLst/>
              <a:rect l="l" t="t" r="r" b="b"/>
              <a:pathLst>
                <a:path w="32687" h="1448" extrusionOk="0">
                  <a:moveTo>
                    <a:pt x="32276" y="1"/>
                  </a:moveTo>
                  <a:cubicBezTo>
                    <a:pt x="27231" y="24"/>
                    <a:pt x="22187" y="206"/>
                    <a:pt x="17120" y="366"/>
                  </a:cubicBezTo>
                  <a:cubicBezTo>
                    <a:pt x="12075" y="526"/>
                    <a:pt x="7031" y="685"/>
                    <a:pt x="1964" y="685"/>
                  </a:cubicBezTo>
                  <a:lnTo>
                    <a:pt x="366" y="685"/>
                  </a:lnTo>
                  <a:cubicBezTo>
                    <a:pt x="160" y="685"/>
                    <a:pt x="1" y="891"/>
                    <a:pt x="1" y="1073"/>
                  </a:cubicBezTo>
                  <a:cubicBezTo>
                    <a:pt x="23" y="1302"/>
                    <a:pt x="206" y="1439"/>
                    <a:pt x="411" y="1439"/>
                  </a:cubicBezTo>
                  <a:cubicBezTo>
                    <a:pt x="1081" y="1445"/>
                    <a:pt x="1751" y="1448"/>
                    <a:pt x="2421" y="1448"/>
                  </a:cubicBezTo>
                  <a:cubicBezTo>
                    <a:pt x="6800" y="1448"/>
                    <a:pt x="11193" y="1326"/>
                    <a:pt x="15567" y="1188"/>
                  </a:cubicBezTo>
                  <a:cubicBezTo>
                    <a:pt x="20612" y="1005"/>
                    <a:pt x="25679" y="822"/>
                    <a:pt x="30723" y="777"/>
                  </a:cubicBezTo>
                  <a:cubicBezTo>
                    <a:pt x="31248" y="777"/>
                    <a:pt x="31773" y="777"/>
                    <a:pt x="32321" y="754"/>
                  </a:cubicBezTo>
                  <a:cubicBezTo>
                    <a:pt x="32527" y="754"/>
                    <a:pt x="32686" y="571"/>
                    <a:pt x="32686" y="366"/>
                  </a:cubicBezTo>
                  <a:cubicBezTo>
                    <a:pt x="32664" y="160"/>
                    <a:pt x="32481" y="1"/>
                    <a:pt x="322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8" name="Google Shape;2548;p55"/>
            <p:cNvSpPr/>
            <p:nvPr/>
          </p:nvSpPr>
          <p:spPr>
            <a:xfrm>
              <a:off x="8303425" y="1612750"/>
              <a:ext cx="257950" cy="272750"/>
            </a:xfrm>
            <a:custGeom>
              <a:avLst/>
              <a:gdLst/>
              <a:ahLst/>
              <a:cxnLst/>
              <a:rect l="l" t="t" r="r" b="b"/>
              <a:pathLst>
                <a:path w="10318" h="10910" extrusionOk="0">
                  <a:moveTo>
                    <a:pt x="9930" y="1"/>
                  </a:moveTo>
                  <a:cubicBezTo>
                    <a:pt x="9839" y="1"/>
                    <a:pt x="9770" y="23"/>
                    <a:pt x="9724" y="69"/>
                  </a:cubicBezTo>
                  <a:cubicBezTo>
                    <a:pt x="8834" y="799"/>
                    <a:pt x="7898" y="1484"/>
                    <a:pt x="6940" y="2101"/>
                  </a:cubicBezTo>
                  <a:cubicBezTo>
                    <a:pt x="5995" y="2685"/>
                    <a:pt x="5028" y="3226"/>
                    <a:pt x="4039" y="3700"/>
                  </a:cubicBezTo>
                  <a:lnTo>
                    <a:pt x="4039" y="3700"/>
                  </a:lnTo>
                  <a:cubicBezTo>
                    <a:pt x="4040" y="3700"/>
                    <a:pt x="4040" y="3699"/>
                    <a:pt x="4041" y="3698"/>
                  </a:cubicBezTo>
                  <a:lnTo>
                    <a:pt x="4041" y="3698"/>
                  </a:lnTo>
                  <a:cubicBezTo>
                    <a:pt x="2808" y="4292"/>
                    <a:pt x="1553" y="4771"/>
                    <a:pt x="275" y="5205"/>
                  </a:cubicBezTo>
                  <a:cubicBezTo>
                    <a:pt x="115" y="5250"/>
                    <a:pt x="1" y="5410"/>
                    <a:pt x="1" y="5570"/>
                  </a:cubicBezTo>
                  <a:cubicBezTo>
                    <a:pt x="24" y="5753"/>
                    <a:pt x="138" y="5912"/>
                    <a:pt x="320" y="5935"/>
                  </a:cubicBezTo>
                  <a:cubicBezTo>
                    <a:pt x="1097" y="6090"/>
                    <a:pt x="1895" y="6310"/>
                    <a:pt x="2652" y="6574"/>
                  </a:cubicBezTo>
                  <a:lnTo>
                    <a:pt x="2652" y="6574"/>
                  </a:lnTo>
                  <a:cubicBezTo>
                    <a:pt x="2651" y="6574"/>
                    <a:pt x="2650" y="6574"/>
                    <a:pt x="2649" y="6574"/>
                  </a:cubicBezTo>
                  <a:cubicBezTo>
                    <a:pt x="4223" y="7122"/>
                    <a:pt x="5707" y="7875"/>
                    <a:pt x="7077" y="8788"/>
                  </a:cubicBezTo>
                  <a:cubicBezTo>
                    <a:pt x="7054" y="8788"/>
                    <a:pt x="7031" y="8765"/>
                    <a:pt x="6985" y="8743"/>
                  </a:cubicBezTo>
                  <a:lnTo>
                    <a:pt x="6985" y="8743"/>
                  </a:lnTo>
                  <a:cubicBezTo>
                    <a:pt x="7898" y="9359"/>
                    <a:pt x="8743" y="10044"/>
                    <a:pt x="9496" y="10820"/>
                  </a:cubicBezTo>
                  <a:cubicBezTo>
                    <a:pt x="9567" y="10880"/>
                    <a:pt x="9655" y="10910"/>
                    <a:pt x="9744" y="10910"/>
                  </a:cubicBezTo>
                  <a:cubicBezTo>
                    <a:pt x="9856" y="10910"/>
                    <a:pt x="9968" y="10863"/>
                    <a:pt x="10044" y="10774"/>
                  </a:cubicBezTo>
                  <a:cubicBezTo>
                    <a:pt x="10181" y="10614"/>
                    <a:pt x="10158" y="10386"/>
                    <a:pt x="10021" y="10249"/>
                  </a:cubicBezTo>
                  <a:cubicBezTo>
                    <a:pt x="8720" y="8948"/>
                    <a:pt x="7214" y="7875"/>
                    <a:pt x="5616" y="7031"/>
                  </a:cubicBezTo>
                  <a:cubicBezTo>
                    <a:pt x="4383" y="6392"/>
                    <a:pt x="3082" y="5867"/>
                    <a:pt x="1736" y="5501"/>
                  </a:cubicBezTo>
                  <a:cubicBezTo>
                    <a:pt x="3037" y="4999"/>
                    <a:pt x="4315" y="4452"/>
                    <a:pt x="5547" y="3790"/>
                  </a:cubicBezTo>
                  <a:cubicBezTo>
                    <a:pt x="7168" y="2922"/>
                    <a:pt x="8720" y="1872"/>
                    <a:pt x="10135" y="708"/>
                  </a:cubicBezTo>
                  <a:cubicBezTo>
                    <a:pt x="10204" y="640"/>
                    <a:pt x="10272" y="571"/>
                    <a:pt x="10295" y="457"/>
                  </a:cubicBezTo>
                  <a:cubicBezTo>
                    <a:pt x="10318" y="366"/>
                    <a:pt x="10295" y="252"/>
                    <a:pt x="10249" y="183"/>
                  </a:cubicBezTo>
                  <a:cubicBezTo>
                    <a:pt x="10181" y="92"/>
                    <a:pt x="10112" y="23"/>
                    <a:pt x="99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9" name="Google Shape;2549;p55"/>
          <p:cNvGrpSpPr/>
          <p:nvPr/>
        </p:nvGrpSpPr>
        <p:grpSpPr>
          <a:xfrm>
            <a:off x="7262575" y="2424063"/>
            <a:ext cx="765825" cy="295375"/>
            <a:chOff x="8284025" y="1198475"/>
            <a:chExt cx="765825" cy="295375"/>
          </a:xfrm>
        </p:grpSpPr>
        <p:sp>
          <p:nvSpPr>
            <p:cNvPr id="2550" name="Google Shape;2550;p55"/>
            <p:cNvSpPr/>
            <p:nvPr/>
          </p:nvSpPr>
          <p:spPr>
            <a:xfrm>
              <a:off x="8284025" y="1337125"/>
              <a:ext cx="756125" cy="46250"/>
            </a:xfrm>
            <a:custGeom>
              <a:avLst/>
              <a:gdLst/>
              <a:ahLst/>
              <a:cxnLst/>
              <a:rect l="l" t="t" r="r" b="b"/>
              <a:pathLst>
                <a:path w="30245" h="1850" extrusionOk="0">
                  <a:moveTo>
                    <a:pt x="29833" y="1"/>
                  </a:moveTo>
                  <a:cubicBezTo>
                    <a:pt x="26716" y="214"/>
                    <a:pt x="23599" y="261"/>
                    <a:pt x="20492" y="261"/>
                  </a:cubicBezTo>
                  <a:cubicBezTo>
                    <a:pt x="19595" y="261"/>
                    <a:pt x="18699" y="257"/>
                    <a:pt x="17804" y="252"/>
                  </a:cubicBezTo>
                  <a:lnTo>
                    <a:pt x="15065" y="252"/>
                  </a:lnTo>
                  <a:cubicBezTo>
                    <a:pt x="10158" y="252"/>
                    <a:pt x="5228" y="343"/>
                    <a:pt x="366" y="1074"/>
                  </a:cubicBezTo>
                  <a:cubicBezTo>
                    <a:pt x="252" y="1097"/>
                    <a:pt x="161" y="1119"/>
                    <a:pt x="92" y="1211"/>
                  </a:cubicBezTo>
                  <a:cubicBezTo>
                    <a:pt x="24" y="1279"/>
                    <a:pt x="1" y="1370"/>
                    <a:pt x="1" y="1485"/>
                  </a:cubicBezTo>
                  <a:cubicBezTo>
                    <a:pt x="1" y="1576"/>
                    <a:pt x="46" y="1667"/>
                    <a:pt x="115" y="1736"/>
                  </a:cubicBezTo>
                  <a:cubicBezTo>
                    <a:pt x="183" y="1804"/>
                    <a:pt x="297" y="1850"/>
                    <a:pt x="389" y="1850"/>
                  </a:cubicBezTo>
                  <a:cubicBezTo>
                    <a:pt x="5273" y="1119"/>
                    <a:pt x="10204" y="1005"/>
                    <a:pt x="15111" y="1005"/>
                  </a:cubicBezTo>
                  <a:lnTo>
                    <a:pt x="17827" y="1005"/>
                  </a:lnTo>
                  <a:cubicBezTo>
                    <a:pt x="18727" y="1010"/>
                    <a:pt x="19627" y="1014"/>
                    <a:pt x="20527" y="1014"/>
                  </a:cubicBezTo>
                  <a:cubicBezTo>
                    <a:pt x="23644" y="1014"/>
                    <a:pt x="26762" y="967"/>
                    <a:pt x="29879" y="754"/>
                  </a:cubicBezTo>
                  <a:cubicBezTo>
                    <a:pt x="30084" y="754"/>
                    <a:pt x="30244" y="572"/>
                    <a:pt x="30244" y="366"/>
                  </a:cubicBezTo>
                  <a:cubicBezTo>
                    <a:pt x="30221" y="161"/>
                    <a:pt x="30062" y="1"/>
                    <a:pt x="298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551;p55"/>
            <p:cNvSpPr/>
            <p:nvPr/>
          </p:nvSpPr>
          <p:spPr>
            <a:xfrm>
              <a:off x="8822700" y="1198475"/>
              <a:ext cx="227150" cy="295375"/>
            </a:xfrm>
            <a:custGeom>
              <a:avLst/>
              <a:gdLst/>
              <a:ahLst/>
              <a:cxnLst/>
              <a:rect l="l" t="t" r="r" b="b"/>
              <a:pathLst>
                <a:path w="9086" h="11815" extrusionOk="0">
                  <a:moveTo>
                    <a:pt x="412" y="0"/>
                  </a:moveTo>
                  <a:cubicBezTo>
                    <a:pt x="275" y="0"/>
                    <a:pt x="161" y="69"/>
                    <a:pt x="92" y="206"/>
                  </a:cubicBezTo>
                  <a:cubicBezTo>
                    <a:pt x="1" y="388"/>
                    <a:pt x="69" y="640"/>
                    <a:pt x="252" y="731"/>
                  </a:cubicBezTo>
                  <a:cubicBezTo>
                    <a:pt x="754" y="936"/>
                    <a:pt x="1233" y="1210"/>
                    <a:pt x="1690" y="1530"/>
                  </a:cubicBezTo>
                  <a:cubicBezTo>
                    <a:pt x="2740" y="2237"/>
                    <a:pt x="3699" y="3105"/>
                    <a:pt x="4748" y="3858"/>
                  </a:cubicBezTo>
                  <a:cubicBezTo>
                    <a:pt x="5022" y="4041"/>
                    <a:pt x="5296" y="4223"/>
                    <a:pt x="5570" y="4406"/>
                  </a:cubicBezTo>
                  <a:cubicBezTo>
                    <a:pt x="5844" y="4565"/>
                    <a:pt x="6141" y="4725"/>
                    <a:pt x="6438" y="4885"/>
                  </a:cubicBezTo>
                  <a:cubicBezTo>
                    <a:pt x="6963" y="5159"/>
                    <a:pt x="7510" y="5433"/>
                    <a:pt x="8035" y="5752"/>
                  </a:cubicBezTo>
                  <a:cubicBezTo>
                    <a:pt x="5593" y="7487"/>
                    <a:pt x="3128" y="9176"/>
                    <a:pt x="845" y="11116"/>
                  </a:cubicBezTo>
                  <a:cubicBezTo>
                    <a:pt x="777" y="11185"/>
                    <a:pt x="708" y="11253"/>
                    <a:pt x="686" y="11367"/>
                  </a:cubicBezTo>
                  <a:cubicBezTo>
                    <a:pt x="663" y="11459"/>
                    <a:pt x="686" y="11550"/>
                    <a:pt x="731" y="11641"/>
                  </a:cubicBezTo>
                  <a:cubicBezTo>
                    <a:pt x="800" y="11733"/>
                    <a:pt x="868" y="11778"/>
                    <a:pt x="982" y="11801"/>
                  </a:cubicBezTo>
                  <a:cubicBezTo>
                    <a:pt x="1016" y="11809"/>
                    <a:pt x="1052" y="11815"/>
                    <a:pt x="1088" y="11815"/>
                  </a:cubicBezTo>
                  <a:cubicBezTo>
                    <a:pt x="1151" y="11815"/>
                    <a:pt x="1213" y="11799"/>
                    <a:pt x="1256" y="11755"/>
                  </a:cubicBezTo>
                  <a:cubicBezTo>
                    <a:pt x="3699" y="9701"/>
                    <a:pt x="6323" y="7898"/>
                    <a:pt x="8903" y="6072"/>
                  </a:cubicBezTo>
                  <a:cubicBezTo>
                    <a:pt x="8994" y="6003"/>
                    <a:pt x="9040" y="5935"/>
                    <a:pt x="9062" y="5821"/>
                  </a:cubicBezTo>
                  <a:cubicBezTo>
                    <a:pt x="9085" y="5707"/>
                    <a:pt x="9062" y="5547"/>
                    <a:pt x="8948" y="5456"/>
                  </a:cubicBezTo>
                  <a:cubicBezTo>
                    <a:pt x="8401" y="5045"/>
                    <a:pt x="7807" y="4725"/>
                    <a:pt x="7191" y="4406"/>
                  </a:cubicBezTo>
                  <a:cubicBezTo>
                    <a:pt x="6597" y="4109"/>
                    <a:pt x="6004" y="3789"/>
                    <a:pt x="5433" y="3401"/>
                  </a:cubicBezTo>
                  <a:lnTo>
                    <a:pt x="5433" y="3401"/>
                  </a:lnTo>
                  <a:cubicBezTo>
                    <a:pt x="5439" y="3407"/>
                    <a:pt x="5444" y="3412"/>
                    <a:pt x="5450" y="3418"/>
                  </a:cubicBezTo>
                  <a:lnTo>
                    <a:pt x="5450" y="3418"/>
                  </a:lnTo>
                  <a:cubicBezTo>
                    <a:pt x="4656" y="2861"/>
                    <a:pt x="3903" y="2241"/>
                    <a:pt x="3151" y="1644"/>
                  </a:cubicBezTo>
                  <a:cubicBezTo>
                    <a:pt x="2352" y="1028"/>
                    <a:pt x="1530" y="457"/>
                    <a:pt x="594" y="46"/>
                  </a:cubicBezTo>
                  <a:cubicBezTo>
                    <a:pt x="549" y="23"/>
                    <a:pt x="480" y="0"/>
                    <a:pt x="4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52" name="Google Shape;2552;p55"/>
          <p:cNvGrpSpPr/>
          <p:nvPr/>
        </p:nvGrpSpPr>
        <p:grpSpPr>
          <a:xfrm>
            <a:off x="3507753" y="2747728"/>
            <a:ext cx="430582" cy="494453"/>
            <a:chOff x="2212084" y="1960358"/>
            <a:chExt cx="324698" cy="372863"/>
          </a:xfrm>
        </p:grpSpPr>
        <p:sp>
          <p:nvSpPr>
            <p:cNvPr id="2553" name="Google Shape;2553;p55"/>
            <p:cNvSpPr/>
            <p:nvPr/>
          </p:nvSpPr>
          <p:spPr>
            <a:xfrm>
              <a:off x="2291371" y="2128011"/>
              <a:ext cx="166888" cy="166888"/>
            </a:xfrm>
            <a:custGeom>
              <a:avLst/>
              <a:gdLst/>
              <a:ahLst/>
              <a:cxnLst/>
              <a:rect l="l" t="t" r="r" b="b"/>
              <a:pathLst>
                <a:path w="5239" h="5239" extrusionOk="0">
                  <a:moveTo>
                    <a:pt x="2620" y="357"/>
                  </a:moveTo>
                  <a:cubicBezTo>
                    <a:pt x="3870" y="357"/>
                    <a:pt x="4894" y="1369"/>
                    <a:pt x="4894" y="2631"/>
                  </a:cubicBezTo>
                  <a:cubicBezTo>
                    <a:pt x="4894" y="3882"/>
                    <a:pt x="3882" y="4906"/>
                    <a:pt x="2620" y="4906"/>
                  </a:cubicBezTo>
                  <a:cubicBezTo>
                    <a:pt x="1369" y="4906"/>
                    <a:pt x="346" y="3894"/>
                    <a:pt x="346" y="2631"/>
                  </a:cubicBezTo>
                  <a:cubicBezTo>
                    <a:pt x="346" y="1369"/>
                    <a:pt x="1369" y="357"/>
                    <a:pt x="2620" y="357"/>
                  </a:cubicBezTo>
                  <a:close/>
                  <a:moveTo>
                    <a:pt x="2620" y="0"/>
                  </a:moveTo>
                  <a:cubicBezTo>
                    <a:pt x="1179" y="0"/>
                    <a:pt x="0" y="1167"/>
                    <a:pt x="0" y="2620"/>
                  </a:cubicBezTo>
                  <a:cubicBezTo>
                    <a:pt x="0" y="4060"/>
                    <a:pt x="1179" y="5239"/>
                    <a:pt x="2620" y="5239"/>
                  </a:cubicBezTo>
                  <a:cubicBezTo>
                    <a:pt x="4060" y="5239"/>
                    <a:pt x="5239" y="4060"/>
                    <a:pt x="5239" y="2620"/>
                  </a:cubicBezTo>
                  <a:cubicBezTo>
                    <a:pt x="5239" y="1167"/>
                    <a:pt x="4060" y="0"/>
                    <a:pt x="2620"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55"/>
            <p:cNvSpPr/>
            <p:nvPr/>
          </p:nvSpPr>
          <p:spPr>
            <a:xfrm>
              <a:off x="2212084" y="1960358"/>
              <a:ext cx="324698" cy="372863"/>
            </a:xfrm>
            <a:custGeom>
              <a:avLst/>
              <a:gdLst/>
              <a:ahLst/>
              <a:cxnLst/>
              <a:rect l="l" t="t" r="r" b="b"/>
              <a:pathLst>
                <a:path w="10193" h="11705" extrusionOk="0">
                  <a:moveTo>
                    <a:pt x="7502" y="358"/>
                  </a:moveTo>
                  <a:lnTo>
                    <a:pt x="6383" y="2644"/>
                  </a:lnTo>
                  <a:lnTo>
                    <a:pt x="3811" y="2644"/>
                  </a:lnTo>
                  <a:lnTo>
                    <a:pt x="2692" y="358"/>
                  </a:lnTo>
                  <a:close/>
                  <a:moveTo>
                    <a:pt x="6228" y="3001"/>
                  </a:moveTo>
                  <a:lnTo>
                    <a:pt x="5692" y="4096"/>
                  </a:lnTo>
                  <a:cubicBezTo>
                    <a:pt x="5490" y="4073"/>
                    <a:pt x="5299" y="4049"/>
                    <a:pt x="5109" y="4049"/>
                  </a:cubicBezTo>
                  <a:cubicBezTo>
                    <a:pt x="4918" y="4049"/>
                    <a:pt x="4716" y="4073"/>
                    <a:pt x="4525" y="4096"/>
                  </a:cubicBezTo>
                  <a:lnTo>
                    <a:pt x="3989" y="3001"/>
                  </a:lnTo>
                  <a:close/>
                  <a:moveTo>
                    <a:pt x="2334" y="405"/>
                  </a:moveTo>
                  <a:lnTo>
                    <a:pt x="4168" y="4156"/>
                  </a:lnTo>
                  <a:cubicBezTo>
                    <a:pt x="3382" y="4370"/>
                    <a:pt x="2692" y="4799"/>
                    <a:pt x="2180" y="5406"/>
                  </a:cubicBezTo>
                  <a:lnTo>
                    <a:pt x="608" y="2227"/>
                  </a:lnTo>
                  <a:cubicBezTo>
                    <a:pt x="406" y="1787"/>
                    <a:pt x="584" y="1275"/>
                    <a:pt x="1013" y="1060"/>
                  </a:cubicBezTo>
                  <a:lnTo>
                    <a:pt x="2334" y="405"/>
                  </a:lnTo>
                  <a:close/>
                  <a:moveTo>
                    <a:pt x="2418" y="1"/>
                  </a:moveTo>
                  <a:cubicBezTo>
                    <a:pt x="2382" y="1"/>
                    <a:pt x="2358" y="1"/>
                    <a:pt x="2334" y="24"/>
                  </a:cubicBezTo>
                  <a:lnTo>
                    <a:pt x="846" y="751"/>
                  </a:lnTo>
                  <a:cubicBezTo>
                    <a:pt x="251" y="1048"/>
                    <a:pt x="1" y="1775"/>
                    <a:pt x="298" y="2370"/>
                  </a:cubicBezTo>
                  <a:lnTo>
                    <a:pt x="1942" y="5704"/>
                  </a:lnTo>
                  <a:cubicBezTo>
                    <a:pt x="1525" y="6311"/>
                    <a:pt x="1263" y="7073"/>
                    <a:pt x="1263" y="7883"/>
                  </a:cubicBezTo>
                  <a:cubicBezTo>
                    <a:pt x="1263" y="8275"/>
                    <a:pt x="1322" y="8680"/>
                    <a:pt x="1441" y="9049"/>
                  </a:cubicBezTo>
                  <a:cubicBezTo>
                    <a:pt x="1470" y="9126"/>
                    <a:pt x="1544" y="9179"/>
                    <a:pt x="1616" y="9179"/>
                  </a:cubicBezTo>
                  <a:cubicBezTo>
                    <a:pt x="1633" y="9179"/>
                    <a:pt x="1651" y="9176"/>
                    <a:pt x="1668" y="9168"/>
                  </a:cubicBezTo>
                  <a:cubicBezTo>
                    <a:pt x="1763" y="9145"/>
                    <a:pt x="1822" y="9037"/>
                    <a:pt x="1787" y="8954"/>
                  </a:cubicBezTo>
                  <a:cubicBezTo>
                    <a:pt x="1668" y="8609"/>
                    <a:pt x="1620" y="8240"/>
                    <a:pt x="1620" y="7883"/>
                  </a:cubicBezTo>
                  <a:cubicBezTo>
                    <a:pt x="1620" y="5954"/>
                    <a:pt x="3192" y="4394"/>
                    <a:pt x="5109" y="4394"/>
                  </a:cubicBezTo>
                  <a:cubicBezTo>
                    <a:pt x="7026" y="4394"/>
                    <a:pt x="8585" y="5954"/>
                    <a:pt x="8585" y="7883"/>
                  </a:cubicBezTo>
                  <a:cubicBezTo>
                    <a:pt x="8585" y="9799"/>
                    <a:pt x="7026" y="11359"/>
                    <a:pt x="5109" y="11359"/>
                  </a:cubicBezTo>
                  <a:cubicBezTo>
                    <a:pt x="3823" y="11359"/>
                    <a:pt x="2656" y="10657"/>
                    <a:pt x="2037" y="9526"/>
                  </a:cubicBezTo>
                  <a:cubicBezTo>
                    <a:pt x="2012" y="9468"/>
                    <a:pt x="1953" y="9433"/>
                    <a:pt x="1887" y="9433"/>
                  </a:cubicBezTo>
                  <a:cubicBezTo>
                    <a:pt x="1858" y="9433"/>
                    <a:pt x="1828" y="9440"/>
                    <a:pt x="1799" y="9454"/>
                  </a:cubicBezTo>
                  <a:cubicBezTo>
                    <a:pt x="1715" y="9502"/>
                    <a:pt x="1680" y="9597"/>
                    <a:pt x="1727" y="9692"/>
                  </a:cubicBezTo>
                  <a:cubicBezTo>
                    <a:pt x="2394" y="10931"/>
                    <a:pt x="3692" y="11704"/>
                    <a:pt x="5109" y="11704"/>
                  </a:cubicBezTo>
                  <a:cubicBezTo>
                    <a:pt x="7216" y="11704"/>
                    <a:pt x="8942" y="9978"/>
                    <a:pt x="8942" y="7859"/>
                  </a:cubicBezTo>
                  <a:cubicBezTo>
                    <a:pt x="8942" y="7061"/>
                    <a:pt x="8692" y="6311"/>
                    <a:pt x="8276" y="5692"/>
                  </a:cubicBezTo>
                  <a:lnTo>
                    <a:pt x="8966" y="4299"/>
                  </a:lnTo>
                  <a:cubicBezTo>
                    <a:pt x="9002" y="4215"/>
                    <a:pt x="8966" y="4108"/>
                    <a:pt x="8883" y="4061"/>
                  </a:cubicBezTo>
                  <a:cubicBezTo>
                    <a:pt x="8861" y="4051"/>
                    <a:pt x="8838" y="4047"/>
                    <a:pt x="8814" y="4047"/>
                  </a:cubicBezTo>
                  <a:cubicBezTo>
                    <a:pt x="8748" y="4047"/>
                    <a:pt x="8680" y="4082"/>
                    <a:pt x="8645" y="4144"/>
                  </a:cubicBezTo>
                  <a:lnTo>
                    <a:pt x="8038" y="5370"/>
                  </a:lnTo>
                  <a:cubicBezTo>
                    <a:pt x="7537" y="4763"/>
                    <a:pt x="6835" y="4334"/>
                    <a:pt x="6049" y="4120"/>
                  </a:cubicBezTo>
                  <a:lnTo>
                    <a:pt x="7871" y="370"/>
                  </a:lnTo>
                  <a:lnTo>
                    <a:pt x="9204" y="1025"/>
                  </a:lnTo>
                  <a:cubicBezTo>
                    <a:pt x="9633" y="1239"/>
                    <a:pt x="9812" y="1763"/>
                    <a:pt x="9597" y="2191"/>
                  </a:cubicBezTo>
                  <a:lnTo>
                    <a:pt x="8942" y="3513"/>
                  </a:lnTo>
                  <a:cubicBezTo>
                    <a:pt x="8907" y="3608"/>
                    <a:pt x="8942" y="3703"/>
                    <a:pt x="9026" y="3751"/>
                  </a:cubicBezTo>
                  <a:cubicBezTo>
                    <a:pt x="9049" y="3764"/>
                    <a:pt x="9074" y="3770"/>
                    <a:pt x="9099" y="3770"/>
                  </a:cubicBezTo>
                  <a:cubicBezTo>
                    <a:pt x="9164" y="3770"/>
                    <a:pt x="9230" y="3731"/>
                    <a:pt x="9264" y="3680"/>
                  </a:cubicBezTo>
                  <a:lnTo>
                    <a:pt x="9919" y="2358"/>
                  </a:lnTo>
                  <a:cubicBezTo>
                    <a:pt x="10193" y="1775"/>
                    <a:pt x="9943" y="1048"/>
                    <a:pt x="9347" y="751"/>
                  </a:cubicBezTo>
                  <a:lnTo>
                    <a:pt x="7859" y="24"/>
                  </a:lnTo>
                  <a:cubicBezTo>
                    <a:pt x="7835" y="1"/>
                    <a:pt x="7811" y="1"/>
                    <a:pt x="7788"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55"/>
            <p:cNvSpPr/>
            <p:nvPr/>
          </p:nvSpPr>
          <p:spPr>
            <a:xfrm>
              <a:off x="2319435" y="2157190"/>
              <a:ext cx="108880" cy="103210"/>
            </a:xfrm>
            <a:custGeom>
              <a:avLst/>
              <a:gdLst/>
              <a:ahLst/>
              <a:cxnLst/>
              <a:rect l="l" t="t" r="r" b="b"/>
              <a:pathLst>
                <a:path w="3418" h="3240" extrusionOk="0">
                  <a:moveTo>
                    <a:pt x="1739" y="346"/>
                  </a:moveTo>
                  <a:cubicBezTo>
                    <a:pt x="1822" y="346"/>
                    <a:pt x="1881" y="394"/>
                    <a:pt x="1929" y="465"/>
                  </a:cubicBezTo>
                  <a:lnTo>
                    <a:pt x="2096" y="787"/>
                  </a:lnTo>
                  <a:cubicBezTo>
                    <a:pt x="2179" y="953"/>
                    <a:pt x="2334" y="1073"/>
                    <a:pt x="2513" y="1108"/>
                  </a:cubicBezTo>
                  <a:lnTo>
                    <a:pt x="2870" y="1144"/>
                  </a:lnTo>
                  <a:cubicBezTo>
                    <a:pt x="2953" y="1168"/>
                    <a:pt x="3013" y="1203"/>
                    <a:pt x="3048" y="1299"/>
                  </a:cubicBezTo>
                  <a:cubicBezTo>
                    <a:pt x="3072" y="1370"/>
                    <a:pt x="3048" y="1465"/>
                    <a:pt x="2989" y="1525"/>
                  </a:cubicBezTo>
                  <a:lnTo>
                    <a:pt x="2739" y="1775"/>
                  </a:lnTo>
                  <a:cubicBezTo>
                    <a:pt x="2596" y="1906"/>
                    <a:pt x="2536" y="2085"/>
                    <a:pt x="2572" y="2263"/>
                  </a:cubicBezTo>
                  <a:lnTo>
                    <a:pt x="2632" y="2620"/>
                  </a:lnTo>
                  <a:cubicBezTo>
                    <a:pt x="2643" y="2692"/>
                    <a:pt x="2620" y="2787"/>
                    <a:pt x="2536" y="2823"/>
                  </a:cubicBezTo>
                  <a:cubicBezTo>
                    <a:pt x="2493" y="2852"/>
                    <a:pt x="2450" y="2867"/>
                    <a:pt x="2407" y="2867"/>
                  </a:cubicBezTo>
                  <a:cubicBezTo>
                    <a:pt x="2378" y="2867"/>
                    <a:pt x="2350" y="2861"/>
                    <a:pt x="2322" y="2847"/>
                  </a:cubicBezTo>
                  <a:lnTo>
                    <a:pt x="2001" y="2680"/>
                  </a:lnTo>
                  <a:cubicBezTo>
                    <a:pt x="1917" y="2632"/>
                    <a:pt x="1822" y="2620"/>
                    <a:pt x="1739" y="2620"/>
                  </a:cubicBezTo>
                  <a:cubicBezTo>
                    <a:pt x="1643" y="2620"/>
                    <a:pt x="1560" y="2632"/>
                    <a:pt x="1465" y="2680"/>
                  </a:cubicBezTo>
                  <a:lnTo>
                    <a:pt x="1155" y="2847"/>
                  </a:lnTo>
                  <a:cubicBezTo>
                    <a:pt x="1128" y="2865"/>
                    <a:pt x="1097" y="2872"/>
                    <a:pt x="1066" y="2872"/>
                  </a:cubicBezTo>
                  <a:cubicBezTo>
                    <a:pt x="1016" y="2872"/>
                    <a:pt x="966" y="2852"/>
                    <a:pt x="929" y="2823"/>
                  </a:cubicBezTo>
                  <a:cubicBezTo>
                    <a:pt x="858" y="2787"/>
                    <a:pt x="822" y="2692"/>
                    <a:pt x="846" y="2620"/>
                  </a:cubicBezTo>
                  <a:lnTo>
                    <a:pt x="905" y="2263"/>
                  </a:lnTo>
                  <a:cubicBezTo>
                    <a:pt x="929" y="2085"/>
                    <a:pt x="869" y="1894"/>
                    <a:pt x="738" y="1775"/>
                  </a:cubicBezTo>
                  <a:lnTo>
                    <a:pt x="488" y="1525"/>
                  </a:lnTo>
                  <a:cubicBezTo>
                    <a:pt x="429" y="1465"/>
                    <a:pt x="393" y="1382"/>
                    <a:pt x="429" y="1299"/>
                  </a:cubicBezTo>
                  <a:cubicBezTo>
                    <a:pt x="453" y="1227"/>
                    <a:pt x="512" y="1168"/>
                    <a:pt x="608" y="1144"/>
                  </a:cubicBezTo>
                  <a:lnTo>
                    <a:pt x="965" y="1108"/>
                  </a:lnTo>
                  <a:cubicBezTo>
                    <a:pt x="1143" y="1073"/>
                    <a:pt x="1298" y="953"/>
                    <a:pt x="1381" y="787"/>
                  </a:cubicBezTo>
                  <a:lnTo>
                    <a:pt x="1548" y="465"/>
                  </a:lnTo>
                  <a:cubicBezTo>
                    <a:pt x="1572" y="394"/>
                    <a:pt x="1643" y="346"/>
                    <a:pt x="1739" y="346"/>
                  </a:cubicBezTo>
                  <a:close/>
                  <a:moveTo>
                    <a:pt x="1703" y="1"/>
                  </a:moveTo>
                  <a:cubicBezTo>
                    <a:pt x="1489" y="1"/>
                    <a:pt x="1310" y="120"/>
                    <a:pt x="1203" y="311"/>
                  </a:cubicBezTo>
                  <a:lnTo>
                    <a:pt x="1036" y="644"/>
                  </a:lnTo>
                  <a:cubicBezTo>
                    <a:pt x="1012" y="703"/>
                    <a:pt x="953" y="739"/>
                    <a:pt x="869" y="763"/>
                  </a:cubicBezTo>
                  <a:lnTo>
                    <a:pt x="512" y="811"/>
                  </a:lnTo>
                  <a:cubicBezTo>
                    <a:pt x="310" y="834"/>
                    <a:pt x="131" y="989"/>
                    <a:pt x="60" y="1192"/>
                  </a:cubicBezTo>
                  <a:cubicBezTo>
                    <a:pt x="0" y="1406"/>
                    <a:pt x="36" y="1620"/>
                    <a:pt x="203" y="1775"/>
                  </a:cubicBezTo>
                  <a:lnTo>
                    <a:pt x="500" y="2025"/>
                  </a:lnTo>
                  <a:cubicBezTo>
                    <a:pt x="548" y="2073"/>
                    <a:pt x="572" y="2144"/>
                    <a:pt x="560" y="2216"/>
                  </a:cubicBezTo>
                  <a:lnTo>
                    <a:pt x="500" y="2573"/>
                  </a:lnTo>
                  <a:cubicBezTo>
                    <a:pt x="477" y="2787"/>
                    <a:pt x="548" y="2989"/>
                    <a:pt x="727" y="3120"/>
                  </a:cubicBezTo>
                  <a:cubicBezTo>
                    <a:pt x="834" y="3204"/>
                    <a:pt x="929" y="3228"/>
                    <a:pt x="1048" y="3228"/>
                  </a:cubicBezTo>
                  <a:cubicBezTo>
                    <a:pt x="1143" y="3228"/>
                    <a:pt x="1227" y="3216"/>
                    <a:pt x="1322" y="3168"/>
                  </a:cubicBezTo>
                  <a:lnTo>
                    <a:pt x="1631" y="3001"/>
                  </a:lnTo>
                  <a:cubicBezTo>
                    <a:pt x="1661" y="2989"/>
                    <a:pt x="1694" y="2983"/>
                    <a:pt x="1727" y="2983"/>
                  </a:cubicBezTo>
                  <a:cubicBezTo>
                    <a:pt x="1759" y="2983"/>
                    <a:pt x="1792" y="2989"/>
                    <a:pt x="1822" y="3001"/>
                  </a:cubicBezTo>
                  <a:lnTo>
                    <a:pt x="2143" y="3168"/>
                  </a:lnTo>
                  <a:cubicBezTo>
                    <a:pt x="2227" y="3215"/>
                    <a:pt x="2318" y="3239"/>
                    <a:pt x="2409" y="3239"/>
                  </a:cubicBezTo>
                  <a:cubicBezTo>
                    <a:pt x="2524" y="3239"/>
                    <a:pt x="2639" y="3200"/>
                    <a:pt x="2739" y="3120"/>
                  </a:cubicBezTo>
                  <a:cubicBezTo>
                    <a:pt x="2917" y="2989"/>
                    <a:pt x="2989" y="2787"/>
                    <a:pt x="2953" y="2573"/>
                  </a:cubicBezTo>
                  <a:lnTo>
                    <a:pt x="2894" y="2216"/>
                  </a:lnTo>
                  <a:cubicBezTo>
                    <a:pt x="2882" y="2144"/>
                    <a:pt x="2917" y="2085"/>
                    <a:pt x="2953" y="2025"/>
                  </a:cubicBezTo>
                  <a:lnTo>
                    <a:pt x="3215" y="1775"/>
                  </a:lnTo>
                  <a:cubicBezTo>
                    <a:pt x="3358" y="1620"/>
                    <a:pt x="3417" y="1406"/>
                    <a:pt x="3358" y="1192"/>
                  </a:cubicBezTo>
                  <a:cubicBezTo>
                    <a:pt x="3298" y="989"/>
                    <a:pt x="3120" y="834"/>
                    <a:pt x="2894" y="811"/>
                  </a:cubicBezTo>
                  <a:lnTo>
                    <a:pt x="2536" y="763"/>
                  </a:lnTo>
                  <a:cubicBezTo>
                    <a:pt x="2465" y="739"/>
                    <a:pt x="2405" y="703"/>
                    <a:pt x="2382" y="644"/>
                  </a:cubicBezTo>
                  <a:lnTo>
                    <a:pt x="2215" y="311"/>
                  </a:lnTo>
                  <a:cubicBezTo>
                    <a:pt x="2120" y="120"/>
                    <a:pt x="1929" y="1"/>
                    <a:pt x="1703"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59"/>
        <p:cNvGrpSpPr/>
        <p:nvPr/>
      </p:nvGrpSpPr>
      <p:grpSpPr>
        <a:xfrm>
          <a:off x="0" y="0"/>
          <a:ext cx="0" cy="0"/>
          <a:chOff x="0" y="0"/>
          <a:chExt cx="0" cy="0"/>
        </a:xfrm>
      </p:grpSpPr>
      <p:sp>
        <p:nvSpPr>
          <p:cNvPr id="2560" name="Google Shape;2560;p56"/>
          <p:cNvSpPr/>
          <p:nvPr/>
        </p:nvSpPr>
        <p:spPr>
          <a:xfrm>
            <a:off x="4203844" y="1378821"/>
            <a:ext cx="736200" cy="556200"/>
          </a:xfrm>
          <a:prstGeom prst="rect">
            <a:avLst/>
          </a:pr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561;p56"/>
          <p:cNvSpPr/>
          <p:nvPr/>
        </p:nvSpPr>
        <p:spPr>
          <a:xfrm>
            <a:off x="4203844" y="2453346"/>
            <a:ext cx="736200" cy="556200"/>
          </a:xfrm>
          <a:prstGeom prst="rect">
            <a:avLst/>
          </a:pr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56"/>
          <p:cNvSpPr/>
          <p:nvPr/>
        </p:nvSpPr>
        <p:spPr>
          <a:xfrm>
            <a:off x="4203844" y="3527846"/>
            <a:ext cx="736200" cy="556200"/>
          </a:xfrm>
          <a:prstGeom prst="rect">
            <a:avLst/>
          </a:pr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56"/>
          <p:cNvSpPr txBox="1">
            <a:spLocks noGrp="1"/>
          </p:cNvSpPr>
          <p:nvPr>
            <p:ph type="ctrTitle"/>
          </p:nvPr>
        </p:nvSpPr>
        <p:spPr>
          <a:xfrm>
            <a:off x="713250" y="446075"/>
            <a:ext cx="7717500" cy="537000"/>
          </a:xfrm>
          <a:prstGeom prst="rect">
            <a:avLst/>
          </a:prstGeom>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a:t>Sequence</a:t>
            </a:r>
            <a:endParaRPr/>
          </a:p>
        </p:txBody>
      </p:sp>
      <p:sp>
        <p:nvSpPr>
          <p:cNvPr id="2564" name="Google Shape;2564;p56"/>
          <p:cNvSpPr txBox="1">
            <a:spLocks noGrp="1"/>
          </p:cNvSpPr>
          <p:nvPr>
            <p:ph type="subTitle" idx="4294967295"/>
          </p:nvPr>
        </p:nvSpPr>
        <p:spPr>
          <a:xfrm>
            <a:off x="1815099" y="1814290"/>
            <a:ext cx="1918500" cy="584100"/>
          </a:xfrm>
          <a:prstGeom prst="rect">
            <a:avLst/>
          </a:prstGeom>
        </p:spPr>
        <p:txBody>
          <a:bodyPr spcFirstLastPara="1" wrap="square" lIns="91425" tIns="91425" rIns="91425" bIns="91425" anchor="t" anchorCtr="0">
            <a:noAutofit/>
          </a:bodyPr>
          <a:lstStyle/>
          <a:p>
            <a:pPr marL="0" marR="0" lvl="0" indent="0" algn="ctr" rtl="0">
              <a:lnSpc>
                <a:spcPct val="115000"/>
              </a:lnSpc>
              <a:spcBef>
                <a:spcPts val="0"/>
              </a:spcBef>
              <a:spcAft>
                <a:spcPts val="1200"/>
              </a:spcAft>
              <a:buNone/>
            </a:pPr>
            <a:r>
              <a:rPr lang="en"/>
              <a:t>Mars is full of iron oxide dust</a:t>
            </a:r>
            <a:endParaRPr/>
          </a:p>
        </p:txBody>
      </p:sp>
      <p:sp>
        <p:nvSpPr>
          <p:cNvPr id="2565" name="Google Shape;2565;p56"/>
          <p:cNvSpPr txBox="1">
            <a:spLocks noGrp="1"/>
          </p:cNvSpPr>
          <p:nvPr>
            <p:ph type="subTitle" idx="4294967295"/>
          </p:nvPr>
        </p:nvSpPr>
        <p:spPr>
          <a:xfrm>
            <a:off x="1815099" y="1455915"/>
            <a:ext cx="1918500" cy="402000"/>
          </a:xfrm>
          <a:prstGeom prst="rect">
            <a:avLst/>
          </a:prstGeom>
          <a:solidFill>
            <a:schemeClr val="dk2"/>
          </a:solidFill>
          <a:ln>
            <a:noFill/>
          </a:ln>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2200">
                <a:latin typeface="Jua"/>
                <a:ea typeface="Jua"/>
                <a:cs typeface="Jua"/>
                <a:sym typeface="Jua"/>
              </a:rPr>
              <a:t>Mars</a:t>
            </a:r>
            <a:endParaRPr sz="2200">
              <a:latin typeface="Jua"/>
              <a:ea typeface="Jua"/>
              <a:cs typeface="Jua"/>
              <a:sym typeface="Jua"/>
            </a:endParaRPr>
          </a:p>
        </p:txBody>
      </p:sp>
      <p:sp>
        <p:nvSpPr>
          <p:cNvPr id="2566" name="Google Shape;2566;p56"/>
          <p:cNvSpPr txBox="1">
            <a:spLocks noGrp="1"/>
          </p:cNvSpPr>
          <p:nvPr>
            <p:ph type="subTitle" idx="4294967295"/>
          </p:nvPr>
        </p:nvSpPr>
        <p:spPr>
          <a:xfrm>
            <a:off x="5410312" y="1814465"/>
            <a:ext cx="1918500" cy="5841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Venus is the second planet from the Sun</a:t>
            </a:r>
            <a:endParaRPr/>
          </a:p>
        </p:txBody>
      </p:sp>
      <p:sp>
        <p:nvSpPr>
          <p:cNvPr id="2567" name="Google Shape;2567;p56"/>
          <p:cNvSpPr txBox="1">
            <a:spLocks noGrp="1"/>
          </p:cNvSpPr>
          <p:nvPr>
            <p:ph type="subTitle" idx="4294967295"/>
          </p:nvPr>
        </p:nvSpPr>
        <p:spPr>
          <a:xfrm>
            <a:off x="5410351" y="1455915"/>
            <a:ext cx="1918500" cy="402000"/>
          </a:xfrm>
          <a:prstGeom prst="rect">
            <a:avLst/>
          </a:prstGeom>
          <a:solidFill>
            <a:schemeClr val="dk2"/>
          </a:solidFill>
          <a:ln>
            <a:noFill/>
          </a:ln>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2200">
                <a:latin typeface="Jua"/>
                <a:ea typeface="Jua"/>
                <a:cs typeface="Jua"/>
                <a:sym typeface="Jua"/>
              </a:rPr>
              <a:t>Venus</a:t>
            </a:r>
            <a:endParaRPr sz="2200">
              <a:latin typeface="Jua"/>
              <a:ea typeface="Jua"/>
              <a:cs typeface="Jua"/>
              <a:sym typeface="Jua"/>
            </a:endParaRPr>
          </a:p>
        </p:txBody>
      </p:sp>
      <p:sp>
        <p:nvSpPr>
          <p:cNvPr id="2568" name="Google Shape;2568;p56"/>
          <p:cNvSpPr txBox="1">
            <a:spLocks noGrp="1"/>
          </p:cNvSpPr>
          <p:nvPr>
            <p:ph type="subTitle" idx="4294967295"/>
          </p:nvPr>
        </p:nvSpPr>
        <p:spPr>
          <a:xfrm>
            <a:off x="1815115" y="2886790"/>
            <a:ext cx="1918500" cy="5841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It’s the farthest planet from the Sun</a:t>
            </a:r>
            <a:endParaRPr/>
          </a:p>
        </p:txBody>
      </p:sp>
      <p:sp>
        <p:nvSpPr>
          <p:cNvPr id="2569" name="Google Shape;2569;p56"/>
          <p:cNvSpPr txBox="1">
            <a:spLocks noGrp="1"/>
          </p:cNvSpPr>
          <p:nvPr>
            <p:ph type="subTitle" idx="4294967295"/>
          </p:nvPr>
        </p:nvSpPr>
        <p:spPr>
          <a:xfrm>
            <a:off x="1815106" y="2529240"/>
            <a:ext cx="1918500" cy="402000"/>
          </a:xfrm>
          <a:prstGeom prst="rect">
            <a:avLst/>
          </a:prstGeom>
          <a:solidFill>
            <a:schemeClr val="dk2"/>
          </a:solidFill>
          <a:ln>
            <a:noFill/>
          </a:ln>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2200">
                <a:latin typeface="Jua"/>
                <a:ea typeface="Jua"/>
                <a:cs typeface="Jua"/>
                <a:sym typeface="Jua"/>
              </a:rPr>
              <a:t>Neptune</a:t>
            </a:r>
            <a:endParaRPr sz="2200">
              <a:latin typeface="Jua"/>
              <a:ea typeface="Jua"/>
              <a:cs typeface="Jua"/>
              <a:sym typeface="Jua"/>
            </a:endParaRPr>
          </a:p>
        </p:txBody>
      </p:sp>
      <p:sp>
        <p:nvSpPr>
          <p:cNvPr id="2570" name="Google Shape;2570;p56"/>
          <p:cNvSpPr txBox="1">
            <a:spLocks noGrp="1"/>
          </p:cNvSpPr>
          <p:nvPr>
            <p:ph type="subTitle" idx="4294967295"/>
          </p:nvPr>
        </p:nvSpPr>
        <p:spPr>
          <a:xfrm>
            <a:off x="1815099" y="3959290"/>
            <a:ext cx="1918500" cy="5847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It’s the closest planet to the Sun</a:t>
            </a:r>
            <a:endParaRPr/>
          </a:p>
        </p:txBody>
      </p:sp>
      <p:sp>
        <p:nvSpPr>
          <p:cNvPr id="2571" name="Google Shape;2571;p56"/>
          <p:cNvSpPr txBox="1">
            <a:spLocks noGrp="1"/>
          </p:cNvSpPr>
          <p:nvPr>
            <p:ph type="subTitle" idx="4294967295"/>
          </p:nvPr>
        </p:nvSpPr>
        <p:spPr>
          <a:xfrm>
            <a:off x="1815099" y="3602565"/>
            <a:ext cx="1918500" cy="402000"/>
          </a:xfrm>
          <a:prstGeom prst="rect">
            <a:avLst/>
          </a:prstGeom>
          <a:solidFill>
            <a:schemeClr val="dk2"/>
          </a:solidFill>
          <a:ln>
            <a:noFill/>
          </a:ln>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2200">
                <a:latin typeface="Jua"/>
                <a:ea typeface="Jua"/>
                <a:cs typeface="Jua"/>
                <a:sym typeface="Jua"/>
              </a:rPr>
              <a:t>Mercury</a:t>
            </a:r>
            <a:endParaRPr sz="2200">
              <a:latin typeface="Jua"/>
              <a:ea typeface="Jua"/>
              <a:cs typeface="Jua"/>
              <a:sym typeface="Jua"/>
            </a:endParaRPr>
          </a:p>
        </p:txBody>
      </p:sp>
      <p:sp>
        <p:nvSpPr>
          <p:cNvPr id="2572" name="Google Shape;2572;p56"/>
          <p:cNvSpPr txBox="1">
            <a:spLocks noGrp="1"/>
          </p:cNvSpPr>
          <p:nvPr>
            <p:ph type="subTitle" idx="4294967295"/>
          </p:nvPr>
        </p:nvSpPr>
        <p:spPr>
          <a:xfrm>
            <a:off x="5410312" y="3959290"/>
            <a:ext cx="1918500" cy="5847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Saturn is a gas giant and has several rings</a:t>
            </a:r>
            <a:endParaRPr/>
          </a:p>
        </p:txBody>
      </p:sp>
      <p:sp>
        <p:nvSpPr>
          <p:cNvPr id="2573" name="Google Shape;2573;p56"/>
          <p:cNvSpPr txBox="1">
            <a:spLocks noGrp="1"/>
          </p:cNvSpPr>
          <p:nvPr>
            <p:ph type="subTitle" idx="4294967295"/>
          </p:nvPr>
        </p:nvSpPr>
        <p:spPr>
          <a:xfrm>
            <a:off x="5410300" y="3603290"/>
            <a:ext cx="1918500" cy="402000"/>
          </a:xfrm>
          <a:prstGeom prst="rect">
            <a:avLst/>
          </a:prstGeom>
          <a:solidFill>
            <a:schemeClr val="dk2"/>
          </a:solidFill>
          <a:ln>
            <a:noFill/>
          </a:ln>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2200">
                <a:latin typeface="Jua"/>
                <a:ea typeface="Jua"/>
                <a:cs typeface="Jua"/>
                <a:sym typeface="Jua"/>
              </a:rPr>
              <a:t>Saturn</a:t>
            </a:r>
            <a:endParaRPr sz="2200">
              <a:latin typeface="Jua"/>
              <a:ea typeface="Jua"/>
              <a:cs typeface="Jua"/>
              <a:sym typeface="Jua"/>
            </a:endParaRPr>
          </a:p>
        </p:txBody>
      </p:sp>
      <p:sp>
        <p:nvSpPr>
          <p:cNvPr id="2574" name="Google Shape;2574;p56"/>
          <p:cNvSpPr txBox="1">
            <a:spLocks noGrp="1"/>
          </p:cNvSpPr>
          <p:nvPr>
            <p:ph type="subTitle" idx="4294967295"/>
          </p:nvPr>
        </p:nvSpPr>
        <p:spPr>
          <a:xfrm>
            <a:off x="5410401" y="2885877"/>
            <a:ext cx="1918500" cy="5847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Jupiter is the biggest planet of them all</a:t>
            </a:r>
            <a:endParaRPr/>
          </a:p>
        </p:txBody>
      </p:sp>
      <p:sp>
        <p:nvSpPr>
          <p:cNvPr id="2575" name="Google Shape;2575;p56"/>
          <p:cNvSpPr txBox="1">
            <a:spLocks noGrp="1"/>
          </p:cNvSpPr>
          <p:nvPr>
            <p:ph type="subTitle" idx="4294967295"/>
          </p:nvPr>
        </p:nvSpPr>
        <p:spPr>
          <a:xfrm>
            <a:off x="5410392" y="2529155"/>
            <a:ext cx="1918500" cy="402000"/>
          </a:xfrm>
          <a:prstGeom prst="rect">
            <a:avLst/>
          </a:prstGeom>
          <a:solidFill>
            <a:schemeClr val="dk2"/>
          </a:solidFill>
          <a:ln>
            <a:noFill/>
          </a:ln>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2200">
                <a:latin typeface="Jua"/>
                <a:ea typeface="Jua"/>
                <a:cs typeface="Jua"/>
                <a:sym typeface="Jua"/>
              </a:rPr>
              <a:t>Jupiter</a:t>
            </a:r>
            <a:endParaRPr sz="2200">
              <a:latin typeface="Jua"/>
              <a:ea typeface="Jua"/>
              <a:cs typeface="Jua"/>
              <a:sym typeface="Jua"/>
            </a:endParaRPr>
          </a:p>
        </p:txBody>
      </p:sp>
      <p:cxnSp>
        <p:nvCxnSpPr>
          <p:cNvPr id="2576" name="Google Shape;2576;p56"/>
          <p:cNvCxnSpPr>
            <a:stCxn id="2567" idx="3"/>
            <a:endCxn id="2575" idx="3"/>
          </p:cNvCxnSpPr>
          <p:nvPr/>
        </p:nvCxnSpPr>
        <p:spPr>
          <a:xfrm>
            <a:off x="7328851" y="1656915"/>
            <a:ext cx="600" cy="1073100"/>
          </a:xfrm>
          <a:prstGeom prst="curvedConnector3">
            <a:avLst>
              <a:gd name="adj1" fmla="val 39694273"/>
            </a:avLst>
          </a:prstGeom>
          <a:noFill/>
          <a:ln w="28575" cap="flat" cmpd="sng">
            <a:solidFill>
              <a:schemeClr val="dk1"/>
            </a:solidFill>
            <a:prstDash val="solid"/>
            <a:round/>
            <a:headEnd type="none" w="med" len="med"/>
            <a:tailEnd type="none" w="med" len="med"/>
          </a:ln>
        </p:spPr>
      </p:cxnSp>
      <p:cxnSp>
        <p:nvCxnSpPr>
          <p:cNvPr id="2577" name="Google Shape;2577;p56"/>
          <p:cNvCxnSpPr>
            <a:stCxn id="2560" idx="3"/>
            <a:endCxn id="2567" idx="1"/>
          </p:cNvCxnSpPr>
          <p:nvPr/>
        </p:nvCxnSpPr>
        <p:spPr>
          <a:xfrm>
            <a:off x="4940044" y="1656921"/>
            <a:ext cx="470400" cy="600"/>
          </a:xfrm>
          <a:prstGeom prst="curvedConnector3">
            <a:avLst>
              <a:gd name="adj1" fmla="val 49990"/>
            </a:avLst>
          </a:prstGeom>
          <a:noFill/>
          <a:ln w="28575" cap="flat" cmpd="sng">
            <a:solidFill>
              <a:schemeClr val="dk1"/>
            </a:solidFill>
            <a:prstDash val="solid"/>
            <a:round/>
            <a:headEnd type="none" w="med" len="med"/>
            <a:tailEnd type="none" w="med" len="med"/>
          </a:ln>
        </p:spPr>
      </p:cxnSp>
      <p:cxnSp>
        <p:nvCxnSpPr>
          <p:cNvPr id="2578" name="Google Shape;2578;p56"/>
          <p:cNvCxnSpPr>
            <a:stCxn id="2565" idx="3"/>
            <a:endCxn id="2560" idx="1"/>
          </p:cNvCxnSpPr>
          <p:nvPr/>
        </p:nvCxnSpPr>
        <p:spPr>
          <a:xfrm>
            <a:off x="3733599" y="1656915"/>
            <a:ext cx="470100" cy="600"/>
          </a:xfrm>
          <a:prstGeom prst="curvedConnector3">
            <a:avLst>
              <a:gd name="adj1" fmla="val 50015"/>
            </a:avLst>
          </a:prstGeom>
          <a:noFill/>
          <a:ln w="28575" cap="flat" cmpd="sng">
            <a:solidFill>
              <a:schemeClr val="dk1"/>
            </a:solidFill>
            <a:prstDash val="solid"/>
            <a:round/>
            <a:headEnd type="none" w="med" len="med"/>
            <a:tailEnd type="none" w="med" len="med"/>
          </a:ln>
        </p:spPr>
      </p:cxnSp>
      <p:cxnSp>
        <p:nvCxnSpPr>
          <p:cNvPr id="2579" name="Google Shape;2579;p56"/>
          <p:cNvCxnSpPr>
            <a:stCxn id="2575" idx="1"/>
            <a:endCxn id="2561" idx="3"/>
          </p:cNvCxnSpPr>
          <p:nvPr/>
        </p:nvCxnSpPr>
        <p:spPr>
          <a:xfrm flipH="1">
            <a:off x="4939992" y="2730155"/>
            <a:ext cx="470400" cy="1200"/>
          </a:xfrm>
          <a:prstGeom prst="curvedConnector3">
            <a:avLst>
              <a:gd name="adj1" fmla="val 49994"/>
            </a:avLst>
          </a:prstGeom>
          <a:noFill/>
          <a:ln w="28575" cap="flat" cmpd="sng">
            <a:solidFill>
              <a:schemeClr val="dk1"/>
            </a:solidFill>
            <a:prstDash val="solid"/>
            <a:round/>
            <a:headEnd type="none" w="med" len="med"/>
            <a:tailEnd type="none" w="med" len="med"/>
          </a:ln>
        </p:spPr>
      </p:cxnSp>
      <p:cxnSp>
        <p:nvCxnSpPr>
          <p:cNvPr id="2580" name="Google Shape;2580;p56"/>
          <p:cNvCxnSpPr>
            <a:stCxn id="2561" idx="1"/>
            <a:endCxn id="2569" idx="3"/>
          </p:cNvCxnSpPr>
          <p:nvPr/>
        </p:nvCxnSpPr>
        <p:spPr>
          <a:xfrm rot="10800000">
            <a:off x="3733744" y="2730246"/>
            <a:ext cx="470100" cy="1200"/>
          </a:xfrm>
          <a:prstGeom prst="curvedConnector3">
            <a:avLst>
              <a:gd name="adj1" fmla="val 50015"/>
            </a:avLst>
          </a:prstGeom>
          <a:noFill/>
          <a:ln w="28575" cap="flat" cmpd="sng">
            <a:solidFill>
              <a:schemeClr val="dk1"/>
            </a:solidFill>
            <a:prstDash val="solid"/>
            <a:round/>
            <a:headEnd type="none" w="med" len="med"/>
            <a:tailEnd type="none" w="med" len="med"/>
          </a:ln>
        </p:spPr>
      </p:cxnSp>
      <p:cxnSp>
        <p:nvCxnSpPr>
          <p:cNvPr id="2581" name="Google Shape;2581;p56"/>
          <p:cNvCxnSpPr>
            <a:stCxn id="2569" idx="1"/>
            <a:endCxn id="2571" idx="1"/>
          </p:cNvCxnSpPr>
          <p:nvPr/>
        </p:nvCxnSpPr>
        <p:spPr>
          <a:xfrm>
            <a:off x="1815106" y="2730240"/>
            <a:ext cx="600" cy="1073400"/>
          </a:xfrm>
          <a:prstGeom prst="curvedConnector3">
            <a:avLst>
              <a:gd name="adj1" fmla="val -39688687"/>
            </a:avLst>
          </a:prstGeom>
          <a:noFill/>
          <a:ln w="28575" cap="flat" cmpd="sng">
            <a:solidFill>
              <a:schemeClr val="dk1"/>
            </a:solidFill>
            <a:prstDash val="solid"/>
            <a:round/>
            <a:headEnd type="none" w="med" len="med"/>
            <a:tailEnd type="none" w="med" len="med"/>
          </a:ln>
        </p:spPr>
      </p:cxnSp>
      <p:cxnSp>
        <p:nvCxnSpPr>
          <p:cNvPr id="2582" name="Google Shape;2582;p56"/>
          <p:cNvCxnSpPr>
            <a:stCxn id="2571" idx="3"/>
            <a:endCxn id="2562" idx="1"/>
          </p:cNvCxnSpPr>
          <p:nvPr/>
        </p:nvCxnSpPr>
        <p:spPr>
          <a:xfrm>
            <a:off x="3733599" y="3803565"/>
            <a:ext cx="470100" cy="2400"/>
          </a:xfrm>
          <a:prstGeom prst="curvedConnector3">
            <a:avLst>
              <a:gd name="adj1" fmla="val 50015"/>
            </a:avLst>
          </a:prstGeom>
          <a:noFill/>
          <a:ln w="28575" cap="flat" cmpd="sng">
            <a:solidFill>
              <a:schemeClr val="dk1"/>
            </a:solidFill>
            <a:prstDash val="solid"/>
            <a:round/>
            <a:headEnd type="none" w="med" len="med"/>
            <a:tailEnd type="none" w="med" len="med"/>
          </a:ln>
        </p:spPr>
      </p:cxnSp>
      <p:cxnSp>
        <p:nvCxnSpPr>
          <p:cNvPr id="2583" name="Google Shape;2583;p56"/>
          <p:cNvCxnSpPr>
            <a:stCxn id="2562" idx="3"/>
            <a:endCxn id="2573" idx="1"/>
          </p:cNvCxnSpPr>
          <p:nvPr/>
        </p:nvCxnSpPr>
        <p:spPr>
          <a:xfrm rot="10800000" flipH="1">
            <a:off x="4940044" y="3804146"/>
            <a:ext cx="470400" cy="1800"/>
          </a:xfrm>
          <a:prstGeom prst="curvedConnector3">
            <a:avLst>
              <a:gd name="adj1" fmla="val 49985"/>
            </a:avLst>
          </a:prstGeom>
          <a:noFill/>
          <a:ln w="28575" cap="flat" cmpd="sng">
            <a:solidFill>
              <a:schemeClr val="dk1"/>
            </a:solidFill>
            <a:prstDash val="solid"/>
            <a:round/>
            <a:headEnd type="none" w="med" len="med"/>
            <a:tailEnd type="oval" w="med" len="med"/>
          </a:ln>
        </p:spPr>
      </p:cxnSp>
      <p:grpSp>
        <p:nvGrpSpPr>
          <p:cNvPr id="2584" name="Google Shape;2584;p56"/>
          <p:cNvGrpSpPr/>
          <p:nvPr/>
        </p:nvGrpSpPr>
        <p:grpSpPr>
          <a:xfrm>
            <a:off x="4380061" y="1457969"/>
            <a:ext cx="383765" cy="397902"/>
            <a:chOff x="1297654" y="1504481"/>
            <a:chExt cx="349354" cy="362223"/>
          </a:xfrm>
        </p:grpSpPr>
        <p:sp>
          <p:nvSpPr>
            <p:cNvPr id="2585" name="Google Shape;2585;p56"/>
            <p:cNvSpPr/>
            <p:nvPr/>
          </p:nvSpPr>
          <p:spPr>
            <a:xfrm>
              <a:off x="1297654" y="1504481"/>
              <a:ext cx="349354" cy="362223"/>
            </a:xfrm>
            <a:custGeom>
              <a:avLst/>
              <a:gdLst/>
              <a:ahLst/>
              <a:cxnLst/>
              <a:rect l="l" t="t" r="r" b="b"/>
              <a:pathLst>
                <a:path w="10967" h="11371" extrusionOk="0">
                  <a:moveTo>
                    <a:pt x="6252" y="381"/>
                  </a:moveTo>
                  <a:cubicBezTo>
                    <a:pt x="6799" y="381"/>
                    <a:pt x="7335" y="679"/>
                    <a:pt x="7621" y="1155"/>
                  </a:cubicBezTo>
                  <a:cubicBezTo>
                    <a:pt x="7704" y="1274"/>
                    <a:pt x="7811" y="1655"/>
                    <a:pt x="8240" y="1786"/>
                  </a:cubicBezTo>
                  <a:cubicBezTo>
                    <a:pt x="8157" y="1858"/>
                    <a:pt x="7978" y="2036"/>
                    <a:pt x="7919" y="2108"/>
                  </a:cubicBezTo>
                  <a:cubicBezTo>
                    <a:pt x="7454" y="1870"/>
                    <a:pt x="7335" y="1501"/>
                    <a:pt x="7252" y="1381"/>
                  </a:cubicBezTo>
                  <a:cubicBezTo>
                    <a:pt x="7037" y="1036"/>
                    <a:pt x="6656" y="822"/>
                    <a:pt x="6252" y="822"/>
                  </a:cubicBezTo>
                  <a:lnTo>
                    <a:pt x="4644" y="822"/>
                  </a:lnTo>
                  <a:cubicBezTo>
                    <a:pt x="4239" y="822"/>
                    <a:pt x="3847" y="1036"/>
                    <a:pt x="3644" y="1381"/>
                  </a:cubicBezTo>
                  <a:cubicBezTo>
                    <a:pt x="3537" y="1512"/>
                    <a:pt x="3442" y="1846"/>
                    <a:pt x="3049" y="2072"/>
                  </a:cubicBezTo>
                  <a:lnTo>
                    <a:pt x="3025" y="2036"/>
                  </a:lnTo>
                  <a:lnTo>
                    <a:pt x="2870" y="1893"/>
                  </a:lnTo>
                  <a:cubicBezTo>
                    <a:pt x="2823" y="1846"/>
                    <a:pt x="2763" y="1798"/>
                    <a:pt x="2704" y="1751"/>
                  </a:cubicBezTo>
                  <a:cubicBezTo>
                    <a:pt x="3085" y="1608"/>
                    <a:pt x="3168" y="1310"/>
                    <a:pt x="3275" y="1155"/>
                  </a:cubicBezTo>
                  <a:cubicBezTo>
                    <a:pt x="3549" y="679"/>
                    <a:pt x="4073" y="381"/>
                    <a:pt x="4644" y="381"/>
                  </a:cubicBezTo>
                  <a:close/>
                  <a:moveTo>
                    <a:pt x="2620" y="3703"/>
                  </a:moveTo>
                  <a:lnTo>
                    <a:pt x="2823" y="3894"/>
                  </a:lnTo>
                  <a:cubicBezTo>
                    <a:pt x="2727" y="3989"/>
                    <a:pt x="2632" y="4096"/>
                    <a:pt x="2549" y="4191"/>
                  </a:cubicBezTo>
                  <a:lnTo>
                    <a:pt x="2334" y="3989"/>
                  </a:lnTo>
                  <a:lnTo>
                    <a:pt x="2620" y="3703"/>
                  </a:lnTo>
                  <a:close/>
                  <a:moveTo>
                    <a:pt x="8383" y="3703"/>
                  </a:moveTo>
                  <a:lnTo>
                    <a:pt x="8657" y="3989"/>
                  </a:lnTo>
                  <a:lnTo>
                    <a:pt x="8454" y="4191"/>
                  </a:lnTo>
                  <a:cubicBezTo>
                    <a:pt x="8383" y="4120"/>
                    <a:pt x="8276" y="4001"/>
                    <a:pt x="8169" y="3894"/>
                  </a:cubicBezTo>
                  <a:lnTo>
                    <a:pt x="8383" y="3703"/>
                  </a:lnTo>
                  <a:close/>
                  <a:moveTo>
                    <a:pt x="1727" y="1774"/>
                  </a:moveTo>
                  <a:cubicBezTo>
                    <a:pt x="2394" y="1774"/>
                    <a:pt x="2704" y="2251"/>
                    <a:pt x="2763" y="2286"/>
                  </a:cubicBezTo>
                  <a:cubicBezTo>
                    <a:pt x="2930" y="2453"/>
                    <a:pt x="2977" y="2691"/>
                    <a:pt x="2882" y="2905"/>
                  </a:cubicBezTo>
                  <a:cubicBezTo>
                    <a:pt x="2846" y="3013"/>
                    <a:pt x="2882" y="2965"/>
                    <a:pt x="1763" y="4072"/>
                  </a:cubicBezTo>
                  <a:cubicBezTo>
                    <a:pt x="1656" y="4185"/>
                    <a:pt x="1516" y="4242"/>
                    <a:pt x="1375" y="4242"/>
                  </a:cubicBezTo>
                  <a:cubicBezTo>
                    <a:pt x="1233" y="4242"/>
                    <a:pt x="1090" y="4185"/>
                    <a:pt x="977" y="4072"/>
                  </a:cubicBezTo>
                  <a:lnTo>
                    <a:pt x="834" y="3929"/>
                  </a:lnTo>
                  <a:cubicBezTo>
                    <a:pt x="37" y="3144"/>
                    <a:pt x="572" y="1774"/>
                    <a:pt x="1727" y="1774"/>
                  </a:cubicBezTo>
                  <a:close/>
                  <a:moveTo>
                    <a:pt x="6228" y="1155"/>
                  </a:moveTo>
                  <a:cubicBezTo>
                    <a:pt x="6514" y="1155"/>
                    <a:pt x="6799" y="1310"/>
                    <a:pt x="6930" y="1560"/>
                  </a:cubicBezTo>
                  <a:cubicBezTo>
                    <a:pt x="7026" y="1679"/>
                    <a:pt x="7180" y="2143"/>
                    <a:pt x="7740" y="2429"/>
                  </a:cubicBezTo>
                  <a:cubicBezTo>
                    <a:pt x="7645" y="2727"/>
                    <a:pt x="7716" y="3060"/>
                    <a:pt x="7954" y="3298"/>
                  </a:cubicBezTo>
                  <a:lnTo>
                    <a:pt x="8109" y="3453"/>
                  </a:lnTo>
                  <a:lnTo>
                    <a:pt x="7883" y="3679"/>
                  </a:lnTo>
                  <a:cubicBezTo>
                    <a:pt x="7190" y="3137"/>
                    <a:pt x="6339" y="2857"/>
                    <a:pt x="5480" y="2857"/>
                  </a:cubicBezTo>
                  <a:cubicBezTo>
                    <a:pt x="4980" y="2857"/>
                    <a:pt x="4478" y="2951"/>
                    <a:pt x="4001" y="3144"/>
                  </a:cubicBezTo>
                  <a:cubicBezTo>
                    <a:pt x="3906" y="3167"/>
                    <a:pt x="3870" y="3275"/>
                    <a:pt x="3906" y="3358"/>
                  </a:cubicBezTo>
                  <a:cubicBezTo>
                    <a:pt x="3933" y="3429"/>
                    <a:pt x="3999" y="3467"/>
                    <a:pt x="4065" y="3467"/>
                  </a:cubicBezTo>
                  <a:cubicBezTo>
                    <a:pt x="4088" y="3467"/>
                    <a:pt x="4111" y="3462"/>
                    <a:pt x="4132" y="3453"/>
                  </a:cubicBezTo>
                  <a:cubicBezTo>
                    <a:pt x="4579" y="3277"/>
                    <a:pt x="5034" y="3195"/>
                    <a:pt x="5479" y="3195"/>
                  </a:cubicBezTo>
                  <a:cubicBezTo>
                    <a:pt x="7404" y="3195"/>
                    <a:pt x="9133" y="4736"/>
                    <a:pt x="9133" y="6835"/>
                  </a:cubicBezTo>
                  <a:cubicBezTo>
                    <a:pt x="9133" y="8925"/>
                    <a:pt x="7411" y="10462"/>
                    <a:pt x="5498" y="10462"/>
                  </a:cubicBezTo>
                  <a:cubicBezTo>
                    <a:pt x="5047" y="10462"/>
                    <a:pt x="4585" y="10376"/>
                    <a:pt x="4132" y="10192"/>
                  </a:cubicBezTo>
                  <a:cubicBezTo>
                    <a:pt x="1442" y="9097"/>
                    <a:pt x="1049" y="5346"/>
                    <a:pt x="3585" y="3763"/>
                  </a:cubicBezTo>
                  <a:cubicBezTo>
                    <a:pt x="3656" y="3715"/>
                    <a:pt x="3692" y="3620"/>
                    <a:pt x="3644" y="3525"/>
                  </a:cubicBezTo>
                  <a:cubicBezTo>
                    <a:pt x="3611" y="3476"/>
                    <a:pt x="3551" y="3443"/>
                    <a:pt x="3489" y="3443"/>
                  </a:cubicBezTo>
                  <a:cubicBezTo>
                    <a:pt x="3461" y="3443"/>
                    <a:pt x="3432" y="3450"/>
                    <a:pt x="3406" y="3465"/>
                  </a:cubicBezTo>
                  <a:cubicBezTo>
                    <a:pt x="3299" y="3536"/>
                    <a:pt x="3192" y="3596"/>
                    <a:pt x="3096" y="3691"/>
                  </a:cubicBezTo>
                  <a:lnTo>
                    <a:pt x="2870" y="3465"/>
                  </a:lnTo>
                  <a:cubicBezTo>
                    <a:pt x="2942" y="3382"/>
                    <a:pt x="3287" y="3167"/>
                    <a:pt x="3287" y="2679"/>
                  </a:cubicBezTo>
                  <a:cubicBezTo>
                    <a:pt x="3287" y="2572"/>
                    <a:pt x="3275" y="2465"/>
                    <a:pt x="3227" y="2370"/>
                  </a:cubicBezTo>
                  <a:cubicBezTo>
                    <a:pt x="3704" y="2084"/>
                    <a:pt x="3835" y="1691"/>
                    <a:pt x="3930" y="1560"/>
                  </a:cubicBezTo>
                  <a:cubicBezTo>
                    <a:pt x="4073" y="1310"/>
                    <a:pt x="4347" y="1155"/>
                    <a:pt x="4620" y="1155"/>
                  </a:cubicBezTo>
                  <a:close/>
                  <a:moveTo>
                    <a:pt x="2811" y="9752"/>
                  </a:moveTo>
                  <a:cubicBezTo>
                    <a:pt x="3037" y="9954"/>
                    <a:pt x="3287" y="10133"/>
                    <a:pt x="3549" y="10287"/>
                  </a:cubicBezTo>
                  <a:lnTo>
                    <a:pt x="2906" y="10942"/>
                  </a:lnTo>
                  <a:cubicBezTo>
                    <a:pt x="2817" y="11031"/>
                    <a:pt x="2701" y="11076"/>
                    <a:pt x="2585" y="11076"/>
                  </a:cubicBezTo>
                  <a:cubicBezTo>
                    <a:pt x="2468" y="11076"/>
                    <a:pt x="2352" y="11031"/>
                    <a:pt x="2263" y="10942"/>
                  </a:cubicBezTo>
                  <a:cubicBezTo>
                    <a:pt x="2084" y="10764"/>
                    <a:pt x="2084" y="10478"/>
                    <a:pt x="2263" y="10299"/>
                  </a:cubicBezTo>
                  <a:lnTo>
                    <a:pt x="2811" y="9752"/>
                  </a:lnTo>
                  <a:close/>
                  <a:moveTo>
                    <a:pt x="8204" y="9752"/>
                  </a:moveTo>
                  <a:lnTo>
                    <a:pt x="8752" y="10299"/>
                  </a:lnTo>
                  <a:cubicBezTo>
                    <a:pt x="8931" y="10478"/>
                    <a:pt x="8931" y="10764"/>
                    <a:pt x="8752" y="10942"/>
                  </a:cubicBezTo>
                  <a:cubicBezTo>
                    <a:pt x="8663" y="11031"/>
                    <a:pt x="8547" y="11076"/>
                    <a:pt x="8430" y="11076"/>
                  </a:cubicBezTo>
                  <a:cubicBezTo>
                    <a:pt x="8314" y="11076"/>
                    <a:pt x="8198" y="11031"/>
                    <a:pt x="8109" y="10942"/>
                  </a:cubicBezTo>
                  <a:lnTo>
                    <a:pt x="7454" y="10287"/>
                  </a:lnTo>
                  <a:cubicBezTo>
                    <a:pt x="7740" y="10121"/>
                    <a:pt x="7978" y="9954"/>
                    <a:pt x="8204" y="9752"/>
                  </a:cubicBezTo>
                  <a:close/>
                  <a:moveTo>
                    <a:pt x="4644" y="0"/>
                  </a:moveTo>
                  <a:cubicBezTo>
                    <a:pt x="3978" y="0"/>
                    <a:pt x="3335" y="358"/>
                    <a:pt x="2989" y="929"/>
                  </a:cubicBezTo>
                  <a:lnTo>
                    <a:pt x="2858" y="1167"/>
                  </a:lnTo>
                  <a:cubicBezTo>
                    <a:pt x="2693" y="1433"/>
                    <a:pt x="2436" y="1452"/>
                    <a:pt x="2316" y="1452"/>
                  </a:cubicBezTo>
                  <a:cubicBezTo>
                    <a:pt x="2296" y="1452"/>
                    <a:pt x="2280" y="1451"/>
                    <a:pt x="2269" y="1451"/>
                  </a:cubicBezTo>
                  <a:cubicBezTo>
                    <a:pt x="2260" y="1451"/>
                    <a:pt x="2254" y="1452"/>
                    <a:pt x="2251" y="1453"/>
                  </a:cubicBezTo>
                  <a:cubicBezTo>
                    <a:pt x="2091" y="1402"/>
                    <a:pt x="1925" y="1376"/>
                    <a:pt x="1760" y="1376"/>
                  </a:cubicBezTo>
                  <a:cubicBezTo>
                    <a:pt x="1350" y="1376"/>
                    <a:pt x="943" y="1535"/>
                    <a:pt x="620" y="1858"/>
                  </a:cubicBezTo>
                  <a:cubicBezTo>
                    <a:pt x="1" y="2477"/>
                    <a:pt x="1" y="3489"/>
                    <a:pt x="620" y="4132"/>
                  </a:cubicBezTo>
                  <a:cubicBezTo>
                    <a:pt x="715" y="4191"/>
                    <a:pt x="918" y="4537"/>
                    <a:pt x="1394" y="4537"/>
                  </a:cubicBezTo>
                  <a:cubicBezTo>
                    <a:pt x="1846" y="4537"/>
                    <a:pt x="2073" y="4227"/>
                    <a:pt x="2108" y="4191"/>
                  </a:cubicBezTo>
                  <a:lnTo>
                    <a:pt x="2334" y="4418"/>
                  </a:lnTo>
                  <a:cubicBezTo>
                    <a:pt x="1144" y="6025"/>
                    <a:pt x="1370" y="8192"/>
                    <a:pt x="2585" y="9466"/>
                  </a:cubicBezTo>
                  <a:lnTo>
                    <a:pt x="2037" y="10013"/>
                  </a:lnTo>
                  <a:cubicBezTo>
                    <a:pt x="1549" y="10502"/>
                    <a:pt x="1894" y="11371"/>
                    <a:pt x="2608" y="11371"/>
                  </a:cubicBezTo>
                  <a:cubicBezTo>
                    <a:pt x="2811" y="11371"/>
                    <a:pt x="3001" y="11287"/>
                    <a:pt x="3168" y="11133"/>
                  </a:cubicBezTo>
                  <a:lnTo>
                    <a:pt x="3894" y="10394"/>
                  </a:lnTo>
                  <a:cubicBezTo>
                    <a:pt x="4403" y="10628"/>
                    <a:pt x="4958" y="10747"/>
                    <a:pt x="5518" y="10747"/>
                  </a:cubicBezTo>
                  <a:cubicBezTo>
                    <a:pt x="6071" y="10747"/>
                    <a:pt x="6630" y="10631"/>
                    <a:pt x="7157" y="10394"/>
                  </a:cubicBezTo>
                  <a:lnTo>
                    <a:pt x="7883" y="11133"/>
                  </a:lnTo>
                  <a:cubicBezTo>
                    <a:pt x="8038" y="11276"/>
                    <a:pt x="8240" y="11371"/>
                    <a:pt x="8454" y="11371"/>
                  </a:cubicBezTo>
                  <a:cubicBezTo>
                    <a:pt x="9157" y="11371"/>
                    <a:pt x="9514" y="10514"/>
                    <a:pt x="9014" y="10013"/>
                  </a:cubicBezTo>
                  <a:lnTo>
                    <a:pt x="8466" y="9466"/>
                  </a:lnTo>
                  <a:cubicBezTo>
                    <a:pt x="9752" y="8061"/>
                    <a:pt x="9871" y="5953"/>
                    <a:pt x="8716" y="4418"/>
                  </a:cubicBezTo>
                  <a:lnTo>
                    <a:pt x="8942" y="4191"/>
                  </a:lnTo>
                  <a:cubicBezTo>
                    <a:pt x="8990" y="4239"/>
                    <a:pt x="9192" y="4537"/>
                    <a:pt x="9657" y="4537"/>
                  </a:cubicBezTo>
                  <a:cubicBezTo>
                    <a:pt x="9895" y="4537"/>
                    <a:pt x="10121" y="4441"/>
                    <a:pt x="10288" y="4287"/>
                  </a:cubicBezTo>
                  <a:cubicBezTo>
                    <a:pt x="10300" y="4251"/>
                    <a:pt x="10967" y="3775"/>
                    <a:pt x="10859" y="2858"/>
                  </a:cubicBezTo>
                  <a:cubicBezTo>
                    <a:pt x="10848" y="2770"/>
                    <a:pt x="10786" y="2702"/>
                    <a:pt x="10701" y="2702"/>
                  </a:cubicBezTo>
                  <a:cubicBezTo>
                    <a:pt x="10695" y="2702"/>
                    <a:pt x="10688" y="2702"/>
                    <a:pt x="10681" y="2703"/>
                  </a:cubicBezTo>
                  <a:cubicBezTo>
                    <a:pt x="10597" y="2727"/>
                    <a:pt x="10526" y="2798"/>
                    <a:pt x="10538" y="2882"/>
                  </a:cubicBezTo>
                  <a:cubicBezTo>
                    <a:pt x="10609" y="3632"/>
                    <a:pt x="10074" y="4001"/>
                    <a:pt x="10026" y="4060"/>
                  </a:cubicBezTo>
                  <a:cubicBezTo>
                    <a:pt x="9922" y="4164"/>
                    <a:pt x="9777" y="4221"/>
                    <a:pt x="9630" y="4221"/>
                  </a:cubicBezTo>
                  <a:cubicBezTo>
                    <a:pt x="9491" y="4221"/>
                    <a:pt x="9350" y="4170"/>
                    <a:pt x="9240" y="4060"/>
                  </a:cubicBezTo>
                  <a:lnTo>
                    <a:pt x="8228" y="3048"/>
                  </a:lnTo>
                  <a:cubicBezTo>
                    <a:pt x="8002" y="2822"/>
                    <a:pt x="8026" y="2477"/>
                    <a:pt x="8228" y="2263"/>
                  </a:cubicBezTo>
                  <a:cubicBezTo>
                    <a:pt x="8300" y="2203"/>
                    <a:pt x="8621" y="1739"/>
                    <a:pt x="9276" y="1739"/>
                  </a:cubicBezTo>
                  <a:cubicBezTo>
                    <a:pt x="9716" y="1739"/>
                    <a:pt x="10109" y="1965"/>
                    <a:pt x="10324" y="2298"/>
                  </a:cubicBezTo>
                  <a:cubicBezTo>
                    <a:pt x="10353" y="2350"/>
                    <a:pt x="10406" y="2379"/>
                    <a:pt x="10462" y="2379"/>
                  </a:cubicBezTo>
                  <a:cubicBezTo>
                    <a:pt x="10495" y="2379"/>
                    <a:pt x="10530" y="2368"/>
                    <a:pt x="10562" y="2346"/>
                  </a:cubicBezTo>
                  <a:cubicBezTo>
                    <a:pt x="10645" y="2298"/>
                    <a:pt x="10669" y="2203"/>
                    <a:pt x="10609" y="2108"/>
                  </a:cubicBezTo>
                  <a:cubicBezTo>
                    <a:pt x="10297" y="1640"/>
                    <a:pt x="9787" y="1384"/>
                    <a:pt x="9254" y="1384"/>
                  </a:cubicBezTo>
                  <a:cubicBezTo>
                    <a:pt x="9095" y="1384"/>
                    <a:pt x="8934" y="1406"/>
                    <a:pt x="8776" y="1453"/>
                  </a:cubicBezTo>
                  <a:lnTo>
                    <a:pt x="8526" y="1453"/>
                  </a:lnTo>
                  <a:cubicBezTo>
                    <a:pt x="8335" y="1453"/>
                    <a:pt x="8145" y="1358"/>
                    <a:pt x="8038" y="1167"/>
                  </a:cubicBezTo>
                  <a:lnTo>
                    <a:pt x="7907" y="929"/>
                  </a:lnTo>
                  <a:cubicBezTo>
                    <a:pt x="7561" y="358"/>
                    <a:pt x="6918" y="0"/>
                    <a:pt x="625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2586;p56"/>
            <p:cNvSpPr/>
            <p:nvPr/>
          </p:nvSpPr>
          <p:spPr>
            <a:xfrm>
              <a:off x="1354930" y="1618713"/>
              <a:ext cx="224960" cy="206516"/>
            </a:xfrm>
            <a:custGeom>
              <a:avLst/>
              <a:gdLst/>
              <a:ahLst/>
              <a:cxnLst/>
              <a:rect l="l" t="t" r="r" b="b"/>
              <a:pathLst>
                <a:path w="7062" h="6483" extrusionOk="0">
                  <a:moveTo>
                    <a:pt x="3753" y="1"/>
                  </a:moveTo>
                  <a:cubicBezTo>
                    <a:pt x="2094" y="1"/>
                    <a:pt x="465" y="1260"/>
                    <a:pt x="465" y="3249"/>
                  </a:cubicBezTo>
                  <a:cubicBezTo>
                    <a:pt x="465" y="5198"/>
                    <a:pt x="2076" y="6483"/>
                    <a:pt x="3742" y="6483"/>
                  </a:cubicBezTo>
                  <a:cubicBezTo>
                    <a:pt x="4589" y="6483"/>
                    <a:pt x="5450" y="6150"/>
                    <a:pt x="6121" y="5404"/>
                  </a:cubicBezTo>
                  <a:cubicBezTo>
                    <a:pt x="6347" y="5165"/>
                    <a:pt x="6513" y="4880"/>
                    <a:pt x="6656" y="4582"/>
                  </a:cubicBezTo>
                  <a:cubicBezTo>
                    <a:pt x="6704" y="4487"/>
                    <a:pt x="6656" y="4403"/>
                    <a:pt x="6561" y="4356"/>
                  </a:cubicBezTo>
                  <a:cubicBezTo>
                    <a:pt x="6540" y="4347"/>
                    <a:pt x="6518" y="4342"/>
                    <a:pt x="6496" y="4342"/>
                  </a:cubicBezTo>
                  <a:cubicBezTo>
                    <a:pt x="6433" y="4342"/>
                    <a:pt x="6373" y="4380"/>
                    <a:pt x="6347" y="4451"/>
                  </a:cubicBezTo>
                  <a:cubicBezTo>
                    <a:pt x="5882" y="5463"/>
                    <a:pt x="4858" y="6142"/>
                    <a:pt x="3704" y="6142"/>
                  </a:cubicBezTo>
                  <a:cubicBezTo>
                    <a:pt x="1358" y="6142"/>
                    <a:pt x="1" y="3499"/>
                    <a:pt x="1322" y="1594"/>
                  </a:cubicBezTo>
                  <a:cubicBezTo>
                    <a:pt x="1903" y="762"/>
                    <a:pt x="2811" y="339"/>
                    <a:pt x="3721" y="339"/>
                  </a:cubicBezTo>
                  <a:cubicBezTo>
                    <a:pt x="4621" y="339"/>
                    <a:pt x="5522" y="753"/>
                    <a:pt x="6109" y="1594"/>
                  </a:cubicBezTo>
                  <a:cubicBezTo>
                    <a:pt x="6561" y="2260"/>
                    <a:pt x="6716" y="3082"/>
                    <a:pt x="6549" y="3844"/>
                  </a:cubicBezTo>
                  <a:cubicBezTo>
                    <a:pt x="6537" y="3927"/>
                    <a:pt x="6597" y="4022"/>
                    <a:pt x="6680" y="4034"/>
                  </a:cubicBezTo>
                  <a:cubicBezTo>
                    <a:pt x="6688" y="4035"/>
                    <a:pt x="6696" y="4036"/>
                    <a:pt x="6704" y="4036"/>
                  </a:cubicBezTo>
                  <a:cubicBezTo>
                    <a:pt x="6789" y="4036"/>
                    <a:pt x="6861" y="3980"/>
                    <a:pt x="6883" y="3903"/>
                  </a:cubicBezTo>
                  <a:cubicBezTo>
                    <a:pt x="7061" y="3046"/>
                    <a:pt x="6894" y="2141"/>
                    <a:pt x="6359" y="1379"/>
                  </a:cubicBezTo>
                  <a:cubicBezTo>
                    <a:pt x="5689" y="426"/>
                    <a:pt x="4716" y="1"/>
                    <a:pt x="3753"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2587;p56"/>
            <p:cNvSpPr/>
            <p:nvPr/>
          </p:nvSpPr>
          <p:spPr>
            <a:xfrm>
              <a:off x="1453553" y="1643305"/>
              <a:ext cx="73235" cy="141436"/>
            </a:xfrm>
            <a:custGeom>
              <a:avLst/>
              <a:gdLst/>
              <a:ahLst/>
              <a:cxnLst/>
              <a:rect l="l" t="t" r="r" b="b"/>
              <a:pathLst>
                <a:path w="2299" h="4440" extrusionOk="0">
                  <a:moveTo>
                    <a:pt x="572" y="345"/>
                  </a:moveTo>
                  <a:cubicBezTo>
                    <a:pt x="703" y="345"/>
                    <a:pt x="810" y="441"/>
                    <a:pt x="810" y="583"/>
                  </a:cubicBezTo>
                  <a:lnTo>
                    <a:pt x="810" y="2191"/>
                  </a:lnTo>
                  <a:cubicBezTo>
                    <a:pt x="727" y="2155"/>
                    <a:pt x="640" y="2137"/>
                    <a:pt x="555" y="2137"/>
                  </a:cubicBezTo>
                  <a:cubicBezTo>
                    <a:pt x="471" y="2137"/>
                    <a:pt x="387" y="2155"/>
                    <a:pt x="310" y="2191"/>
                  </a:cubicBezTo>
                  <a:lnTo>
                    <a:pt x="310" y="583"/>
                  </a:lnTo>
                  <a:lnTo>
                    <a:pt x="334" y="583"/>
                  </a:lnTo>
                  <a:cubicBezTo>
                    <a:pt x="334" y="452"/>
                    <a:pt x="429" y="345"/>
                    <a:pt x="572" y="345"/>
                  </a:cubicBezTo>
                  <a:close/>
                  <a:moveTo>
                    <a:pt x="610" y="2488"/>
                  </a:moveTo>
                  <a:cubicBezTo>
                    <a:pt x="726" y="2488"/>
                    <a:pt x="736" y="2510"/>
                    <a:pt x="1905" y="3703"/>
                  </a:cubicBezTo>
                  <a:cubicBezTo>
                    <a:pt x="1977" y="3798"/>
                    <a:pt x="1977" y="3941"/>
                    <a:pt x="1893" y="4036"/>
                  </a:cubicBezTo>
                  <a:cubicBezTo>
                    <a:pt x="1846" y="4078"/>
                    <a:pt x="1783" y="4099"/>
                    <a:pt x="1721" y="4099"/>
                  </a:cubicBezTo>
                  <a:cubicBezTo>
                    <a:pt x="1658" y="4099"/>
                    <a:pt x="1596" y="4078"/>
                    <a:pt x="1548" y="4036"/>
                  </a:cubicBezTo>
                  <a:lnTo>
                    <a:pt x="417" y="2905"/>
                  </a:lnTo>
                  <a:cubicBezTo>
                    <a:pt x="274" y="2750"/>
                    <a:pt x="369" y="2488"/>
                    <a:pt x="596" y="2488"/>
                  </a:cubicBezTo>
                  <a:cubicBezTo>
                    <a:pt x="600" y="2488"/>
                    <a:pt x="605" y="2488"/>
                    <a:pt x="610" y="2488"/>
                  </a:cubicBezTo>
                  <a:close/>
                  <a:moveTo>
                    <a:pt x="584" y="0"/>
                  </a:moveTo>
                  <a:cubicBezTo>
                    <a:pt x="250" y="0"/>
                    <a:pt x="0" y="274"/>
                    <a:pt x="0" y="583"/>
                  </a:cubicBezTo>
                  <a:lnTo>
                    <a:pt x="0" y="2715"/>
                  </a:lnTo>
                  <a:cubicBezTo>
                    <a:pt x="0" y="2858"/>
                    <a:pt x="60" y="3024"/>
                    <a:pt x="167" y="3131"/>
                  </a:cubicBezTo>
                  <a:cubicBezTo>
                    <a:pt x="1322" y="4262"/>
                    <a:pt x="1310" y="4334"/>
                    <a:pt x="1524" y="4405"/>
                  </a:cubicBezTo>
                  <a:cubicBezTo>
                    <a:pt x="1589" y="4428"/>
                    <a:pt x="1655" y="4439"/>
                    <a:pt x="1720" y="4439"/>
                  </a:cubicBezTo>
                  <a:cubicBezTo>
                    <a:pt x="2023" y="4439"/>
                    <a:pt x="2298" y="4201"/>
                    <a:pt x="2298" y="3858"/>
                  </a:cubicBezTo>
                  <a:cubicBezTo>
                    <a:pt x="2298" y="3703"/>
                    <a:pt x="2227" y="3572"/>
                    <a:pt x="2132" y="3453"/>
                  </a:cubicBezTo>
                  <a:lnTo>
                    <a:pt x="1167" y="2488"/>
                  </a:lnTo>
                  <a:lnTo>
                    <a:pt x="1167" y="583"/>
                  </a:lnTo>
                  <a:cubicBezTo>
                    <a:pt x="1167" y="250"/>
                    <a:pt x="893" y="0"/>
                    <a:pt x="58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88" name="Google Shape;2588;p56"/>
          <p:cNvSpPr/>
          <p:nvPr/>
        </p:nvSpPr>
        <p:spPr>
          <a:xfrm>
            <a:off x="4362581" y="2558525"/>
            <a:ext cx="418725" cy="343241"/>
          </a:xfrm>
          <a:custGeom>
            <a:avLst/>
            <a:gdLst/>
            <a:ahLst/>
            <a:cxnLst/>
            <a:rect l="l" t="t" r="r" b="b"/>
            <a:pathLst>
              <a:path w="11967" h="9809" extrusionOk="0">
                <a:moveTo>
                  <a:pt x="8309" y="358"/>
                </a:moveTo>
                <a:cubicBezTo>
                  <a:pt x="8940" y="358"/>
                  <a:pt x="9663" y="469"/>
                  <a:pt x="10418" y="796"/>
                </a:cubicBezTo>
                <a:lnTo>
                  <a:pt x="10418" y="7796"/>
                </a:lnTo>
                <a:cubicBezTo>
                  <a:pt x="9723" y="7513"/>
                  <a:pt x="8997" y="7381"/>
                  <a:pt x="8289" y="7381"/>
                </a:cubicBezTo>
                <a:cubicBezTo>
                  <a:pt x="7542" y="7381"/>
                  <a:pt x="6816" y="7527"/>
                  <a:pt x="6168" y="7796"/>
                </a:cubicBezTo>
                <a:lnTo>
                  <a:pt x="6168" y="796"/>
                </a:lnTo>
                <a:cubicBezTo>
                  <a:pt x="6430" y="676"/>
                  <a:pt x="7238" y="358"/>
                  <a:pt x="8309" y="358"/>
                </a:cubicBezTo>
                <a:close/>
                <a:moveTo>
                  <a:pt x="3700" y="358"/>
                </a:moveTo>
                <a:cubicBezTo>
                  <a:pt x="4458" y="358"/>
                  <a:pt x="5191" y="513"/>
                  <a:pt x="5823" y="796"/>
                </a:cubicBezTo>
                <a:cubicBezTo>
                  <a:pt x="5811" y="1677"/>
                  <a:pt x="5811" y="6761"/>
                  <a:pt x="5811" y="7796"/>
                </a:cubicBezTo>
                <a:cubicBezTo>
                  <a:pt x="5418" y="7642"/>
                  <a:pt x="4656" y="7392"/>
                  <a:pt x="3668" y="7392"/>
                </a:cubicBezTo>
                <a:cubicBezTo>
                  <a:pt x="2929" y="7392"/>
                  <a:pt x="2215" y="7523"/>
                  <a:pt x="1548" y="7808"/>
                </a:cubicBezTo>
                <a:lnTo>
                  <a:pt x="1548" y="3867"/>
                </a:lnTo>
                <a:cubicBezTo>
                  <a:pt x="1548" y="3760"/>
                  <a:pt x="1477" y="3689"/>
                  <a:pt x="1370" y="3689"/>
                </a:cubicBezTo>
                <a:cubicBezTo>
                  <a:pt x="1262" y="3689"/>
                  <a:pt x="1191" y="3760"/>
                  <a:pt x="1191" y="3867"/>
                </a:cubicBezTo>
                <a:lnTo>
                  <a:pt x="1191" y="7987"/>
                </a:lnTo>
                <a:cubicBezTo>
                  <a:pt x="1191" y="8118"/>
                  <a:pt x="1298" y="8225"/>
                  <a:pt x="1429" y="8225"/>
                </a:cubicBezTo>
                <a:cubicBezTo>
                  <a:pt x="1465" y="8225"/>
                  <a:pt x="1489" y="8225"/>
                  <a:pt x="1524" y="8213"/>
                </a:cubicBezTo>
                <a:cubicBezTo>
                  <a:pt x="2203" y="7916"/>
                  <a:pt x="2917" y="7761"/>
                  <a:pt x="3656" y="7761"/>
                </a:cubicBezTo>
                <a:cubicBezTo>
                  <a:pt x="4715" y="7761"/>
                  <a:pt x="5537" y="8070"/>
                  <a:pt x="5799" y="8189"/>
                </a:cubicBezTo>
                <a:lnTo>
                  <a:pt x="5799" y="8606"/>
                </a:lnTo>
                <a:lnTo>
                  <a:pt x="417" y="8606"/>
                </a:lnTo>
                <a:cubicBezTo>
                  <a:pt x="381" y="8606"/>
                  <a:pt x="358" y="8582"/>
                  <a:pt x="358" y="8547"/>
                </a:cubicBezTo>
                <a:lnTo>
                  <a:pt x="358" y="1248"/>
                </a:lnTo>
                <a:cubicBezTo>
                  <a:pt x="358" y="1212"/>
                  <a:pt x="381" y="1188"/>
                  <a:pt x="417" y="1188"/>
                </a:cubicBezTo>
                <a:lnTo>
                  <a:pt x="1203" y="1188"/>
                </a:lnTo>
                <a:lnTo>
                  <a:pt x="1203" y="3153"/>
                </a:lnTo>
                <a:cubicBezTo>
                  <a:pt x="1203" y="3248"/>
                  <a:pt x="1274" y="3332"/>
                  <a:pt x="1382" y="3332"/>
                </a:cubicBezTo>
                <a:cubicBezTo>
                  <a:pt x="1489" y="3332"/>
                  <a:pt x="1560" y="3248"/>
                  <a:pt x="1560" y="3153"/>
                </a:cubicBezTo>
                <a:lnTo>
                  <a:pt x="1560" y="796"/>
                </a:lnTo>
                <a:cubicBezTo>
                  <a:pt x="2253" y="495"/>
                  <a:pt x="2987" y="358"/>
                  <a:pt x="3700" y="358"/>
                </a:cubicBezTo>
                <a:close/>
                <a:moveTo>
                  <a:pt x="6608" y="7987"/>
                </a:moveTo>
                <a:lnTo>
                  <a:pt x="6608" y="9249"/>
                </a:lnTo>
                <a:lnTo>
                  <a:pt x="6501" y="9166"/>
                </a:lnTo>
                <a:cubicBezTo>
                  <a:pt x="6471" y="9136"/>
                  <a:pt x="6430" y="9121"/>
                  <a:pt x="6390" y="9121"/>
                </a:cubicBezTo>
                <a:cubicBezTo>
                  <a:pt x="6349" y="9121"/>
                  <a:pt x="6311" y="9136"/>
                  <a:pt x="6287" y="9166"/>
                </a:cubicBezTo>
                <a:lnTo>
                  <a:pt x="6168" y="9261"/>
                </a:lnTo>
                <a:lnTo>
                  <a:pt x="6168" y="8166"/>
                </a:lnTo>
                <a:cubicBezTo>
                  <a:pt x="6251" y="8118"/>
                  <a:pt x="6418" y="8058"/>
                  <a:pt x="6608" y="7987"/>
                </a:cubicBezTo>
                <a:close/>
                <a:moveTo>
                  <a:pt x="8273" y="0"/>
                </a:moveTo>
                <a:cubicBezTo>
                  <a:pt x="7438" y="0"/>
                  <a:pt x="6643" y="178"/>
                  <a:pt x="5989" y="486"/>
                </a:cubicBezTo>
                <a:cubicBezTo>
                  <a:pt x="5715" y="367"/>
                  <a:pt x="4858" y="10"/>
                  <a:pt x="3668" y="10"/>
                </a:cubicBezTo>
                <a:cubicBezTo>
                  <a:pt x="2858" y="10"/>
                  <a:pt x="2072" y="176"/>
                  <a:pt x="1322" y="510"/>
                </a:cubicBezTo>
                <a:cubicBezTo>
                  <a:pt x="1143" y="593"/>
                  <a:pt x="1191" y="796"/>
                  <a:pt x="1191" y="843"/>
                </a:cubicBezTo>
                <a:lnTo>
                  <a:pt x="405" y="843"/>
                </a:lnTo>
                <a:cubicBezTo>
                  <a:pt x="179" y="843"/>
                  <a:pt x="0" y="1022"/>
                  <a:pt x="0" y="1248"/>
                </a:cubicBezTo>
                <a:lnTo>
                  <a:pt x="0" y="8535"/>
                </a:lnTo>
                <a:cubicBezTo>
                  <a:pt x="0" y="8761"/>
                  <a:pt x="179" y="8939"/>
                  <a:pt x="405" y="8939"/>
                </a:cubicBezTo>
                <a:lnTo>
                  <a:pt x="5811" y="8939"/>
                </a:lnTo>
                <a:lnTo>
                  <a:pt x="5811" y="9630"/>
                </a:lnTo>
                <a:cubicBezTo>
                  <a:pt x="5811" y="9740"/>
                  <a:pt x="5889" y="9808"/>
                  <a:pt x="5977" y="9808"/>
                </a:cubicBezTo>
                <a:cubicBezTo>
                  <a:pt x="6013" y="9808"/>
                  <a:pt x="6050" y="9797"/>
                  <a:pt x="6084" y="9773"/>
                </a:cubicBezTo>
                <a:lnTo>
                  <a:pt x="6382" y="9535"/>
                </a:lnTo>
                <a:cubicBezTo>
                  <a:pt x="6656" y="9737"/>
                  <a:pt x="6668" y="9809"/>
                  <a:pt x="6787" y="9809"/>
                </a:cubicBezTo>
                <a:cubicBezTo>
                  <a:pt x="6894" y="9809"/>
                  <a:pt x="6966" y="9737"/>
                  <a:pt x="6966" y="9630"/>
                </a:cubicBezTo>
                <a:lnTo>
                  <a:pt x="6966" y="8939"/>
                </a:lnTo>
                <a:lnTo>
                  <a:pt x="9335" y="8939"/>
                </a:lnTo>
                <a:cubicBezTo>
                  <a:pt x="9442" y="8939"/>
                  <a:pt x="9513" y="8856"/>
                  <a:pt x="9513" y="8761"/>
                </a:cubicBezTo>
                <a:cubicBezTo>
                  <a:pt x="9513" y="8654"/>
                  <a:pt x="9442" y="8582"/>
                  <a:pt x="9335" y="8582"/>
                </a:cubicBezTo>
                <a:lnTo>
                  <a:pt x="6966" y="8582"/>
                </a:lnTo>
                <a:lnTo>
                  <a:pt x="6966" y="7892"/>
                </a:lnTo>
                <a:cubicBezTo>
                  <a:pt x="7400" y="7783"/>
                  <a:pt x="7847" y="7728"/>
                  <a:pt x="8295" y="7728"/>
                </a:cubicBezTo>
                <a:cubicBezTo>
                  <a:pt x="9025" y="7728"/>
                  <a:pt x="9760" y="7875"/>
                  <a:pt x="10454" y="8177"/>
                </a:cubicBezTo>
                <a:cubicBezTo>
                  <a:pt x="10483" y="8192"/>
                  <a:pt x="10514" y="8199"/>
                  <a:pt x="10544" y="8199"/>
                </a:cubicBezTo>
                <a:cubicBezTo>
                  <a:pt x="10662" y="8199"/>
                  <a:pt x="10776" y="8096"/>
                  <a:pt x="10776" y="7963"/>
                </a:cubicBezTo>
                <a:lnTo>
                  <a:pt x="10776" y="1177"/>
                </a:lnTo>
                <a:lnTo>
                  <a:pt x="11561" y="1177"/>
                </a:lnTo>
                <a:cubicBezTo>
                  <a:pt x="11597" y="1177"/>
                  <a:pt x="11621" y="1212"/>
                  <a:pt x="11621" y="1236"/>
                </a:cubicBezTo>
                <a:lnTo>
                  <a:pt x="11621" y="8535"/>
                </a:lnTo>
                <a:cubicBezTo>
                  <a:pt x="11621" y="8570"/>
                  <a:pt x="11597" y="8594"/>
                  <a:pt x="11561" y="8594"/>
                </a:cubicBezTo>
                <a:lnTo>
                  <a:pt x="10049" y="8594"/>
                </a:lnTo>
                <a:cubicBezTo>
                  <a:pt x="9942" y="8594"/>
                  <a:pt x="9871" y="8666"/>
                  <a:pt x="9871" y="8773"/>
                </a:cubicBezTo>
                <a:cubicBezTo>
                  <a:pt x="9871" y="8880"/>
                  <a:pt x="9942" y="8951"/>
                  <a:pt x="10049" y="8951"/>
                </a:cubicBezTo>
                <a:lnTo>
                  <a:pt x="11561" y="8951"/>
                </a:lnTo>
                <a:cubicBezTo>
                  <a:pt x="11788" y="8951"/>
                  <a:pt x="11966" y="8773"/>
                  <a:pt x="11966" y="8547"/>
                </a:cubicBezTo>
                <a:lnTo>
                  <a:pt x="11966" y="1236"/>
                </a:lnTo>
                <a:cubicBezTo>
                  <a:pt x="11954" y="998"/>
                  <a:pt x="11776" y="831"/>
                  <a:pt x="11549" y="831"/>
                </a:cubicBezTo>
                <a:lnTo>
                  <a:pt x="10764" y="831"/>
                </a:lnTo>
                <a:cubicBezTo>
                  <a:pt x="10752" y="784"/>
                  <a:pt x="10811" y="581"/>
                  <a:pt x="10633" y="498"/>
                </a:cubicBezTo>
                <a:cubicBezTo>
                  <a:pt x="9864" y="154"/>
                  <a:pt x="9051" y="0"/>
                  <a:pt x="8273"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89" name="Google Shape;2589;p56"/>
          <p:cNvGrpSpPr/>
          <p:nvPr/>
        </p:nvGrpSpPr>
        <p:grpSpPr>
          <a:xfrm>
            <a:off x="4406295" y="3606998"/>
            <a:ext cx="331297" cy="397904"/>
            <a:chOff x="1493849" y="2775533"/>
            <a:chExt cx="283985" cy="341080"/>
          </a:xfrm>
        </p:grpSpPr>
        <p:sp>
          <p:nvSpPr>
            <p:cNvPr id="2590" name="Google Shape;2590;p56"/>
            <p:cNvSpPr/>
            <p:nvPr/>
          </p:nvSpPr>
          <p:spPr>
            <a:xfrm>
              <a:off x="1493849" y="2775533"/>
              <a:ext cx="283985" cy="341080"/>
            </a:xfrm>
            <a:custGeom>
              <a:avLst/>
              <a:gdLst/>
              <a:ahLst/>
              <a:cxnLst/>
              <a:rect l="l" t="t" r="r" b="b"/>
              <a:pathLst>
                <a:path w="8943" h="10741" extrusionOk="0">
                  <a:moveTo>
                    <a:pt x="8430" y="1013"/>
                  </a:moveTo>
                  <a:cubicBezTo>
                    <a:pt x="8466" y="1013"/>
                    <a:pt x="8514" y="1025"/>
                    <a:pt x="8549" y="1061"/>
                  </a:cubicBezTo>
                  <a:cubicBezTo>
                    <a:pt x="8573" y="1084"/>
                    <a:pt x="8585" y="1132"/>
                    <a:pt x="8585" y="1180"/>
                  </a:cubicBezTo>
                  <a:lnTo>
                    <a:pt x="8585" y="1846"/>
                  </a:lnTo>
                  <a:cubicBezTo>
                    <a:pt x="8585" y="2454"/>
                    <a:pt x="8454" y="2906"/>
                    <a:pt x="8192" y="3204"/>
                  </a:cubicBezTo>
                  <a:cubicBezTo>
                    <a:pt x="7954" y="3466"/>
                    <a:pt x="7633" y="3585"/>
                    <a:pt x="7323" y="3716"/>
                  </a:cubicBezTo>
                  <a:cubicBezTo>
                    <a:pt x="7180" y="3775"/>
                    <a:pt x="7025" y="3835"/>
                    <a:pt x="6894" y="3918"/>
                  </a:cubicBezTo>
                  <a:cubicBezTo>
                    <a:pt x="7037" y="3466"/>
                    <a:pt x="7121" y="2989"/>
                    <a:pt x="7121" y="2501"/>
                  </a:cubicBezTo>
                  <a:lnTo>
                    <a:pt x="7121" y="1811"/>
                  </a:lnTo>
                  <a:cubicBezTo>
                    <a:pt x="7335" y="1811"/>
                    <a:pt x="7549" y="1715"/>
                    <a:pt x="7680" y="1513"/>
                  </a:cubicBezTo>
                  <a:lnTo>
                    <a:pt x="7799" y="1334"/>
                  </a:lnTo>
                  <a:cubicBezTo>
                    <a:pt x="7954" y="1132"/>
                    <a:pt x="8168" y="1013"/>
                    <a:pt x="8430" y="1013"/>
                  </a:cubicBezTo>
                  <a:close/>
                  <a:moveTo>
                    <a:pt x="453" y="1025"/>
                  </a:moveTo>
                  <a:cubicBezTo>
                    <a:pt x="703" y="1025"/>
                    <a:pt x="929" y="1144"/>
                    <a:pt x="1072" y="1358"/>
                  </a:cubicBezTo>
                  <a:lnTo>
                    <a:pt x="1191" y="1537"/>
                  </a:lnTo>
                  <a:cubicBezTo>
                    <a:pt x="1322" y="1703"/>
                    <a:pt x="1537" y="1834"/>
                    <a:pt x="1763" y="1834"/>
                  </a:cubicBezTo>
                  <a:lnTo>
                    <a:pt x="1763" y="2513"/>
                  </a:lnTo>
                  <a:cubicBezTo>
                    <a:pt x="1763" y="2989"/>
                    <a:pt x="1834" y="3466"/>
                    <a:pt x="1977" y="3930"/>
                  </a:cubicBezTo>
                  <a:cubicBezTo>
                    <a:pt x="1846" y="3835"/>
                    <a:pt x="1703" y="3775"/>
                    <a:pt x="1548" y="3716"/>
                  </a:cubicBezTo>
                  <a:cubicBezTo>
                    <a:pt x="1239" y="3597"/>
                    <a:pt x="929" y="3466"/>
                    <a:pt x="691" y="3204"/>
                  </a:cubicBezTo>
                  <a:cubicBezTo>
                    <a:pt x="417" y="2906"/>
                    <a:pt x="286" y="2454"/>
                    <a:pt x="286" y="1846"/>
                  </a:cubicBezTo>
                  <a:lnTo>
                    <a:pt x="286" y="1191"/>
                  </a:lnTo>
                  <a:cubicBezTo>
                    <a:pt x="286" y="1144"/>
                    <a:pt x="298" y="1096"/>
                    <a:pt x="334" y="1072"/>
                  </a:cubicBezTo>
                  <a:cubicBezTo>
                    <a:pt x="358" y="1037"/>
                    <a:pt x="405" y="1025"/>
                    <a:pt x="453" y="1025"/>
                  </a:cubicBezTo>
                  <a:close/>
                  <a:moveTo>
                    <a:pt x="7097" y="299"/>
                  </a:moveTo>
                  <a:lnTo>
                    <a:pt x="7097" y="668"/>
                  </a:lnTo>
                  <a:lnTo>
                    <a:pt x="5739" y="668"/>
                  </a:lnTo>
                  <a:cubicBezTo>
                    <a:pt x="5656" y="668"/>
                    <a:pt x="5585" y="739"/>
                    <a:pt x="5585" y="834"/>
                  </a:cubicBezTo>
                  <a:cubicBezTo>
                    <a:pt x="5585" y="918"/>
                    <a:pt x="5656" y="1001"/>
                    <a:pt x="5739" y="1001"/>
                  </a:cubicBezTo>
                  <a:lnTo>
                    <a:pt x="6775" y="1001"/>
                  </a:lnTo>
                  <a:lnTo>
                    <a:pt x="6775" y="2513"/>
                  </a:lnTo>
                  <a:cubicBezTo>
                    <a:pt x="6787" y="3882"/>
                    <a:pt x="6132" y="5192"/>
                    <a:pt x="5013" y="6014"/>
                  </a:cubicBezTo>
                  <a:lnTo>
                    <a:pt x="4894" y="6097"/>
                  </a:lnTo>
                  <a:cubicBezTo>
                    <a:pt x="4870" y="6097"/>
                    <a:pt x="4835" y="6085"/>
                    <a:pt x="4811" y="6085"/>
                  </a:cubicBezTo>
                  <a:lnTo>
                    <a:pt x="4037" y="6085"/>
                  </a:lnTo>
                  <a:cubicBezTo>
                    <a:pt x="4001" y="6085"/>
                    <a:pt x="3977" y="6085"/>
                    <a:pt x="3942" y="6097"/>
                  </a:cubicBezTo>
                  <a:lnTo>
                    <a:pt x="3823" y="6014"/>
                  </a:lnTo>
                  <a:cubicBezTo>
                    <a:pt x="2727" y="5192"/>
                    <a:pt x="2060" y="3882"/>
                    <a:pt x="2060" y="2513"/>
                  </a:cubicBezTo>
                  <a:lnTo>
                    <a:pt x="2060" y="1001"/>
                  </a:lnTo>
                  <a:lnTo>
                    <a:pt x="5013" y="1001"/>
                  </a:lnTo>
                  <a:cubicBezTo>
                    <a:pt x="5108" y="1001"/>
                    <a:pt x="5180" y="918"/>
                    <a:pt x="5180" y="834"/>
                  </a:cubicBezTo>
                  <a:cubicBezTo>
                    <a:pt x="5180" y="739"/>
                    <a:pt x="5108" y="668"/>
                    <a:pt x="5013" y="668"/>
                  </a:cubicBezTo>
                  <a:lnTo>
                    <a:pt x="1727" y="668"/>
                  </a:lnTo>
                  <a:lnTo>
                    <a:pt x="1727" y="299"/>
                  </a:lnTo>
                  <a:close/>
                  <a:moveTo>
                    <a:pt x="4823" y="6395"/>
                  </a:moveTo>
                  <a:cubicBezTo>
                    <a:pt x="4882" y="6395"/>
                    <a:pt x="4930" y="6442"/>
                    <a:pt x="4930" y="6502"/>
                  </a:cubicBezTo>
                  <a:lnTo>
                    <a:pt x="4930" y="6621"/>
                  </a:lnTo>
                  <a:cubicBezTo>
                    <a:pt x="4930" y="6680"/>
                    <a:pt x="4882" y="6728"/>
                    <a:pt x="4823" y="6728"/>
                  </a:cubicBezTo>
                  <a:lnTo>
                    <a:pt x="4049" y="6728"/>
                  </a:lnTo>
                  <a:cubicBezTo>
                    <a:pt x="3989" y="6728"/>
                    <a:pt x="3942" y="6680"/>
                    <a:pt x="3942" y="6621"/>
                  </a:cubicBezTo>
                  <a:lnTo>
                    <a:pt x="3942" y="6502"/>
                  </a:lnTo>
                  <a:cubicBezTo>
                    <a:pt x="3942" y="6442"/>
                    <a:pt x="3989" y="6395"/>
                    <a:pt x="4049" y="6395"/>
                  </a:cubicBezTo>
                  <a:close/>
                  <a:moveTo>
                    <a:pt x="4620" y="7037"/>
                  </a:moveTo>
                  <a:lnTo>
                    <a:pt x="4620" y="8573"/>
                  </a:lnTo>
                  <a:lnTo>
                    <a:pt x="4239" y="8573"/>
                  </a:lnTo>
                  <a:lnTo>
                    <a:pt x="4239" y="7037"/>
                  </a:lnTo>
                  <a:close/>
                  <a:moveTo>
                    <a:pt x="5418" y="8883"/>
                  </a:moveTo>
                  <a:cubicBezTo>
                    <a:pt x="5525" y="8883"/>
                    <a:pt x="5608" y="8978"/>
                    <a:pt x="5608" y="9073"/>
                  </a:cubicBezTo>
                  <a:lnTo>
                    <a:pt x="5608" y="9252"/>
                  </a:lnTo>
                  <a:lnTo>
                    <a:pt x="4215" y="9252"/>
                  </a:lnTo>
                  <a:cubicBezTo>
                    <a:pt x="4120" y="9252"/>
                    <a:pt x="4049" y="9335"/>
                    <a:pt x="4049" y="9419"/>
                  </a:cubicBezTo>
                  <a:cubicBezTo>
                    <a:pt x="4049" y="9514"/>
                    <a:pt x="4120" y="9585"/>
                    <a:pt x="4215" y="9585"/>
                  </a:cubicBezTo>
                  <a:lnTo>
                    <a:pt x="6370" y="9585"/>
                  </a:lnTo>
                  <a:cubicBezTo>
                    <a:pt x="6382" y="9585"/>
                    <a:pt x="6406" y="9597"/>
                    <a:pt x="6418" y="9609"/>
                  </a:cubicBezTo>
                  <a:lnTo>
                    <a:pt x="6561" y="10371"/>
                  </a:lnTo>
                  <a:cubicBezTo>
                    <a:pt x="6561" y="10383"/>
                    <a:pt x="6561" y="10407"/>
                    <a:pt x="6549" y="10407"/>
                  </a:cubicBezTo>
                  <a:cubicBezTo>
                    <a:pt x="6549" y="10407"/>
                    <a:pt x="6537" y="10419"/>
                    <a:pt x="6525" y="10419"/>
                  </a:cubicBezTo>
                  <a:lnTo>
                    <a:pt x="2370" y="10419"/>
                  </a:lnTo>
                  <a:cubicBezTo>
                    <a:pt x="2358" y="10419"/>
                    <a:pt x="2334" y="10407"/>
                    <a:pt x="2334" y="10407"/>
                  </a:cubicBezTo>
                  <a:cubicBezTo>
                    <a:pt x="2334" y="10407"/>
                    <a:pt x="2322" y="10383"/>
                    <a:pt x="2322" y="10371"/>
                  </a:cubicBezTo>
                  <a:lnTo>
                    <a:pt x="2477" y="9609"/>
                  </a:lnTo>
                  <a:cubicBezTo>
                    <a:pt x="2477" y="9597"/>
                    <a:pt x="2489" y="9585"/>
                    <a:pt x="2513" y="9585"/>
                  </a:cubicBezTo>
                  <a:lnTo>
                    <a:pt x="3489" y="9585"/>
                  </a:lnTo>
                  <a:cubicBezTo>
                    <a:pt x="3573" y="9585"/>
                    <a:pt x="3644" y="9514"/>
                    <a:pt x="3644" y="9419"/>
                  </a:cubicBezTo>
                  <a:cubicBezTo>
                    <a:pt x="3644" y="9335"/>
                    <a:pt x="3573" y="9252"/>
                    <a:pt x="3489" y="9252"/>
                  </a:cubicBezTo>
                  <a:lnTo>
                    <a:pt x="3263" y="9252"/>
                  </a:lnTo>
                  <a:lnTo>
                    <a:pt x="3263" y="9073"/>
                  </a:lnTo>
                  <a:cubicBezTo>
                    <a:pt x="3263" y="8978"/>
                    <a:pt x="3346" y="8883"/>
                    <a:pt x="3453" y="8883"/>
                  </a:cubicBezTo>
                  <a:close/>
                  <a:moveTo>
                    <a:pt x="1739" y="1"/>
                  </a:moveTo>
                  <a:cubicBezTo>
                    <a:pt x="1572" y="1"/>
                    <a:pt x="1441" y="132"/>
                    <a:pt x="1441" y="299"/>
                  </a:cubicBezTo>
                  <a:lnTo>
                    <a:pt x="1441" y="703"/>
                  </a:lnTo>
                  <a:cubicBezTo>
                    <a:pt x="1441" y="858"/>
                    <a:pt x="1572" y="1001"/>
                    <a:pt x="1739" y="1001"/>
                  </a:cubicBezTo>
                  <a:lnTo>
                    <a:pt x="1775" y="1001"/>
                  </a:lnTo>
                  <a:lnTo>
                    <a:pt x="1775" y="1513"/>
                  </a:lnTo>
                  <a:cubicBezTo>
                    <a:pt x="1656" y="1513"/>
                    <a:pt x="1537" y="1453"/>
                    <a:pt x="1477" y="1358"/>
                  </a:cubicBezTo>
                  <a:lnTo>
                    <a:pt x="1358" y="1180"/>
                  </a:lnTo>
                  <a:cubicBezTo>
                    <a:pt x="1156" y="882"/>
                    <a:pt x="822" y="715"/>
                    <a:pt x="477" y="715"/>
                  </a:cubicBezTo>
                  <a:cubicBezTo>
                    <a:pt x="346" y="715"/>
                    <a:pt x="227" y="763"/>
                    <a:pt x="132" y="846"/>
                  </a:cubicBezTo>
                  <a:cubicBezTo>
                    <a:pt x="48" y="941"/>
                    <a:pt x="1" y="1049"/>
                    <a:pt x="1" y="1191"/>
                  </a:cubicBezTo>
                  <a:lnTo>
                    <a:pt x="1" y="1846"/>
                  </a:lnTo>
                  <a:cubicBezTo>
                    <a:pt x="1" y="3418"/>
                    <a:pt x="798" y="3751"/>
                    <a:pt x="1465" y="4013"/>
                  </a:cubicBezTo>
                  <a:cubicBezTo>
                    <a:pt x="1810" y="4168"/>
                    <a:pt x="2144" y="4299"/>
                    <a:pt x="2299" y="4609"/>
                  </a:cubicBezTo>
                  <a:cubicBezTo>
                    <a:pt x="2334" y="4704"/>
                    <a:pt x="2322" y="4775"/>
                    <a:pt x="2263" y="4847"/>
                  </a:cubicBezTo>
                  <a:cubicBezTo>
                    <a:pt x="2212" y="4914"/>
                    <a:pt x="2120" y="4946"/>
                    <a:pt x="2041" y="4946"/>
                  </a:cubicBezTo>
                  <a:cubicBezTo>
                    <a:pt x="2008" y="4946"/>
                    <a:pt x="1978" y="4940"/>
                    <a:pt x="1953" y="4930"/>
                  </a:cubicBezTo>
                  <a:cubicBezTo>
                    <a:pt x="1834" y="4882"/>
                    <a:pt x="1822" y="4728"/>
                    <a:pt x="1834" y="4632"/>
                  </a:cubicBezTo>
                  <a:cubicBezTo>
                    <a:pt x="1834" y="4537"/>
                    <a:pt x="1775" y="4466"/>
                    <a:pt x="1679" y="4466"/>
                  </a:cubicBezTo>
                  <a:cubicBezTo>
                    <a:pt x="1596" y="4466"/>
                    <a:pt x="1513" y="4525"/>
                    <a:pt x="1513" y="4609"/>
                  </a:cubicBezTo>
                  <a:cubicBezTo>
                    <a:pt x="1513" y="4740"/>
                    <a:pt x="1537" y="5085"/>
                    <a:pt x="1834" y="5228"/>
                  </a:cubicBezTo>
                  <a:cubicBezTo>
                    <a:pt x="1906" y="5252"/>
                    <a:pt x="1965" y="5263"/>
                    <a:pt x="2037" y="5263"/>
                  </a:cubicBezTo>
                  <a:cubicBezTo>
                    <a:pt x="2203" y="5263"/>
                    <a:pt x="2382" y="5192"/>
                    <a:pt x="2489" y="5073"/>
                  </a:cubicBezTo>
                  <a:cubicBezTo>
                    <a:pt x="2501" y="5061"/>
                    <a:pt x="2513" y="5049"/>
                    <a:pt x="2513" y="5025"/>
                  </a:cubicBezTo>
                  <a:cubicBezTo>
                    <a:pt x="2811" y="5502"/>
                    <a:pt x="3215" y="5942"/>
                    <a:pt x="3680" y="6275"/>
                  </a:cubicBezTo>
                  <a:lnTo>
                    <a:pt x="3703" y="6299"/>
                  </a:lnTo>
                  <a:cubicBezTo>
                    <a:pt x="3656" y="6347"/>
                    <a:pt x="3644" y="6430"/>
                    <a:pt x="3644" y="6514"/>
                  </a:cubicBezTo>
                  <a:lnTo>
                    <a:pt x="3644" y="6633"/>
                  </a:lnTo>
                  <a:cubicBezTo>
                    <a:pt x="3644" y="6835"/>
                    <a:pt x="3775" y="6990"/>
                    <a:pt x="3965" y="7037"/>
                  </a:cubicBezTo>
                  <a:lnTo>
                    <a:pt x="3965" y="8585"/>
                  </a:lnTo>
                  <a:lnTo>
                    <a:pt x="3489" y="8585"/>
                  </a:lnTo>
                  <a:cubicBezTo>
                    <a:pt x="3203" y="8585"/>
                    <a:pt x="2977" y="8811"/>
                    <a:pt x="2977" y="9085"/>
                  </a:cubicBezTo>
                  <a:lnTo>
                    <a:pt x="2977" y="9264"/>
                  </a:lnTo>
                  <a:lnTo>
                    <a:pt x="2549" y="9264"/>
                  </a:lnTo>
                  <a:cubicBezTo>
                    <a:pt x="2382" y="9264"/>
                    <a:pt x="2239" y="9383"/>
                    <a:pt x="2203" y="9550"/>
                  </a:cubicBezTo>
                  <a:lnTo>
                    <a:pt x="2060" y="10312"/>
                  </a:lnTo>
                  <a:cubicBezTo>
                    <a:pt x="2037" y="10419"/>
                    <a:pt x="2060" y="10514"/>
                    <a:pt x="2132" y="10609"/>
                  </a:cubicBezTo>
                  <a:cubicBezTo>
                    <a:pt x="2203" y="10693"/>
                    <a:pt x="2299" y="10740"/>
                    <a:pt x="2394" y="10740"/>
                  </a:cubicBezTo>
                  <a:lnTo>
                    <a:pt x="6549" y="10740"/>
                  </a:lnTo>
                  <a:cubicBezTo>
                    <a:pt x="6656" y="10740"/>
                    <a:pt x="6763" y="10693"/>
                    <a:pt x="6823" y="10609"/>
                  </a:cubicBezTo>
                  <a:cubicBezTo>
                    <a:pt x="6894" y="10514"/>
                    <a:pt x="6906" y="10419"/>
                    <a:pt x="6894" y="10312"/>
                  </a:cubicBezTo>
                  <a:lnTo>
                    <a:pt x="6740" y="9550"/>
                  </a:lnTo>
                  <a:cubicBezTo>
                    <a:pt x="6716" y="9383"/>
                    <a:pt x="6561" y="9264"/>
                    <a:pt x="6406" y="9264"/>
                  </a:cubicBezTo>
                  <a:lnTo>
                    <a:pt x="5966" y="9264"/>
                  </a:lnTo>
                  <a:lnTo>
                    <a:pt x="5966" y="9085"/>
                  </a:lnTo>
                  <a:cubicBezTo>
                    <a:pt x="5966" y="8811"/>
                    <a:pt x="5751" y="8585"/>
                    <a:pt x="5466" y="8585"/>
                  </a:cubicBezTo>
                  <a:lnTo>
                    <a:pt x="4989" y="8585"/>
                  </a:lnTo>
                  <a:lnTo>
                    <a:pt x="4989" y="7037"/>
                  </a:lnTo>
                  <a:cubicBezTo>
                    <a:pt x="5168" y="6990"/>
                    <a:pt x="5299" y="6835"/>
                    <a:pt x="5299" y="6633"/>
                  </a:cubicBezTo>
                  <a:lnTo>
                    <a:pt x="5299" y="6502"/>
                  </a:lnTo>
                  <a:cubicBezTo>
                    <a:pt x="5299" y="6430"/>
                    <a:pt x="5275" y="6359"/>
                    <a:pt x="5239" y="6275"/>
                  </a:cubicBezTo>
                  <a:lnTo>
                    <a:pt x="5275" y="6264"/>
                  </a:lnTo>
                  <a:cubicBezTo>
                    <a:pt x="5728" y="5918"/>
                    <a:pt x="6132" y="5490"/>
                    <a:pt x="6430" y="5013"/>
                  </a:cubicBezTo>
                  <a:cubicBezTo>
                    <a:pt x="6442" y="5025"/>
                    <a:pt x="6466" y="5049"/>
                    <a:pt x="6466" y="5061"/>
                  </a:cubicBezTo>
                  <a:cubicBezTo>
                    <a:pt x="6585" y="5180"/>
                    <a:pt x="6740" y="5252"/>
                    <a:pt x="6906" y="5252"/>
                  </a:cubicBezTo>
                  <a:cubicBezTo>
                    <a:pt x="6978" y="5252"/>
                    <a:pt x="7061" y="5240"/>
                    <a:pt x="7121" y="5204"/>
                  </a:cubicBezTo>
                  <a:cubicBezTo>
                    <a:pt x="7418" y="5073"/>
                    <a:pt x="7442" y="4751"/>
                    <a:pt x="7430" y="4597"/>
                  </a:cubicBezTo>
                  <a:cubicBezTo>
                    <a:pt x="7430" y="4513"/>
                    <a:pt x="7359" y="4454"/>
                    <a:pt x="7263" y="4454"/>
                  </a:cubicBezTo>
                  <a:cubicBezTo>
                    <a:pt x="7180" y="4454"/>
                    <a:pt x="7121" y="4525"/>
                    <a:pt x="7121" y="4609"/>
                  </a:cubicBezTo>
                  <a:cubicBezTo>
                    <a:pt x="7121" y="4716"/>
                    <a:pt x="7097" y="4871"/>
                    <a:pt x="7002" y="4906"/>
                  </a:cubicBezTo>
                  <a:cubicBezTo>
                    <a:pt x="6975" y="4920"/>
                    <a:pt x="6945" y="4925"/>
                    <a:pt x="6913" y="4925"/>
                  </a:cubicBezTo>
                  <a:cubicBezTo>
                    <a:pt x="6831" y="4925"/>
                    <a:pt x="6740" y="4886"/>
                    <a:pt x="6680" y="4835"/>
                  </a:cubicBezTo>
                  <a:cubicBezTo>
                    <a:pt x="6621" y="4775"/>
                    <a:pt x="6609" y="4692"/>
                    <a:pt x="6656" y="4597"/>
                  </a:cubicBezTo>
                  <a:cubicBezTo>
                    <a:pt x="6799" y="4287"/>
                    <a:pt x="7121" y="4156"/>
                    <a:pt x="7490" y="4001"/>
                  </a:cubicBezTo>
                  <a:cubicBezTo>
                    <a:pt x="8145" y="3739"/>
                    <a:pt x="8942" y="3406"/>
                    <a:pt x="8942" y="1834"/>
                  </a:cubicBezTo>
                  <a:lnTo>
                    <a:pt x="8942" y="1180"/>
                  </a:lnTo>
                  <a:cubicBezTo>
                    <a:pt x="8907" y="1061"/>
                    <a:pt x="8847" y="941"/>
                    <a:pt x="8752" y="846"/>
                  </a:cubicBezTo>
                  <a:cubicBezTo>
                    <a:pt x="8668" y="763"/>
                    <a:pt x="8549" y="715"/>
                    <a:pt x="8406" y="715"/>
                  </a:cubicBezTo>
                  <a:cubicBezTo>
                    <a:pt x="8049" y="715"/>
                    <a:pt x="7728" y="894"/>
                    <a:pt x="7537" y="1180"/>
                  </a:cubicBezTo>
                  <a:lnTo>
                    <a:pt x="7418" y="1358"/>
                  </a:lnTo>
                  <a:cubicBezTo>
                    <a:pt x="7335" y="1453"/>
                    <a:pt x="7240" y="1513"/>
                    <a:pt x="7121" y="1513"/>
                  </a:cubicBezTo>
                  <a:lnTo>
                    <a:pt x="7121" y="1001"/>
                  </a:lnTo>
                  <a:lnTo>
                    <a:pt x="7144" y="1001"/>
                  </a:lnTo>
                  <a:cubicBezTo>
                    <a:pt x="7311" y="1001"/>
                    <a:pt x="7442" y="858"/>
                    <a:pt x="7442" y="703"/>
                  </a:cubicBezTo>
                  <a:lnTo>
                    <a:pt x="7442" y="299"/>
                  </a:lnTo>
                  <a:cubicBezTo>
                    <a:pt x="7442" y="132"/>
                    <a:pt x="7311" y="1"/>
                    <a:pt x="7144"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1" name="Google Shape;2591;p56"/>
            <p:cNvSpPr/>
            <p:nvPr/>
          </p:nvSpPr>
          <p:spPr>
            <a:xfrm>
              <a:off x="1590638" y="2834153"/>
              <a:ext cx="88501" cy="84754"/>
            </a:xfrm>
            <a:custGeom>
              <a:avLst/>
              <a:gdLst/>
              <a:ahLst/>
              <a:cxnLst/>
              <a:rect l="l" t="t" r="r" b="b"/>
              <a:pathLst>
                <a:path w="2787" h="2669" extrusionOk="0">
                  <a:moveTo>
                    <a:pt x="1358" y="488"/>
                  </a:moveTo>
                  <a:lnTo>
                    <a:pt x="1596" y="977"/>
                  </a:lnTo>
                  <a:cubicBezTo>
                    <a:pt x="1632" y="1036"/>
                    <a:pt x="1668" y="1072"/>
                    <a:pt x="1751" y="1084"/>
                  </a:cubicBezTo>
                  <a:lnTo>
                    <a:pt x="2299" y="1155"/>
                  </a:lnTo>
                  <a:lnTo>
                    <a:pt x="1929" y="1548"/>
                  </a:lnTo>
                  <a:cubicBezTo>
                    <a:pt x="1882" y="1596"/>
                    <a:pt x="1870" y="1655"/>
                    <a:pt x="1870" y="1715"/>
                  </a:cubicBezTo>
                  <a:lnTo>
                    <a:pt x="1953" y="2263"/>
                  </a:lnTo>
                  <a:lnTo>
                    <a:pt x="1465" y="2012"/>
                  </a:lnTo>
                  <a:cubicBezTo>
                    <a:pt x="1429" y="1989"/>
                    <a:pt x="1406" y="1989"/>
                    <a:pt x="1370" y="1989"/>
                  </a:cubicBezTo>
                  <a:cubicBezTo>
                    <a:pt x="1346" y="1989"/>
                    <a:pt x="1310" y="1989"/>
                    <a:pt x="1287" y="2012"/>
                  </a:cubicBezTo>
                  <a:lnTo>
                    <a:pt x="798" y="2263"/>
                  </a:lnTo>
                  <a:lnTo>
                    <a:pt x="882" y="1715"/>
                  </a:lnTo>
                  <a:cubicBezTo>
                    <a:pt x="894" y="1655"/>
                    <a:pt x="870" y="1596"/>
                    <a:pt x="822" y="1548"/>
                  </a:cubicBezTo>
                  <a:lnTo>
                    <a:pt x="417" y="1155"/>
                  </a:lnTo>
                  <a:lnTo>
                    <a:pt x="977" y="1084"/>
                  </a:lnTo>
                  <a:cubicBezTo>
                    <a:pt x="1036" y="1072"/>
                    <a:pt x="1096" y="1036"/>
                    <a:pt x="1120" y="977"/>
                  </a:cubicBezTo>
                  <a:lnTo>
                    <a:pt x="1358" y="488"/>
                  </a:lnTo>
                  <a:close/>
                  <a:moveTo>
                    <a:pt x="1406" y="0"/>
                  </a:moveTo>
                  <a:cubicBezTo>
                    <a:pt x="1334" y="0"/>
                    <a:pt x="1275" y="48"/>
                    <a:pt x="1239" y="107"/>
                  </a:cubicBezTo>
                  <a:lnTo>
                    <a:pt x="917" y="774"/>
                  </a:lnTo>
                  <a:lnTo>
                    <a:pt x="179" y="881"/>
                  </a:lnTo>
                  <a:cubicBezTo>
                    <a:pt x="108" y="893"/>
                    <a:pt x="48" y="941"/>
                    <a:pt x="36" y="1012"/>
                  </a:cubicBezTo>
                  <a:cubicBezTo>
                    <a:pt x="1" y="1084"/>
                    <a:pt x="36" y="1155"/>
                    <a:pt x="84" y="1203"/>
                  </a:cubicBezTo>
                  <a:lnTo>
                    <a:pt x="620" y="1727"/>
                  </a:lnTo>
                  <a:lnTo>
                    <a:pt x="501" y="2453"/>
                  </a:lnTo>
                  <a:cubicBezTo>
                    <a:pt x="477" y="2524"/>
                    <a:pt x="513" y="2608"/>
                    <a:pt x="572" y="2632"/>
                  </a:cubicBezTo>
                  <a:cubicBezTo>
                    <a:pt x="604" y="2657"/>
                    <a:pt x="639" y="2669"/>
                    <a:pt x="674" y="2669"/>
                  </a:cubicBezTo>
                  <a:cubicBezTo>
                    <a:pt x="705" y="2669"/>
                    <a:pt x="735" y="2660"/>
                    <a:pt x="763" y="2644"/>
                  </a:cubicBezTo>
                  <a:lnTo>
                    <a:pt x="1417" y="2310"/>
                  </a:lnTo>
                  <a:lnTo>
                    <a:pt x="2072" y="2644"/>
                  </a:lnTo>
                  <a:cubicBezTo>
                    <a:pt x="2108" y="2667"/>
                    <a:pt x="2132" y="2667"/>
                    <a:pt x="2168" y="2667"/>
                  </a:cubicBezTo>
                  <a:cubicBezTo>
                    <a:pt x="2203" y="2667"/>
                    <a:pt x="2239" y="2644"/>
                    <a:pt x="2263" y="2632"/>
                  </a:cubicBezTo>
                  <a:cubicBezTo>
                    <a:pt x="2322" y="2584"/>
                    <a:pt x="2358" y="2513"/>
                    <a:pt x="2346" y="2453"/>
                  </a:cubicBezTo>
                  <a:lnTo>
                    <a:pt x="2227" y="1727"/>
                  </a:lnTo>
                  <a:lnTo>
                    <a:pt x="2763" y="1203"/>
                  </a:lnTo>
                  <a:cubicBezTo>
                    <a:pt x="2775" y="1155"/>
                    <a:pt x="2787" y="1084"/>
                    <a:pt x="2775" y="1012"/>
                  </a:cubicBezTo>
                  <a:cubicBezTo>
                    <a:pt x="2739" y="941"/>
                    <a:pt x="2703" y="893"/>
                    <a:pt x="2620" y="881"/>
                  </a:cubicBezTo>
                  <a:lnTo>
                    <a:pt x="1894" y="774"/>
                  </a:lnTo>
                  <a:lnTo>
                    <a:pt x="1572" y="107"/>
                  </a:lnTo>
                  <a:cubicBezTo>
                    <a:pt x="1537" y="48"/>
                    <a:pt x="1465" y="0"/>
                    <a:pt x="1406"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95"/>
        <p:cNvGrpSpPr/>
        <p:nvPr/>
      </p:nvGrpSpPr>
      <p:grpSpPr>
        <a:xfrm>
          <a:off x="0" y="0"/>
          <a:ext cx="0" cy="0"/>
          <a:chOff x="0" y="0"/>
          <a:chExt cx="0" cy="0"/>
        </a:xfrm>
      </p:grpSpPr>
      <p:sp>
        <p:nvSpPr>
          <p:cNvPr id="2596" name="Google Shape;2596;p57"/>
          <p:cNvSpPr txBox="1">
            <a:spLocks noGrp="1"/>
          </p:cNvSpPr>
          <p:nvPr>
            <p:ph type="ctrTitle"/>
          </p:nvPr>
        </p:nvSpPr>
        <p:spPr>
          <a:xfrm>
            <a:off x="713250" y="446075"/>
            <a:ext cx="7717500" cy="537000"/>
          </a:xfrm>
          <a:prstGeom prst="rect">
            <a:avLst/>
          </a:prstGeom>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a:t>Cause and effect</a:t>
            </a:r>
            <a:endParaRPr/>
          </a:p>
        </p:txBody>
      </p:sp>
      <p:sp>
        <p:nvSpPr>
          <p:cNvPr id="2597" name="Google Shape;2597;p57"/>
          <p:cNvSpPr/>
          <p:nvPr/>
        </p:nvSpPr>
        <p:spPr>
          <a:xfrm flipH="1">
            <a:off x="1196425" y="1322200"/>
            <a:ext cx="6751200" cy="3924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 sz="2200">
                <a:solidFill>
                  <a:schemeClr val="dk1"/>
                </a:solidFill>
                <a:latin typeface="Jua"/>
                <a:ea typeface="Jua"/>
                <a:cs typeface="Jua"/>
                <a:sym typeface="Jua"/>
              </a:rPr>
              <a:t>Goal</a:t>
            </a:r>
            <a:endParaRPr sz="2200">
              <a:solidFill>
                <a:schemeClr val="dk1"/>
              </a:solidFill>
              <a:latin typeface="Jua"/>
              <a:ea typeface="Jua"/>
              <a:cs typeface="Jua"/>
              <a:sym typeface="Jua"/>
            </a:endParaRPr>
          </a:p>
        </p:txBody>
      </p:sp>
      <p:sp>
        <p:nvSpPr>
          <p:cNvPr id="2598" name="Google Shape;2598;p57"/>
          <p:cNvSpPr txBox="1"/>
          <p:nvPr/>
        </p:nvSpPr>
        <p:spPr>
          <a:xfrm flipH="1">
            <a:off x="1196255" y="1818006"/>
            <a:ext cx="1993800" cy="392400"/>
          </a:xfrm>
          <a:prstGeom prst="rect">
            <a:avLst/>
          </a:prstGeom>
          <a:noFill/>
          <a:ln>
            <a:noFill/>
          </a:ln>
        </p:spPr>
        <p:txBody>
          <a:bodyPr spcFirstLastPara="1" wrap="square" lIns="91425" tIns="91425" rIns="91425" bIns="91425" anchor="b" anchorCtr="0">
            <a:noAutofit/>
          </a:bodyPr>
          <a:lstStyle/>
          <a:p>
            <a:pPr marL="0" marR="0" lvl="0" indent="0" algn="r" rtl="0">
              <a:lnSpc>
                <a:spcPct val="115000"/>
              </a:lnSpc>
              <a:spcBef>
                <a:spcPts val="0"/>
              </a:spcBef>
              <a:spcAft>
                <a:spcPts val="0"/>
              </a:spcAft>
              <a:buNone/>
            </a:pPr>
            <a:r>
              <a:rPr lang="en" sz="2200">
                <a:solidFill>
                  <a:schemeClr val="dk1"/>
                </a:solidFill>
                <a:latin typeface="Jua"/>
                <a:ea typeface="Jua"/>
                <a:cs typeface="Jua"/>
                <a:sym typeface="Jua"/>
              </a:rPr>
              <a:t>Environment</a:t>
            </a:r>
            <a:endParaRPr sz="2200">
              <a:solidFill>
                <a:schemeClr val="dk1"/>
              </a:solidFill>
              <a:latin typeface="Jua"/>
              <a:ea typeface="Jua"/>
              <a:cs typeface="Jua"/>
              <a:sym typeface="Jua"/>
            </a:endParaRPr>
          </a:p>
        </p:txBody>
      </p:sp>
      <p:sp>
        <p:nvSpPr>
          <p:cNvPr id="2599" name="Google Shape;2599;p57"/>
          <p:cNvSpPr txBox="1"/>
          <p:nvPr/>
        </p:nvSpPr>
        <p:spPr>
          <a:xfrm flipH="1">
            <a:off x="1196268" y="1999206"/>
            <a:ext cx="1993800" cy="5166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0"/>
              </a:spcAft>
              <a:buNone/>
            </a:pPr>
            <a:r>
              <a:rPr lang="en">
                <a:solidFill>
                  <a:schemeClr val="dk1"/>
                </a:solidFill>
                <a:latin typeface="Nunito"/>
                <a:ea typeface="Nunito"/>
                <a:cs typeface="Nunito"/>
                <a:sym typeface="Nunito"/>
              </a:rPr>
              <a:t>Mercury is the closest planet to the Sun</a:t>
            </a:r>
            <a:endParaRPr>
              <a:solidFill>
                <a:schemeClr val="dk1"/>
              </a:solidFill>
              <a:latin typeface="Nunito"/>
              <a:ea typeface="Nunito"/>
              <a:cs typeface="Nunito"/>
              <a:sym typeface="Nunito"/>
            </a:endParaRPr>
          </a:p>
        </p:txBody>
      </p:sp>
      <p:sp>
        <p:nvSpPr>
          <p:cNvPr id="2600" name="Google Shape;2600;p57"/>
          <p:cNvSpPr txBox="1"/>
          <p:nvPr/>
        </p:nvSpPr>
        <p:spPr>
          <a:xfrm flipH="1">
            <a:off x="5953931" y="1818006"/>
            <a:ext cx="1993800" cy="392400"/>
          </a:xfrm>
          <a:prstGeom prst="rect">
            <a:avLst/>
          </a:prstGeom>
          <a:noFill/>
          <a:ln>
            <a:noFill/>
          </a:ln>
        </p:spPr>
        <p:txBody>
          <a:bodyPr spcFirstLastPara="1" wrap="square" lIns="91425" tIns="91425" rIns="91425" bIns="91425" anchor="b" anchorCtr="0">
            <a:noAutofit/>
          </a:bodyPr>
          <a:lstStyle/>
          <a:p>
            <a:pPr marL="0" marR="0" lvl="0" indent="0" algn="l" rtl="0">
              <a:lnSpc>
                <a:spcPct val="115000"/>
              </a:lnSpc>
              <a:spcBef>
                <a:spcPts val="0"/>
              </a:spcBef>
              <a:spcAft>
                <a:spcPts val="0"/>
              </a:spcAft>
              <a:buNone/>
            </a:pPr>
            <a:r>
              <a:rPr lang="en" sz="2200">
                <a:solidFill>
                  <a:schemeClr val="dk1"/>
                </a:solidFill>
                <a:latin typeface="Jua"/>
                <a:ea typeface="Jua"/>
                <a:cs typeface="Jua"/>
                <a:sym typeface="Jua"/>
              </a:rPr>
              <a:t>Materials</a:t>
            </a:r>
            <a:endParaRPr sz="2200">
              <a:solidFill>
                <a:schemeClr val="dk1"/>
              </a:solidFill>
              <a:latin typeface="Jua"/>
              <a:ea typeface="Jua"/>
              <a:cs typeface="Jua"/>
              <a:sym typeface="Jua"/>
            </a:endParaRPr>
          </a:p>
        </p:txBody>
      </p:sp>
      <p:sp>
        <p:nvSpPr>
          <p:cNvPr id="2601" name="Google Shape;2601;p57"/>
          <p:cNvSpPr txBox="1"/>
          <p:nvPr/>
        </p:nvSpPr>
        <p:spPr>
          <a:xfrm flipH="1">
            <a:off x="5953945" y="1999206"/>
            <a:ext cx="1993800" cy="516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Nunito"/>
                <a:ea typeface="Nunito"/>
                <a:cs typeface="Nunito"/>
                <a:sym typeface="Nunito"/>
              </a:rPr>
              <a:t>Venus is the second planet from the Sun</a:t>
            </a:r>
            <a:endParaRPr>
              <a:solidFill>
                <a:schemeClr val="dk1"/>
              </a:solidFill>
              <a:latin typeface="Nunito"/>
              <a:ea typeface="Nunito"/>
              <a:cs typeface="Nunito"/>
              <a:sym typeface="Nunito"/>
            </a:endParaRPr>
          </a:p>
        </p:txBody>
      </p:sp>
      <p:sp>
        <p:nvSpPr>
          <p:cNvPr id="2602" name="Google Shape;2602;p57"/>
          <p:cNvSpPr txBox="1"/>
          <p:nvPr/>
        </p:nvSpPr>
        <p:spPr>
          <a:xfrm flipH="1">
            <a:off x="1196255" y="2750406"/>
            <a:ext cx="1993800" cy="392400"/>
          </a:xfrm>
          <a:prstGeom prst="rect">
            <a:avLst/>
          </a:prstGeom>
          <a:noFill/>
          <a:ln>
            <a:noFill/>
          </a:ln>
        </p:spPr>
        <p:txBody>
          <a:bodyPr spcFirstLastPara="1" wrap="square" lIns="91425" tIns="91425" rIns="91425" bIns="91425" anchor="b" anchorCtr="0">
            <a:noAutofit/>
          </a:bodyPr>
          <a:lstStyle/>
          <a:p>
            <a:pPr marL="0" marR="0" lvl="0" indent="0" algn="r" rtl="0">
              <a:lnSpc>
                <a:spcPct val="115000"/>
              </a:lnSpc>
              <a:spcBef>
                <a:spcPts val="0"/>
              </a:spcBef>
              <a:spcAft>
                <a:spcPts val="0"/>
              </a:spcAft>
              <a:buNone/>
            </a:pPr>
            <a:r>
              <a:rPr lang="en" sz="2200">
                <a:solidFill>
                  <a:schemeClr val="dk1"/>
                </a:solidFill>
                <a:latin typeface="Jua"/>
                <a:ea typeface="Jua"/>
                <a:cs typeface="Jua"/>
                <a:sym typeface="Jua"/>
              </a:rPr>
              <a:t>People</a:t>
            </a:r>
            <a:endParaRPr sz="2200">
              <a:solidFill>
                <a:schemeClr val="dk1"/>
              </a:solidFill>
              <a:latin typeface="Jua"/>
              <a:ea typeface="Jua"/>
              <a:cs typeface="Jua"/>
              <a:sym typeface="Jua"/>
            </a:endParaRPr>
          </a:p>
        </p:txBody>
      </p:sp>
      <p:sp>
        <p:nvSpPr>
          <p:cNvPr id="2603" name="Google Shape;2603;p57"/>
          <p:cNvSpPr txBox="1"/>
          <p:nvPr/>
        </p:nvSpPr>
        <p:spPr>
          <a:xfrm flipH="1">
            <a:off x="1196268" y="2931606"/>
            <a:ext cx="1993800" cy="5166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0"/>
              </a:spcAft>
              <a:buNone/>
            </a:pPr>
            <a:r>
              <a:rPr lang="en">
                <a:solidFill>
                  <a:schemeClr val="dk1"/>
                </a:solidFill>
                <a:latin typeface="Nunito"/>
                <a:ea typeface="Nunito"/>
                <a:cs typeface="Nunito"/>
                <a:sym typeface="Nunito"/>
              </a:rPr>
              <a:t>Mars is actually a extremely cold place</a:t>
            </a:r>
            <a:endParaRPr>
              <a:solidFill>
                <a:schemeClr val="dk1"/>
              </a:solidFill>
              <a:latin typeface="Nunito"/>
              <a:ea typeface="Nunito"/>
              <a:cs typeface="Nunito"/>
              <a:sym typeface="Nunito"/>
            </a:endParaRPr>
          </a:p>
        </p:txBody>
      </p:sp>
      <p:sp>
        <p:nvSpPr>
          <p:cNvPr id="2604" name="Google Shape;2604;p57"/>
          <p:cNvSpPr txBox="1"/>
          <p:nvPr/>
        </p:nvSpPr>
        <p:spPr>
          <a:xfrm flipH="1">
            <a:off x="5953931" y="2750406"/>
            <a:ext cx="1993800" cy="392400"/>
          </a:xfrm>
          <a:prstGeom prst="rect">
            <a:avLst/>
          </a:prstGeom>
          <a:noFill/>
          <a:ln>
            <a:noFill/>
          </a:ln>
        </p:spPr>
        <p:txBody>
          <a:bodyPr spcFirstLastPara="1" wrap="square" lIns="91425" tIns="91425" rIns="91425" bIns="91425" anchor="b" anchorCtr="0">
            <a:noAutofit/>
          </a:bodyPr>
          <a:lstStyle/>
          <a:p>
            <a:pPr marL="0" marR="0" lvl="0" indent="0" algn="l" rtl="0">
              <a:lnSpc>
                <a:spcPct val="115000"/>
              </a:lnSpc>
              <a:spcBef>
                <a:spcPts val="0"/>
              </a:spcBef>
              <a:spcAft>
                <a:spcPts val="0"/>
              </a:spcAft>
              <a:buNone/>
            </a:pPr>
            <a:r>
              <a:rPr lang="en" sz="2200">
                <a:solidFill>
                  <a:schemeClr val="dk1"/>
                </a:solidFill>
                <a:latin typeface="Jua"/>
                <a:ea typeface="Jua"/>
                <a:cs typeface="Jua"/>
                <a:sym typeface="Jua"/>
              </a:rPr>
              <a:t>Methods</a:t>
            </a:r>
            <a:endParaRPr sz="2200">
              <a:solidFill>
                <a:schemeClr val="dk1"/>
              </a:solidFill>
              <a:latin typeface="Jua"/>
              <a:ea typeface="Jua"/>
              <a:cs typeface="Jua"/>
              <a:sym typeface="Jua"/>
            </a:endParaRPr>
          </a:p>
        </p:txBody>
      </p:sp>
      <p:sp>
        <p:nvSpPr>
          <p:cNvPr id="2605" name="Google Shape;2605;p57"/>
          <p:cNvSpPr txBox="1"/>
          <p:nvPr/>
        </p:nvSpPr>
        <p:spPr>
          <a:xfrm flipH="1">
            <a:off x="5953945" y="2931606"/>
            <a:ext cx="1993800" cy="516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Nunito"/>
                <a:ea typeface="Nunito"/>
                <a:cs typeface="Nunito"/>
                <a:sym typeface="Nunito"/>
              </a:rPr>
              <a:t>Jupiter is the biggest planet of them all</a:t>
            </a:r>
            <a:endParaRPr>
              <a:solidFill>
                <a:schemeClr val="dk1"/>
              </a:solidFill>
              <a:latin typeface="Nunito"/>
              <a:ea typeface="Nunito"/>
              <a:cs typeface="Nunito"/>
              <a:sym typeface="Nunito"/>
            </a:endParaRPr>
          </a:p>
        </p:txBody>
      </p:sp>
      <p:sp>
        <p:nvSpPr>
          <p:cNvPr id="2606" name="Google Shape;2606;p57"/>
          <p:cNvSpPr txBox="1"/>
          <p:nvPr/>
        </p:nvSpPr>
        <p:spPr>
          <a:xfrm flipH="1">
            <a:off x="1196255" y="3682806"/>
            <a:ext cx="1993800" cy="392400"/>
          </a:xfrm>
          <a:prstGeom prst="rect">
            <a:avLst/>
          </a:prstGeom>
          <a:noFill/>
          <a:ln>
            <a:noFill/>
          </a:ln>
        </p:spPr>
        <p:txBody>
          <a:bodyPr spcFirstLastPara="1" wrap="square" lIns="91425" tIns="91425" rIns="91425" bIns="91425" anchor="b" anchorCtr="0">
            <a:noAutofit/>
          </a:bodyPr>
          <a:lstStyle/>
          <a:p>
            <a:pPr marL="0" marR="0" lvl="0" indent="0" algn="r" rtl="0">
              <a:lnSpc>
                <a:spcPct val="115000"/>
              </a:lnSpc>
              <a:spcBef>
                <a:spcPts val="0"/>
              </a:spcBef>
              <a:spcAft>
                <a:spcPts val="0"/>
              </a:spcAft>
              <a:buNone/>
            </a:pPr>
            <a:r>
              <a:rPr lang="en" sz="2200">
                <a:solidFill>
                  <a:schemeClr val="dk1"/>
                </a:solidFill>
                <a:latin typeface="Jua"/>
                <a:ea typeface="Jua"/>
                <a:cs typeface="Jua"/>
                <a:sym typeface="Jua"/>
              </a:rPr>
              <a:t>Metering</a:t>
            </a:r>
            <a:endParaRPr sz="2200">
              <a:solidFill>
                <a:schemeClr val="dk1"/>
              </a:solidFill>
              <a:latin typeface="Jua"/>
              <a:ea typeface="Jua"/>
              <a:cs typeface="Jua"/>
              <a:sym typeface="Jua"/>
            </a:endParaRPr>
          </a:p>
        </p:txBody>
      </p:sp>
      <p:sp>
        <p:nvSpPr>
          <p:cNvPr id="2607" name="Google Shape;2607;p57"/>
          <p:cNvSpPr txBox="1"/>
          <p:nvPr/>
        </p:nvSpPr>
        <p:spPr>
          <a:xfrm flipH="1">
            <a:off x="1196268" y="3864006"/>
            <a:ext cx="1993800" cy="5166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0"/>
              </a:spcAft>
              <a:buNone/>
            </a:pPr>
            <a:r>
              <a:rPr lang="en">
                <a:solidFill>
                  <a:schemeClr val="dk1"/>
                </a:solidFill>
                <a:latin typeface="Nunito"/>
                <a:ea typeface="Nunito"/>
                <a:cs typeface="Nunito"/>
                <a:sym typeface="Nunito"/>
              </a:rPr>
              <a:t>Saturn is a gas giant and has several rings</a:t>
            </a:r>
            <a:endParaRPr>
              <a:solidFill>
                <a:schemeClr val="dk1"/>
              </a:solidFill>
              <a:latin typeface="Nunito"/>
              <a:ea typeface="Nunito"/>
              <a:cs typeface="Nunito"/>
              <a:sym typeface="Nunito"/>
            </a:endParaRPr>
          </a:p>
        </p:txBody>
      </p:sp>
      <p:sp>
        <p:nvSpPr>
          <p:cNvPr id="2608" name="Google Shape;2608;p57"/>
          <p:cNvSpPr txBox="1"/>
          <p:nvPr/>
        </p:nvSpPr>
        <p:spPr>
          <a:xfrm flipH="1">
            <a:off x="5953931" y="3682806"/>
            <a:ext cx="1993800" cy="392400"/>
          </a:xfrm>
          <a:prstGeom prst="rect">
            <a:avLst/>
          </a:prstGeom>
          <a:noFill/>
          <a:ln>
            <a:noFill/>
          </a:ln>
        </p:spPr>
        <p:txBody>
          <a:bodyPr spcFirstLastPara="1" wrap="square" lIns="91425" tIns="91425" rIns="91425" bIns="91425" anchor="b" anchorCtr="0">
            <a:noAutofit/>
          </a:bodyPr>
          <a:lstStyle/>
          <a:p>
            <a:pPr marL="0" marR="0" lvl="0" indent="0" algn="l" rtl="0">
              <a:lnSpc>
                <a:spcPct val="115000"/>
              </a:lnSpc>
              <a:spcBef>
                <a:spcPts val="0"/>
              </a:spcBef>
              <a:spcAft>
                <a:spcPts val="0"/>
              </a:spcAft>
              <a:buNone/>
            </a:pPr>
            <a:r>
              <a:rPr lang="en" sz="2200">
                <a:solidFill>
                  <a:schemeClr val="dk1"/>
                </a:solidFill>
                <a:latin typeface="Jua"/>
                <a:ea typeface="Jua"/>
                <a:cs typeface="Jua"/>
                <a:sym typeface="Jua"/>
              </a:rPr>
              <a:t>Machines</a:t>
            </a:r>
            <a:endParaRPr sz="2200">
              <a:solidFill>
                <a:schemeClr val="dk1"/>
              </a:solidFill>
              <a:latin typeface="Jua"/>
              <a:ea typeface="Jua"/>
              <a:cs typeface="Jua"/>
              <a:sym typeface="Jua"/>
            </a:endParaRPr>
          </a:p>
        </p:txBody>
      </p:sp>
      <p:sp>
        <p:nvSpPr>
          <p:cNvPr id="2609" name="Google Shape;2609;p57"/>
          <p:cNvSpPr txBox="1"/>
          <p:nvPr/>
        </p:nvSpPr>
        <p:spPr>
          <a:xfrm flipH="1">
            <a:off x="5953945" y="3864006"/>
            <a:ext cx="1993800" cy="5166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a:solidFill>
                  <a:schemeClr val="dk1"/>
                </a:solidFill>
                <a:latin typeface="Nunito"/>
                <a:ea typeface="Nunito"/>
                <a:cs typeface="Nunito"/>
                <a:sym typeface="Nunito"/>
              </a:rPr>
              <a:t>Neptune is far away from us</a:t>
            </a:r>
            <a:endParaRPr>
              <a:solidFill>
                <a:schemeClr val="dk1"/>
              </a:solidFill>
              <a:latin typeface="Nunito"/>
              <a:ea typeface="Nunito"/>
              <a:cs typeface="Nunito"/>
              <a:sym typeface="Nunito"/>
            </a:endParaRPr>
          </a:p>
        </p:txBody>
      </p:sp>
      <p:cxnSp>
        <p:nvCxnSpPr>
          <p:cNvPr id="2610" name="Google Shape;2610;p57"/>
          <p:cNvCxnSpPr>
            <a:stCxn id="2597" idx="2"/>
          </p:cNvCxnSpPr>
          <p:nvPr/>
        </p:nvCxnSpPr>
        <p:spPr>
          <a:xfrm>
            <a:off x="4572025" y="1714600"/>
            <a:ext cx="0" cy="2629800"/>
          </a:xfrm>
          <a:prstGeom prst="straightConnector1">
            <a:avLst/>
          </a:prstGeom>
          <a:noFill/>
          <a:ln w="28575" cap="flat" cmpd="sng">
            <a:solidFill>
              <a:schemeClr val="dk1"/>
            </a:solidFill>
            <a:prstDash val="solid"/>
            <a:round/>
            <a:headEnd type="none" w="med" len="med"/>
            <a:tailEnd type="none" w="med" len="med"/>
          </a:ln>
        </p:spPr>
      </p:cxnSp>
      <p:cxnSp>
        <p:nvCxnSpPr>
          <p:cNvPr id="2611" name="Google Shape;2611;p57"/>
          <p:cNvCxnSpPr>
            <a:stCxn id="2612" idx="1"/>
            <a:endCxn id="2613" idx="3"/>
          </p:cNvCxnSpPr>
          <p:nvPr/>
        </p:nvCxnSpPr>
        <p:spPr>
          <a:xfrm>
            <a:off x="4078625" y="2137651"/>
            <a:ext cx="986700" cy="0"/>
          </a:xfrm>
          <a:prstGeom prst="straightConnector1">
            <a:avLst/>
          </a:prstGeom>
          <a:noFill/>
          <a:ln w="28575" cap="flat" cmpd="sng">
            <a:solidFill>
              <a:schemeClr val="dk1"/>
            </a:solidFill>
            <a:prstDash val="solid"/>
            <a:round/>
            <a:headEnd type="none" w="med" len="med"/>
            <a:tailEnd type="none" w="med" len="med"/>
          </a:ln>
        </p:spPr>
      </p:cxnSp>
      <p:cxnSp>
        <p:nvCxnSpPr>
          <p:cNvPr id="2614" name="Google Shape;2614;p57"/>
          <p:cNvCxnSpPr>
            <a:stCxn id="2615" idx="1"/>
            <a:endCxn id="2616" idx="3"/>
          </p:cNvCxnSpPr>
          <p:nvPr/>
        </p:nvCxnSpPr>
        <p:spPr>
          <a:xfrm>
            <a:off x="4078625" y="3070061"/>
            <a:ext cx="986700" cy="0"/>
          </a:xfrm>
          <a:prstGeom prst="straightConnector1">
            <a:avLst/>
          </a:prstGeom>
          <a:noFill/>
          <a:ln w="28575" cap="flat" cmpd="sng">
            <a:solidFill>
              <a:schemeClr val="dk1"/>
            </a:solidFill>
            <a:prstDash val="solid"/>
            <a:round/>
            <a:headEnd type="none" w="med" len="med"/>
            <a:tailEnd type="none" w="med" len="med"/>
          </a:ln>
        </p:spPr>
      </p:cxnSp>
      <p:cxnSp>
        <p:nvCxnSpPr>
          <p:cNvPr id="2617" name="Google Shape;2617;p57"/>
          <p:cNvCxnSpPr>
            <a:stCxn id="2618" idx="1"/>
            <a:endCxn id="2619" idx="3"/>
          </p:cNvCxnSpPr>
          <p:nvPr/>
        </p:nvCxnSpPr>
        <p:spPr>
          <a:xfrm>
            <a:off x="4078625" y="4002460"/>
            <a:ext cx="986700" cy="0"/>
          </a:xfrm>
          <a:prstGeom prst="straightConnector1">
            <a:avLst/>
          </a:prstGeom>
          <a:noFill/>
          <a:ln w="28575" cap="flat" cmpd="sng">
            <a:solidFill>
              <a:schemeClr val="dk1"/>
            </a:solidFill>
            <a:prstDash val="solid"/>
            <a:round/>
            <a:headEnd type="none" w="med" len="med"/>
            <a:tailEnd type="none" w="med" len="med"/>
          </a:ln>
        </p:spPr>
      </p:cxnSp>
      <p:sp>
        <p:nvSpPr>
          <p:cNvPr id="2612" name="Google Shape;2612;p57"/>
          <p:cNvSpPr/>
          <p:nvPr/>
        </p:nvSpPr>
        <p:spPr>
          <a:xfrm flipH="1">
            <a:off x="3342425" y="1818001"/>
            <a:ext cx="736200" cy="639300"/>
          </a:xfrm>
          <a:prstGeom prst="rect">
            <a:avLst/>
          </a:pr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5" name="Google Shape;2615;p57"/>
          <p:cNvSpPr/>
          <p:nvPr/>
        </p:nvSpPr>
        <p:spPr>
          <a:xfrm flipH="1">
            <a:off x="3342425" y="2750411"/>
            <a:ext cx="736200" cy="639300"/>
          </a:xfrm>
          <a:prstGeom prst="rect">
            <a:avLst/>
          </a:pr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8" name="Google Shape;2618;p57"/>
          <p:cNvSpPr/>
          <p:nvPr/>
        </p:nvSpPr>
        <p:spPr>
          <a:xfrm flipH="1">
            <a:off x="3342425" y="3682810"/>
            <a:ext cx="736200" cy="639300"/>
          </a:xfrm>
          <a:prstGeom prst="rect">
            <a:avLst/>
          </a:pr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3" name="Google Shape;2613;p57"/>
          <p:cNvSpPr/>
          <p:nvPr/>
        </p:nvSpPr>
        <p:spPr>
          <a:xfrm flipH="1">
            <a:off x="5065375" y="1818001"/>
            <a:ext cx="736200" cy="639300"/>
          </a:xfrm>
          <a:prstGeom prst="rect">
            <a:avLst/>
          </a:pr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6" name="Google Shape;2616;p57"/>
          <p:cNvSpPr/>
          <p:nvPr/>
        </p:nvSpPr>
        <p:spPr>
          <a:xfrm flipH="1">
            <a:off x="5065375" y="2750411"/>
            <a:ext cx="736200" cy="639300"/>
          </a:xfrm>
          <a:prstGeom prst="rect">
            <a:avLst/>
          </a:pr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9" name="Google Shape;2619;p57"/>
          <p:cNvSpPr/>
          <p:nvPr/>
        </p:nvSpPr>
        <p:spPr>
          <a:xfrm flipH="1">
            <a:off x="5065375" y="3682810"/>
            <a:ext cx="736200" cy="639300"/>
          </a:xfrm>
          <a:prstGeom prst="rect">
            <a:avLst/>
          </a:pr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0" name="Google Shape;2620;p57"/>
          <p:cNvSpPr/>
          <p:nvPr/>
        </p:nvSpPr>
        <p:spPr>
          <a:xfrm>
            <a:off x="3503042" y="2880567"/>
            <a:ext cx="414967" cy="378970"/>
          </a:xfrm>
          <a:custGeom>
            <a:avLst/>
            <a:gdLst/>
            <a:ahLst/>
            <a:cxnLst/>
            <a:rect l="l" t="t" r="r" b="b"/>
            <a:pathLst>
              <a:path w="13038" h="11907" extrusionOk="0">
                <a:moveTo>
                  <a:pt x="6632" y="369"/>
                </a:moveTo>
                <a:cubicBezTo>
                  <a:pt x="6680" y="369"/>
                  <a:pt x="6704" y="405"/>
                  <a:pt x="6704" y="441"/>
                </a:cubicBezTo>
                <a:lnTo>
                  <a:pt x="6704" y="881"/>
                </a:lnTo>
                <a:cubicBezTo>
                  <a:pt x="6644" y="864"/>
                  <a:pt x="6582" y="855"/>
                  <a:pt x="6519" y="855"/>
                </a:cubicBezTo>
                <a:cubicBezTo>
                  <a:pt x="6457" y="855"/>
                  <a:pt x="6394" y="864"/>
                  <a:pt x="6335" y="881"/>
                </a:cubicBezTo>
                <a:lnTo>
                  <a:pt x="6335" y="441"/>
                </a:lnTo>
                <a:lnTo>
                  <a:pt x="6323" y="441"/>
                </a:lnTo>
                <a:cubicBezTo>
                  <a:pt x="6323" y="405"/>
                  <a:pt x="6347" y="369"/>
                  <a:pt x="6394" y="369"/>
                </a:cubicBezTo>
                <a:close/>
                <a:moveTo>
                  <a:pt x="6501" y="1251"/>
                </a:moveTo>
                <a:cubicBezTo>
                  <a:pt x="7061" y="1251"/>
                  <a:pt x="7275" y="2013"/>
                  <a:pt x="6763" y="2286"/>
                </a:cubicBezTo>
                <a:cubicBezTo>
                  <a:pt x="6692" y="2322"/>
                  <a:pt x="6585" y="2346"/>
                  <a:pt x="6501" y="2346"/>
                </a:cubicBezTo>
                <a:cubicBezTo>
                  <a:pt x="6204" y="2346"/>
                  <a:pt x="5954" y="2096"/>
                  <a:pt x="5954" y="1798"/>
                </a:cubicBezTo>
                <a:cubicBezTo>
                  <a:pt x="5954" y="1489"/>
                  <a:pt x="6204" y="1251"/>
                  <a:pt x="6501" y="1251"/>
                </a:cubicBezTo>
                <a:close/>
                <a:moveTo>
                  <a:pt x="2382" y="2429"/>
                </a:moveTo>
                <a:cubicBezTo>
                  <a:pt x="2560" y="2429"/>
                  <a:pt x="2703" y="2572"/>
                  <a:pt x="2703" y="2751"/>
                </a:cubicBezTo>
                <a:cubicBezTo>
                  <a:pt x="2703" y="2929"/>
                  <a:pt x="2560" y="3084"/>
                  <a:pt x="2382" y="3084"/>
                </a:cubicBezTo>
                <a:cubicBezTo>
                  <a:pt x="2215" y="3084"/>
                  <a:pt x="2048" y="2941"/>
                  <a:pt x="2048" y="2751"/>
                </a:cubicBezTo>
                <a:cubicBezTo>
                  <a:pt x="2048" y="2560"/>
                  <a:pt x="2203" y="2429"/>
                  <a:pt x="2382" y="2429"/>
                </a:cubicBezTo>
                <a:close/>
                <a:moveTo>
                  <a:pt x="10657" y="2429"/>
                </a:moveTo>
                <a:cubicBezTo>
                  <a:pt x="10835" y="2429"/>
                  <a:pt x="10978" y="2572"/>
                  <a:pt x="10978" y="2751"/>
                </a:cubicBezTo>
                <a:cubicBezTo>
                  <a:pt x="10978" y="2929"/>
                  <a:pt x="10835" y="3084"/>
                  <a:pt x="10657" y="3084"/>
                </a:cubicBezTo>
                <a:cubicBezTo>
                  <a:pt x="10478" y="3084"/>
                  <a:pt x="10323" y="2941"/>
                  <a:pt x="10323" y="2751"/>
                </a:cubicBezTo>
                <a:cubicBezTo>
                  <a:pt x="10323" y="2560"/>
                  <a:pt x="10478" y="2429"/>
                  <a:pt x="10657" y="2429"/>
                </a:cubicBezTo>
                <a:close/>
                <a:moveTo>
                  <a:pt x="2477" y="3441"/>
                </a:moveTo>
                <a:lnTo>
                  <a:pt x="3715" y="6025"/>
                </a:lnTo>
                <a:lnTo>
                  <a:pt x="1024" y="6025"/>
                </a:lnTo>
                <a:lnTo>
                  <a:pt x="2239" y="3441"/>
                </a:lnTo>
                <a:cubicBezTo>
                  <a:pt x="2275" y="3447"/>
                  <a:pt x="2316" y="3450"/>
                  <a:pt x="2358" y="3450"/>
                </a:cubicBezTo>
                <a:cubicBezTo>
                  <a:pt x="2400" y="3450"/>
                  <a:pt x="2441" y="3447"/>
                  <a:pt x="2477" y="3441"/>
                </a:cubicBezTo>
                <a:close/>
                <a:moveTo>
                  <a:pt x="10776" y="3441"/>
                </a:moveTo>
                <a:lnTo>
                  <a:pt x="11990" y="6025"/>
                </a:lnTo>
                <a:lnTo>
                  <a:pt x="9299" y="6025"/>
                </a:lnTo>
                <a:lnTo>
                  <a:pt x="10538" y="3441"/>
                </a:lnTo>
                <a:cubicBezTo>
                  <a:pt x="10573" y="3447"/>
                  <a:pt x="10612" y="3450"/>
                  <a:pt x="10652" y="3450"/>
                </a:cubicBezTo>
                <a:cubicBezTo>
                  <a:pt x="10692" y="3450"/>
                  <a:pt x="10734" y="3447"/>
                  <a:pt x="10776" y="3441"/>
                </a:cubicBezTo>
                <a:close/>
                <a:moveTo>
                  <a:pt x="4251" y="6418"/>
                </a:moveTo>
                <a:cubicBezTo>
                  <a:pt x="4322" y="6418"/>
                  <a:pt x="4382" y="6477"/>
                  <a:pt x="4382" y="6549"/>
                </a:cubicBezTo>
                <a:lnTo>
                  <a:pt x="4382" y="6668"/>
                </a:lnTo>
                <a:cubicBezTo>
                  <a:pt x="4382" y="6739"/>
                  <a:pt x="4322" y="6799"/>
                  <a:pt x="4251" y="6799"/>
                </a:cubicBezTo>
                <a:lnTo>
                  <a:pt x="501" y="6799"/>
                </a:lnTo>
                <a:cubicBezTo>
                  <a:pt x="429" y="6799"/>
                  <a:pt x="370" y="6739"/>
                  <a:pt x="370" y="6668"/>
                </a:cubicBezTo>
                <a:lnTo>
                  <a:pt x="370" y="6549"/>
                </a:lnTo>
                <a:cubicBezTo>
                  <a:pt x="370" y="6477"/>
                  <a:pt x="429" y="6418"/>
                  <a:pt x="501" y="6418"/>
                </a:cubicBezTo>
                <a:close/>
                <a:moveTo>
                  <a:pt x="12526" y="6418"/>
                </a:moveTo>
                <a:cubicBezTo>
                  <a:pt x="12597" y="6418"/>
                  <a:pt x="12657" y="6477"/>
                  <a:pt x="12657" y="6549"/>
                </a:cubicBezTo>
                <a:lnTo>
                  <a:pt x="12657" y="6668"/>
                </a:lnTo>
                <a:cubicBezTo>
                  <a:pt x="12657" y="6739"/>
                  <a:pt x="12597" y="6799"/>
                  <a:pt x="12526" y="6799"/>
                </a:cubicBezTo>
                <a:lnTo>
                  <a:pt x="8775" y="6799"/>
                </a:lnTo>
                <a:cubicBezTo>
                  <a:pt x="8704" y="6799"/>
                  <a:pt x="8644" y="6739"/>
                  <a:pt x="8644" y="6668"/>
                </a:cubicBezTo>
                <a:lnTo>
                  <a:pt x="8644" y="6549"/>
                </a:lnTo>
                <a:cubicBezTo>
                  <a:pt x="8644" y="6477"/>
                  <a:pt x="8704" y="6418"/>
                  <a:pt x="8775" y="6418"/>
                </a:cubicBezTo>
                <a:close/>
                <a:moveTo>
                  <a:pt x="3715" y="7168"/>
                </a:moveTo>
                <a:cubicBezTo>
                  <a:pt x="3525" y="7787"/>
                  <a:pt x="2953" y="8228"/>
                  <a:pt x="2298" y="8228"/>
                </a:cubicBezTo>
                <a:cubicBezTo>
                  <a:pt x="1644" y="8228"/>
                  <a:pt x="1084" y="7799"/>
                  <a:pt x="905" y="7168"/>
                </a:cubicBezTo>
                <a:close/>
                <a:moveTo>
                  <a:pt x="12145" y="7168"/>
                </a:moveTo>
                <a:cubicBezTo>
                  <a:pt x="11942" y="7787"/>
                  <a:pt x="11383" y="8228"/>
                  <a:pt x="10728" y="8228"/>
                </a:cubicBezTo>
                <a:cubicBezTo>
                  <a:pt x="10073" y="8228"/>
                  <a:pt x="9502" y="7799"/>
                  <a:pt x="9323" y="7168"/>
                </a:cubicBezTo>
                <a:close/>
                <a:moveTo>
                  <a:pt x="7942" y="10371"/>
                </a:moveTo>
                <a:cubicBezTo>
                  <a:pt x="8013" y="10371"/>
                  <a:pt x="8073" y="10430"/>
                  <a:pt x="8073" y="10502"/>
                </a:cubicBezTo>
                <a:lnTo>
                  <a:pt x="8073" y="10764"/>
                </a:lnTo>
                <a:lnTo>
                  <a:pt x="4918" y="10764"/>
                </a:lnTo>
                <a:lnTo>
                  <a:pt x="4918" y="10502"/>
                </a:lnTo>
                <a:cubicBezTo>
                  <a:pt x="4918" y="10430"/>
                  <a:pt x="4977" y="10371"/>
                  <a:pt x="5049" y="10371"/>
                </a:cubicBezTo>
                <a:close/>
                <a:moveTo>
                  <a:pt x="6382" y="0"/>
                </a:moveTo>
                <a:cubicBezTo>
                  <a:pt x="6132" y="0"/>
                  <a:pt x="5930" y="203"/>
                  <a:pt x="5930" y="441"/>
                </a:cubicBezTo>
                <a:lnTo>
                  <a:pt x="5930" y="1060"/>
                </a:lnTo>
                <a:cubicBezTo>
                  <a:pt x="5692" y="1251"/>
                  <a:pt x="5549" y="1536"/>
                  <a:pt x="5561" y="1858"/>
                </a:cubicBezTo>
                <a:lnTo>
                  <a:pt x="3703" y="2370"/>
                </a:lnTo>
                <a:cubicBezTo>
                  <a:pt x="3477" y="2429"/>
                  <a:pt x="3251" y="2465"/>
                  <a:pt x="3037" y="2501"/>
                </a:cubicBezTo>
                <a:cubicBezTo>
                  <a:pt x="2929" y="2227"/>
                  <a:pt x="2679" y="2036"/>
                  <a:pt x="2382" y="2036"/>
                </a:cubicBezTo>
                <a:cubicBezTo>
                  <a:pt x="1989" y="2036"/>
                  <a:pt x="1679" y="2346"/>
                  <a:pt x="1679" y="2739"/>
                </a:cubicBezTo>
                <a:cubicBezTo>
                  <a:pt x="1679" y="2941"/>
                  <a:pt x="1763" y="3132"/>
                  <a:pt x="1917" y="3275"/>
                </a:cubicBezTo>
                <a:lnTo>
                  <a:pt x="608" y="6025"/>
                </a:lnTo>
                <a:lnTo>
                  <a:pt x="501" y="6025"/>
                </a:lnTo>
                <a:cubicBezTo>
                  <a:pt x="215" y="6025"/>
                  <a:pt x="1" y="6251"/>
                  <a:pt x="1" y="6525"/>
                </a:cubicBezTo>
                <a:lnTo>
                  <a:pt x="1" y="6644"/>
                </a:lnTo>
                <a:cubicBezTo>
                  <a:pt x="1" y="6930"/>
                  <a:pt x="215" y="7156"/>
                  <a:pt x="501" y="7156"/>
                </a:cubicBezTo>
                <a:cubicBezTo>
                  <a:pt x="691" y="7989"/>
                  <a:pt x="1441" y="8585"/>
                  <a:pt x="2298" y="8585"/>
                </a:cubicBezTo>
                <a:cubicBezTo>
                  <a:pt x="3168" y="8585"/>
                  <a:pt x="3906" y="7978"/>
                  <a:pt x="4108" y="7156"/>
                </a:cubicBezTo>
                <a:lnTo>
                  <a:pt x="4251" y="7156"/>
                </a:lnTo>
                <a:cubicBezTo>
                  <a:pt x="4537" y="7156"/>
                  <a:pt x="4763" y="6930"/>
                  <a:pt x="4763" y="6644"/>
                </a:cubicBezTo>
                <a:lnTo>
                  <a:pt x="4763" y="6525"/>
                </a:lnTo>
                <a:cubicBezTo>
                  <a:pt x="4763" y="6251"/>
                  <a:pt x="4537" y="6025"/>
                  <a:pt x="4251" y="6025"/>
                </a:cubicBezTo>
                <a:lnTo>
                  <a:pt x="4144" y="6025"/>
                </a:lnTo>
                <a:lnTo>
                  <a:pt x="2834" y="3275"/>
                </a:lnTo>
                <a:cubicBezTo>
                  <a:pt x="2953" y="3167"/>
                  <a:pt x="3037" y="3036"/>
                  <a:pt x="3060" y="2870"/>
                </a:cubicBezTo>
                <a:cubicBezTo>
                  <a:pt x="3310" y="2846"/>
                  <a:pt x="3549" y="2798"/>
                  <a:pt x="3787" y="2727"/>
                </a:cubicBezTo>
                <a:lnTo>
                  <a:pt x="5656" y="2215"/>
                </a:lnTo>
                <a:cubicBezTo>
                  <a:pt x="5716" y="2346"/>
                  <a:pt x="5811" y="2453"/>
                  <a:pt x="5918" y="2548"/>
                </a:cubicBezTo>
                <a:lnTo>
                  <a:pt x="5918" y="10002"/>
                </a:lnTo>
                <a:lnTo>
                  <a:pt x="5037" y="10002"/>
                </a:lnTo>
                <a:cubicBezTo>
                  <a:pt x="4763" y="10002"/>
                  <a:pt x="4537" y="10228"/>
                  <a:pt x="4537" y="10502"/>
                </a:cubicBezTo>
                <a:lnTo>
                  <a:pt x="4537" y="10776"/>
                </a:lnTo>
                <a:cubicBezTo>
                  <a:pt x="4299" y="10823"/>
                  <a:pt x="4120" y="11026"/>
                  <a:pt x="4120" y="11276"/>
                </a:cubicBezTo>
                <a:lnTo>
                  <a:pt x="4120" y="11395"/>
                </a:lnTo>
                <a:cubicBezTo>
                  <a:pt x="4120" y="11680"/>
                  <a:pt x="4346" y="11907"/>
                  <a:pt x="4620" y="11907"/>
                </a:cubicBezTo>
                <a:lnTo>
                  <a:pt x="6049" y="11907"/>
                </a:lnTo>
                <a:cubicBezTo>
                  <a:pt x="6156" y="11907"/>
                  <a:pt x="6251" y="11811"/>
                  <a:pt x="6251" y="11704"/>
                </a:cubicBezTo>
                <a:cubicBezTo>
                  <a:pt x="6251" y="11609"/>
                  <a:pt x="6156" y="11514"/>
                  <a:pt x="6049" y="11514"/>
                </a:cubicBezTo>
                <a:lnTo>
                  <a:pt x="4620" y="11514"/>
                </a:lnTo>
                <a:cubicBezTo>
                  <a:pt x="4549" y="11514"/>
                  <a:pt x="4489" y="11454"/>
                  <a:pt x="4489" y="11383"/>
                </a:cubicBezTo>
                <a:lnTo>
                  <a:pt x="4489" y="11264"/>
                </a:lnTo>
                <a:cubicBezTo>
                  <a:pt x="4489" y="11192"/>
                  <a:pt x="4549" y="11133"/>
                  <a:pt x="4620" y="11133"/>
                </a:cubicBezTo>
                <a:lnTo>
                  <a:pt x="8371" y="11133"/>
                </a:lnTo>
                <a:cubicBezTo>
                  <a:pt x="8454" y="11133"/>
                  <a:pt x="8513" y="11192"/>
                  <a:pt x="8513" y="11264"/>
                </a:cubicBezTo>
                <a:lnTo>
                  <a:pt x="8513" y="11383"/>
                </a:lnTo>
                <a:cubicBezTo>
                  <a:pt x="8513" y="11454"/>
                  <a:pt x="8454" y="11514"/>
                  <a:pt x="8371" y="11514"/>
                </a:cubicBezTo>
                <a:lnTo>
                  <a:pt x="6930" y="11514"/>
                </a:lnTo>
                <a:cubicBezTo>
                  <a:pt x="6823" y="11514"/>
                  <a:pt x="6739" y="11609"/>
                  <a:pt x="6739" y="11704"/>
                </a:cubicBezTo>
                <a:cubicBezTo>
                  <a:pt x="6739" y="11811"/>
                  <a:pt x="6823" y="11907"/>
                  <a:pt x="6930" y="11907"/>
                </a:cubicBezTo>
                <a:lnTo>
                  <a:pt x="8371" y="11907"/>
                </a:lnTo>
                <a:cubicBezTo>
                  <a:pt x="8656" y="11907"/>
                  <a:pt x="8883" y="11680"/>
                  <a:pt x="8883" y="11395"/>
                </a:cubicBezTo>
                <a:lnTo>
                  <a:pt x="8883" y="11276"/>
                </a:lnTo>
                <a:cubicBezTo>
                  <a:pt x="8883" y="11026"/>
                  <a:pt x="8692" y="10799"/>
                  <a:pt x="8454" y="10776"/>
                </a:cubicBezTo>
                <a:lnTo>
                  <a:pt x="8454" y="10502"/>
                </a:lnTo>
                <a:cubicBezTo>
                  <a:pt x="8454" y="10228"/>
                  <a:pt x="8228" y="10002"/>
                  <a:pt x="7942" y="10002"/>
                </a:cubicBezTo>
                <a:lnTo>
                  <a:pt x="7061" y="10002"/>
                </a:lnTo>
                <a:lnTo>
                  <a:pt x="7061" y="7049"/>
                </a:lnTo>
                <a:cubicBezTo>
                  <a:pt x="7061" y="6954"/>
                  <a:pt x="6978" y="6858"/>
                  <a:pt x="6870" y="6858"/>
                </a:cubicBezTo>
                <a:cubicBezTo>
                  <a:pt x="6763" y="6858"/>
                  <a:pt x="6680" y="6954"/>
                  <a:pt x="6680" y="7049"/>
                </a:cubicBezTo>
                <a:lnTo>
                  <a:pt x="6680" y="10002"/>
                </a:lnTo>
                <a:lnTo>
                  <a:pt x="6311" y="10002"/>
                </a:lnTo>
                <a:lnTo>
                  <a:pt x="6311" y="2727"/>
                </a:lnTo>
                <a:cubicBezTo>
                  <a:pt x="6370" y="2739"/>
                  <a:pt x="6430" y="2745"/>
                  <a:pt x="6491" y="2745"/>
                </a:cubicBezTo>
                <a:cubicBezTo>
                  <a:pt x="6552" y="2745"/>
                  <a:pt x="6614" y="2739"/>
                  <a:pt x="6680" y="2727"/>
                </a:cubicBezTo>
                <a:lnTo>
                  <a:pt x="6680" y="6156"/>
                </a:lnTo>
                <a:cubicBezTo>
                  <a:pt x="6680" y="6263"/>
                  <a:pt x="6763" y="6358"/>
                  <a:pt x="6870" y="6358"/>
                </a:cubicBezTo>
                <a:cubicBezTo>
                  <a:pt x="6978" y="6358"/>
                  <a:pt x="7061" y="6263"/>
                  <a:pt x="7061" y="6156"/>
                </a:cubicBezTo>
                <a:lnTo>
                  <a:pt x="7061" y="2548"/>
                </a:lnTo>
                <a:cubicBezTo>
                  <a:pt x="7180" y="2453"/>
                  <a:pt x="7275" y="2346"/>
                  <a:pt x="7335" y="2215"/>
                </a:cubicBezTo>
                <a:lnTo>
                  <a:pt x="9228" y="2739"/>
                </a:lnTo>
                <a:cubicBezTo>
                  <a:pt x="9466" y="2798"/>
                  <a:pt x="9716" y="2858"/>
                  <a:pt x="9954" y="2882"/>
                </a:cubicBezTo>
                <a:cubicBezTo>
                  <a:pt x="9978" y="3048"/>
                  <a:pt x="10073" y="3179"/>
                  <a:pt x="10180" y="3287"/>
                </a:cubicBezTo>
                <a:lnTo>
                  <a:pt x="8871" y="6037"/>
                </a:lnTo>
                <a:lnTo>
                  <a:pt x="8764" y="6037"/>
                </a:lnTo>
                <a:cubicBezTo>
                  <a:pt x="8478" y="6037"/>
                  <a:pt x="8252" y="6263"/>
                  <a:pt x="8252" y="6549"/>
                </a:cubicBezTo>
                <a:lnTo>
                  <a:pt x="8252" y="6668"/>
                </a:lnTo>
                <a:cubicBezTo>
                  <a:pt x="8252" y="6954"/>
                  <a:pt x="8478" y="7168"/>
                  <a:pt x="8764" y="7168"/>
                </a:cubicBezTo>
                <a:lnTo>
                  <a:pt x="8906" y="7168"/>
                </a:lnTo>
                <a:cubicBezTo>
                  <a:pt x="9109" y="8001"/>
                  <a:pt x="9847" y="8597"/>
                  <a:pt x="10716" y="8597"/>
                </a:cubicBezTo>
                <a:cubicBezTo>
                  <a:pt x="11573" y="8597"/>
                  <a:pt x="12323" y="7989"/>
                  <a:pt x="12514" y="7168"/>
                </a:cubicBezTo>
                <a:cubicBezTo>
                  <a:pt x="12800" y="7168"/>
                  <a:pt x="13014" y="6954"/>
                  <a:pt x="13014" y="6668"/>
                </a:cubicBezTo>
                <a:lnTo>
                  <a:pt x="13014" y="6549"/>
                </a:lnTo>
                <a:cubicBezTo>
                  <a:pt x="13038" y="6263"/>
                  <a:pt x="12812" y="6025"/>
                  <a:pt x="12526" y="6025"/>
                </a:cubicBezTo>
                <a:lnTo>
                  <a:pt x="12419" y="6025"/>
                </a:lnTo>
                <a:lnTo>
                  <a:pt x="11109" y="3275"/>
                </a:lnTo>
                <a:cubicBezTo>
                  <a:pt x="11264" y="3144"/>
                  <a:pt x="11347" y="2965"/>
                  <a:pt x="11347" y="2739"/>
                </a:cubicBezTo>
                <a:cubicBezTo>
                  <a:pt x="11347" y="2346"/>
                  <a:pt x="11038" y="2036"/>
                  <a:pt x="10657" y="2036"/>
                </a:cubicBezTo>
                <a:cubicBezTo>
                  <a:pt x="10359" y="2036"/>
                  <a:pt x="10097" y="2227"/>
                  <a:pt x="10002" y="2501"/>
                </a:cubicBezTo>
                <a:cubicBezTo>
                  <a:pt x="9776" y="2465"/>
                  <a:pt x="9549" y="2429"/>
                  <a:pt x="9323" y="2370"/>
                </a:cubicBezTo>
                <a:lnTo>
                  <a:pt x="7442" y="1846"/>
                </a:lnTo>
                <a:cubicBezTo>
                  <a:pt x="7454" y="1536"/>
                  <a:pt x="7323" y="1239"/>
                  <a:pt x="7061" y="1060"/>
                </a:cubicBezTo>
                <a:lnTo>
                  <a:pt x="7061" y="441"/>
                </a:lnTo>
                <a:cubicBezTo>
                  <a:pt x="7061" y="191"/>
                  <a:pt x="6859" y="0"/>
                  <a:pt x="6620"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21" name="Google Shape;2621;p57"/>
          <p:cNvGrpSpPr/>
          <p:nvPr/>
        </p:nvGrpSpPr>
        <p:grpSpPr>
          <a:xfrm>
            <a:off x="5324131" y="3827916"/>
            <a:ext cx="218687" cy="349052"/>
            <a:chOff x="4054103" y="2430191"/>
            <a:chExt cx="218687" cy="349052"/>
          </a:xfrm>
        </p:grpSpPr>
        <p:sp>
          <p:nvSpPr>
            <p:cNvPr id="2622" name="Google Shape;2622;p57"/>
            <p:cNvSpPr/>
            <p:nvPr/>
          </p:nvSpPr>
          <p:spPr>
            <a:xfrm>
              <a:off x="4054103" y="2430191"/>
              <a:ext cx="218687" cy="349052"/>
            </a:xfrm>
            <a:custGeom>
              <a:avLst/>
              <a:gdLst/>
              <a:ahLst/>
              <a:cxnLst/>
              <a:rect l="l" t="t" r="r" b="b"/>
              <a:pathLst>
                <a:path w="6871" h="10967" extrusionOk="0">
                  <a:moveTo>
                    <a:pt x="6513" y="846"/>
                  </a:moveTo>
                  <a:cubicBezTo>
                    <a:pt x="6513" y="846"/>
                    <a:pt x="6537" y="846"/>
                    <a:pt x="6537" y="870"/>
                  </a:cubicBezTo>
                  <a:lnTo>
                    <a:pt x="6537" y="1203"/>
                  </a:lnTo>
                  <a:lnTo>
                    <a:pt x="6513" y="1203"/>
                  </a:lnTo>
                  <a:lnTo>
                    <a:pt x="6001" y="1227"/>
                  </a:lnTo>
                  <a:cubicBezTo>
                    <a:pt x="5906" y="1227"/>
                    <a:pt x="5834" y="1298"/>
                    <a:pt x="5834" y="1382"/>
                  </a:cubicBezTo>
                  <a:cubicBezTo>
                    <a:pt x="5834" y="1477"/>
                    <a:pt x="5906" y="1548"/>
                    <a:pt x="6001" y="1548"/>
                  </a:cubicBezTo>
                  <a:lnTo>
                    <a:pt x="6180" y="1548"/>
                  </a:lnTo>
                  <a:lnTo>
                    <a:pt x="6180" y="7239"/>
                  </a:lnTo>
                  <a:cubicBezTo>
                    <a:pt x="6180" y="7239"/>
                    <a:pt x="6180" y="7251"/>
                    <a:pt x="6156" y="7251"/>
                  </a:cubicBezTo>
                  <a:lnTo>
                    <a:pt x="655" y="7251"/>
                  </a:lnTo>
                  <a:cubicBezTo>
                    <a:pt x="655" y="7251"/>
                    <a:pt x="643" y="7251"/>
                    <a:pt x="643" y="7239"/>
                  </a:cubicBezTo>
                  <a:lnTo>
                    <a:pt x="643" y="1548"/>
                  </a:lnTo>
                  <a:lnTo>
                    <a:pt x="5310" y="1548"/>
                  </a:lnTo>
                  <a:cubicBezTo>
                    <a:pt x="5406" y="1548"/>
                    <a:pt x="5477" y="1477"/>
                    <a:pt x="5477" y="1382"/>
                  </a:cubicBezTo>
                  <a:cubicBezTo>
                    <a:pt x="5477" y="1298"/>
                    <a:pt x="5406" y="1227"/>
                    <a:pt x="5310" y="1227"/>
                  </a:cubicBezTo>
                  <a:lnTo>
                    <a:pt x="322" y="1227"/>
                  </a:lnTo>
                  <a:cubicBezTo>
                    <a:pt x="322" y="1227"/>
                    <a:pt x="310" y="1227"/>
                    <a:pt x="310" y="1203"/>
                  </a:cubicBezTo>
                  <a:lnTo>
                    <a:pt x="310" y="870"/>
                  </a:lnTo>
                  <a:cubicBezTo>
                    <a:pt x="310" y="870"/>
                    <a:pt x="310" y="846"/>
                    <a:pt x="322" y="846"/>
                  </a:cubicBezTo>
                  <a:close/>
                  <a:moveTo>
                    <a:pt x="5179" y="7561"/>
                  </a:moveTo>
                  <a:lnTo>
                    <a:pt x="5656" y="9990"/>
                  </a:lnTo>
                  <a:lnTo>
                    <a:pt x="3572" y="9990"/>
                  </a:lnTo>
                  <a:lnTo>
                    <a:pt x="3572" y="8085"/>
                  </a:lnTo>
                  <a:cubicBezTo>
                    <a:pt x="3572" y="7990"/>
                    <a:pt x="3501" y="7918"/>
                    <a:pt x="3405" y="7918"/>
                  </a:cubicBezTo>
                  <a:cubicBezTo>
                    <a:pt x="3310" y="7918"/>
                    <a:pt x="3239" y="7990"/>
                    <a:pt x="3239" y="8085"/>
                  </a:cubicBezTo>
                  <a:lnTo>
                    <a:pt x="3239" y="9990"/>
                  </a:lnTo>
                  <a:lnTo>
                    <a:pt x="1155" y="9990"/>
                  </a:lnTo>
                  <a:lnTo>
                    <a:pt x="1643" y="7561"/>
                  </a:lnTo>
                  <a:close/>
                  <a:moveTo>
                    <a:pt x="3417" y="0"/>
                  </a:moveTo>
                  <a:cubicBezTo>
                    <a:pt x="3334" y="0"/>
                    <a:pt x="3263" y="72"/>
                    <a:pt x="3263" y="167"/>
                  </a:cubicBezTo>
                  <a:lnTo>
                    <a:pt x="3263" y="524"/>
                  </a:lnTo>
                  <a:lnTo>
                    <a:pt x="322" y="524"/>
                  </a:lnTo>
                  <a:cubicBezTo>
                    <a:pt x="143" y="524"/>
                    <a:pt x="0" y="667"/>
                    <a:pt x="0" y="846"/>
                  </a:cubicBezTo>
                  <a:lnTo>
                    <a:pt x="0" y="1191"/>
                  </a:lnTo>
                  <a:cubicBezTo>
                    <a:pt x="0" y="1370"/>
                    <a:pt x="143" y="1524"/>
                    <a:pt x="322" y="1524"/>
                  </a:cubicBezTo>
                  <a:lnTo>
                    <a:pt x="334" y="1524"/>
                  </a:lnTo>
                  <a:lnTo>
                    <a:pt x="334" y="7204"/>
                  </a:lnTo>
                  <a:cubicBezTo>
                    <a:pt x="334" y="7382"/>
                    <a:pt x="488" y="7525"/>
                    <a:pt x="667" y="7525"/>
                  </a:cubicBezTo>
                  <a:lnTo>
                    <a:pt x="1334" y="7525"/>
                  </a:lnTo>
                  <a:lnTo>
                    <a:pt x="679" y="10776"/>
                  </a:lnTo>
                  <a:cubicBezTo>
                    <a:pt x="667" y="10859"/>
                    <a:pt x="727" y="10954"/>
                    <a:pt x="798" y="10966"/>
                  </a:cubicBezTo>
                  <a:lnTo>
                    <a:pt x="834" y="10966"/>
                  </a:lnTo>
                  <a:cubicBezTo>
                    <a:pt x="905" y="10966"/>
                    <a:pt x="977" y="10907"/>
                    <a:pt x="1000" y="10835"/>
                  </a:cubicBezTo>
                  <a:lnTo>
                    <a:pt x="1119" y="10264"/>
                  </a:lnTo>
                  <a:lnTo>
                    <a:pt x="3274" y="10264"/>
                  </a:lnTo>
                  <a:lnTo>
                    <a:pt x="3274" y="10788"/>
                  </a:lnTo>
                  <a:cubicBezTo>
                    <a:pt x="3274" y="10883"/>
                    <a:pt x="3346" y="10954"/>
                    <a:pt x="3441" y="10954"/>
                  </a:cubicBezTo>
                  <a:cubicBezTo>
                    <a:pt x="3524" y="10954"/>
                    <a:pt x="3596" y="10883"/>
                    <a:pt x="3596" y="10788"/>
                  </a:cubicBezTo>
                  <a:lnTo>
                    <a:pt x="3596" y="10264"/>
                  </a:lnTo>
                  <a:lnTo>
                    <a:pt x="5763" y="10264"/>
                  </a:lnTo>
                  <a:lnTo>
                    <a:pt x="5882" y="10835"/>
                  </a:lnTo>
                  <a:cubicBezTo>
                    <a:pt x="5894" y="10907"/>
                    <a:pt x="5965" y="10966"/>
                    <a:pt x="6037" y="10966"/>
                  </a:cubicBezTo>
                  <a:lnTo>
                    <a:pt x="6072" y="10966"/>
                  </a:lnTo>
                  <a:cubicBezTo>
                    <a:pt x="6156" y="10954"/>
                    <a:pt x="6215" y="10859"/>
                    <a:pt x="6191" y="10776"/>
                  </a:cubicBezTo>
                  <a:lnTo>
                    <a:pt x="5537" y="7525"/>
                  </a:lnTo>
                  <a:lnTo>
                    <a:pt x="6203" y="7525"/>
                  </a:lnTo>
                  <a:cubicBezTo>
                    <a:pt x="6382" y="7525"/>
                    <a:pt x="6537" y="7382"/>
                    <a:pt x="6537" y="7204"/>
                  </a:cubicBezTo>
                  <a:lnTo>
                    <a:pt x="6537" y="1513"/>
                  </a:lnTo>
                  <a:lnTo>
                    <a:pt x="6549" y="1513"/>
                  </a:lnTo>
                  <a:cubicBezTo>
                    <a:pt x="6727" y="1513"/>
                    <a:pt x="6870" y="1370"/>
                    <a:pt x="6870" y="1191"/>
                  </a:cubicBezTo>
                  <a:lnTo>
                    <a:pt x="6870" y="870"/>
                  </a:lnTo>
                  <a:cubicBezTo>
                    <a:pt x="6846" y="667"/>
                    <a:pt x="6692" y="524"/>
                    <a:pt x="6513" y="524"/>
                  </a:cubicBezTo>
                  <a:lnTo>
                    <a:pt x="3584" y="524"/>
                  </a:lnTo>
                  <a:lnTo>
                    <a:pt x="3584" y="167"/>
                  </a:lnTo>
                  <a:cubicBezTo>
                    <a:pt x="3584" y="72"/>
                    <a:pt x="3513" y="0"/>
                    <a:pt x="3417"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3" name="Google Shape;2623;p57"/>
            <p:cNvSpPr/>
            <p:nvPr/>
          </p:nvSpPr>
          <p:spPr>
            <a:xfrm>
              <a:off x="4091595" y="2517716"/>
              <a:ext cx="142524" cy="103503"/>
            </a:xfrm>
            <a:custGeom>
              <a:avLst/>
              <a:gdLst/>
              <a:ahLst/>
              <a:cxnLst/>
              <a:rect l="l" t="t" r="r" b="b"/>
              <a:pathLst>
                <a:path w="4478" h="3252" extrusionOk="0">
                  <a:moveTo>
                    <a:pt x="3430" y="1"/>
                  </a:moveTo>
                  <a:cubicBezTo>
                    <a:pt x="3347" y="1"/>
                    <a:pt x="3275" y="84"/>
                    <a:pt x="3275" y="168"/>
                  </a:cubicBezTo>
                  <a:cubicBezTo>
                    <a:pt x="3275" y="263"/>
                    <a:pt x="3347" y="334"/>
                    <a:pt x="3430" y="334"/>
                  </a:cubicBezTo>
                  <a:lnTo>
                    <a:pt x="3906" y="334"/>
                  </a:lnTo>
                  <a:lnTo>
                    <a:pt x="2335" y="1906"/>
                  </a:lnTo>
                  <a:lnTo>
                    <a:pt x="2323" y="1906"/>
                  </a:lnTo>
                  <a:lnTo>
                    <a:pt x="1965" y="1549"/>
                  </a:lnTo>
                  <a:cubicBezTo>
                    <a:pt x="1894" y="1483"/>
                    <a:pt x="1808" y="1450"/>
                    <a:pt x="1723" y="1450"/>
                  </a:cubicBezTo>
                  <a:cubicBezTo>
                    <a:pt x="1638" y="1450"/>
                    <a:pt x="1555" y="1483"/>
                    <a:pt x="1489" y="1549"/>
                  </a:cubicBezTo>
                  <a:lnTo>
                    <a:pt x="60" y="2977"/>
                  </a:lnTo>
                  <a:cubicBezTo>
                    <a:pt x="1" y="3037"/>
                    <a:pt x="1" y="3144"/>
                    <a:pt x="60" y="3204"/>
                  </a:cubicBezTo>
                  <a:cubicBezTo>
                    <a:pt x="84" y="3239"/>
                    <a:pt x="132" y="3251"/>
                    <a:pt x="180" y="3251"/>
                  </a:cubicBezTo>
                  <a:cubicBezTo>
                    <a:pt x="215" y="3251"/>
                    <a:pt x="263" y="3239"/>
                    <a:pt x="299" y="3204"/>
                  </a:cubicBezTo>
                  <a:lnTo>
                    <a:pt x="1727" y="1775"/>
                  </a:lnTo>
                  <a:lnTo>
                    <a:pt x="1739" y="1775"/>
                  </a:lnTo>
                  <a:lnTo>
                    <a:pt x="2096" y="2132"/>
                  </a:lnTo>
                  <a:cubicBezTo>
                    <a:pt x="2156" y="2192"/>
                    <a:pt x="2239" y="2239"/>
                    <a:pt x="2335" y="2239"/>
                  </a:cubicBezTo>
                  <a:cubicBezTo>
                    <a:pt x="2418" y="2239"/>
                    <a:pt x="2513" y="2203"/>
                    <a:pt x="2573" y="2132"/>
                  </a:cubicBezTo>
                  <a:lnTo>
                    <a:pt x="4144" y="560"/>
                  </a:lnTo>
                  <a:lnTo>
                    <a:pt x="4144" y="1037"/>
                  </a:lnTo>
                  <a:cubicBezTo>
                    <a:pt x="4144" y="1120"/>
                    <a:pt x="4228" y="1191"/>
                    <a:pt x="4311" y="1191"/>
                  </a:cubicBezTo>
                  <a:cubicBezTo>
                    <a:pt x="4406" y="1191"/>
                    <a:pt x="4478" y="1120"/>
                    <a:pt x="4478" y="1037"/>
                  </a:cubicBezTo>
                  <a:lnTo>
                    <a:pt x="4478" y="168"/>
                  </a:lnTo>
                  <a:cubicBezTo>
                    <a:pt x="4466" y="84"/>
                    <a:pt x="4382" y="1"/>
                    <a:pt x="4299"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24" name="Google Shape;2624;p57"/>
          <p:cNvGrpSpPr/>
          <p:nvPr/>
        </p:nvGrpSpPr>
        <p:grpSpPr>
          <a:xfrm>
            <a:off x="3532975" y="1959912"/>
            <a:ext cx="355099" cy="355481"/>
            <a:chOff x="3539102" y="2427549"/>
            <a:chExt cx="355099" cy="355481"/>
          </a:xfrm>
        </p:grpSpPr>
        <p:sp>
          <p:nvSpPr>
            <p:cNvPr id="2625" name="Google Shape;2625;p57"/>
            <p:cNvSpPr/>
            <p:nvPr/>
          </p:nvSpPr>
          <p:spPr>
            <a:xfrm>
              <a:off x="3539102" y="2561320"/>
              <a:ext cx="355099" cy="221710"/>
            </a:xfrm>
            <a:custGeom>
              <a:avLst/>
              <a:gdLst/>
              <a:ahLst/>
              <a:cxnLst/>
              <a:rect l="l" t="t" r="r" b="b"/>
              <a:pathLst>
                <a:path w="11157" h="6966" extrusionOk="0">
                  <a:moveTo>
                    <a:pt x="2953" y="3131"/>
                  </a:moveTo>
                  <a:lnTo>
                    <a:pt x="2953" y="6644"/>
                  </a:lnTo>
                  <a:lnTo>
                    <a:pt x="1537" y="6644"/>
                  </a:lnTo>
                  <a:lnTo>
                    <a:pt x="1537" y="3131"/>
                  </a:lnTo>
                  <a:close/>
                  <a:moveTo>
                    <a:pt x="6263" y="2250"/>
                  </a:moveTo>
                  <a:lnTo>
                    <a:pt x="6263" y="6644"/>
                  </a:lnTo>
                  <a:lnTo>
                    <a:pt x="4858" y="6644"/>
                  </a:lnTo>
                  <a:lnTo>
                    <a:pt x="4858" y="2250"/>
                  </a:lnTo>
                  <a:close/>
                  <a:moveTo>
                    <a:pt x="9585" y="333"/>
                  </a:moveTo>
                  <a:lnTo>
                    <a:pt x="9585" y="6644"/>
                  </a:lnTo>
                  <a:lnTo>
                    <a:pt x="8168" y="6644"/>
                  </a:lnTo>
                  <a:lnTo>
                    <a:pt x="8168" y="333"/>
                  </a:lnTo>
                  <a:close/>
                  <a:moveTo>
                    <a:pt x="8025" y="0"/>
                  </a:moveTo>
                  <a:cubicBezTo>
                    <a:pt x="7930" y="0"/>
                    <a:pt x="7859" y="83"/>
                    <a:pt x="7859" y="167"/>
                  </a:cubicBezTo>
                  <a:lnTo>
                    <a:pt x="7859" y="6644"/>
                  </a:lnTo>
                  <a:lnTo>
                    <a:pt x="6609" y="6644"/>
                  </a:lnTo>
                  <a:lnTo>
                    <a:pt x="6609" y="2084"/>
                  </a:lnTo>
                  <a:cubicBezTo>
                    <a:pt x="6609" y="2000"/>
                    <a:pt x="6537" y="1917"/>
                    <a:pt x="6442" y="1917"/>
                  </a:cubicBezTo>
                  <a:lnTo>
                    <a:pt x="4704" y="1917"/>
                  </a:lnTo>
                  <a:cubicBezTo>
                    <a:pt x="4608" y="1917"/>
                    <a:pt x="4537" y="2000"/>
                    <a:pt x="4537" y="2084"/>
                  </a:cubicBezTo>
                  <a:lnTo>
                    <a:pt x="4537" y="6644"/>
                  </a:lnTo>
                  <a:lnTo>
                    <a:pt x="3287" y="6644"/>
                  </a:lnTo>
                  <a:lnTo>
                    <a:pt x="3287" y="2965"/>
                  </a:lnTo>
                  <a:cubicBezTo>
                    <a:pt x="3287" y="2881"/>
                    <a:pt x="3215" y="2798"/>
                    <a:pt x="3120" y="2798"/>
                  </a:cubicBezTo>
                  <a:lnTo>
                    <a:pt x="1382" y="2798"/>
                  </a:lnTo>
                  <a:cubicBezTo>
                    <a:pt x="1298" y="2798"/>
                    <a:pt x="1215" y="2881"/>
                    <a:pt x="1215" y="2965"/>
                  </a:cubicBezTo>
                  <a:lnTo>
                    <a:pt x="1215" y="6644"/>
                  </a:lnTo>
                  <a:lnTo>
                    <a:pt x="167" y="6644"/>
                  </a:lnTo>
                  <a:cubicBezTo>
                    <a:pt x="72" y="6644"/>
                    <a:pt x="1" y="6715"/>
                    <a:pt x="1" y="6810"/>
                  </a:cubicBezTo>
                  <a:cubicBezTo>
                    <a:pt x="1" y="6894"/>
                    <a:pt x="72" y="6965"/>
                    <a:pt x="167" y="6965"/>
                  </a:cubicBezTo>
                  <a:lnTo>
                    <a:pt x="11002" y="6965"/>
                  </a:lnTo>
                  <a:cubicBezTo>
                    <a:pt x="11085" y="6965"/>
                    <a:pt x="11157" y="6894"/>
                    <a:pt x="11157" y="6810"/>
                  </a:cubicBezTo>
                  <a:cubicBezTo>
                    <a:pt x="11145" y="6715"/>
                    <a:pt x="11073" y="6644"/>
                    <a:pt x="10990" y="6644"/>
                  </a:cubicBezTo>
                  <a:lnTo>
                    <a:pt x="9930" y="6644"/>
                  </a:lnTo>
                  <a:lnTo>
                    <a:pt x="9930" y="167"/>
                  </a:lnTo>
                  <a:cubicBezTo>
                    <a:pt x="9930" y="83"/>
                    <a:pt x="9859" y="0"/>
                    <a:pt x="976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6" name="Google Shape;2626;p57"/>
            <p:cNvSpPr/>
            <p:nvPr/>
          </p:nvSpPr>
          <p:spPr>
            <a:xfrm>
              <a:off x="3544417" y="2427549"/>
              <a:ext cx="339568" cy="205415"/>
            </a:xfrm>
            <a:custGeom>
              <a:avLst/>
              <a:gdLst/>
              <a:ahLst/>
              <a:cxnLst/>
              <a:rect l="l" t="t" r="r" b="b"/>
              <a:pathLst>
                <a:path w="10669" h="6454" extrusionOk="0">
                  <a:moveTo>
                    <a:pt x="10157" y="0"/>
                  </a:moveTo>
                  <a:cubicBezTo>
                    <a:pt x="10125" y="0"/>
                    <a:pt x="10093" y="4"/>
                    <a:pt x="10061" y="12"/>
                  </a:cubicBezTo>
                  <a:lnTo>
                    <a:pt x="8656" y="191"/>
                  </a:lnTo>
                  <a:cubicBezTo>
                    <a:pt x="8382" y="214"/>
                    <a:pt x="8180" y="488"/>
                    <a:pt x="8216" y="762"/>
                  </a:cubicBezTo>
                  <a:cubicBezTo>
                    <a:pt x="8238" y="1032"/>
                    <a:pt x="8483" y="1217"/>
                    <a:pt x="8751" y="1217"/>
                  </a:cubicBezTo>
                  <a:cubicBezTo>
                    <a:pt x="8767" y="1217"/>
                    <a:pt x="8783" y="1216"/>
                    <a:pt x="8799" y="1215"/>
                  </a:cubicBezTo>
                  <a:lnTo>
                    <a:pt x="8906" y="1203"/>
                  </a:lnTo>
                  <a:lnTo>
                    <a:pt x="8906" y="1203"/>
                  </a:lnTo>
                  <a:cubicBezTo>
                    <a:pt x="7204" y="3191"/>
                    <a:pt x="5156" y="4215"/>
                    <a:pt x="3715" y="4727"/>
                  </a:cubicBezTo>
                  <a:cubicBezTo>
                    <a:pt x="1917" y="5370"/>
                    <a:pt x="524" y="5429"/>
                    <a:pt x="500" y="5429"/>
                  </a:cubicBezTo>
                  <a:cubicBezTo>
                    <a:pt x="227" y="5441"/>
                    <a:pt x="0" y="5679"/>
                    <a:pt x="12" y="5965"/>
                  </a:cubicBezTo>
                  <a:cubicBezTo>
                    <a:pt x="24" y="6239"/>
                    <a:pt x="250" y="6453"/>
                    <a:pt x="524" y="6453"/>
                  </a:cubicBezTo>
                  <a:lnTo>
                    <a:pt x="536" y="6453"/>
                  </a:lnTo>
                  <a:cubicBezTo>
                    <a:pt x="596" y="6453"/>
                    <a:pt x="2084" y="6394"/>
                    <a:pt x="4037" y="5703"/>
                  </a:cubicBezTo>
                  <a:cubicBezTo>
                    <a:pt x="5132" y="5322"/>
                    <a:pt x="6156" y="4798"/>
                    <a:pt x="7096" y="4167"/>
                  </a:cubicBezTo>
                  <a:cubicBezTo>
                    <a:pt x="7168" y="4120"/>
                    <a:pt x="7192" y="4013"/>
                    <a:pt x="7144" y="3941"/>
                  </a:cubicBezTo>
                  <a:cubicBezTo>
                    <a:pt x="7113" y="3895"/>
                    <a:pt x="7058" y="3869"/>
                    <a:pt x="7003" y="3869"/>
                  </a:cubicBezTo>
                  <a:cubicBezTo>
                    <a:pt x="6973" y="3869"/>
                    <a:pt x="6943" y="3877"/>
                    <a:pt x="6918" y="3893"/>
                  </a:cubicBezTo>
                  <a:cubicBezTo>
                    <a:pt x="5989" y="4513"/>
                    <a:pt x="5001" y="5025"/>
                    <a:pt x="3929" y="5394"/>
                  </a:cubicBezTo>
                  <a:cubicBezTo>
                    <a:pt x="2024" y="6084"/>
                    <a:pt x="596" y="6120"/>
                    <a:pt x="536" y="6120"/>
                  </a:cubicBezTo>
                  <a:cubicBezTo>
                    <a:pt x="429" y="6120"/>
                    <a:pt x="358" y="6049"/>
                    <a:pt x="358" y="5953"/>
                  </a:cubicBezTo>
                  <a:cubicBezTo>
                    <a:pt x="358" y="5846"/>
                    <a:pt x="429" y="5751"/>
                    <a:pt x="536" y="5751"/>
                  </a:cubicBezTo>
                  <a:cubicBezTo>
                    <a:pt x="548" y="5751"/>
                    <a:pt x="1989" y="5691"/>
                    <a:pt x="3834" y="5036"/>
                  </a:cubicBezTo>
                  <a:cubicBezTo>
                    <a:pt x="5406" y="4489"/>
                    <a:pt x="7632" y="3346"/>
                    <a:pt x="9454" y="1084"/>
                  </a:cubicBezTo>
                  <a:cubicBezTo>
                    <a:pt x="9534" y="969"/>
                    <a:pt x="9459" y="809"/>
                    <a:pt x="9315" y="809"/>
                  </a:cubicBezTo>
                  <a:cubicBezTo>
                    <a:pt x="9310" y="809"/>
                    <a:pt x="9304" y="809"/>
                    <a:pt x="9299" y="810"/>
                  </a:cubicBezTo>
                  <a:lnTo>
                    <a:pt x="8775" y="869"/>
                  </a:lnTo>
                  <a:cubicBezTo>
                    <a:pt x="8768" y="870"/>
                    <a:pt x="8761" y="871"/>
                    <a:pt x="8754" y="871"/>
                  </a:cubicBezTo>
                  <a:cubicBezTo>
                    <a:pt x="8676" y="871"/>
                    <a:pt x="8595" y="815"/>
                    <a:pt x="8573" y="738"/>
                  </a:cubicBezTo>
                  <a:cubicBezTo>
                    <a:pt x="8537" y="631"/>
                    <a:pt x="8620" y="512"/>
                    <a:pt x="8740" y="500"/>
                  </a:cubicBezTo>
                  <a:lnTo>
                    <a:pt x="10133" y="322"/>
                  </a:lnTo>
                  <a:cubicBezTo>
                    <a:pt x="10139" y="321"/>
                    <a:pt x="10146" y="320"/>
                    <a:pt x="10153" y="320"/>
                  </a:cubicBezTo>
                  <a:cubicBezTo>
                    <a:pt x="10253" y="320"/>
                    <a:pt x="10347" y="400"/>
                    <a:pt x="10347" y="500"/>
                  </a:cubicBezTo>
                  <a:lnTo>
                    <a:pt x="10347" y="1893"/>
                  </a:lnTo>
                  <a:cubicBezTo>
                    <a:pt x="10347" y="2000"/>
                    <a:pt x="10252" y="2072"/>
                    <a:pt x="10168" y="2072"/>
                  </a:cubicBezTo>
                  <a:cubicBezTo>
                    <a:pt x="10073" y="2072"/>
                    <a:pt x="9990" y="1988"/>
                    <a:pt x="9990" y="1893"/>
                  </a:cubicBezTo>
                  <a:lnTo>
                    <a:pt x="9990" y="1477"/>
                  </a:lnTo>
                  <a:cubicBezTo>
                    <a:pt x="9990" y="1417"/>
                    <a:pt x="9942" y="1346"/>
                    <a:pt x="9883" y="1334"/>
                  </a:cubicBezTo>
                  <a:cubicBezTo>
                    <a:pt x="9866" y="1324"/>
                    <a:pt x="9848" y="1319"/>
                    <a:pt x="9830" y="1319"/>
                  </a:cubicBezTo>
                  <a:cubicBezTo>
                    <a:pt x="9784" y="1319"/>
                    <a:pt x="9738" y="1347"/>
                    <a:pt x="9704" y="1381"/>
                  </a:cubicBezTo>
                  <a:cubicBezTo>
                    <a:pt x="9085" y="2119"/>
                    <a:pt x="8394" y="2810"/>
                    <a:pt x="7632" y="3382"/>
                  </a:cubicBezTo>
                  <a:cubicBezTo>
                    <a:pt x="7561" y="3441"/>
                    <a:pt x="7537" y="3548"/>
                    <a:pt x="7597" y="3608"/>
                  </a:cubicBezTo>
                  <a:cubicBezTo>
                    <a:pt x="7635" y="3646"/>
                    <a:pt x="7692" y="3674"/>
                    <a:pt x="7744" y="3674"/>
                  </a:cubicBezTo>
                  <a:cubicBezTo>
                    <a:pt x="7773" y="3674"/>
                    <a:pt x="7801" y="3665"/>
                    <a:pt x="7823" y="3643"/>
                  </a:cubicBezTo>
                  <a:cubicBezTo>
                    <a:pt x="8489" y="3131"/>
                    <a:pt x="9109" y="2548"/>
                    <a:pt x="9656" y="1917"/>
                  </a:cubicBezTo>
                  <a:cubicBezTo>
                    <a:pt x="9668" y="2179"/>
                    <a:pt x="9894" y="2405"/>
                    <a:pt x="10156" y="2405"/>
                  </a:cubicBezTo>
                  <a:cubicBezTo>
                    <a:pt x="10442" y="2405"/>
                    <a:pt x="10668" y="2179"/>
                    <a:pt x="10668" y="1893"/>
                  </a:cubicBezTo>
                  <a:lnTo>
                    <a:pt x="10668" y="500"/>
                  </a:lnTo>
                  <a:cubicBezTo>
                    <a:pt x="10621" y="369"/>
                    <a:pt x="10561" y="238"/>
                    <a:pt x="10466" y="131"/>
                  </a:cubicBezTo>
                  <a:cubicBezTo>
                    <a:pt x="10382" y="48"/>
                    <a:pt x="10270" y="0"/>
                    <a:pt x="10157"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27" name="Google Shape;2627;p57"/>
          <p:cNvGrpSpPr/>
          <p:nvPr/>
        </p:nvGrpSpPr>
        <p:grpSpPr>
          <a:xfrm>
            <a:off x="5253840" y="1969760"/>
            <a:ext cx="359269" cy="335780"/>
            <a:chOff x="1748582" y="3372635"/>
            <a:chExt cx="359269" cy="335780"/>
          </a:xfrm>
        </p:grpSpPr>
        <p:sp>
          <p:nvSpPr>
            <p:cNvPr id="2628" name="Google Shape;2628;p57"/>
            <p:cNvSpPr/>
            <p:nvPr/>
          </p:nvSpPr>
          <p:spPr>
            <a:xfrm>
              <a:off x="2080161" y="3535210"/>
              <a:ext cx="27690" cy="10630"/>
            </a:xfrm>
            <a:custGeom>
              <a:avLst/>
              <a:gdLst/>
              <a:ahLst/>
              <a:cxnLst/>
              <a:rect l="l" t="t" r="r" b="b"/>
              <a:pathLst>
                <a:path w="870" h="334" extrusionOk="0">
                  <a:moveTo>
                    <a:pt x="167" y="0"/>
                  </a:moveTo>
                  <a:cubicBezTo>
                    <a:pt x="72" y="0"/>
                    <a:pt x="1" y="83"/>
                    <a:pt x="1" y="167"/>
                  </a:cubicBezTo>
                  <a:cubicBezTo>
                    <a:pt x="1" y="262"/>
                    <a:pt x="72" y="333"/>
                    <a:pt x="167" y="333"/>
                  </a:cubicBezTo>
                  <a:lnTo>
                    <a:pt x="703" y="333"/>
                  </a:lnTo>
                  <a:cubicBezTo>
                    <a:pt x="786" y="333"/>
                    <a:pt x="870" y="262"/>
                    <a:pt x="870" y="167"/>
                  </a:cubicBezTo>
                  <a:cubicBezTo>
                    <a:pt x="870" y="83"/>
                    <a:pt x="786" y="0"/>
                    <a:pt x="703"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29" name="Google Shape;2629;p57"/>
            <p:cNvGrpSpPr/>
            <p:nvPr/>
          </p:nvGrpSpPr>
          <p:grpSpPr>
            <a:xfrm>
              <a:off x="1748582" y="3372635"/>
              <a:ext cx="333520" cy="335780"/>
              <a:chOff x="1748582" y="3372635"/>
              <a:chExt cx="333520" cy="335780"/>
            </a:xfrm>
          </p:grpSpPr>
          <p:sp>
            <p:nvSpPr>
              <p:cNvPr id="2630" name="Google Shape;2630;p57"/>
              <p:cNvSpPr/>
              <p:nvPr/>
            </p:nvSpPr>
            <p:spPr>
              <a:xfrm>
                <a:off x="1748582" y="3372635"/>
                <a:ext cx="308504" cy="335780"/>
              </a:xfrm>
              <a:custGeom>
                <a:avLst/>
                <a:gdLst/>
                <a:ahLst/>
                <a:cxnLst/>
                <a:rect l="l" t="t" r="r" b="b"/>
                <a:pathLst>
                  <a:path w="9693" h="10550" extrusionOk="0">
                    <a:moveTo>
                      <a:pt x="8454" y="4215"/>
                    </a:moveTo>
                    <a:cubicBezTo>
                      <a:pt x="8978" y="4298"/>
                      <a:pt x="9359" y="4739"/>
                      <a:pt x="9359" y="5275"/>
                    </a:cubicBezTo>
                    <a:cubicBezTo>
                      <a:pt x="9359" y="5811"/>
                      <a:pt x="8978" y="6263"/>
                      <a:pt x="8454" y="6334"/>
                    </a:cubicBezTo>
                    <a:lnTo>
                      <a:pt x="8454" y="4215"/>
                    </a:lnTo>
                    <a:close/>
                    <a:moveTo>
                      <a:pt x="1251" y="4036"/>
                    </a:moveTo>
                    <a:lnTo>
                      <a:pt x="1251" y="6525"/>
                    </a:lnTo>
                    <a:lnTo>
                      <a:pt x="894" y="6525"/>
                    </a:lnTo>
                    <a:cubicBezTo>
                      <a:pt x="596" y="6525"/>
                      <a:pt x="358" y="6287"/>
                      <a:pt x="358" y="5989"/>
                    </a:cubicBezTo>
                    <a:lnTo>
                      <a:pt x="358" y="4572"/>
                    </a:lnTo>
                    <a:cubicBezTo>
                      <a:pt x="358" y="4275"/>
                      <a:pt x="596" y="4036"/>
                      <a:pt x="894" y="4036"/>
                    </a:cubicBezTo>
                    <a:close/>
                    <a:moveTo>
                      <a:pt x="2668" y="4025"/>
                    </a:moveTo>
                    <a:lnTo>
                      <a:pt x="2668" y="6525"/>
                    </a:lnTo>
                    <a:lnTo>
                      <a:pt x="1584" y="6525"/>
                    </a:lnTo>
                    <a:lnTo>
                      <a:pt x="1584" y="4025"/>
                    </a:lnTo>
                    <a:close/>
                    <a:moveTo>
                      <a:pt x="2846" y="7727"/>
                    </a:moveTo>
                    <a:lnTo>
                      <a:pt x="2846" y="8466"/>
                    </a:lnTo>
                    <a:lnTo>
                      <a:pt x="2537" y="8466"/>
                    </a:lnTo>
                    <a:lnTo>
                      <a:pt x="2727" y="7727"/>
                    </a:lnTo>
                    <a:close/>
                    <a:moveTo>
                      <a:pt x="2608" y="6834"/>
                    </a:moveTo>
                    <a:lnTo>
                      <a:pt x="2001" y="9156"/>
                    </a:lnTo>
                    <a:lnTo>
                      <a:pt x="1584" y="9156"/>
                    </a:lnTo>
                    <a:lnTo>
                      <a:pt x="1584" y="6834"/>
                    </a:lnTo>
                    <a:close/>
                    <a:moveTo>
                      <a:pt x="8133" y="357"/>
                    </a:moveTo>
                    <a:lnTo>
                      <a:pt x="8133" y="10228"/>
                    </a:lnTo>
                    <a:lnTo>
                      <a:pt x="7394" y="10228"/>
                    </a:lnTo>
                    <a:lnTo>
                      <a:pt x="7394" y="3251"/>
                    </a:lnTo>
                    <a:cubicBezTo>
                      <a:pt x="7394" y="3167"/>
                      <a:pt x="7323" y="3084"/>
                      <a:pt x="7240" y="3084"/>
                    </a:cubicBezTo>
                    <a:cubicBezTo>
                      <a:pt x="7144" y="3084"/>
                      <a:pt x="7073" y="3167"/>
                      <a:pt x="7073" y="3251"/>
                    </a:cubicBezTo>
                    <a:lnTo>
                      <a:pt x="7073" y="9144"/>
                    </a:lnTo>
                    <a:cubicBezTo>
                      <a:pt x="6859" y="8859"/>
                      <a:pt x="6549" y="8466"/>
                      <a:pt x="6132" y="8073"/>
                    </a:cubicBezTo>
                    <a:cubicBezTo>
                      <a:pt x="5668" y="7632"/>
                      <a:pt x="5192" y="7275"/>
                      <a:pt x="4704" y="7013"/>
                    </a:cubicBezTo>
                    <a:cubicBezTo>
                      <a:pt x="4132" y="6715"/>
                      <a:pt x="3561" y="6561"/>
                      <a:pt x="2989" y="6537"/>
                    </a:cubicBezTo>
                    <a:lnTo>
                      <a:pt x="2989" y="4036"/>
                    </a:lnTo>
                    <a:cubicBezTo>
                      <a:pt x="3572" y="4013"/>
                      <a:pt x="4132" y="3846"/>
                      <a:pt x="4704" y="3560"/>
                    </a:cubicBezTo>
                    <a:cubicBezTo>
                      <a:pt x="5192" y="3310"/>
                      <a:pt x="5668" y="2953"/>
                      <a:pt x="6132" y="2501"/>
                    </a:cubicBezTo>
                    <a:cubicBezTo>
                      <a:pt x="6537" y="2108"/>
                      <a:pt x="6847" y="1715"/>
                      <a:pt x="7073" y="1429"/>
                    </a:cubicBezTo>
                    <a:lnTo>
                      <a:pt x="7073" y="2489"/>
                    </a:lnTo>
                    <a:cubicBezTo>
                      <a:pt x="7073" y="2584"/>
                      <a:pt x="7144" y="2655"/>
                      <a:pt x="7240" y="2655"/>
                    </a:cubicBezTo>
                    <a:cubicBezTo>
                      <a:pt x="7323" y="2655"/>
                      <a:pt x="7394" y="2584"/>
                      <a:pt x="7394" y="2489"/>
                    </a:cubicBezTo>
                    <a:lnTo>
                      <a:pt x="7394" y="357"/>
                    </a:lnTo>
                    <a:close/>
                    <a:moveTo>
                      <a:pt x="7228" y="0"/>
                    </a:moveTo>
                    <a:cubicBezTo>
                      <a:pt x="7144" y="0"/>
                      <a:pt x="7073" y="84"/>
                      <a:pt x="7073" y="167"/>
                    </a:cubicBezTo>
                    <a:lnTo>
                      <a:pt x="7073" y="822"/>
                    </a:lnTo>
                    <a:cubicBezTo>
                      <a:pt x="6966" y="988"/>
                      <a:pt x="6549" y="1631"/>
                      <a:pt x="5906" y="2251"/>
                    </a:cubicBezTo>
                    <a:cubicBezTo>
                      <a:pt x="5227" y="2905"/>
                      <a:pt x="4132" y="3703"/>
                      <a:pt x="2822" y="3703"/>
                    </a:cubicBezTo>
                    <a:lnTo>
                      <a:pt x="882" y="3703"/>
                    </a:lnTo>
                    <a:cubicBezTo>
                      <a:pt x="405" y="3703"/>
                      <a:pt x="1" y="4084"/>
                      <a:pt x="1" y="4572"/>
                    </a:cubicBezTo>
                    <a:lnTo>
                      <a:pt x="1" y="5989"/>
                    </a:lnTo>
                    <a:cubicBezTo>
                      <a:pt x="1" y="6465"/>
                      <a:pt x="382" y="6870"/>
                      <a:pt x="882" y="6870"/>
                    </a:cubicBezTo>
                    <a:lnTo>
                      <a:pt x="1239" y="6870"/>
                    </a:lnTo>
                    <a:lnTo>
                      <a:pt x="1239" y="9359"/>
                    </a:lnTo>
                    <a:cubicBezTo>
                      <a:pt x="1239" y="9442"/>
                      <a:pt x="1310" y="9513"/>
                      <a:pt x="1394" y="9513"/>
                    </a:cubicBezTo>
                    <a:lnTo>
                      <a:pt x="2096" y="9513"/>
                    </a:lnTo>
                    <a:cubicBezTo>
                      <a:pt x="2168" y="9513"/>
                      <a:pt x="2227" y="9478"/>
                      <a:pt x="2263" y="9394"/>
                    </a:cubicBezTo>
                    <a:lnTo>
                      <a:pt x="2406" y="8823"/>
                    </a:lnTo>
                    <a:lnTo>
                      <a:pt x="2977" y="8823"/>
                    </a:lnTo>
                    <a:cubicBezTo>
                      <a:pt x="3061" y="8823"/>
                      <a:pt x="3144" y="8739"/>
                      <a:pt x="3144" y="8656"/>
                    </a:cubicBezTo>
                    <a:lnTo>
                      <a:pt x="3144" y="7573"/>
                    </a:lnTo>
                    <a:cubicBezTo>
                      <a:pt x="3144" y="7477"/>
                      <a:pt x="3061" y="7406"/>
                      <a:pt x="2977" y="7406"/>
                    </a:cubicBezTo>
                    <a:lnTo>
                      <a:pt x="2787" y="7406"/>
                    </a:lnTo>
                    <a:lnTo>
                      <a:pt x="2930" y="6858"/>
                    </a:lnTo>
                    <a:cubicBezTo>
                      <a:pt x="4180" y="6894"/>
                      <a:pt x="5227" y="7656"/>
                      <a:pt x="5882" y="8299"/>
                    </a:cubicBezTo>
                    <a:cubicBezTo>
                      <a:pt x="6537" y="8942"/>
                      <a:pt x="6954" y="9573"/>
                      <a:pt x="7037" y="9728"/>
                    </a:cubicBezTo>
                    <a:lnTo>
                      <a:pt x="7037" y="10383"/>
                    </a:lnTo>
                    <a:cubicBezTo>
                      <a:pt x="7037" y="10466"/>
                      <a:pt x="7109" y="10549"/>
                      <a:pt x="7204" y="10549"/>
                    </a:cubicBezTo>
                    <a:lnTo>
                      <a:pt x="8264" y="10549"/>
                    </a:lnTo>
                    <a:cubicBezTo>
                      <a:pt x="8347" y="10549"/>
                      <a:pt x="8430" y="10466"/>
                      <a:pt x="8430" y="10383"/>
                    </a:cubicBezTo>
                    <a:lnTo>
                      <a:pt x="8430" y="6656"/>
                    </a:lnTo>
                    <a:cubicBezTo>
                      <a:pt x="9121" y="6573"/>
                      <a:pt x="9657" y="5989"/>
                      <a:pt x="9657" y="5275"/>
                    </a:cubicBezTo>
                    <a:cubicBezTo>
                      <a:pt x="9692" y="4560"/>
                      <a:pt x="9168" y="3965"/>
                      <a:pt x="8454" y="3894"/>
                    </a:cubicBezTo>
                    <a:lnTo>
                      <a:pt x="8454" y="167"/>
                    </a:lnTo>
                    <a:cubicBezTo>
                      <a:pt x="8454" y="84"/>
                      <a:pt x="8383" y="0"/>
                      <a:pt x="8287"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1" name="Google Shape;2631;p57"/>
              <p:cNvSpPr/>
              <p:nvPr/>
            </p:nvSpPr>
            <p:spPr>
              <a:xfrm>
                <a:off x="2057054" y="3472000"/>
                <a:ext cx="25048" cy="22311"/>
              </a:xfrm>
              <a:custGeom>
                <a:avLst/>
                <a:gdLst/>
                <a:ahLst/>
                <a:cxnLst/>
                <a:rect l="l" t="t" r="r" b="b"/>
                <a:pathLst>
                  <a:path w="787" h="701" extrusionOk="0">
                    <a:moveTo>
                      <a:pt x="600" y="1"/>
                    </a:moveTo>
                    <a:cubicBezTo>
                      <a:pt x="557" y="1"/>
                      <a:pt x="512" y="16"/>
                      <a:pt x="477" y="45"/>
                    </a:cubicBezTo>
                    <a:lnTo>
                      <a:pt x="107" y="414"/>
                    </a:lnTo>
                    <a:cubicBezTo>
                      <a:pt x="0" y="522"/>
                      <a:pt x="72" y="700"/>
                      <a:pt x="227" y="700"/>
                    </a:cubicBezTo>
                    <a:cubicBezTo>
                      <a:pt x="262" y="700"/>
                      <a:pt x="310" y="676"/>
                      <a:pt x="346" y="653"/>
                    </a:cubicBezTo>
                    <a:lnTo>
                      <a:pt x="715" y="283"/>
                    </a:lnTo>
                    <a:cubicBezTo>
                      <a:pt x="786" y="200"/>
                      <a:pt x="786" y="105"/>
                      <a:pt x="715" y="45"/>
                    </a:cubicBezTo>
                    <a:cubicBezTo>
                      <a:pt x="685" y="16"/>
                      <a:pt x="643" y="1"/>
                      <a:pt x="600"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2" name="Google Shape;2632;p57"/>
              <p:cNvSpPr/>
              <p:nvPr/>
            </p:nvSpPr>
            <p:spPr>
              <a:xfrm>
                <a:off x="2058550" y="3586834"/>
                <a:ext cx="23552" cy="22629"/>
              </a:xfrm>
              <a:custGeom>
                <a:avLst/>
                <a:gdLst/>
                <a:ahLst/>
                <a:cxnLst/>
                <a:rect l="l" t="t" r="r" b="b"/>
                <a:pathLst>
                  <a:path w="740" h="711" extrusionOk="0">
                    <a:moveTo>
                      <a:pt x="184" y="0"/>
                    </a:moveTo>
                    <a:cubicBezTo>
                      <a:pt x="141" y="0"/>
                      <a:pt x="96" y="15"/>
                      <a:pt x="60" y="45"/>
                    </a:cubicBezTo>
                    <a:cubicBezTo>
                      <a:pt x="1" y="104"/>
                      <a:pt x="1" y="212"/>
                      <a:pt x="60" y="283"/>
                    </a:cubicBezTo>
                    <a:lnTo>
                      <a:pt x="430" y="664"/>
                    </a:lnTo>
                    <a:cubicBezTo>
                      <a:pt x="461" y="696"/>
                      <a:pt x="500" y="711"/>
                      <a:pt x="538" y="711"/>
                    </a:cubicBezTo>
                    <a:cubicBezTo>
                      <a:pt x="586" y="711"/>
                      <a:pt x="634" y="687"/>
                      <a:pt x="668" y="640"/>
                    </a:cubicBezTo>
                    <a:cubicBezTo>
                      <a:pt x="739" y="581"/>
                      <a:pt x="727" y="485"/>
                      <a:pt x="668" y="426"/>
                    </a:cubicBezTo>
                    <a:lnTo>
                      <a:pt x="299" y="45"/>
                    </a:lnTo>
                    <a:cubicBezTo>
                      <a:pt x="269" y="15"/>
                      <a:pt x="227" y="0"/>
                      <a:pt x="18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633" name="Google Shape;2633;p57"/>
          <p:cNvSpPr/>
          <p:nvPr/>
        </p:nvSpPr>
        <p:spPr>
          <a:xfrm>
            <a:off x="3532403" y="3824691"/>
            <a:ext cx="356245" cy="356627"/>
          </a:xfrm>
          <a:custGeom>
            <a:avLst/>
            <a:gdLst/>
            <a:ahLst/>
            <a:cxnLst/>
            <a:rect l="l" t="t" r="r" b="b"/>
            <a:pathLst>
              <a:path w="11193" h="11205" extrusionOk="0">
                <a:moveTo>
                  <a:pt x="3763" y="358"/>
                </a:moveTo>
                <a:cubicBezTo>
                  <a:pt x="4096" y="358"/>
                  <a:pt x="4346" y="632"/>
                  <a:pt x="4346" y="941"/>
                </a:cubicBezTo>
                <a:cubicBezTo>
                  <a:pt x="4346" y="1144"/>
                  <a:pt x="4239" y="1346"/>
                  <a:pt x="4061" y="1441"/>
                </a:cubicBezTo>
                <a:cubicBezTo>
                  <a:pt x="4013" y="1477"/>
                  <a:pt x="3977" y="1536"/>
                  <a:pt x="3977" y="1596"/>
                </a:cubicBezTo>
                <a:lnTo>
                  <a:pt x="3977" y="2001"/>
                </a:lnTo>
                <a:cubicBezTo>
                  <a:pt x="3977" y="2096"/>
                  <a:pt x="4049" y="2179"/>
                  <a:pt x="4156" y="2179"/>
                </a:cubicBezTo>
                <a:lnTo>
                  <a:pt x="5394" y="2179"/>
                </a:lnTo>
                <a:lnTo>
                  <a:pt x="5394" y="3406"/>
                </a:lnTo>
                <a:cubicBezTo>
                  <a:pt x="5394" y="3513"/>
                  <a:pt x="5466" y="3584"/>
                  <a:pt x="5573" y="3584"/>
                </a:cubicBezTo>
                <a:lnTo>
                  <a:pt x="5966" y="3584"/>
                </a:lnTo>
                <a:cubicBezTo>
                  <a:pt x="6025" y="3584"/>
                  <a:pt x="6085" y="3561"/>
                  <a:pt x="6120" y="3501"/>
                </a:cubicBezTo>
                <a:cubicBezTo>
                  <a:pt x="6228" y="3322"/>
                  <a:pt x="6418" y="3215"/>
                  <a:pt x="6620" y="3215"/>
                </a:cubicBezTo>
                <a:cubicBezTo>
                  <a:pt x="6954" y="3215"/>
                  <a:pt x="7204" y="3489"/>
                  <a:pt x="7204" y="3799"/>
                </a:cubicBezTo>
                <a:cubicBezTo>
                  <a:pt x="7204" y="4120"/>
                  <a:pt x="6942" y="4382"/>
                  <a:pt x="6620" y="4382"/>
                </a:cubicBezTo>
                <a:cubicBezTo>
                  <a:pt x="6418" y="4382"/>
                  <a:pt x="6228" y="4275"/>
                  <a:pt x="6120" y="4096"/>
                </a:cubicBezTo>
                <a:cubicBezTo>
                  <a:pt x="6085" y="4037"/>
                  <a:pt x="6025" y="4001"/>
                  <a:pt x="5966" y="4001"/>
                </a:cubicBezTo>
                <a:lnTo>
                  <a:pt x="5573" y="4001"/>
                </a:lnTo>
                <a:cubicBezTo>
                  <a:pt x="5466" y="4001"/>
                  <a:pt x="5394" y="4084"/>
                  <a:pt x="5394" y="4180"/>
                </a:cubicBezTo>
                <a:lnTo>
                  <a:pt x="5394" y="5418"/>
                </a:lnTo>
                <a:lnTo>
                  <a:pt x="4334" y="5418"/>
                </a:lnTo>
                <a:lnTo>
                  <a:pt x="4334" y="5299"/>
                </a:lnTo>
                <a:cubicBezTo>
                  <a:pt x="4573" y="5120"/>
                  <a:pt x="4704" y="4834"/>
                  <a:pt x="4704" y="4561"/>
                </a:cubicBezTo>
                <a:cubicBezTo>
                  <a:pt x="4704" y="4037"/>
                  <a:pt x="4287" y="3620"/>
                  <a:pt x="3775" y="3620"/>
                </a:cubicBezTo>
                <a:cubicBezTo>
                  <a:pt x="3251" y="3620"/>
                  <a:pt x="2834" y="4037"/>
                  <a:pt x="2834" y="4561"/>
                </a:cubicBezTo>
                <a:cubicBezTo>
                  <a:pt x="2834" y="4858"/>
                  <a:pt x="2965" y="5132"/>
                  <a:pt x="3203" y="5299"/>
                </a:cubicBezTo>
                <a:lnTo>
                  <a:pt x="3203" y="5430"/>
                </a:lnTo>
                <a:lnTo>
                  <a:pt x="2144" y="5430"/>
                </a:lnTo>
                <a:lnTo>
                  <a:pt x="2144" y="2179"/>
                </a:lnTo>
                <a:lnTo>
                  <a:pt x="3382" y="2179"/>
                </a:lnTo>
                <a:cubicBezTo>
                  <a:pt x="3489" y="2179"/>
                  <a:pt x="3561" y="2096"/>
                  <a:pt x="3561" y="2001"/>
                </a:cubicBezTo>
                <a:lnTo>
                  <a:pt x="3561" y="1596"/>
                </a:lnTo>
                <a:cubicBezTo>
                  <a:pt x="3561" y="1536"/>
                  <a:pt x="3537" y="1477"/>
                  <a:pt x="3465" y="1441"/>
                </a:cubicBezTo>
                <a:cubicBezTo>
                  <a:pt x="3299" y="1346"/>
                  <a:pt x="3191" y="1144"/>
                  <a:pt x="3191" y="941"/>
                </a:cubicBezTo>
                <a:cubicBezTo>
                  <a:pt x="3191" y="608"/>
                  <a:pt x="3453" y="358"/>
                  <a:pt x="3763" y="358"/>
                </a:cubicBezTo>
                <a:close/>
                <a:moveTo>
                  <a:pt x="9014" y="5811"/>
                </a:moveTo>
                <a:lnTo>
                  <a:pt x="9014" y="7799"/>
                </a:lnTo>
                <a:lnTo>
                  <a:pt x="9014" y="8025"/>
                </a:lnTo>
                <a:lnTo>
                  <a:pt x="9014" y="9049"/>
                </a:lnTo>
                <a:lnTo>
                  <a:pt x="7775" y="9049"/>
                </a:lnTo>
                <a:cubicBezTo>
                  <a:pt x="7668" y="9049"/>
                  <a:pt x="7597" y="9121"/>
                  <a:pt x="7597" y="9228"/>
                </a:cubicBezTo>
                <a:lnTo>
                  <a:pt x="7597" y="9633"/>
                </a:lnTo>
                <a:cubicBezTo>
                  <a:pt x="7597" y="9692"/>
                  <a:pt x="7621" y="9752"/>
                  <a:pt x="7680" y="9776"/>
                </a:cubicBezTo>
                <a:cubicBezTo>
                  <a:pt x="7859" y="9883"/>
                  <a:pt x="7966" y="10073"/>
                  <a:pt x="7966" y="10288"/>
                </a:cubicBezTo>
                <a:cubicBezTo>
                  <a:pt x="7966" y="10609"/>
                  <a:pt x="7704" y="10871"/>
                  <a:pt x="7382" y="10871"/>
                </a:cubicBezTo>
                <a:cubicBezTo>
                  <a:pt x="7061" y="10871"/>
                  <a:pt x="6811" y="10597"/>
                  <a:pt x="6811" y="10288"/>
                </a:cubicBezTo>
                <a:cubicBezTo>
                  <a:pt x="6811" y="10073"/>
                  <a:pt x="6906" y="9883"/>
                  <a:pt x="7085" y="9776"/>
                </a:cubicBezTo>
                <a:cubicBezTo>
                  <a:pt x="7144" y="9752"/>
                  <a:pt x="7180" y="9692"/>
                  <a:pt x="7180" y="9633"/>
                </a:cubicBezTo>
                <a:lnTo>
                  <a:pt x="7180" y="9228"/>
                </a:lnTo>
                <a:cubicBezTo>
                  <a:pt x="7180" y="9121"/>
                  <a:pt x="7109" y="9049"/>
                  <a:pt x="7001" y="9049"/>
                </a:cubicBezTo>
                <a:lnTo>
                  <a:pt x="5763" y="9049"/>
                </a:lnTo>
                <a:lnTo>
                  <a:pt x="5763" y="7811"/>
                </a:lnTo>
                <a:cubicBezTo>
                  <a:pt x="5763" y="7716"/>
                  <a:pt x="5692" y="7632"/>
                  <a:pt x="5585" y="7632"/>
                </a:cubicBezTo>
                <a:lnTo>
                  <a:pt x="5180" y="7632"/>
                </a:lnTo>
                <a:cubicBezTo>
                  <a:pt x="5120" y="7632"/>
                  <a:pt x="5061" y="7668"/>
                  <a:pt x="5037" y="7728"/>
                </a:cubicBezTo>
                <a:cubicBezTo>
                  <a:pt x="4930" y="7906"/>
                  <a:pt x="4739" y="8013"/>
                  <a:pt x="4525" y="8013"/>
                </a:cubicBezTo>
                <a:cubicBezTo>
                  <a:pt x="4203" y="8013"/>
                  <a:pt x="3953" y="7740"/>
                  <a:pt x="3953" y="7430"/>
                </a:cubicBezTo>
                <a:cubicBezTo>
                  <a:pt x="3953" y="7120"/>
                  <a:pt x="4215" y="6847"/>
                  <a:pt x="4525" y="6847"/>
                </a:cubicBezTo>
                <a:cubicBezTo>
                  <a:pt x="4739" y="6847"/>
                  <a:pt x="4930" y="6954"/>
                  <a:pt x="5037" y="7132"/>
                </a:cubicBezTo>
                <a:cubicBezTo>
                  <a:pt x="5061" y="7192"/>
                  <a:pt x="5120" y="7216"/>
                  <a:pt x="5180" y="7216"/>
                </a:cubicBezTo>
                <a:lnTo>
                  <a:pt x="5585" y="7216"/>
                </a:lnTo>
                <a:cubicBezTo>
                  <a:pt x="5692" y="7216"/>
                  <a:pt x="5763" y="7144"/>
                  <a:pt x="5763" y="7037"/>
                </a:cubicBezTo>
                <a:lnTo>
                  <a:pt x="5763" y="5811"/>
                </a:lnTo>
                <a:lnTo>
                  <a:pt x="6823" y="5811"/>
                </a:lnTo>
                <a:lnTo>
                  <a:pt x="6823" y="5942"/>
                </a:lnTo>
                <a:cubicBezTo>
                  <a:pt x="6585" y="6120"/>
                  <a:pt x="6454" y="6406"/>
                  <a:pt x="6454" y="6680"/>
                </a:cubicBezTo>
                <a:cubicBezTo>
                  <a:pt x="6454" y="7204"/>
                  <a:pt x="6870" y="7621"/>
                  <a:pt x="7382" y="7621"/>
                </a:cubicBezTo>
                <a:cubicBezTo>
                  <a:pt x="7906" y="7621"/>
                  <a:pt x="8323" y="7204"/>
                  <a:pt x="8323" y="6680"/>
                </a:cubicBezTo>
                <a:cubicBezTo>
                  <a:pt x="8323" y="6382"/>
                  <a:pt x="8192" y="6108"/>
                  <a:pt x="7954" y="5942"/>
                </a:cubicBezTo>
                <a:lnTo>
                  <a:pt x="7954" y="5811"/>
                </a:lnTo>
                <a:close/>
                <a:moveTo>
                  <a:pt x="3799" y="1"/>
                </a:moveTo>
                <a:cubicBezTo>
                  <a:pt x="3275" y="1"/>
                  <a:pt x="2858" y="417"/>
                  <a:pt x="2858" y="941"/>
                </a:cubicBezTo>
                <a:cubicBezTo>
                  <a:pt x="2858" y="1239"/>
                  <a:pt x="3001" y="1525"/>
                  <a:pt x="3239" y="1679"/>
                </a:cubicBezTo>
                <a:lnTo>
                  <a:pt x="3239" y="1822"/>
                </a:lnTo>
                <a:lnTo>
                  <a:pt x="2001" y="1822"/>
                </a:lnTo>
                <a:cubicBezTo>
                  <a:pt x="1894" y="1822"/>
                  <a:pt x="1822" y="1894"/>
                  <a:pt x="1822" y="2001"/>
                </a:cubicBezTo>
                <a:lnTo>
                  <a:pt x="1822" y="5608"/>
                </a:lnTo>
                <a:lnTo>
                  <a:pt x="1822" y="6847"/>
                </a:lnTo>
                <a:lnTo>
                  <a:pt x="1691" y="6847"/>
                </a:lnTo>
                <a:cubicBezTo>
                  <a:pt x="1513" y="6609"/>
                  <a:pt x="1227" y="6478"/>
                  <a:pt x="941" y="6478"/>
                </a:cubicBezTo>
                <a:cubicBezTo>
                  <a:pt x="417" y="6478"/>
                  <a:pt x="1" y="6894"/>
                  <a:pt x="1" y="7406"/>
                </a:cubicBezTo>
                <a:cubicBezTo>
                  <a:pt x="1" y="7930"/>
                  <a:pt x="417" y="8347"/>
                  <a:pt x="941" y="8347"/>
                </a:cubicBezTo>
                <a:cubicBezTo>
                  <a:pt x="1239" y="8347"/>
                  <a:pt x="1525" y="8216"/>
                  <a:pt x="1691" y="7978"/>
                </a:cubicBezTo>
                <a:lnTo>
                  <a:pt x="1822" y="7978"/>
                </a:lnTo>
                <a:lnTo>
                  <a:pt x="1822" y="9216"/>
                </a:lnTo>
                <a:cubicBezTo>
                  <a:pt x="1822" y="9311"/>
                  <a:pt x="1894" y="9395"/>
                  <a:pt x="2001" y="9395"/>
                </a:cubicBezTo>
                <a:lnTo>
                  <a:pt x="2620" y="9395"/>
                </a:lnTo>
                <a:cubicBezTo>
                  <a:pt x="2727" y="9395"/>
                  <a:pt x="2799" y="9311"/>
                  <a:pt x="2799" y="9216"/>
                </a:cubicBezTo>
                <a:cubicBezTo>
                  <a:pt x="2799" y="9109"/>
                  <a:pt x="2727" y="9037"/>
                  <a:pt x="2620" y="9037"/>
                </a:cubicBezTo>
                <a:lnTo>
                  <a:pt x="2179" y="9037"/>
                </a:lnTo>
                <a:lnTo>
                  <a:pt x="2179" y="7799"/>
                </a:lnTo>
                <a:cubicBezTo>
                  <a:pt x="2179" y="7692"/>
                  <a:pt x="2108" y="7621"/>
                  <a:pt x="2001" y="7621"/>
                </a:cubicBezTo>
                <a:lnTo>
                  <a:pt x="1596" y="7621"/>
                </a:lnTo>
                <a:cubicBezTo>
                  <a:pt x="1536" y="7621"/>
                  <a:pt x="1477" y="7644"/>
                  <a:pt x="1453" y="7704"/>
                </a:cubicBezTo>
                <a:cubicBezTo>
                  <a:pt x="1346" y="7882"/>
                  <a:pt x="1155" y="7990"/>
                  <a:pt x="941" y="7990"/>
                </a:cubicBezTo>
                <a:cubicBezTo>
                  <a:pt x="620" y="7990"/>
                  <a:pt x="358" y="7728"/>
                  <a:pt x="358" y="7406"/>
                </a:cubicBezTo>
                <a:cubicBezTo>
                  <a:pt x="358" y="7085"/>
                  <a:pt x="632" y="6835"/>
                  <a:pt x="941" y="6835"/>
                </a:cubicBezTo>
                <a:cubicBezTo>
                  <a:pt x="1155" y="6835"/>
                  <a:pt x="1346" y="6930"/>
                  <a:pt x="1453" y="7109"/>
                </a:cubicBezTo>
                <a:cubicBezTo>
                  <a:pt x="1477" y="7168"/>
                  <a:pt x="1536" y="7204"/>
                  <a:pt x="1596" y="7204"/>
                </a:cubicBezTo>
                <a:lnTo>
                  <a:pt x="2001" y="7204"/>
                </a:lnTo>
                <a:cubicBezTo>
                  <a:pt x="2108" y="7204"/>
                  <a:pt x="2179" y="7132"/>
                  <a:pt x="2179" y="7025"/>
                </a:cubicBezTo>
                <a:lnTo>
                  <a:pt x="2179" y="5787"/>
                </a:lnTo>
                <a:lnTo>
                  <a:pt x="3418" y="5787"/>
                </a:lnTo>
                <a:cubicBezTo>
                  <a:pt x="3513" y="5787"/>
                  <a:pt x="3596" y="5716"/>
                  <a:pt x="3596" y="5608"/>
                </a:cubicBezTo>
                <a:lnTo>
                  <a:pt x="3596" y="5204"/>
                </a:lnTo>
                <a:cubicBezTo>
                  <a:pt x="3596" y="5144"/>
                  <a:pt x="3561" y="5085"/>
                  <a:pt x="3501" y="5061"/>
                </a:cubicBezTo>
                <a:cubicBezTo>
                  <a:pt x="3322" y="4954"/>
                  <a:pt x="3215" y="4763"/>
                  <a:pt x="3215" y="4549"/>
                </a:cubicBezTo>
                <a:cubicBezTo>
                  <a:pt x="3215" y="4227"/>
                  <a:pt x="3489" y="3977"/>
                  <a:pt x="3799" y="3977"/>
                </a:cubicBezTo>
                <a:cubicBezTo>
                  <a:pt x="4132" y="3977"/>
                  <a:pt x="4382" y="4239"/>
                  <a:pt x="4382" y="4549"/>
                </a:cubicBezTo>
                <a:cubicBezTo>
                  <a:pt x="4382" y="4763"/>
                  <a:pt x="4275" y="4954"/>
                  <a:pt x="4096" y="5061"/>
                </a:cubicBezTo>
                <a:cubicBezTo>
                  <a:pt x="4037" y="5085"/>
                  <a:pt x="4013" y="5144"/>
                  <a:pt x="4013" y="5204"/>
                </a:cubicBezTo>
                <a:lnTo>
                  <a:pt x="4013" y="5608"/>
                </a:lnTo>
                <a:cubicBezTo>
                  <a:pt x="4013" y="5716"/>
                  <a:pt x="4084" y="5787"/>
                  <a:pt x="4192" y="5787"/>
                </a:cubicBezTo>
                <a:lnTo>
                  <a:pt x="5418" y="5787"/>
                </a:lnTo>
                <a:lnTo>
                  <a:pt x="5418" y="6847"/>
                </a:lnTo>
                <a:lnTo>
                  <a:pt x="5287" y="6847"/>
                </a:lnTo>
                <a:cubicBezTo>
                  <a:pt x="5108" y="6609"/>
                  <a:pt x="4823" y="6478"/>
                  <a:pt x="4549" y="6478"/>
                </a:cubicBezTo>
                <a:cubicBezTo>
                  <a:pt x="4025" y="6478"/>
                  <a:pt x="3608" y="6894"/>
                  <a:pt x="3608" y="7406"/>
                </a:cubicBezTo>
                <a:cubicBezTo>
                  <a:pt x="3608" y="7930"/>
                  <a:pt x="4025" y="8347"/>
                  <a:pt x="4549" y="8347"/>
                </a:cubicBezTo>
                <a:cubicBezTo>
                  <a:pt x="4846" y="8347"/>
                  <a:pt x="5120" y="8216"/>
                  <a:pt x="5287" y="7978"/>
                </a:cubicBezTo>
                <a:lnTo>
                  <a:pt x="5418" y="7978"/>
                </a:lnTo>
                <a:lnTo>
                  <a:pt x="5418" y="9037"/>
                </a:lnTo>
                <a:lnTo>
                  <a:pt x="3168" y="9037"/>
                </a:lnTo>
                <a:cubicBezTo>
                  <a:pt x="3072" y="9037"/>
                  <a:pt x="3001" y="9109"/>
                  <a:pt x="3001" y="9216"/>
                </a:cubicBezTo>
                <a:cubicBezTo>
                  <a:pt x="3001" y="9311"/>
                  <a:pt x="3072" y="9395"/>
                  <a:pt x="3168" y="9395"/>
                </a:cubicBezTo>
                <a:lnTo>
                  <a:pt x="6835" y="9395"/>
                </a:lnTo>
                <a:lnTo>
                  <a:pt x="6835" y="9526"/>
                </a:lnTo>
                <a:cubicBezTo>
                  <a:pt x="6597" y="9704"/>
                  <a:pt x="6466" y="9990"/>
                  <a:pt x="6466" y="10264"/>
                </a:cubicBezTo>
                <a:cubicBezTo>
                  <a:pt x="6466" y="10788"/>
                  <a:pt x="6882" y="11204"/>
                  <a:pt x="7406" y="11204"/>
                </a:cubicBezTo>
                <a:cubicBezTo>
                  <a:pt x="7918" y="11204"/>
                  <a:pt x="8335" y="10788"/>
                  <a:pt x="8335" y="10264"/>
                </a:cubicBezTo>
                <a:cubicBezTo>
                  <a:pt x="8335" y="9966"/>
                  <a:pt x="8204" y="9692"/>
                  <a:pt x="7966" y="9526"/>
                </a:cubicBezTo>
                <a:lnTo>
                  <a:pt x="7966" y="9395"/>
                </a:lnTo>
                <a:lnTo>
                  <a:pt x="9204" y="9395"/>
                </a:lnTo>
                <a:cubicBezTo>
                  <a:pt x="9311" y="9395"/>
                  <a:pt x="9383" y="9311"/>
                  <a:pt x="9383" y="9216"/>
                </a:cubicBezTo>
                <a:lnTo>
                  <a:pt x="9383" y="8002"/>
                </a:lnTo>
                <a:lnTo>
                  <a:pt x="9383" y="7787"/>
                </a:lnTo>
                <a:lnTo>
                  <a:pt x="9383" y="5596"/>
                </a:lnTo>
                <a:lnTo>
                  <a:pt x="9383" y="4358"/>
                </a:lnTo>
                <a:lnTo>
                  <a:pt x="9514" y="4358"/>
                </a:lnTo>
                <a:cubicBezTo>
                  <a:pt x="9692" y="4596"/>
                  <a:pt x="9978" y="4727"/>
                  <a:pt x="10264" y="4727"/>
                </a:cubicBezTo>
                <a:cubicBezTo>
                  <a:pt x="10776" y="4727"/>
                  <a:pt x="11192" y="4311"/>
                  <a:pt x="11192" y="3799"/>
                </a:cubicBezTo>
                <a:cubicBezTo>
                  <a:pt x="11192" y="3287"/>
                  <a:pt x="10776" y="2858"/>
                  <a:pt x="10264" y="2858"/>
                </a:cubicBezTo>
                <a:cubicBezTo>
                  <a:pt x="9966" y="2858"/>
                  <a:pt x="9680" y="2989"/>
                  <a:pt x="9514" y="3227"/>
                </a:cubicBezTo>
                <a:lnTo>
                  <a:pt x="9383" y="3227"/>
                </a:lnTo>
                <a:lnTo>
                  <a:pt x="9383" y="2001"/>
                </a:lnTo>
                <a:cubicBezTo>
                  <a:pt x="9383" y="1894"/>
                  <a:pt x="9311" y="1822"/>
                  <a:pt x="9204" y="1822"/>
                </a:cubicBezTo>
                <a:lnTo>
                  <a:pt x="8609" y="1822"/>
                </a:lnTo>
                <a:cubicBezTo>
                  <a:pt x="8502" y="1822"/>
                  <a:pt x="8430" y="1894"/>
                  <a:pt x="8430" y="2001"/>
                </a:cubicBezTo>
                <a:cubicBezTo>
                  <a:pt x="8430" y="2096"/>
                  <a:pt x="8502" y="2179"/>
                  <a:pt x="8609" y="2179"/>
                </a:cubicBezTo>
                <a:lnTo>
                  <a:pt x="9026" y="2179"/>
                </a:lnTo>
                <a:lnTo>
                  <a:pt x="9026" y="3406"/>
                </a:lnTo>
                <a:cubicBezTo>
                  <a:pt x="9026" y="3513"/>
                  <a:pt x="9097" y="3584"/>
                  <a:pt x="9204" y="3584"/>
                </a:cubicBezTo>
                <a:lnTo>
                  <a:pt x="9609" y="3584"/>
                </a:lnTo>
                <a:cubicBezTo>
                  <a:pt x="9668" y="3584"/>
                  <a:pt x="9728" y="3561"/>
                  <a:pt x="9752" y="3501"/>
                </a:cubicBezTo>
                <a:cubicBezTo>
                  <a:pt x="9859" y="3322"/>
                  <a:pt x="10049" y="3215"/>
                  <a:pt x="10264" y="3215"/>
                </a:cubicBezTo>
                <a:cubicBezTo>
                  <a:pt x="10585" y="3215"/>
                  <a:pt x="10835" y="3489"/>
                  <a:pt x="10835" y="3799"/>
                </a:cubicBezTo>
                <a:cubicBezTo>
                  <a:pt x="10835" y="4120"/>
                  <a:pt x="10573" y="4382"/>
                  <a:pt x="10264" y="4382"/>
                </a:cubicBezTo>
                <a:cubicBezTo>
                  <a:pt x="10049" y="4382"/>
                  <a:pt x="9859" y="4275"/>
                  <a:pt x="9752" y="4096"/>
                </a:cubicBezTo>
                <a:cubicBezTo>
                  <a:pt x="9728" y="4037"/>
                  <a:pt x="9668" y="4001"/>
                  <a:pt x="9609" y="4001"/>
                </a:cubicBezTo>
                <a:lnTo>
                  <a:pt x="9204" y="4001"/>
                </a:lnTo>
                <a:cubicBezTo>
                  <a:pt x="9097" y="4001"/>
                  <a:pt x="9026" y="4084"/>
                  <a:pt x="9026" y="4180"/>
                </a:cubicBezTo>
                <a:lnTo>
                  <a:pt x="9026" y="5418"/>
                </a:lnTo>
                <a:lnTo>
                  <a:pt x="7787" y="5418"/>
                </a:lnTo>
                <a:cubicBezTo>
                  <a:pt x="7680" y="5418"/>
                  <a:pt x="7609" y="5489"/>
                  <a:pt x="7609" y="5596"/>
                </a:cubicBezTo>
                <a:lnTo>
                  <a:pt x="7609" y="6001"/>
                </a:lnTo>
                <a:cubicBezTo>
                  <a:pt x="7609" y="6061"/>
                  <a:pt x="7644" y="6120"/>
                  <a:pt x="7704" y="6144"/>
                </a:cubicBezTo>
                <a:cubicBezTo>
                  <a:pt x="7883" y="6251"/>
                  <a:pt x="7978" y="6442"/>
                  <a:pt x="7978" y="6656"/>
                </a:cubicBezTo>
                <a:cubicBezTo>
                  <a:pt x="7978" y="6978"/>
                  <a:pt x="7716" y="7240"/>
                  <a:pt x="7406" y="7240"/>
                </a:cubicBezTo>
                <a:cubicBezTo>
                  <a:pt x="7073" y="7240"/>
                  <a:pt x="6823" y="6966"/>
                  <a:pt x="6823" y="6656"/>
                </a:cubicBezTo>
                <a:cubicBezTo>
                  <a:pt x="6823" y="6442"/>
                  <a:pt x="6930" y="6251"/>
                  <a:pt x="7109" y="6144"/>
                </a:cubicBezTo>
                <a:cubicBezTo>
                  <a:pt x="7168" y="6120"/>
                  <a:pt x="7192" y="6061"/>
                  <a:pt x="7192" y="6001"/>
                </a:cubicBezTo>
                <a:lnTo>
                  <a:pt x="7192" y="5596"/>
                </a:lnTo>
                <a:cubicBezTo>
                  <a:pt x="7192" y="5489"/>
                  <a:pt x="7121" y="5418"/>
                  <a:pt x="7013" y="5418"/>
                </a:cubicBezTo>
                <a:lnTo>
                  <a:pt x="5775" y="5418"/>
                </a:lnTo>
                <a:lnTo>
                  <a:pt x="5775" y="4358"/>
                </a:lnTo>
                <a:lnTo>
                  <a:pt x="5918" y="4358"/>
                </a:lnTo>
                <a:cubicBezTo>
                  <a:pt x="6097" y="4596"/>
                  <a:pt x="6370" y="4739"/>
                  <a:pt x="6656" y="4739"/>
                </a:cubicBezTo>
                <a:cubicBezTo>
                  <a:pt x="7180" y="4739"/>
                  <a:pt x="7597" y="4323"/>
                  <a:pt x="7597" y="3799"/>
                </a:cubicBezTo>
                <a:cubicBezTo>
                  <a:pt x="7597" y="3275"/>
                  <a:pt x="7180" y="2858"/>
                  <a:pt x="6656" y="2858"/>
                </a:cubicBezTo>
                <a:cubicBezTo>
                  <a:pt x="6359" y="2858"/>
                  <a:pt x="6073" y="2989"/>
                  <a:pt x="5918" y="3227"/>
                </a:cubicBezTo>
                <a:lnTo>
                  <a:pt x="5775" y="3227"/>
                </a:lnTo>
                <a:lnTo>
                  <a:pt x="5775" y="2179"/>
                </a:lnTo>
                <a:lnTo>
                  <a:pt x="8025" y="2179"/>
                </a:lnTo>
                <a:cubicBezTo>
                  <a:pt x="8133" y="2179"/>
                  <a:pt x="8204" y="2096"/>
                  <a:pt x="8204" y="2001"/>
                </a:cubicBezTo>
                <a:cubicBezTo>
                  <a:pt x="8204" y="1894"/>
                  <a:pt x="8133" y="1822"/>
                  <a:pt x="8025" y="1822"/>
                </a:cubicBezTo>
                <a:lnTo>
                  <a:pt x="4370" y="1822"/>
                </a:lnTo>
                <a:lnTo>
                  <a:pt x="4370" y="1679"/>
                </a:lnTo>
                <a:cubicBezTo>
                  <a:pt x="4608" y="1501"/>
                  <a:pt x="4739" y="1227"/>
                  <a:pt x="4739" y="941"/>
                </a:cubicBezTo>
                <a:cubicBezTo>
                  <a:pt x="4739" y="417"/>
                  <a:pt x="4323" y="1"/>
                  <a:pt x="3799"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34" name="Google Shape;2634;p57"/>
          <p:cNvGrpSpPr/>
          <p:nvPr/>
        </p:nvGrpSpPr>
        <p:grpSpPr>
          <a:xfrm>
            <a:off x="5286623" y="2893068"/>
            <a:ext cx="293704" cy="353954"/>
            <a:chOff x="4019984" y="3805393"/>
            <a:chExt cx="293704" cy="353954"/>
          </a:xfrm>
        </p:grpSpPr>
        <p:sp>
          <p:nvSpPr>
            <p:cNvPr id="2635" name="Google Shape;2635;p57"/>
            <p:cNvSpPr/>
            <p:nvPr/>
          </p:nvSpPr>
          <p:spPr>
            <a:xfrm>
              <a:off x="4019984" y="3805393"/>
              <a:ext cx="293704" cy="353954"/>
            </a:xfrm>
            <a:custGeom>
              <a:avLst/>
              <a:gdLst/>
              <a:ahLst/>
              <a:cxnLst/>
              <a:rect l="l" t="t" r="r" b="b"/>
              <a:pathLst>
                <a:path w="9228" h="11121" extrusionOk="0">
                  <a:moveTo>
                    <a:pt x="477" y="1084"/>
                  </a:moveTo>
                  <a:cubicBezTo>
                    <a:pt x="727" y="1084"/>
                    <a:pt x="977" y="1215"/>
                    <a:pt x="1108" y="1429"/>
                  </a:cubicBezTo>
                  <a:lnTo>
                    <a:pt x="1251" y="1608"/>
                  </a:lnTo>
                  <a:cubicBezTo>
                    <a:pt x="1382" y="1798"/>
                    <a:pt x="1608" y="1917"/>
                    <a:pt x="1822" y="1917"/>
                  </a:cubicBezTo>
                  <a:lnTo>
                    <a:pt x="1822" y="2620"/>
                  </a:lnTo>
                  <a:cubicBezTo>
                    <a:pt x="1822" y="3120"/>
                    <a:pt x="1906" y="3596"/>
                    <a:pt x="2049" y="4072"/>
                  </a:cubicBezTo>
                  <a:cubicBezTo>
                    <a:pt x="1918" y="4001"/>
                    <a:pt x="1775" y="3929"/>
                    <a:pt x="1620" y="3870"/>
                  </a:cubicBezTo>
                  <a:cubicBezTo>
                    <a:pt x="1298" y="3739"/>
                    <a:pt x="965" y="3596"/>
                    <a:pt x="727" y="3334"/>
                  </a:cubicBezTo>
                  <a:cubicBezTo>
                    <a:pt x="441" y="3024"/>
                    <a:pt x="310" y="2560"/>
                    <a:pt x="310" y="1929"/>
                  </a:cubicBezTo>
                  <a:lnTo>
                    <a:pt x="310" y="1250"/>
                  </a:lnTo>
                  <a:cubicBezTo>
                    <a:pt x="310" y="1203"/>
                    <a:pt x="322" y="1155"/>
                    <a:pt x="358" y="1131"/>
                  </a:cubicBezTo>
                  <a:cubicBezTo>
                    <a:pt x="382" y="1096"/>
                    <a:pt x="429" y="1084"/>
                    <a:pt x="477" y="1084"/>
                  </a:cubicBezTo>
                  <a:close/>
                  <a:moveTo>
                    <a:pt x="8704" y="1084"/>
                  </a:moveTo>
                  <a:cubicBezTo>
                    <a:pt x="8752" y="1084"/>
                    <a:pt x="8799" y="1096"/>
                    <a:pt x="8823" y="1131"/>
                  </a:cubicBezTo>
                  <a:cubicBezTo>
                    <a:pt x="8847" y="1155"/>
                    <a:pt x="8871" y="1203"/>
                    <a:pt x="8871" y="1250"/>
                  </a:cubicBezTo>
                  <a:lnTo>
                    <a:pt x="8871" y="1929"/>
                  </a:lnTo>
                  <a:lnTo>
                    <a:pt x="8883" y="1929"/>
                  </a:lnTo>
                  <a:cubicBezTo>
                    <a:pt x="8883" y="2572"/>
                    <a:pt x="8752" y="3036"/>
                    <a:pt x="8466" y="3334"/>
                  </a:cubicBezTo>
                  <a:cubicBezTo>
                    <a:pt x="8228" y="3596"/>
                    <a:pt x="7883" y="3739"/>
                    <a:pt x="7573" y="3870"/>
                  </a:cubicBezTo>
                  <a:cubicBezTo>
                    <a:pt x="7430" y="3929"/>
                    <a:pt x="7263" y="3989"/>
                    <a:pt x="7133" y="4072"/>
                  </a:cubicBezTo>
                  <a:cubicBezTo>
                    <a:pt x="7275" y="3620"/>
                    <a:pt x="7347" y="3120"/>
                    <a:pt x="7347" y="2620"/>
                  </a:cubicBezTo>
                  <a:lnTo>
                    <a:pt x="7347" y="1917"/>
                  </a:lnTo>
                  <a:cubicBezTo>
                    <a:pt x="7585" y="1917"/>
                    <a:pt x="7799" y="1798"/>
                    <a:pt x="7930" y="1608"/>
                  </a:cubicBezTo>
                  <a:lnTo>
                    <a:pt x="8061" y="1429"/>
                  </a:lnTo>
                  <a:cubicBezTo>
                    <a:pt x="8216" y="1215"/>
                    <a:pt x="8454" y="1084"/>
                    <a:pt x="8704" y="1084"/>
                  </a:cubicBezTo>
                  <a:close/>
                  <a:moveTo>
                    <a:pt x="7347" y="345"/>
                  </a:moveTo>
                  <a:lnTo>
                    <a:pt x="7347" y="726"/>
                  </a:lnTo>
                  <a:lnTo>
                    <a:pt x="5954" y="726"/>
                  </a:lnTo>
                  <a:cubicBezTo>
                    <a:pt x="5859" y="726"/>
                    <a:pt x="5787" y="798"/>
                    <a:pt x="5787" y="893"/>
                  </a:cubicBezTo>
                  <a:cubicBezTo>
                    <a:pt x="5787" y="976"/>
                    <a:pt x="5859" y="1060"/>
                    <a:pt x="5954" y="1060"/>
                  </a:cubicBezTo>
                  <a:lnTo>
                    <a:pt x="7013" y="1060"/>
                  </a:lnTo>
                  <a:lnTo>
                    <a:pt x="7013" y="2620"/>
                  </a:lnTo>
                  <a:cubicBezTo>
                    <a:pt x="7037" y="4036"/>
                    <a:pt x="6359" y="5382"/>
                    <a:pt x="5204" y="6239"/>
                  </a:cubicBezTo>
                  <a:lnTo>
                    <a:pt x="5085" y="6322"/>
                  </a:lnTo>
                  <a:cubicBezTo>
                    <a:pt x="5061" y="6322"/>
                    <a:pt x="5025" y="6310"/>
                    <a:pt x="5001" y="6310"/>
                  </a:cubicBezTo>
                  <a:lnTo>
                    <a:pt x="4192" y="6310"/>
                  </a:lnTo>
                  <a:cubicBezTo>
                    <a:pt x="4168" y="6310"/>
                    <a:pt x="4132" y="6310"/>
                    <a:pt x="4108" y="6322"/>
                  </a:cubicBezTo>
                  <a:lnTo>
                    <a:pt x="3989" y="6239"/>
                  </a:lnTo>
                  <a:cubicBezTo>
                    <a:pt x="2846" y="5382"/>
                    <a:pt x="2156" y="4048"/>
                    <a:pt x="2156" y="2620"/>
                  </a:cubicBezTo>
                  <a:lnTo>
                    <a:pt x="2156" y="1060"/>
                  </a:lnTo>
                  <a:lnTo>
                    <a:pt x="5204" y="1060"/>
                  </a:lnTo>
                  <a:cubicBezTo>
                    <a:pt x="5299" y="1060"/>
                    <a:pt x="5370" y="976"/>
                    <a:pt x="5370" y="893"/>
                  </a:cubicBezTo>
                  <a:cubicBezTo>
                    <a:pt x="5370" y="798"/>
                    <a:pt x="5299" y="726"/>
                    <a:pt x="5204" y="726"/>
                  </a:cubicBezTo>
                  <a:lnTo>
                    <a:pt x="1810" y="726"/>
                  </a:lnTo>
                  <a:lnTo>
                    <a:pt x="1810" y="345"/>
                  </a:lnTo>
                  <a:close/>
                  <a:moveTo>
                    <a:pt x="5001" y="6632"/>
                  </a:moveTo>
                  <a:cubicBezTo>
                    <a:pt x="5061" y="6632"/>
                    <a:pt x="5108" y="6680"/>
                    <a:pt x="5108" y="6739"/>
                  </a:cubicBezTo>
                  <a:lnTo>
                    <a:pt x="5108" y="6858"/>
                  </a:lnTo>
                  <a:cubicBezTo>
                    <a:pt x="5108" y="6918"/>
                    <a:pt x="5061" y="6965"/>
                    <a:pt x="5001" y="6965"/>
                  </a:cubicBezTo>
                  <a:lnTo>
                    <a:pt x="4192" y="6965"/>
                  </a:lnTo>
                  <a:cubicBezTo>
                    <a:pt x="4132" y="6965"/>
                    <a:pt x="4085" y="6918"/>
                    <a:pt x="4085" y="6858"/>
                  </a:cubicBezTo>
                  <a:lnTo>
                    <a:pt x="4085" y="6739"/>
                  </a:lnTo>
                  <a:cubicBezTo>
                    <a:pt x="4085" y="6680"/>
                    <a:pt x="4132" y="6632"/>
                    <a:pt x="4192" y="6632"/>
                  </a:cubicBezTo>
                  <a:close/>
                  <a:moveTo>
                    <a:pt x="4787" y="7287"/>
                  </a:moveTo>
                  <a:lnTo>
                    <a:pt x="4787" y="8882"/>
                  </a:lnTo>
                  <a:lnTo>
                    <a:pt x="4406" y="8882"/>
                  </a:lnTo>
                  <a:lnTo>
                    <a:pt x="4406" y="7287"/>
                  </a:lnTo>
                  <a:close/>
                  <a:moveTo>
                    <a:pt x="5609" y="9216"/>
                  </a:moveTo>
                  <a:cubicBezTo>
                    <a:pt x="5728" y="9216"/>
                    <a:pt x="5823" y="9299"/>
                    <a:pt x="5823" y="9418"/>
                  </a:cubicBezTo>
                  <a:lnTo>
                    <a:pt x="5823" y="9609"/>
                  </a:lnTo>
                  <a:lnTo>
                    <a:pt x="4370" y="9609"/>
                  </a:lnTo>
                  <a:cubicBezTo>
                    <a:pt x="4287" y="9609"/>
                    <a:pt x="4204" y="9680"/>
                    <a:pt x="4204" y="9775"/>
                  </a:cubicBezTo>
                  <a:cubicBezTo>
                    <a:pt x="4204" y="9870"/>
                    <a:pt x="4287" y="9942"/>
                    <a:pt x="4370" y="9942"/>
                  </a:cubicBezTo>
                  <a:lnTo>
                    <a:pt x="6585" y="9942"/>
                  </a:lnTo>
                  <a:cubicBezTo>
                    <a:pt x="6609" y="9942"/>
                    <a:pt x="6621" y="9954"/>
                    <a:pt x="6632" y="9966"/>
                  </a:cubicBezTo>
                  <a:lnTo>
                    <a:pt x="6787" y="10763"/>
                  </a:lnTo>
                  <a:cubicBezTo>
                    <a:pt x="6787" y="10775"/>
                    <a:pt x="6787" y="10787"/>
                    <a:pt x="6763" y="10787"/>
                  </a:cubicBezTo>
                  <a:cubicBezTo>
                    <a:pt x="6763" y="10787"/>
                    <a:pt x="6752" y="10799"/>
                    <a:pt x="6740" y="10799"/>
                  </a:cubicBezTo>
                  <a:lnTo>
                    <a:pt x="2453" y="10799"/>
                  </a:lnTo>
                  <a:cubicBezTo>
                    <a:pt x="2441" y="10799"/>
                    <a:pt x="2418" y="10787"/>
                    <a:pt x="2418" y="10787"/>
                  </a:cubicBezTo>
                  <a:cubicBezTo>
                    <a:pt x="2418" y="10787"/>
                    <a:pt x="2406" y="10775"/>
                    <a:pt x="2406" y="10763"/>
                  </a:cubicBezTo>
                  <a:lnTo>
                    <a:pt x="2561" y="9966"/>
                  </a:lnTo>
                  <a:cubicBezTo>
                    <a:pt x="2561" y="9954"/>
                    <a:pt x="2572" y="9942"/>
                    <a:pt x="2596" y="9942"/>
                  </a:cubicBezTo>
                  <a:lnTo>
                    <a:pt x="3596" y="9942"/>
                  </a:lnTo>
                  <a:cubicBezTo>
                    <a:pt x="3692" y="9942"/>
                    <a:pt x="3763" y="9870"/>
                    <a:pt x="3763" y="9775"/>
                  </a:cubicBezTo>
                  <a:cubicBezTo>
                    <a:pt x="3763" y="9680"/>
                    <a:pt x="3692" y="9609"/>
                    <a:pt x="3596" y="9609"/>
                  </a:cubicBezTo>
                  <a:lnTo>
                    <a:pt x="3370" y="9609"/>
                  </a:lnTo>
                  <a:lnTo>
                    <a:pt x="3370" y="9418"/>
                  </a:lnTo>
                  <a:cubicBezTo>
                    <a:pt x="3370" y="9299"/>
                    <a:pt x="3465" y="9216"/>
                    <a:pt x="3584" y="9216"/>
                  </a:cubicBezTo>
                  <a:close/>
                  <a:moveTo>
                    <a:pt x="1810" y="0"/>
                  </a:moveTo>
                  <a:cubicBezTo>
                    <a:pt x="1656" y="0"/>
                    <a:pt x="1501" y="131"/>
                    <a:pt x="1501" y="310"/>
                  </a:cubicBezTo>
                  <a:lnTo>
                    <a:pt x="1501" y="726"/>
                  </a:lnTo>
                  <a:cubicBezTo>
                    <a:pt x="1501" y="893"/>
                    <a:pt x="1632" y="1036"/>
                    <a:pt x="1810" y="1036"/>
                  </a:cubicBezTo>
                  <a:lnTo>
                    <a:pt x="1846" y="1036"/>
                  </a:lnTo>
                  <a:lnTo>
                    <a:pt x="1846" y="1572"/>
                  </a:lnTo>
                  <a:cubicBezTo>
                    <a:pt x="1727" y="1572"/>
                    <a:pt x="1608" y="1512"/>
                    <a:pt x="1537" y="1417"/>
                  </a:cubicBezTo>
                  <a:lnTo>
                    <a:pt x="1394" y="1238"/>
                  </a:lnTo>
                  <a:cubicBezTo>
                    <a:pt x="1191" y="941"/>
                    <a:pt x="846" y="762"/>
                    <a:pt x="489" y="762"/>
                  </a:cubicBezTo>
                  <a:cubicBezTo>
                    <a:pt x="358" y="762"/>
                    <a:pt x="239" y="798"/>
                    <a:pt x="144" y="905"/>
                  </a:cubicBezTo>
                  <a:cubicBezTo>
                    <a:pt x="60" y="1000"/>
                    <a:pt x="1" y="1131"/>
                    <a:pt x="1" y="1250"/>
                  </a:cubicBezTo>
                  <a:lnTo>
                    <a:pt x="1" y="1929"/>
                  </a:lnTo>
                  <a:cubicBezTo>
                    <a:pt x="1" y="3560"/>
                    <a:pt x="834" y="3894"/>
                    <a:pt x="1501" y="4179"/>
                  </a:cubicBezTo>
                  <a:cubicBezTo>
                    <a:pt x="1870" y="4334"/>
                    <a:pt x="2203" y="4465"/>
                    <a:pt x="2370" y="4786"/>
                  </a:cubicBezTo>
                  <a:cubicBezTo>
                    <a:pt x="2406" y="4882"/>
                    <a:pt x="2394" y="4965"/>
                    <a:pt x="2334" y="5025"/>
                  </a:cubicBezTo>
                  <a:cubicBezTo>
                    <a:pt x="2284" y="5092"/>
                    <a:pt x="2191" y="5124"/>
                    <a:pt x="2108" y="5124"/>
                  </a:cubicBezTo>
                  <a:cubicBezTo>
                    <a:pt x="2073" y="5124"/>
                    <a:pt x="2041" y="5118"/>
                    <a:pt x="2013" y="5108"/>
                  </a:cubicBezTo>
                  <a:cubicBezTo>
                    <a:pt x="1894" y="5060"/>
                    <a:pt x="1870" y="4906"/>
                    <a:pt x="1870" y="4786"/>
                  </a:cubicBezTo>
                  <a:cubicBezTo>
                    <a:pt x="1870" y="4703"/>
                    <a:pt x="1810" y="4632"/>
                    <a:pt x="1727" y="4632"/>
                  </a:cubicBezTo>
                  <a:cubicBezTo>
                    <a:pt x="1632" y="4632"/>
                    <a:pt x="1560" y="4691"/>
                    <a:pt x="1560" y="4775"/>
                  </a:cubicBezTo>
                  <a:cubicBezTo>
                    <a:pt x="1560" y="4929"/>
                    <a:pt x="1572" y="5263"/>
                    <a:pt x="1894" y="5406"/>
                  </a:cubicBezTo>
                  <a:cubicBezTo>
                    <a:pt x="1965" y="5429"/>
                    <a:pt x="2037" y="5441"/>
                    <a:pt x="2108" y="5441"/>
                  </a:cubicBezTo>
                  <a:cubicBezTo>
                    <a:pt x="2275" y="5441"/>
                    <a:pt x="2453" y="5370"/>
                    <a:pt x="2572" y="5251"/>
                  </a:cubicBezTo>
                  <a:cubicBezTo>
                    <a:pt x="2584" y="5239"/>
                    <a:pt x="2608" y="5227"/>
                    <a:pt x="2608" y="5203"/>
                  </a:cubicBezTo>
                  <a:cubicBezTo>
                    <a:pt x="2918" y="5703"/>
                    <a:pt x="3323" y="6144"/>
                    <a:pt x="3811" y="6489"/>
                  </a:cubicBezTo>
                  <a:lnTo>
                    <a:pt x="3834" y="6501"/>
                  </a:lnTo>
                  <a:cubicBezTo>
                    <a:pt x="3799" y="6561"/>
                    <a:pt x="3775" y="6656"/>
                    <a:pt x="3775" y="6727"/>
                  </a:cubicBezTo>
                  <a:lnTo>
                    <a:pt x="3775" y="6846"/>
                  </a:lnTo>
                  <a:cubicBezTo>
                    <a:pt x="3775" y="7037"/>
                    <a:pt x="3918" y="7215"/>
                    <a:pt x="4096" y="7263"/>
                  </a:cubicBezTo>
                  <a:lnTo>
                    <a:pt x="4096" y="8870"/>
                  </a:lnTo>
                  <a:lnTo>
                    <a:pt x="3596" y="8870"/>
                  </a:lnTo>
                  <a:cubicBezTo>
                    <a:pt x="3299" y="8870"/>
                    <a:pt x="3061" y="9108"/>
                    <a:pt x="3061" y="9406"/>
                  </a:cubicBezTo>
                  <a:lnTo>
                    <a:pt x="3061" y="9597"/>
                  </a:lnTo>
                  <a:lnTo>
                    <a:pt x="2620" y="9597"/>
                  </a:lnTo>
                  <a:cubicBezTo>
                    <a:pt x="2441" y="9597"/>
                    <a:pt x="2287" y="9716"/>
                    <a:pt x="2263" y="9894"/>
                  </a:cubicBezTo>
                  <a:lnTo>
                    <a:pt x="2108" y="10680"/>
                  </a:lnTo>
                  <a:cubicBezTo>
                    <a:pt x="2096" y="10787"/>
                    <a:pt x="2108" y="10906"/>
                    <a:pt x="2191" y="10978"/>
                  </a:cubicBezTo>
                  <a:cubicBezTo>
                    <a:pt x="2263" y="11073"/>
                    <a:pt x="2370" y="11121"/>
                    <a:pt x="2465" y="11121"/>
                  </a:cubicBezTo>
                  <a:lnTo>
                    <a:pt x="6752" y="11121"/>
                  </a:lnTo>
                  <a:cubicBezTo>
                    <a:pt x="6859" y="11121"/>
                    <a:pt x="6966" y="11073"/>
                    <a:pt x="7037" y="10978"/>
                  </a:cubicBezTo>
                  <a:cubicBezTo>
                    <a:pt x="7109" y="10894"/>
                    <a:pt x="7144" y="10787"/>
                    <a:pt x="7109" y="10680"/>
                  </a:cubicBezTo>
                  <a:lnTo>
                    <a:pt x="6966" y="9894"/>
                  </a:lnTo>
                  <a:cubicBezTo>
                    <a:pt x="6930" y="9716"/>
                    <a:pt x="6787" y="9597"/>
                    <a:pt x="6609" y="9597"/>
                  </a:cubicBezTo>
                  <a:lnTo>
                    <a:pt x="6156" y="9597"/>
                  </a:lnTo>
                  <a:lnTo>
                    <a:pt x="6156" y="9406"/>
                  </a:lnTo>
                  <a:cubicBezTo>
                    <a:pt x="6156" y="9108"/>
                    <a:pt x="5918" y="8870"/>
                    <a:pt x="5620" y="8870"/>
                  </a:cubicBezTo>
                  <a:lnTo>
                    <a:pt x="5132" y="8870"/>
                  </a:lnTo>
                  <a:lnTo>
                    <a:pt x="5132" y="7263"/>
                  </a:lnTo>
                  <a:cubicBezTo>
                    <a:pt x="5311" y="7215"/>
                    <a:pt x="5442" y="7037"/>
                    <a:pt x="5442" y="6846"/>
                  </a:cubicBezTo>
                  <a:lnTo>
                    <a:pt x="5442" y="6727"/>
                  </a:lnTo>
                  <a:cubicBezTo>
                    <a:pt x="5442" y="6632"/>
                    <a:pt x="5418" y="6561"/>
                    <a:pt x="5382" y="6501"/>
                  </a:cubicBezTo>
                  <a:lnTo>
                    <a:pt x="5418" y="6489"/>
                  </a:lnTo>
                  <a:cubicBezTo>
                    <a:pt x="5894" y="6132"/>
                    <a:pt x="6311" y="5703"/>
                    <a:pt x="6621" y="5203"/>
                  </a:cubicBezTo>
                  <a:cubicBezTo>
                    <a:pt x="6632" y="5227"/>
                    <a:pt x="6656" y="5239"/>
                    <a:pt x="6656" y="5251"/>
                  </a:cubicBezTo>
                  <a:cubicBezTo>
                    <a:pt x="6775" y="5382"/>
                    <a:pt x="6954" y="5441"/>
                    <a:pt x="7109" y="5441"/>
                  </a:cubicBezTo>
                  <a:cubicBezTo>
                    <a:pt x="7192" y="5441"/>
                    <a:pt x="7263" y="5429"/>
                    <a:pt x="7335" y="5406"/>
                  </a:cubicBezTo>
                  <a:cubicBezTo>
                    <a:pt x="7644" y="5263"/>
                    <a:pt x="7668" y="4929"/>
                    <a:pt x="7668" y="4775"/>
                  </a:cubicBezTo>
                  <a:cubicBezTo>
                    <a:pt x="7668" y="4701"/>
                    <a:pt x="7603" y="4628"/>
                    <a:pt x="7531" y="4628"/>
                  </a:cubicBezTo>
                  <a:cubicBezTo>
                    <a:pt x="7521" y="4628"/>
                    <a:pt x="7511" y="4629"/>
                    <a:pt x="7502" y="4632"/>
                  </a:cubicBezTo>
                  <a:cubicBezTo>
                    <a:pt x="7406" y="4632"/>
                    <a:pt x="7335" y="4703"/>
                    <a:pt x="7347" y="4786"/>
                  </a:cubicBezTo>
                  <a:cubicBezTo>
                    <a:pt x="7347" y="4906"/>
                    <a:pt x="7335" y="5048"/>
                    <a:pt x="7216" y="5108"/>
                  </a:cubicBezTo>
                  <a:cubicBezTo>
                    <a:pt x="7188" y="5117"/>
                    <a:pt x="7158" y="5122"/>
                    <a:pt x="7128" y="5122"/>
                  </a:cubicBezTo>
                  <a:cubicBezTo>
                    <a:pt x="7043" y="5122"/>
                    <a:pt x="6956" y="5086"/>
                    <a:pt x="6894" y="5025"/>
                  </a:cubicBezTo>
                  <a:cubicBezTo>
                    <a:pt x="6835" y="4953"/>
                    <a:pt x="6811" y="4882"/>
                    <a:pt x="6859" y="4786"/>
                  </a:cubicBezTo>
                  <a:cubicBezTo>
                    <a:pt x="7025" y="4465"/>
                    <a:pt x="7335" y="4334"/>
                    <a:pt x="7728" y="4179"/>
                  </a:cubicBezTo>
                  <a:cubicBezTo>
                    <a:pt x="8395" y="3917"/>
                    <a:pt x="9228" y="3572"/>
                    <a:pt x="9228" y="1929"/>
                  </a:cubicBezTo>
                  <a:lnTo>
                    <a:pt x="9228" y="1250"/>
                  </a:lnTo>
                  <a:cubicBezTo>
                    <a:pt x="9216" y="1131"/>
                    <a:pt x="9168" y="1000"/>
                    <a:pt x="9061" y="905"/>
                  </a:cubicBezTo>
                  <a:cubicBezTo>
                    <a:pt x="8978" y="822"/>
                    <a:pt x="8859" y="762"/>
                    <a:pt x="8716" y="762"/>
                  </a:cubicBezTo>
                  <a:cubicBezTo>
                    <a:pt x="8359" y="762"/>
                    <a:pt x="8025" y="941"/>
                    <a:pt x="7811" y="1238"/>
                  </a:cubicBezTo>
                  <a:lnTo>
                    <a:pt x="7680" y="1417"/>
                  </a:lnTo>
                  <a:cubicBezTo>
                    <a:pt x="7609" y="1512"/>
                    <a:pt x="7490" y="1572"/>
                    <a:pt x="7371" y="1572"/>
                  </a:cubicBezTo>
                  <a:lnTo>
                    <a:pt x="7371" y="1036"/>
                  </a:lnTo>
                  <a:lnTo>
                    <a:pt x="7394" y="1036"/>
                  </a:lnTo>
                  <a:cubicBezTo>
                    <a:pt x="7561" y="1036"/>
                    <a:pt x="7704" y="905"/>
                    <a:pt x="7704" y="726"/>
                  </a:cubicBezTo>
                  <a:lnTo>
                    <a:pt x="7704" y="310"/>
                  </a:lnTo>
                  <a:cubicBezTo>
                    <a:pt x="7704" y="143"/>
                    <a:pt x="7573" y="0"/>
                    <a:pt x="739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6" name="Google Shape;2636;p57"/>
            <p:cNvSpPr/>
            <p:nvPr/>
          </p:nvSpPr>
          <p:spPr>
            <a:xfrm>
              <a:off x="4118903" y="3867139"/>
              <a:ext cx="93987" cy="87971"/>
            </a:xfrm>
            <a:custGeom>
              <a:avLst/>
              <a:gdLst/>
              <a:ahLst/>
              <a:cxnLst/>
              <a:rect l="l" t="t" r="r" b="b"/>
              <a:pathLst>
                <a:path w="2953" h="2764" extrusionOk="0">
                  <a:moveTo>
                    <a:pt x="1477" y="489"/>
                  </a:moveTo>
                  <a:lnTo>
                    <a:pt x="1727" y="989"/>
                  </a:lnTo>
                  <a:cubicBezTo>
                    <a:pt x="1762" y="1049"/>
                    <a:pt x="1822" y="1096"/>
                    <a:pt x="1881" y="1096"/>
                  </a:cubicBezTo>
                  <a:lnTo>
                    <a:pt x="2441" y="1180"/>
                  </a:lnTo>
                  <a:lnTo>
                    <a:pt x="2036" y="1584"/>
                  </a:lnTo>
                  <a:cubicBezTo>
                    <a:pt x="2000" y="1632"/>
                    <a:pt x="1977" y="1692"/>
                    <a:pt x="1977" y="1763"/>
                  </a:cubicBezTo>
                  <a:lnTo>
                    <a:pt x="2072" y="2335"/>
                  </a:lnTo>
                  <a:lnTo>
                    <a:pt x="1560" y="2061"/>
                  </a:lnTo>
                  <a:cubicBezTo>
                    <a:pt x="1536" y="2049"/>
                    <a:pt x="1500" y="2037"/>
                    <a:pt x="1477" y="2037"/>
                  </a:cubicBezTo>
                  <a:cubicBezTo>
                    <a:pt x="1441" y="2037"/>
                    <a:pt x="1417" y="2049"/>
                    <a:pt x="1381" y="2061"/>
                  </a:cubicBezTo>
                  <a:lnTo>
                    <a:pt x="881" y="2335"/>
                  </a:lnTo>
                  <a:lnTo>
                    <a:pt x="965" y="1763"/>
                  </a:lnTo>
                  <a:cubicBezTo>
                    <a:pt x="988" y="1703"/>
                    <a:pt x="953" y="1632"/>
                    <a:pt x="905" y="1584"/>
                  </a:cubicBezTo>
                  <a:lnTo>
                    <a:pt x="512" y="1180"/>
                  </a:lnTo>
                  <a:lnTo>
                    <a:pt x="1072" y="1096"/>
                  </a:lnTo>
                  <a:cubicBezTo>
                    <a:pt x="1131" y="1084"/>
                    <a:pt x="1191" y="1049"/>
                    <a:pt x="1227" y="989"/>
                  </a:cubicBezTo>
                  <a:lnTo>
                    <a:pt x="1477" y="489"/>
                  </a:lnTo>
                  <a:close/>
                  <a:moveTo>
                    <a:pt x="1477" y="1"/>
                  </a:moveTo>
                  <a:cubicBezTo>
                    <a:pt x="1405" y="1"/>
                    <a:pt x="1322" y="49"/>
                    <a:pt x="1298" y="108"/>
                  </a:cubicBezTo>
                  <a:lnTo>
                    <a:pt x="953" y="799"/>
                  </a:lnTo>
                  <a:lnTo>
                    <a:pt x="191" y="906"/>
                  </a:lnTo>
                  <a:cubicBezTo>
                    <a:pt x="119" y="918"/>
                    <a:pt x="60" y="965"/>
                    <a:pt x="36" y="1037"/>
                  </a:cubicBezTo>
                  <a:cubicBezTo>
                    <a:pt x="0" y="1108"/>
                    <a:pt x="36" y="1180"/>
                    <a:pt x="72" y="1227"/>
                  </a:cubicBezTo>
                  <a:lnTo>
                    <a:pt x="631" y="1763"/>
                  </a:lnTo>
                  <a:lnTo>
                    <a:pt x="488" y="2525"/>
                  </a:lnTo>
                  <a:cubicBezTo>
                    <a:pt x="476" y="2596"/>
                    <a:pt x="512" y="2668"/>
                    <a:pt x="572" y="2716"/>
                  </a:cubicBezTo>
                  <a:cubicBezTo>
                    <a:pt x="604" y="2741"/>
                    <a:pt x="639" y="2753"/>
                    <a:pt x="676" y="2753"/>
                  </a:cubicBezTo>
                  <a:cubicBezTo>
                    <a:pt x="708" y="2753"/>
                    <a:pt x="741" y="2744"/>
                    <a:pt x="774" y="2727"/>
                  </a:cubicBezTo>
                  <a:lnTo>
                    <a:pt x="1465" y="2370"/>
                  </a:lnTo>
                  <a:lnTo>
                    <a:pt x="2143" y="2727"/>
                  </a:lnTo>
                  <a:cubicBezTo>
                    <a:pt x="2179" y="2751"/>
                    <a:pt x="2203" y="2763"/>
                    <a:pt x="2239" y="2763"/>
                  </a:cubicBezTo>
                  <a:cubicBezTo>
                    <a:pt x="2274" y="2763"/>
                    <a:pt x="2310" y="2751"/>
                    <a:pt x="2358" y="2716"/>
                  </a:cubicBezTo>
                  <a:cubicBezTo>
                    <a:pt x="2417" y="2668"/>
                    <a:pt x="2441" y="2596"/>
                    <a:pt x="2429" y="2525"/>
                  </a:cubicBezTo>
                  <a:lnTo>
                    <a:pt x="2298" y="1763"/>
                  </a:lnTo>
                  <a:lnTo>
                    <a:pt x="2846" y="1227"/>
                  </a:lnTo>
                  <a:cubicBezTo>
                    <a:pt x="2917" y="1180"/>
                    <a:pt x="2953" y="1108"/>
                    <a:pt x="2917" y="1037"/>
                  </a:cubicBezTo>
                  <a:cubicBezTo>
                    <a:pt x="2893" y="965"/>
                    <a:pt x="2834" y="918"/>
                    <a:pt x="2751" y="906"/>
                  </a:cubicBezTo>
                  <a:lnTo>
                    <a:pt x="2000" y="799"/>
                  </a:lnTo>
                  <a:lnTo>
                    <a:pt x="1655" y="108"/>
                  </a:lnTo>
                  <a:cubicBezTo>
                    <a:pt x="1619" y="37"/>
                    <a:pt x="1548" y="1"/>
                    <a:pt x="1477"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40"/>
        <p:cNvGrpSpPr/>
        <p:nvPr/>
      </p:nvGrpSpPr>
      <p:grpSpPr>
        <a:xfrm>
          <a:off x="0" y="0"/>
          <a:ext cx="0" cy="0"/>
          <a:chOff x="0" y="0"/>
          <a:chExt cx="0" cy="0"/>
        </a:xfrm>
      </p:grpSpPr>
      <p:sp>
        <p:nvSpPr>
          <p:cNvPr id="2641" name="Google Shape;2641;p58"/>
          <p:cNvSpPr/>
          <p:nvPr/>
        </p:nvSpPr>
        <p:spPr>
          <a:xfrm>
            <a:off x="6718650" y="1761975"/>
            <a:ext cx="1934700" cy="2615400"/>
          </a:xfrm>
          <a:prstGeom prst="rect">
            <a:avLst/>
          </a:pr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2" name="Google Shape;2642;p58"/>
          <p:cNvSpPr txBox="1">
            <a:spLocks noGrp="1"/>
          </p:cNvSpPr>
          <p:nvPr>
            <p:ph type="subTitle" idx="1"/>
          </p:nvPr>
        </p:nvSpPr>
        <p:spPr>
          <a:xfrm>
            <a:off x="2197875" y="1915775"/>
            <a:ext cx="3916500" cy="8424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a:t>Is Mercury the closest planet to the Sun and the smallest one in the Solar System? Note that it’s a bit larger than the Moon</a:t>
            </a:r>
            <a:endParaRPr/>
          </a:p>
        </p:txBody>
      </p:sp>
      <p:sp>
        <p:nvSpPr>
          <p:cNvPr id="2643" name="Google Shape;2643;p58"/>
          <p:cNvSpPr txBox="1">
            <a:spLocks noGrp="1"/>
          </p:cNvSpPr>
          <p:nvPr>
            <p:ph type="subTitle" idx="2"/>
          </p:nvPr>
        </p:nvSpPr>
        <p:spPr>
          <a:xfrm>
            <a:off x="2197900" y="3386725"/>
            <a:ext cx="3916500" cy="8424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a:t>Venus has a beautiful name and is the second planet from the Sun. It’s hot and has a poisonous atmosphere</a:t>
            </a:r>
            <a:endParaRPr/>
          </a:p>
        </p:txBody>
      </p:sp>
      <p:sp>
        <p:nvSpPr>
          <p:cNvPr id="2644" name="Google Shape;2644;p58"/>
          <p:cNvSpPr txBox="1">
            <a:spLocks noGrp="1"/>
          </p:cNvSpPr>
          <p:nvPr>
            <p:ph type="subTitle" idx="3"/>
          </p:nvPr>
        </p:nvSpPr>
        <p:spPr>
          <a:xfrm>
            <a:off x="2197895" y="1626325"/>
            <a:ext cx="3916500" cy="358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Question</a:t>
            </a:r>
            <a:endParaRPr/>
          </a:p>
        </p:txBody>
      </p:sp>
      <p:sp>
        <p:nvSpPr>
          <p:cNvPr id="2645" name="Google Shape;2645;p58"/>
          <p:cNvSpPr txBox="1">
            <a:spLocks noGrp="1"/>
          </p:cNvSpPr>
          <p:nvPr>
            <p:ph type="subTitle" idx="4"/>
          </p:nvPr>
        </p:nvSpPr>
        <p:spPr>
          <a:xfrm>
            <a:off x="2197877" y="3097278"/>
            <a:ext cx="3916500" cy="358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Answer</a:t>
            </a:r>
            <a:endParaRPr/>
          </a:p>
        </p:txBody>
      </p:sp>
      <p:sp>
        <p:nvSpPr>
          <p:cNvPr id="2646" name="Google Shape;2646;p58"/>
          <p:cNvSpPr txBox="1">
            <a:spLocks noGrp="1"/>
          </p:cNvSpPr>
          <p:nvPr>
            <p:ph type="ctrTitle"/>
          </p:nvPr>
        </p:nvSpPr>
        <p:spPr>
          <a:xfrm>
            <a:off x="713250" y="446075"/>
            <a:ext cx="7717500" cy="537000"/>
          </a:xfrm>
          <a:prstGeom prst="rect">
            <a:avLst/>
          </a:prstGeom>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a:t>Question and answer</a:t>
            </a:r>
            <a:endParaRPr/>
          </a:p>
        </p:txBody>
      </p:sp>
      <p:sp>
        <p:nvSpPr>
          <p:cNvPr id="2647" name="Google Shape;2647;p58"/>
          <p:cNvSpPr/>
          <p:nvPr/>
        </p:nvSpPr>
        <p:spPr>
          <a:xfrm>
            <a:off x="1096100" y="1771038"/>
            <a:ext cx="932400" cy="842400"/>
          </a:xfrm>
          <a:prstGeom prst="rect">
            <a:avLst/>
          </a:pr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8" name="Google Shape;2648;p58"/>
          <p:cNvSpPr/>
          <p:nvPr/>
        </p:nvSpPr>
        <p:spPr>
          <a:xfrm>
            <a:off x="1096100" y="3241988"/>
            <a:ext cx="932400" cy="842400"/>
          </a:xfrm>
          <a:prstGeom prst="rect">
            <a:avLst/>
          </a:pr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49" name="Google Shape;2649;p58"/>
          <p:cNvGrpSpPr/>
          <p:nvPr/>
        </p:nvGrpSpPr>
        <p:grpSpPr>
          <a:xfrm>
            <a:off x="6470342" y="1964340"/>
            <a:ext cx="531539" cy="2210684"/>
            <a:chOff x="975750" y="2036553"/>
            <a:chExt cx="531539" cy="2210684"/>
          </a:xfrm>
        </p:grpSpPr>
        <p:grpSp>
          <p:nvGrpSpPr>
            <p:cNvPr id="2650" name="Google Shape;2650;p58"/>
            <p:cNvGrpSpPr/>
            <p:nvPr/>
          </p:nvGrpSpPr>
          <p:grpSpPr>
            <a:xfrm>
              <a:off x="975750" y="2036553"/>
              <a:ext cx="531539" cy="155710"/>
              <a:chOff x="1780525" y="2859350"/>
              <a:chExt cx="387250" cy="113450"/>
            </a:xfrm>
          </p:grpSpPr>
          <p:sp>
            <p:nvSpPr>
              <p:cNvPr id="2651" name="Google Shape;2651;p58"/>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2" name="Google Shape;2652;p58"/>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3" name="Google Shape;2653;p58"/>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54" name="Google Shape;2654;p58"/>
            <p:cNvGrpSpPr/>
            <p:nvPr/>
          </p:nvGrpSpPr>
          <p:grpSpPr>
            <a:xfrm>
              <a:off x="975750" y="2330120"/>
              <a:ext cx="531539" cy="155710"/>
              <a:chOff x="1780525" y="2859350"/>
              <a:chExt cx="387250" cy="113450"/>
            </a:xfrm>
          </p:grpSpPr>
          <p:sp>
            <p:nvSpPr>
              <p:cNvPr id="2655" name="Google Shape;2655;p58"/>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6" name="Google Shape;2656;p58"/>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7" name="Google Shape;2657;p58"/>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58" name="Google Shape;2658;p58"/>
            <p:cNvGrpSpPr/>
            <p:nvPr/>
          </p:nvGrpSpPr>
          <p:grpSpPr>
            <a:xfrm>
              <a:off x="975750" y="2623688"/>
              <a:ext cx="531539" cy="155710"/>
              <a:chOff x="1780525" y="2859350"/>
              <a:chExt cx="387250" cy="113450"/>
            </a:xfrm>
          </p:grpSpPr>
          <p:sp>
            <p:nvSpPr>
              <p:cNvPr id="2659" name="Google Shape;2659;p58"/>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0" name="Google Shape;2660;p58"/>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1" name="Google Shape;2661;p58"/>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62" name="Google Shape;2662;p58"/>
            <p:cNvGrpSpPr/>
            <p:nvPr/>
          </p:nvGrpSpPr>
          <p:grpSpPr>
            <a:xfrm>
              <a:off x="975750" y="2917256"/>
              <a:ext cx="531539" cy="155710"/>
              <a:chOff x="1780525" y="2859350"/>
              <a:chExt cx="387250" cy="113450"/>
            </a:xfrm>
          </p:grpSpPr>
          <p:sp>
            <p:nvSpPr>
              <p:cNvPr id="2663" name="Google Shape;2663;p58"/>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4" name="Google Shape;2664;p58"/>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5" name="Google Shape;2665;p58"/>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66" name="Google Shape;2666;p58"/>
            <p:cNvGrpSpPr/>
            <p:nvPr/>
          </p:nvGrpSpPr>
          <p:grpSpPr>
            <a:xfrm>
              <a:off x="975750" y="3210824"/>
              <a:ext cx="531539" cy="155710"/>
              <a:chOff x="1780525" y="2859350"/>
              <a:chExt cx="387250" cy="113450"/>
            </a:xfrm>
          </p:grpSpPr>
          <p:sp>
            <p:nvSpPr>
              <p:cNvPr id="2667" name="Google Shape;2667;p58"/>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8" name="Google Shape;2668;p58"/>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9" name="Google Shape;2669;p58"/>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70" name="Google Shape;2670;p58"/>
            <p:cNvGrpSpPr/>
            <p:nvPr/>
          </p:nvGrpSpPr>
          <p:grpSpPr>
            <a:xfrm>
              <a:off x="975750" y="3504391"/>
              <a:ext cx="531539" cy="155710"/>
              <a:chOff x="1780525" y="2859350"/>
              <a:chExt cx="387250" cy="113450"/>
            </a:xfrm>
          </p:grpSpPr>
          <p:sp>
            <p:nvSpPr>
              <p:cNvPr id="2671" name="Google Shape;2671;p58"/>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58"/>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58"/>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74" name="Google Shape;2674;p58"/>
            <p:cNvGrpSpPr/>
            <p:nvPr/>
          </p:nvGrpSpPr>
          <p:grpSpPr>
            <a:xfrm>
              <a:off x="975750" y="3797959"/>
              <a:ext cx="531539" cy="155710"/>
              <a:chOff x="1780525" y="2859350"/>
              <a:chExt cx="387250" cy="113450"/>
            </a:xfrm>
          </p:grpSpPr>
          <p:sp>
            <p:nvSpPr>
              <p:cNvPr id="2675" name="Google Shape;2675;p58"/>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58"/>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7" name="Google Shape;2677;p58"/>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78" name="Google Shape;2678;p58"/>
            <p:cNvGrpSpPr/>
            <p:nvPr/>
          </p:nvGrpSpPr>
          <p:grpSpPr>
            <a:xfrm>
              <a:off x="975750" y="4091527"/>
              <a:ext cx="531539" cy="155710"/>
              <a:chOff x="1780525" y="2859350"/>
              <a:chExt cx="387250" cy="113450"/>
            </a:xfrm>
          </p:grpSpPr>
          <p:sp>
            <p:nvSpPr>
              <p:cNvPr id="2679" name="Google Shape;2679;p58"/>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0" name="Google Shape;2680;p58"/>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1" name="Google Shape;2681;p58"/>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682" name="Google Shape;2682;p58"/>
          <p:cNvGrpSpPr/>
          <p:nvPr/>
        </p:nvGrpSpPr>
        <p:grpSpPr>
          <a:xfrm>
            <a:off x="7350419" y="1986499"/>
            <a:ext cx="992691" cy="2145138"/>
            <a:chOff x="7350419" y="1986499"/>
            <a:chExt cx="992691" cy="2145138"/>
          </a:xfrm>
        </p:grpSpPr>
        <p:grpSp>
          <p:nvGrpSpPr>
            <p:cNvPr id="2683" name="Google Shape;2683;p58"/>
            <p:cNvGrpSpPr/>
            <p:nvPr/>
          </p:nvGrpSpPr>
          <p:grpSpPr>
            <a:xfrm rot="-635866">
              <a:off x="7740483" y="2008095"/>
              <a:ext cx="291164" cy="607078"/>
              <a:chOff x="5787125" y="2204100"/>
              <a:chExt cx="215575" cy="449475"/>
            </a:xfrm>
          </p:grpSpPr>
          <p:sp>
            <p:nvSpPr>
              <p:cNvPr id="2684" name="Google Shape;2684;p58"/>
              <p:cNvSpPr/>
              <p:nvPr/>
            </p:nvSpPr>
            <p:spPr>
              <a:xfrm>
                <a:off x="5787125" y="2204100"/>
                <a:ext cx="215575" cy="346150"/>
              </a:xfrm>
              <a:custGeom>
                <a:avLst/>
                <a:gdLst/>
                <a:ahLst/>
                <a:cxnLst/>
                <a:rect l="l" t="t" r="r" b="b"/>
                <a:pathLst>
                  <a:path w="8623" h="13846" extrusionOk="0">
                    <a:moveTo>
                      <a:pt x="3179" y="552"/>
                    </a:moveTo>
                    <a:cubicBezTo>
                      <a:pt x="3825" y="552"/>
                      <a:pt x="4450" y="658"/>
                      <a:pt x="5063" y="885"/>
                    </a:cubicBezTo>
                    <a:cubicBezTo>
                      <a:pt x="7043" y="1587"/>
                      <a:pt x="7920" y="3642"/>
                      <a:pt x="7118" y="5547"/>
                    </a:cubicBezTo>
                    <a:cubicBezTo>
                      <a:pt x="6717" y="6474"/>
                      <a:pt x="6091" y="7201"/>
                      <a:pt x="5289" y="7778"/>
                    </a:cubicBezTo>
                    <a:cubicBezTo>
                      <a:pt x="4888" y="8078"/>
                      <a:pt x="4487" y="8379"/>
                      <a:pt x="4036" y="8605"/>
                    </a:cubicBezTo>
                    <a:cubicBezTo>
                      <a:pt x="3434" y="8930"/>
                      <a:pt x="3184" y="9432"/>
                      <a:pt x="3108" y="10058"/>
                    </a:cubicBezTo>
                    <a:cubicBezTo>
                      <a:pt x="3033" y="10960"/>
                      <a:pt x="2983" y="11863"/>
                      <a:pt x="2933" y="12765"/>
                    </a:cubicBezTo>
                    <a:cubicBezTo>
                      <a:pt x="2908" y="12915"/>
                      <a:pt x="2933" y="13041"/>
                      <a:pt x="2933" y="13266"/>
                    </a:cubicBezTo>
                    <a:cubicBezTo>
                      <a:pt x="2632" y="13266"/>
                      <a:pt x="2432" y="13291"/>
                      <a:pt x="2131" y="13291"/>
                    </a:cubicBezTo>
                    <a:cubicBezTo>
                      <a:pt x="2131" y="13041"/>
                      <a:pt x="2106" y="12815"/>
                      <a:pt x="2131" y="12615"/>
                    </a:cubicBezTo>
                    <a:cubicBezTo>
                      <a:pt x="2206" y="11612"/>
                      <a:pt x="2306" y="10635"/>
                      <a:pt x="2407" y="9657"/>
                    </a:cubicBezTo>
                    <a:cubicBezTo>
                      <a:pt x="2482" y="8880"/>
                      <a:pt x="2808" y="8254"/>
                      <a:pt x="3484" y="7803"/>
                    </a:cubicBezTo>
                    <a:cubicBezTo>
                      <a:pt x="4011" y="7452"/>
                      <a:pt x="4512" y="7076"/>
                      <a:pt x="5038" y="6725"/>
                    </a:cubicBezTo>
                    <a:cubicBezTo>
                      <a:pt x="5540" y="6374"/>
                      <a:pt x="5890" y="5898"/>
                      <a:pt x="6141" y="5321"/>
                    </a:cubicBezTo>
                    <a:cubicBezTo>
                      <a:pt x="6692" y="4018"/>
                      <a:pt x="6316" y="2765"/>
                      <a:pt x="5139" y="1938"/>
                    </a:cubicBezTo>
                    <a:cubicBezTo>
                      <a:pt x="4461" y="1470"/>
                      <a:pt x="3752" y="1293"/>
                      <a:pt x="3019" y="1293"/>
                    </a:cubicBezTo>
                    <a:cubicBezTo>
                      <a:pt x="2613" y="1293"/>
                      <a:pt x="2200" y="1347"/>
                      <a:pt x="1780" y="1437"/>
                    </a:cubicBezTo>
                    <a:cubicBezTo>
                      <a:pt x="1479" y="1487"/>
                      <a:pt x="1179" y="1562"/>
                      <a:pt x="828" y="1637"/>
                    </a:cubicBezTo>
                    <a:cubicBezTo>
                      <a:pt x="778" y="1437"/>
                      <a:pt x="702" y="1261"/>
                      <a:pt x="627" y="1086"/>
                    </a:cubicBezTo>
                    <a:cubicBezTo>
                      <a:pt x="1179" y="735"/>
                      <a:pt x="1755" y="685"/>
                      <a:pt x="2331" y="610"/>
                    </a:cubicBezTo>
                    <a:cubicBezTo>
                      <a:pt x="2618" y="572"/>
                      <a:pt x="2901" y="552"/>
                      <a:pt x="3179" y="552"/>
                    </a:cubicBezTo>
                    <a:close/>
                    <a:moveTo>
                      <a:pt x="3202" y="0"/>
                    </a:moveTo>
                    <a:cubicBezTo>
                      <a:pt x="2789" y="0"/>
                      <a:pt x="2374" y="38"/>
                      <a:pt x="1956" y="108"/>
                    </a:cubicBezTo>
                    <a:cubicBezTo>
                      <a:pt x="1454" y="209"/>
                      <a:pt x="953" y="359"/>
                      <a:pt x="452" y="559"/>
                    </a:cubicBezTo>
                    <a:cubicBezTo>
                      <a:pt x="51" y="710"/>
                      <a:pt x="1" y="885"/>
                      <a:pt x="151" y="1311"/>
                    </a:cubicBezTo>
                    <a:cubicBezTo>
                      <a:pt x="251" y="1612"/>
                      <a:pt x="377" y="1888"/>
                      <a:pt x="527" y="2264"/>
                    </a:cubicBezTo>
                    <a:cubicBezTo>
                      <a:pt x="803" y="2214"/>
                      <a:pt x="978" y="2138"/>
                      <a:pt x="1179" y="2113"/>
                    </a:cubicBezTo>
                    <a:cubicBezTo>
                      <a:pt x="1830" y="2013"/>
                      <a:pt x="2482" y="1888"/>
                      <a:pt x="3159" y="1863"/>
                    </a:cubicBezTo>
                    <a:cubicBezTo>
                      <a:pt x="3183" y="1862"/>
                      <a:pt x="3207" y="1862"/>
                      <a:pt x="3232" y="1862"/>
                    </a:cubicBezTo>
                    <a:cubicBezTo>
                      <a:pt x="4078" y="1862"/>
                      <a:pt x="4804" y="2283"/>
                      <a:pt x="5364" y="2940"/>
                    </a:cubicBezTo>
                    <a:cubicBezTo>
                      <a:pt x="5665" y="3266"/>
                      <a:pt x="5815" y="3642"/>
                      <a:pt x="5790" y="4093"/>
                    </a:cubicBezTo>
                    <a:cubicBezTo>
                      <a:pt x="5790" y="4996"/>
                      <a:pt x="5414" y="5722"/>
                      <a:pt x="4687" y="6274"/>
                    </a:cubicBezTo>
                    <a:cubicBezTo>
                      <a:pt x="4136" y="6675"/>
                      <a:pt x="3535" y="7076"/>
                      <a:pt x="2958" y="7477"/>
                    </a:cubicBezTo>
                    <a:cubicBezTo>
                      <a:pt x="2357" y="7928"/>
                      <a:pt x="2006" y="8504"/>
                      <a:pt x="1905" y="9256"/>
                    </a:cubicBezTo>
                    <a:cubicBezTo>
                      <a:pt x="1780" y="10234"/>
                      <a:pt x="1680" y="11211"/>
                      <a:pt x="1580" y="12189"/>
                    </a:cubicBezTo>
                    <a:cubicBezTo>
                      <a:pt x="1529" y="12615"/>
                      <a:pt x="1555" y="13041"/>
                      <a:pt x="1555" y="13442"/>
                    </a:cubicBezTo>
                    <a:cubicBezTo>
                      <a:pt x="1531" y="13697"/>
                      <a:pt x="1637" y="13845"/>
                      <a:pt x="1893" y="13845"/>
                    </a:cubicBezTo>
                    <a:cubicBezTo>
                      <a:pt x="1913" y="13845"/>
                      <a:pt x="1934" y="13845"/>
                      <a:pt x="1956" y="13843"/>
                    </a:cubicBezTo>
                    <a:cubicBezTo>
                      <a:pt x="2256" y="13818"/>
                      <a:pt x="2582" y="13818"/>
                      <a:pt x="2908" y="13818"/>
                    </a:cubicBezTo>
                    <a:cubicBezTo>
                      <a:pt x="3334" y="13793"/>
                      <a:pt x="3434" y="13692"/>
                      <a:pt x="3484" y="13291"/>
                    </a:cubicBezTo>
                    <a:cubicBezTo>
                      <a:pt x="3509" y="13116"/>
                      <a:pt x="3484" y="12966"/>
                      <a:pt x="3484" y="12790"/>
                    </a:cubicBezTo>
                    <a:cubicBezTo>
                      <a:pt x="3535" y="11963"/>
                      <a:pt x="3585" y="11111"/>
                      <a:pt x="3610" y="10259"/>
                    </a:cubicBezTo>
                    <a:cubicBezTo>
                      <a:pt x="3635" y="9757"/>
                      <a:pt x="3835" y="9356"/>
                      <a:pt x="4337" y="9106"/>
                    </a:cubicBezTo>
                    <a:cubicBezTo>
                      <a:pt x="4788" y="8880"/>
                      <a:pt x="5189" y="8580"/>
                      <a:pt x="5590" y="8279"/>
                    </a:cubicBezTo>
                    <a:cubicBezTo>
                      <a:pt x="6492" y="7652"/>
                      <a:pt x="7169" y="6850"/>
                      <a:pt x="7620" y="5848"/>
                    </a:cubicBezTo>
                    <a:cubicBezTo>
                      <a:pt x="8622" y="3517"/>
                      <a:pt x="7494" y="1036"/>
                      <a:pt x="5063" y="284"/>
                    </a:cubicBezTo>
                    <a:cubicBezTo>
                      <a:pt x="4445" y="88"/>
                      <a:pt x="3826" y="0"/>
                      <a:pt x="32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5" name="Google Shape;2685;p58"/>
              <p:cNvSpPr/>
              <p:nvPr/>
            </p:nvSpPr>
            <p:spPr>
              <a:xfrm>
                <a:off x="5812825" y="2582100"/>
                <a:ext cx="73950" cy="71475"/>
              </a:xfrm>
              <a:custGeom>
                <a:avLst/>
                <a:gdLst/>
                <a:ahLst/>
                <a:cxnLst/>
                <a:rect l="l" t="t" r="r" b="b"/>
                <a:pathLst>
                  <a:path w="2958" h="2859" extrusionOk="0">
                    <a:moveTo>
                      <a:pt x="1514" y="551"/>
                    </a:moveTo>
                    <a:cubicBezTo>
                      <a:pt x="1527" y="551"/>
                      <a:pt x="1541" y="552"/>
                      <a:pt x="1554" y="552"/>
                    </a:cubicBezTo>
                    <a:cubicBezTo>
                      <a:pt x="2005" y="577"/>
                      <a:pt x="2381" y="953"/>
                      <a:pt x="2356" y="1429"/>
                    </a:cubicBezTo>
                    <a:cubicBezTo>
                      <a:pt x="2332" y="1892"/>
                      <a:pt x="1929" y="2308"/>
                      <a:pt x="1446" y="2308"/>
                    </a:cubicBezTo>
                    <a:cubicBezTo>
                      <a:pt x="1432" y="2308"/>
                      <a:pt x="1418" y="2307"/>
                      <a:pt x="1404" y="2307"/>
                    </a:cubicBezTo>
                    <a:cubicBezTo>
                      <a:pt x="953" y="2282"/>
                      <a:pt x="577" y="1881"/>
                      <a:pt x="577" y="1429"/>
                    </a:cubicBezTo>
                    <a:cubicBezTo>
                      <a:pt x="601" y="967"/>
                      <a:pt x="1051" y="551"/>
                      <a:pt x="1514" y="551"/>
                    </a:cubicBezTo>
                    <a:close/>
                    <a:moveTo>
                      <a:pt x="1552" y="0"/>
                    </a:moveTo>
                    <a:cubicBezTo>
                      <a:pt x="1536" y="0"/>
                      <a:pt x="1520" y="0"/>
                      <a:pt x="1504" y="1"/>
                    </a:cubicBezTo>
                    <a:cubicBezTo>
                      <a:pt x="652" y="1"/>
                      <a:pt x="0" y="653"/>
                      <a:pt x="25" y="1480"/>
                    </a:cubicBezTo>
                    <a:cubicBezTo>
                      <a:pt x="25" y="2265"/>
                      <a:pt x="627" y="2859"/>
                      <a:pt x="1406" y="2859"/>
                    </a:cubicBezTo>
                    <a:cubicBezTo>
                      <a:pt x="1422" y="2859"/>
                      <a:pt x="1438" y="2859"/>
                      <a:pt x="1454" y="2858"/>
                    </a:cubicBezTo>
                    <a:cubicBezTo>
                      <a:pt x="2281" y="2858"/>
                      <a:pt x="2958" y="2181"/>
                      <a:pt x="2933" y="1354"/>
                    </a:cubicBezTo>
                    <a:cubicBezTo>
                      <a:pt x="2933" y="593"/>
                      <a:pt x="2331" y="0"/>
                      <a:pt x="15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86" name="Google Shape;2686;p58"/>
            <p:cNvGrpSpPr/>
            <p:nvPr/>
          </p:nvGrpSpPr>
          <p:grpSpPr>
            <a:xfrm flipH="1">
              <a:off x="7350419" y="2769793"/>
              <a:ext cx="992691" cy="1361844"/>
              <a:chOff x="5002025" y="4064425"/>
              <a:chExt cx="735000" cy="1008325"/>
            </a:xfrm>
          </p:grpSpPr>
          <p:sp>
            <p:nvSpPr>
              <p:cNvPr id="2687" name="Google Shape;2687;p58"/>
              <p:cNvSpPr/>
              <p:nvPr/>
            </p:nvSpPr>
            <p:spPr>
              <a:xfrm>
                <a:off x="5085375" y="4579000"/>
                <a:ext cx="614675" cy="493750"/>
              </a:xfrm>
              <a:custGeom>
                <a:avLst/>
                <a:gdLst/>
                <a:ahLst/>
                <a:cxnLst/>
                <a:rect l="l" t="t" r="r" b="b"/>
                <a:pathLst>
                  <a:path w="24587" h="19750" extrusionOk="0">
                    <a:moveTo>
                      <a:pt x="18346" y="0"/>
                    </a:moveTo>
                    <a:cubicBezTo>
                      <a:pt x="18121" y="251"/>
                      <a:pt x="17870" y="476"/>
                      <a:pt x="17619" y="702"/>
                    </a:cubicBezTo>
                    <a:cubicBezTo>
                      <a:pt x="17519" y="752"/>
                      <a:pt x="17444" y="827"/>
                      <a:pt x="17369" y="877"/>
                    </a:cubicBezTo>
                    <a:cubicBezTo>
                      <a:pt x="17394" y="902"/>
                      <a:pt x="17419" y="927"/>
                      <a:pt x="17444" y="952"/>
                    </a:cubicBezTo>
                    <a:lnTo>
                      <a:pt x="18146" y="1454"/>
                    </a:lnTo>
                    <a:lnTo>
                      <a:pt x="18146" y="1454"/>
                    </a:lnTo>
                    <a:lnTo>
                      <a:pt x="16968" y="1178"/>
                    </a:lnTo>
                    <a:cubicBezTo>
                      <a:pt x="16517" y="1504"/>
                      <a:pt x="16015" y="1779"/>
                      <a:pt x="15539" y="2030"/>
                    </a:cubicBezTo>
                    <a:lnTo>
                      <a:pt x="16817" y="2807"/>
                    </a:lnTo>
                    <a:lnTo>
                      <a:pt x="16817" y="2807"/>
                    </a:lnTo>
                    <a:lnTo>
                      <a:pt x="14888" y="2306"/>
                    </a:lnTo>
                    <a:cubicBezTo>
                      <a:pt x="14186" y="2607"/>
                      <a:pt x="13459" y="2832"/>
                      <a:pt x="12707" y="3008"/>
                    </a:cubicBezTo>
                    <a:lnTo>
                      <a:pt x="14061" y="3609"/>
                    </a:lnTo>
                    <a:lnTo>
                      <a:pt x="12231" y="3108"/>
                    </a:lnTo>
                    <a:cubicBezTo>
                      <a:pt x="11666" y="3198"/>
                      <a:pt x="11142" y="3238"/>
                      <a:pt x="10635" y="3238"/>
                    </a:cubicBezTo>
                    <a:cubicBezTo>
                      <a:pt x="10019" y="3238"/>
                      <a:pt x="9428" y="3179"/>
                      <a:pt x="8822" y="3083"/>
                    </a:cubicBezTo>
                    <a:cubicBezTo>
                      <a:pt x="7143" y="3083"/>
                      <a:pt x="5514" y="2506"/>
                      <a:pt x="4111" y="1604"/>
                    </a:cubicBezTo>
                    <a:lnTo>
                      <a:pt x="4111" y="1604"/>
                    </a:lnTo>
                    <a:cubicBezTo>
                      <a:pt x="4111" y="1779"/>
                      <a:pt x="4236" y="1955"/>
                      <a:pt x="4436" y="2055"/>
                    </a:cubicBezTo>
                    <a:cubicBezTo>
                      <a:pt x="5815" y="2757"/>
                      <a:pt x="8371" y="3384"/>
                      <a:pt x="10126" y="4261"/>
                    </a:cubicBezTo>
                    <a:cubicBezTo>
                      <a:pt x="7469" y="3183"/>
                      <a:pt x="4487" y="2556"/>
                      <a:pt x="4311" y="2481"/>
                    </a:cubicBezTo>
                    <a:lnTo>
                      <a:pt x="4286" y="2481"/>
                    </a:lnTo>
                    <a:cubicBezTo>
                      <a:pt x="4099" y="2398"/>
                      <a:pt x="3950" y="2354"/>
                      <a:pt x="3822" y="2354"/>
                    </a:cubicBezTo>
                    <a:cubicBezTo>
                      <a:pt x="3643" y="2354"/>
                      <a:pt x="3505" y="2441"/>
                      <a:pt x="3359" y="2632"/>
                    </a:cubicBezTo>
                    <a:cubicBezTo>
                      <a:pt x="3158" y="2882"/>
                      <a:pt x="3233" y="3233"/>
                      <a:pt x="3559" y="3409"/>
                    </a:cubicBezTo>
                    <a:cubicBezTo>
                      <a:pt x="3634" y="3459"/>
                      <a:pt x="6542" y="4361"/>
                      <a:pt x="9198" y="5840"/>
                    </a:cubicBezTo>
                    <a:lnTo>
                      <a:pt x="3609" y="3885"/>
                    </a:lnTo>
                    <a:cubicBezTo>
                      <a:pt x="3513" y="3837"/>
                      <a:pt x="3406" y="3814"/>
                      <a:pt x="3299" y="3814"/>
                    </a:cubicBezTo>
                    <a:cubicBezTo>
                      <a:pt x="3072" y="3814"/>
                      <a:pt x="2843" y="3915"/>
                      <a:pt x="2707" y="4085"/>
                    </a:cubicBezTo>
                    <a:cubicBezTo>
                      <a:pt x="2532" y="4336"/>
                      <a:pt x="2607" y="4687"/>
                      <a:pt x="2908" y="4837"/>
                    </a:cubicBezTo>
                    <a:lnTo>
                      <a:pt x="12557" y="9649"/>
                    </a:lnTo>
                    <a:lnTo>
                      <a:pt x="12557" y="9649"/>
                    </a:lnTo>
                    <a:lnTo>
                      <a:pt x="2857" y="5840"/>
                    </a:lnTo>
                    <a:cubicBezTo>
                      <a:pt x="2756" y="5800"/>
                      <a:pt x="2647" y="5781"/>
                      <a:pt x="2539" y="5781"/>
                    </a:cubicBezTo>
                    <a:cubicBezTo>
                      <a:pt x="2303" y="5781"/>
                      <a:pt x="2076" y="5876"/>
                      <a:pt x="1955" y="6065"/>
                    </a:cubicBezTo>
                    <a:cubicBezTo>
                      <a:pt x="1755" y="6316"/>
                      <a:pt x="1855" y="6642"/>
                      <a:pt x="2156" y="6817"/>
                    </a:cubicBezTo>
                    <a:lnTo>
                      <a:pt x="12958" y="12231"/>
                    </a:lnTo>
                    <a:lnTo>
                      <a:pt x="2682" y="7694"/>
                    </a:lnTo>
                    <a:cubicBezTo>
                      <a:pt x="2578" y="7646"/>
                      <a:pt x="2468" y="7624"/>
                      <a:pt x="2361" y="7624"/>
                    </a:cubicBezTo>
                    <a:cubicBezTo>
                      <a:pt x="2133" y="7624"/>
                      <a:pt x="1916" y="7725"/>
                      <a:pt x="1780" y="7895"/>
                    </a:cubicBezTo>
                    <a:cubicBezTo>
                      <a:pt x="1604" y="8170"/>
                      <a:pt x="1705" y="8496"/>
                      <a:pt x="2005" y="8672"/>
                    </a:cubicBezTo>
                    <a:lnTo>
                      <a:pt x="8747" y="12356"/>
                    </a:lnTo>
                    <a:lnTo>
                      <a:pt x="2256" y="9474"/>
                    </a:lnTo>
                    <a:cubicBezTo>
                      <a:pt x="2160" y="9426"/>
                      <a:pt x="2053" y="9403"/>
                      <a:pt x="1947" y="9403"/>
                    </a:cubicBezTo>
                    <a:cubicBezTo>
                      <a:pt x="1721" y="9403"/>
                      <a:pt x="1498" y="9504"/>
                      <a:pt x="1379" y="9674"/>
                    </a:cubicBezTo>
                    <a:cubicBezTo>
                      <a:pt x="1178" y="9925"/>
                      <a:pt x="1253" y="10251"/>
                      <a:pt x="1554" y="10426"/>
                    </a:cubicBezTo>
                    <a:lnTo>
                      <a:pt x="9023" y="14837"/>
                    </a:lnTo>
                    <a:lnTo>
                      <a:pt x="9023" y="14837"/>
                    </a:lnTo>
                    <a:lnTo>
                      <a:pt x="1579" y="11654"/>
                    </a:lnTo>
                    <a:cubicBezTo>
                      <a:pt x="1477" y="11615"/>
                      <a:pt x="1371" y="11595"/>
                      <a:pt x="1266" y="11595"/>
                    </a:cubicBezTo>
                    <a:cubicBezTo>
                      <a:pt x="1036" y="11595"/>
                      <a:pt x="815" y="11690"/>
                      <a:pt x="677" y="11880"/>
                    </a:cubicBezTo>
                    <a:cubicBezTo>
                      <a:pt x="502" y="12130"/>
                      <a:pt x="577" y="12456"/>
                      <a:pt x="878" y="12632"/>
                    </a:cubicBezTo>
                    <a:lnTo>
                      <a:pt x="6091" y="15689"/>
                    </a:lnTo>
                    <a:lnTo>
                      <a:pt x="1379" y="13860"/>
                    </a:lnTo>
                    <a:cubicBezTo>
                      <a:pt x="1289" y="13822"/>
                      <a:pt x="1193" y="13805"/>
                      <a:pt x="1098" y="13805"/>
                    </a:cubicBezTo>
                    <a:cubicBezTo>
                      <a:pt x="872" y="13805"/>
                      <a:pt x="650" y="13902"/>
                      <a:pt x="527" y="14060"/>
                    </a:cubicBezTo>
                    <a:cubicBezTo>
                      <a:pt x="351" y="14311"/>
                      <a:pt x="426" y="14637"/>
                      <a:pt x="702" y="14812"/>
                    </a:cubicBezTo>
                    <a:lnTo>
                      <a:pt x="3609" y="16617"/>
                    </a:lnTo>
                    <a:lnTo>
                      <a:pt x="1028" y="15689"/>
                    </a:lnTo>
                    <a:cubicBezTo>
                      <a:pt x="940" y="15653"/>
                      <a:pt x="846" y="15635"/>
                      <a:pt x="752" y="15635"/>
                    </a:cubicBezTo>
                    <a:cubicBezTo>
                      <a:pt x="525" y="15635"/>
                      <a:pt x="300" y="15737"/>
                      <a:pt x="176" y="15915"/>
                    </a:cubicBezTo>
                    <a:cubicBezTo>
                      <a:pt x="0" y="16140"/>
                      <a:pt x="76" y="16466"/>
                      <a:pt x="326" y="16642"/>
                    </a:cubicBezTo>
                    <a:lnTo>
                      <a:pt x="1404" y="17394"/>
                    </a:lnTo>
                    <a:lnTo>
                      <a:pt x="1404" y="17394"/>
                    </a:lnTo>
                    <a:lnTo>
                      <a:pt x="1178" y="17318"/>
                    </a:lnTo>
                    <a:cubicBezTo>
                      <a:pt x="1089" y="17288"/>
                      <a:pt x="997" y="17274"/>
                      <a:pt x="907" y="17274"/>
                    </a:cubicBezTo>
                    <a:cubicBezTo>
                      <a:pt x="696" y="17274"/>
                      <a:pt x="499" y="17353"/>
                      <a:pt x="376" y="17494"/>
                    </a:cubicBezTo>
                    <a:cubicBezTo>
                      <a:pt x="201" y="17719"/>
                      <a:pt x="201" y="17995"/>
                      <a:pt x="401" y="18196"/>
                    </a:cubicBezTo>
                    <a:lnTo>
                      <a:pt x="1504" y="19323"/>
                    </a:lnTo>
                    <a:cubicBezTo>
                      <a:pt x="1634" y="19467"/>
                      <a:pt x="1829" y="19537"/>
                      <a:pt x="2029" y="19537"/>
                    </a:cubicBezTo>
                    <a:cubicBezTo>
                      <a:pt x="2177" y="19537"/>
                      <a:pt x="2328" y="19498"/>
                      <a:pt x="2456" y="19424"/>
                    </a:cubicBezTo>
                    <a:cubicBezTo>
                      <a:pt x="2607" y="19323"/>
                      <a:pt x="2682" y="19173"/>
                      <a:pt x="2707" y="19023"/>
                    </a:cubicBezTo>
                    <a:lnTo>
                      <a:pt x="4837" y="19724"/>
                    </a:lnTo>
                    <a:cubicBezTo>
                      <a:pt x="4913" y="19750"/>
                      <a:pt x="5013" y="19750"/>
                      <a:pt x="5088" y="19750"/>
                    </a:cubicBezTo>
                    <a:cubicBezTo>
                      <a:pt x="5314" y="19750"/>
                      <a:pt x="5539" y="19649"/>
                      <a:pt x="5665" y="19474"/>
                    </a:cubicBezTo>
                    <a:cubicBezTo>
                      <a:pt x="5840" y="19223"/>
                      <a:pt x="5765" y="18922"/>
                      <a:pt x="5514" y="18747"/>
                    </a:cubicBezTo>
                    <a:lnTo>
                      <a:pt x="4913" y="18346"/>
                    </a:lnTo>
                    <a:lnTo>
                      <a:pt x="4913" y="18346"/>
                    </a:lnTo>
                    <a:lnTo>
                      <a:pt x="8446" y="19624"/>
                    </a:lnTo>
                    <a:cubicBezTo>
                      <a:pt x="8542" y="19661"/>
                      <a:pt x="8641" y="19678"/>
                      <a:pt x="8738" y="19678"/>
                    </a:cubicBezTo>
                    <a:cubicBezTo>
                      <a:pt x="8975" y="19678"/>
                      <a:pt x="9199" y="19576"/>
                      <a:pt x="9324" y="19399"/>
                    </a:cubicBezTo>
                    <a:cubicBezTo>
                      <a:pt x="9474" y="19148"/>
                      <a:pt x="9399" y="18822"/>
                      <a:pt x="9123" y="18672"/>
                    </a:cubicBezTo>
                    <a:lnTo>
                      <a:pt x="6817" y="17218"/>
                    </a:lnTo>
                    <a:lnTo>
                      <a:pt x="12482" y="19424"/>
                    </a:lnTo>
                    <a:cubicBezTo>
                      <a:pt x="12577" y="19460"/>
                      <a:pt x="12676" y="19478"/>
                      <a:pt x="12774" y="19478"/>
                    </a:cubicBezTo>
                    <a:cubicBezTo>
                      <a:pt x="13010" y="19478"/>
                      <a:pt x="13235" y="19376"/>
                      <a:pt x="13359" y="19198"/>
                    </a:cubicBezTo>
                    <a:cubicBezTo>
                      <a:pt x="13534" y="18947"/>
                      <a:pt x="13459" y="18622"/>
                      <a:pt x="13158" y="18446"/>
                    </a:cubicBezTo>
                    <a:lnTo>
                      <a:pt x="9524" y="16316"/>
                    </a:lnTo>
                    <a:lnTo>
                      <a:pt x="16792" y="19424"/>
                    </a:lnTo>
                    <a:cubicBezTo>
                      <a:pt x="16896" y="19464"/>
                      <a:pt x="17005" y="19483"/>
                      <a:pt x="17111" y="19483"/>
                    </a:cubicBezTo>
                    <a:cubicBezTo>
                      <a:pt x="17338" y="19483"/>
                      <a:pt x="17550" y="19394"/>
                      <a:pt x="17670" y="19223"/>
                    </a:cubicBezTo>
                    <a:cubicBezTo>
                      <a:pt x="17870" y="18947"/>
                      <a:pt x="17770" y="18622"/>
                      <a:pt x="17494" y="18471"/>
                    </a:cubicBezTo>
                    <a:lnTo>
                      <a:pt x="11028" y="14637"/>
                    </a:lnTo>
                    <a:lnTo>
                      <a:pt x="21429" y="19248"/>
                    </a:lnTo>
                    <a:cubicBezTo>
                      <a:pt x="21533" y="19296"/>
                      <a:pt x="21643" y="19319"/>
                      <a:pt x="21750" y="19319"/>
                    </a:cubicBezTo>
                    <a:cubicBezTo>
                      <a:pt x="21978" y="19319"/>
                      <a:pt x="22195" y="19218"/>
                      <a:pt x="22331" y="19048"/>
                    </a:cubicBezTo>
                    <a:cubicBezTo>
                      <a:pt x="22507" y="18797"/>
                      <a:pt x="22406" y="18446"/>
                      <a:pt x="22106" y="18296"/>
                    </a:cubicBezTo>
                    <a:lnTo>
                      <a:pt x="15188" y="14511"/>
                    </a:lnTo>
                    <a:lnTo>
                      <a:pt x="23284" y="18095"/>
                    </a:lnTo>
                    <a:cubicBezTo>
                      <a:pt x="23378" y="18135"/>
                      <a:pt x="23481" y="18154"/>
                      <a:pt x="23585" y="18154"/>
                    </a:cubicBezTo>
                    <a:cubicBezTo>
                      <a:pt x="23813" y="18154"/>
                      <a:pt x="24040" y="18059"/>
                      <a:pt x="24161" y="17870"/>
                    </a:cubicBezTo>
                    <a:cubicBezTo>
                      <a:pt x="24361" y="17619"/>
                      <a:pt x="24261" y="17293"/>
                      <a:pt x="23960" y="17118"/>
                    </a:cubicBezTo>
                    <a:lnTo>
                      <a:pt x="15213" y="12155"/>
                    </a:lnTo>
                    <a:lnTo>
                      <a:pt x="23509" y="15915"/>
                    </a:lnTo>
                    <a:cubicBezTo>
                      <a:pt x="23611" y="15966"/>
                      <a:pt x="23725" y="15991"/>
                      <a:pt x="23838" y="15991"/>
                    </a:cubicBezTo>
                    <a:cubicBezTo>
                      <a:pt x="24056" y="15991"/>
                      <a:pt x="24271" y="15896"/>
                      <a:pt x="24386" y="15714"/>
                    </a:cubicBezTo>
                    <a:cubicBezTo>
                      <a:pt x="24587" y="15464"/>
                      <a:pt x="24512" y="15138"/>
                      <a:pt x="24211" y="14963"/>
                    </a:cubicBezTo>
                    <a:lnTo>
                      <a:pt x="15690" y="10075"/>
                    </a:lnTo>
                    <a:lnTo>
                      <a:pt x="23083" y="13459"/>
                    </a:lnTo>
                    <a:cubicBezTo>
                      <a:pt x="23180" y="13507"/>
                      <a:pt x="23286" y="13529"/>
                      <a:pt x="23393" y="13529"/>
                    </a:cubicBezTo>
                    <a:cubicBezTo>
                      <a:pt x="23620" y="13529"/>
                      <a:pt x="23849" y="13429"/>
                      <a:pt x="23985" y="13258"/>
                    </a:cubicBezTo>
                    <a:cubicBezTo>
                      <a:pt x="24161" y="12983"/>
                      <a:pt x="24061" y="12657"/>
                      <a:pt x="23760" y="12481"/>
                    </a:cubicBezTo>
                    <a:lnTo>
                      <a:pt x="13634" y="6917"/>
                    </a:lnTo>
                    <a:lnTo>
                      <a:pt x="13634" y="6917"/>
                    </a:lnTo>
                    <a:cubicBezTo>
                      <a:pt x="15464" y="7644"/>
                      <a:pt x="17645" y="8521"/>
                      <a:pt x="20276" y="9574"/>
                    </a:cubicBezTo>
                    <a:cubicBezTo>
                      <a:pt x="21630" y="10100"/>
                      <a:pt x="22532" y="10451"/>
                      <a:pt x="22582" y="10476"/>
                    </a:cubicBezTo>
                    <a:cubicBezTo>
                      <a:pt x="22684" y="10524"/>
                      <a:pt x="22795" y="10546"/>
                      <a:pt x="22903" y="10546"/>
                    </a:cubicBezTo>
                    <a:cubicBezTo>
                      <a:pt x="23138" y="10546"/>
                      <a:pt x="23364" y="10440"/>
                      <a:pt x="23484" y="10251"/>
                    </a:cubicBezTo>
                    <a:cubicBezTo>
                      <a:pt x="23710" y="9925"/>
                      <a:pt x="23609" y="9724"/>
                      <a:pt x="23183" y="9474"/>
                    </a:cubicBezTo>
                    <a:cubicBezTo>
                      <a:pt x="23183" y="9474"/>
                      <a:pt x="23158" y="9474"/>
                      <a:pt x="23133" y="9449"/>
                    </a:cubicBezTo>
                    <a:cubicBezTo>
                      <a:pt x="22958" y="9348"/>
                      <a:pt x="22757" y="9248"/>
                      <a:pt x="22507" y="9123"/>
                    </a:cubicBezTo>
                    <a:lnTo>
                      <a:pt x="20552" y="8145"/>
                    </a:lnTo>
                    <a:cubicBezTo>
                      <a:pt x="18948" y="7343"/>
                      <a:pt x="16792" y="6266"/>
                      <a:pt x="14637" y="5188"/>
                    </a:cubicBezTo>
                    <a:lnTo>
                      <a:pt x="13634" y="4687"/>
                    </a:lnTo>
                    <a:lnTo>
                      <a:pt x="13634" y="4687"/>
                    </a:lnTo>
                    <a:lnTo>
                      <a:pt x="22106" y="7444"/>
                    </a:lnTo>
                    <a:cubicBezTo>
                      <a:pt x="22182" y="7467"/>
                      <a:pt x="22261" y="7478"/>
                      <a:pt x="22340" y="7478"/>
                    </a:cubicBezTo>
                    <a:cubicBezTo>
                      <a:pt x="22595" y="7478"/>
                      <a:pt x="22843" y="7360"/>
                      <a:pt x="22958" y="7168"/>
                    </a:cubicBezTo>
                    <a:cubicBezTo>
                      <a:pt x="23108" y="6892"/>
                      <a:pt x="23008" y="6566"/>
                      <a:pt x="22707" y="6416"/>
                    </a:cubicBezTo>
                    <a:lnTo>
                      <a:pt x="18472" y="4511"/>
                    </a:lnTo>
                    <a:lnTo>
                      <a:pt x="18472" y="4511"/>
                    </a:lnTo>
                    <a:lnTo>
                      <a:pt x="21279" y="5238"/>
                    </a:lnTo>
                    <a:cubicBezTo>
                      <a:pt x="21356" y="5262"/>
                      <a:pt x="21435" y="5273"/>
                      <a:pt x="21512" y="5273"/>
                    </a:cubicBezTo>
                    <a:cubicBezTo>
                      <a:pt x="21760" y="5273"/>
                      <a:pt x="21991" y="5159"/>
                      <a:pt x="22106" y="4988"/>
                    </a:cubicBezTo>
                    <a:cubicBezTo>
                      <a:pt x="22256" y="4737"/>
                      <a:pt x="22181" y="4411"/>
                      <a:pt x="21905" y="4261"/>
                    </a:cubicBezTo>
                    <a:lnTo>
                      <a:pt x="19624" y="2882"/>
                    </a:lnTo>
                    <a:lnTo>
                      <a:pt x="21078" y="3208"/>
                    </a:lnTo>
                    <a:cubicBezTo>
                      <a:pt x="21128" y="3216"/>
                      <a:pt x="21179" y="3221"/>
                      <a:pt x="21230" y="3221"/>
                    </a:cubicBezTo>
                    <a:cubicBezTo>
                      <a:pt x="21483" y="3221"/>
                      <a:pt x="21730" y="3116"/>
                      <a:pt x="21855" y="2907"/>
                    </a:cubicBezTo>
                    <a:cubicBezTo>
                      <a:pt x="22005" y="2682"/>
                      <a:pt x="21930" y="2406"/>
                      <a:pt x="21705" y="2231"/>
                    </a:cubicBezTo>
                    <a:lnTo>
                      <a:pt x="20351" y="1253"/>
                    </a:lnTo>
                    <a:cubicBezTo>
                      <a:pt x="20552" y="1178"/>
                      <a:pt x="20702" y="1028"/>
                      <a:pt x="20727" y="827"/>
                    </a:cubicBezTo>
                    <a:cubicBezTo>
                      <a:pt x="20777" y="501"/>
                      <a:pt x="20527" y="226"/>
                      <a:pt x="20176" y="175"/>
                    </a:cubicBezTo>
                    <a:lnTo>
                      <a:pt x="1834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58"/>
              <p:cNvSpPr/>
              <p:nvPr/>
            </p:nvSpPr>
            <p:spPr>
              <a:xfrm>
                <a:off x="5002025" y="4064425"/>
                <a:ext cx="735000" cy="999200"/>
              </a:xfrm>
              <a:custGeom>
                <a:avLst/>
                <a:gdLst/>
                <a:ahLst/>
                <a:cxnLst/>
                <a:rect l="l" t="t" r="r" b="b"/>
                <a:pathLst>
                  <a:path w="29400" h="39968" extrusionOk="0">
                    <a:moveTo>
                      <a:pt x="19575" y="15320"/>
                    </a:moveTo>
                    <a:lnTo>
                      <a:pt x="19575" y="15320"/>
                    </a:lnTo>
                    <a:cubicBezTo>
                      <a:pt x="20001" y="15796"/>
                      <a:pt x="20026" y="16623"/>
                      <a:pt x="19625" y="17200"/>
                    </a:cubicBezTo>
                    <a:cubicBezTo>
                      <a:pt x="19199" y="16498"/>
                      <a:pt x="19199" y="15771"/>
                      <a:pt x="19575" y="15320"/>
                    </a:cubicBezTo>
                    <a:close/>
                    <a:moveTo>
                      <a:pt x="24638" y="26598"/>
                    </a:moveTo>
                    <a:lnTo>
                      <a:pt x="24638" y="26598"/>
                    </a:lnTo>
                    <a:cubicBezTo>
                      <a:pt x="24262" y="27250"/>
                      <a:pt x="23735" y="27425"/>
                      <a:pt x="23159" y="27601"/>
                    </a:cubicBezTo>
                    <a:cubicBezTo>
                      <a:pt x="23485" y="27099"/>
                      <a:pt x="23861" y="26698"/>
                      <a:pt x="24638" y="26598"/>
                    </a:cubicBezTo>
                    <a:close/>
                    <a:moveTo>
                      <a:pt x="5966" y="24668"/>
                    </a:moveTo>
                    <a:cubicBezTo>
                      <a:pt x="5991" y="24693"/>
                      <a:pt x="6016" y="24718"/>
                      <a:pt x="6041" y="24743"/>
                    </a:cubicBezTo>
                    <a:cubicBezTo>
                      <a:pt x="5089" y="26824"/>
                      <a:pt x="4337" y="28954"/>
                      <a:pt x="3785" y="31235"/>
                    </a:cubicBezTo>
                    <a:cubicBezTo>
                      <a:pt x="3384" y="31084"/>
                      <a:pt x="3009" y="30959"/>
                      <a:pt x="2683" y="30809"/>
                    </a:cubicBezTo>
                    <a:cubicBezTo>
                      <a:pt x="2131" y="30558"/>
                      <a:pt x="1881" y="30082"/>
                      <a:pt x="1881" y="29505"/>
                    </a:cubicBezTo>
                    <a:cubicBezTo>
                      <a:pt x="1881" y="28779"/>
                      <a:pt x="2081" y="28127"/>
                      <a:pt x="2482" y="27576"/>
                    </a:cubicBezTo>
                    <a:cubicBezTo>
                      <a:pt x="2808" y="27099"/>
                      <a:pt x="3159" y="26648"/>
                      <a:pt x="3610" y="26322"/>
                    </a:cubicBezTo>
                    <a:cubicBezTo>
                      <a:pt x="4362" y="25721"/>
                      <a:pt x="5164" y="25195"/>
                      <a:pt x="5966" y="24668"/>
                    </a:cubicBezTo>
                    <a:close/>
                    <a:moveTo>
                      <a:pt x="20151" y="22137"/>
                    </a:moveTo>
                    <a:cubicBezTo>
                      <a:pt x="20552" y="24192"/>
                      <a:pt x="20928" y="26247"/>
                      <a:pt x="21354" y="28352"/>
                    </a:cubicBezTo>
                    <a:cubicBezTo>
                      <a:pt x="21179" y="28428"/>
                      <a:pt x="20979" y="28528"/>
                      <a:pt x="20753" y="28628"/>
                    </a:cubicBezTo>
                    <a:cubicBezTo>
                      <a:pt x="18497" y="29480"/>
                      <a:pt x="16166" y="30082"/>
                      <a:pt x="13786" y="30558"/>
                    </a:cubicBezTo>
                    <a:cubicBezTo>
                      <a:pt x="11630" y="30984"/>
                      <a:pt x="9475" y="31235"/>
                      <a:pt x="7269" y="31360"/>
                    </a:cubicBezTo>
                    <a:cubicBezTo>
                      <a:pt x="6975" y="31368"/>
                      <a:pt x="6683" y="31373"/>
                      <a:pt x="6391" y="31373"/>
                    </a:cubicBezTo>
                    <a:cubicBezTo>
                      <a:pt x="5739" y="31373"/>
                      <a:pt x="5087" y="31346"/>
                      <a:pt x="4412" y="31260"/>
                    </a:cubicBezTo>
                    <a:cubicBezTo>
                      <a:pt x="5039" y="28277"/>
                      <a:pt x="6292" y="25596"/>
                      <a:pt x="7470" y="22839"/>
                    </a:cubicBezTo>
                    <a:cubicBezTo>
                      <a:pt x="9393" y="23672"/>
                      <a:pt x="11291" y="24087"/>
                      <a:pt x="13169" y="24087"/>
                    </a:cubicBezTo>
                    <a:cubicBezTo>
                      <a:pt x="15525" y="24087"/>
                      <a:pt x="17850" y="23434"/>
                      <a:pt x="20151" y="22137"/>
                    </a:cubicBezTo>
                    <a:close/>
                    <a:moveTo>
                      <a:pt x="25590" y="23465"/>
                    </a:moveTo>
                    <a:cubicBezTo>
                      <a:pt x="25791" y="23766"/>
                      <a:pt x="26041" y="24042"/>
                      <a:pt x="26217" y="24342"/>
                    </a:cubicBezTo>
                    <a:cubicBezTo>
                      <a:pt x="26818" y="25395"/>
                      <a:pt x="27470" y="26448"/>
                      <a:pt x="27996" y="27550"/>
                    </a:cubicBezTo>
                    <a:cubicBezTo>
                      <a:pt x="28322" y="28177"/>
                      <a:pt x="28497" y="28879"/>
                      <a:pt x="28673" y="29556"/>
                    </a:cubicBezTo>
                    <a:cubicBezTo>
                      <a:pt x="28848" y="30383"/>
                      <a:pt x="28673" y="31210"/>
                      <a:pt x="28247" y="31936"/>
                    </a:cubicBezTo>
                    <a:cubicBezTo>
                      <a:pt x="28071" y="32212"/>
                      <a:pt x="27846" y="32438"/>
                      <a:pt x="27595" y="32663"/>
                    </a:cubicBezTo>
                    <a:cubicBezTo>
                      <a:pt x="27319" y="29505"/>
                      <a:pt x="26317" y="26523"/>
                      <a:pt x="25590" y="23465"/>
                    </a:cubicBezTo>
                    <a:close/>
                    <a:moveTo>
                      <a:pt x="23109" y="19706"/>
                    </a:moveTo>
                    <a:cubicBezTo>
                      <a:pt x="25365" y="23891"/>
                      <a:pt x="26417" y="28378"/>
                      <a:pt x="27019" y="33064"/>
                    </a:cubicBezTo>
                    <a:cubicBezTo>
                      <a:pt x="26649" y="33268"/>
                      <a:pt x="26299" y="33362"/>
                      <a:pt x="25961" y="33362"/>
                    </a:cubicBezTo>
                    <a:cubicBezTo>
                      <a:pt x="25635" y="33362"/>
                      <a:pt x="25322" y="33275"/>
                      <a:pt x="25014" y="33114"/>
                    </a:cubicBezTo>
                    <a:cubicBezTo>
                      <a:pt x="24688" y="32939"/>
                      <a:pt x="24362" y="32713"/>
                      <a:pt x="24111" y="32463"/>
                    </a:cubicBezTo>
                    <a:cubicBezTo>
                      <a:pt x="23059" y="31410"/>
                      <a:pt x="22557" y="30082"/>
                      <a:pt x="22156" y="28678"/>
                    </a:cubicBezTo>
                    <a:cubicBezTo>
                      <a:pt x="22557" y="28528"/>
                      <a:pt x="22933" y="28403"/>
                      <a:pt x="23309" y="28227"/>
                    </a:cubicBezTo>
                    <a:cubicBezTo>
                      <a:pt x="23760" y="28002"/>
                      <a:pt x="24212" y="27776"/>
                      <a:pt x="24613" y="27500"/>
                    </a:cubicBezTo>
                    <a:cubicBezTo>
                      <a:pt x="24813" y="27375"/>
                      <a:pt x="24964" y="27175"/>
                      <a:pt x="25064" y="26949"/>
                    </a:cubicBezTo>
                    <a:cubicBezTo>
                      <a:pt x="25295" y="26463"/>
                      <a:pt x="25057" y="26063"/>
                      <a:pt x="24566" y="26063"/>
                    </a:cubicBezTo>
                    <a:cubicBezTo>
                      <a:pt x="24525" y="26063"/>
                      <a:pt x="24482" y="26066"/>
                      <a:pt x="24437" y="26072"/>
                    </a:cubicBezTo>
                    <a:cubicBezTo>
                      <a:pt x="24111" y="26122"/>
                      <a:pt x="23760" y="26247"/>
                      <a:pt x="23510" y="26448"/>
                    </a:cubicBezTo>
                    <a:cubicBezTo>
                      <a:pt x="23134" y="26748"/>
                      <a:pt x="22833" y="27124"/>
                      <a:pt x="22507" y="27475"/>
                    </a:cubicBezTo>
                    <a:cubicBezTo>
                      <a:pt x="22332" y="27651"/>
                      <a:pt x="22207" y="27851"/>
                      <a:pt x="21981" y="28102"/>
                    </a:cubicBezTo>
                    <a:cubicBezTo>
                      <a:pt x="21906" y="27826"/>
                      <a:pt x="21831" y="27626"/>
                      <a:pt x="21781" y="27450"/>
                    </a:cubicBezTo>
                    <a:cubicBezTo>
                      <a:pt x="21430" y="25671"/>
                      <a:pt x="21104" y="23891"/>
                      <a:pt x="20753" y="22112"/>
                    </a:cubicBezTo>
                    <a:cubicBezTo>
                      <a:pt x="20703" y="21886"/>
                      <a:pt x="20753" y="21711"/>
                      <a:pt x="20953" y="21535"/>
                    </a:cubicBezTo>
                    <a:cubicBezTo>
                      <a:pt x="21630" y="20984"/>
                      <a:pt x="22257" y="20408"/>
                      <a:pt x="22908" y="19831"/>
                    </a:cubicBezTo>
                    <a:cubicBezTo>
                      <a:pt x="22933" y="19781"/>
                      <a:pt x="23009" y="19756"/>
                      <a:pt x="23109" y="19706"/>
                    </a:cubicBezTo>
                    <a:close/>
                    <a:moveTo>
                      <a:pt x="13977" y="0"/>
                    </a:moveTo>
                    <a:cubicBezTo>
                      <a:pt x="13923" y="0"/>
                      <a:pt x="13873" y="6"/>
                      <a:pt x="13836" y="32"/>
                    </a:cubicBezTo>
                    <a:cubicBezTo>
                      <a:pt x="13735" y="82"/>
                      <a:pt x="13585" y="207"/>
                      <a:pt x="13585" y="307"/>
                    </a:cubicBezTo>
                    <a:cubicBezTo>
                      <a:pt x="13610" y="407"/>
                      <a:pt x="13760" y="533"/>
                      <a:pt x="13861" y="558"/>
                    </a:cubicBezTo>
                    <a:cubicBezTo>
                      <a:pt x="14061" y="608"/>
                      <a:pt x="14262" y="583"/>
                      <a:pt x="14462" y="608"/>
                    </a:cubicBezTo>
                    <a:cubicBezTo>
                      <a:pt x="16693" y="758"/>
                      <a:pt x="18773" y="1410"/>
                      <a:pt x="20628" y="2688"/>
                    </a:cubicBezTo>
                    <a:cubicBezTo>
                      <a:pt x="24111" y="5169"/>
                      <a:pt x="25791" y="8553"/>
                      <a:pt x="25440" y="12814"/>
                    </a:cubicBezTo>
                    <a:cubicBezTo>
                      <a:pt x="25164" y="16197"/>
                      <a:pt x="23485" y="18879"/>
                      <a:pt x="20828" y="20934"/>
                    </a:cubicBezTo>
                    <a:cubicBezTo>
                      <a:pt x="20778" y="20959"/>
                      <a:pt x="20703" y="20984"/>
                      <a:pt x="20578" y="21034"/>
                    </a:cubicBezTo>
                    <a:cubicBezTo>
                      <a:pt x="20427" y="20182"/>
                      <a:pt x="20302" y="19355"/>
                      <a:pt x="20126" y="18578"/>
                    </a:cubicBezTo>
                    <a:cubicBezTo>
                      <a:pt x="20026" y="18152"/>
                      <a:pt x="20051" y="17801"/>
                      <a:pt x="20252" y="17425"/>
                    </a:cubicBezTo>
                    <a:cubicBezTo>
                      <a:pt x="20603" y="16723"/>
                      <a:pt x="20552" y="15971"/>
                      <a:pt x="20277" y="15245"/>
                    </a:cubicBezTo>
                    <a:cubicBezTo>
                      <a:pt x="20177" y="14944"/>
                      <a:pt x="19976" y="14718"/>
                      <a:pt x="19625" y="14718"/>
                    </a:cubicBezTo>
                    <a:cubicBezTo>
                      <a:pt x="19299" y="14718"/>
                      <a:pt x="19024" y="14894"/>
                      <a:pt x="18898" y="15245"/>
                    </a:cubicBezTo>
                    <a:cubicBezTo>
                      <a:pt x="18823" y="15420"/>
                      <a:pt x="18798" y="15596"/>
                      <a:pt x="18798" y="15771"/>
                    </a:cubicBezTo>
                    <a:cubicBezTo>
                      <a:pt x="18748" y="16398"/>
                      <a:pt x="18848" y="16999"/>
                      <a:pt x="19149" y="17525"/>
                    </a:cubicBezTo>
                    <a:cubicBezTo>
                      <a:pt x="19801" y="18753"/>
                      <a:pt x="19725" y="20157"/>
                      <a:pt x="20076" y="21460"/>
                    </a:cubicBezTo>
                    <a:cubicBezTo>
                      <a:pt x="19851" y="21586"/>
                      <a:pt x="19700" y="21711"/>
                      <a:pt x="19525" y="21811"/>
                    </a:cubicBezTo>
                    <a:cubicBezTo>
                      <a:pt x="17400" y="22951"/>
                      <a:pt x="15261" y="23542"/>
                      <a:pt x="13116" y="23542"/>
                    </a:cubicBezTo>
                    <a:cubicBezTo>
                      <a:pt x="11112" y="23542"/>
                      <a:pt x="9103" y="23027"/>
                      <a:pt x="7094" y="21961"/>
                    </a:cubicBezTo>
                    <a:cubicBezTo>
                      <a:pt x="2181" y="19330"/>
                      <a:pt x="1" y="13490"/>
                      <a:pt x="2056" y="8352"/>
                    </a:cubicBezTo>
                    <a:cubicBezTo>
                      <a:pt x="3836" y="3916"/>
                      <a:pt x="7269" y="1460"/>
                      <a:pt x="11931" y="708"/>
                    </a:cubicBezTo>
                    <a:cubicBezTo>
                      <a:pt x="12131" y="658"/>
                      <a:pt x="12332" y="658"/>
                      <a:pt x="12532" y="633"/>
                    </a:cubicBezTo>
                    <a:cubicBezTo>
                      <a:pt x="12758" y="608"/>
                      <a:pt x="12983" y="558"/>
                      <a:pt x="12958" y="282"/>
                    </a:cubicBezTo>
                    <a:cubicBezTo>
                      <a:pt x="12940" y="113"/>
                      <a:pt x="12808" y="71"/>
                      <a:pt x="12669" y="71"/>
                    </a:cubicBezTo>
                    <a:cubicBezTo>
                      <a:pt x="12623" y="71"/>
                      <a:pt x="12576" y="75"/>
                      <a:pt x="12532" y="82"/>
                    </a:cubicBezTo>
                    <a:cubicBezTo>
                      <a:pt x="12332" y="82"/>
                      <a:pt x="12106" y="82"/>
                      <a:pt x="11931" y="107"/>
                    </a:cubicBezTo>
                    <a:cubicBezTo>
                      <a:pt x="8422" y="633"/>
                      <a:pt x="5490" y="2187"/>
                      <a:pt x="3309" y="4994"/>
                    </a:cubicBezTo>
                    <a:cubicBezTo>
                      <a:pt x="1204" y="7676"/>
                      <a:pt x="327" y="10733"/>
                      <a:pt x="878" y="14117"/>
                    </a:cubicBezTo>
                    <a:cubicBezTo>
                      <a:pt x="1455" y="17651"/>
                      <a:pt x="3359" y="20307"/>
                      <a:pt x="6367" y="22212"/>
                    </a:cubicBezTo>
                    <a:cubicBezTo>
                      <a:pt x="6567" y="22337"/>
                      <a:pt x="6768" y="22463"/>
                      <a:pt x="6943" y="22563"/>
                    </a:cubicBezTo>
                    <a:cubicBezTo>
                      <a:pt x="6843" y="23164"/>
                      <a:pt x="6542" y="23565"/>
                      <a:pt x="6091" y="23891"/>
                    </a:cubicBezTo>
                    <a:cubicBezTo>
                      <a:pt x="5465" y="24317"/>
                      <a:pt x="4863" y="24718"/>
                      <a:pt x="4262" y="25144"/>
                    </a:cubicBezTo>
                    <a:cubicBezTo>
                      <a:pt x="3861" y="25420"/>
                      <a:pt x="3435" y="25696"/>
                      <a:pt x="3084" y="25997"/>
                    </a:cubicBezTo>
                    <a:cubicBezTo>
                      <a:pt x="2181" y="26774"/>
                      <a:pt x="1555" y="27726"/>
                      <a:pt x="1354" y="28904"/>
                    </a:cubicBezTo>
                    <a:cubicBezTo>
                      <a:pt x="1129" y="30207"/>
                      <a:pt x="1630" y="31084"/>
                      <a:pt x="2883" y="31535"/>
                    </a:cubicBezTo>
                    <a:cubicBezTo>
                      <a:pt x="3159" y="31636"/>
                      <a:pt x="3410" y="31711"/>
                      <a:pt x="3660" y="31786"/>
                    </a:cubicBezTo>
                    <a:cubicBezTo>
                      <a:pt x="3535" y="32989"/>
                      <a:pt x="3384" y="34142"/>
                      <a:pt x="3284" y="35320"/>
                    </a:cubicBezTo>
                    <a:cubicBezTo>
                      <a:pt x="3159" y="36698"/>
                      <a:pt x="3109" y="38102"/>
                      <a:pt x="3334" y="39480"/>
                    </a:cubicBezTo>
                    <a:cubicBezTo>
                      <a:pt x="3379" y="39683"/>
                      <a:pt x="3384" y="39968"/>
                      <a:pt x="3622" y="39968"/>
                    </a:cubicBezTo>
                    <a:cubicBezTo>
                      <a:pt x="3648" y="39968"/>
                      <a:pt x="3678" y="39964"/>
                      <a:pt x="3710" y="39957"/>
                    </a:cubicBezTo>
                    <a:cubicBezTo>
                      <a:pt x="4061" y="39906"/>
                      <a:pt x="3911" y="39581"/>
                      <a:pt x="3911" y="39355"/>
                    </a:cubicBezTo>
                    <a:cubicBezTo>
                      <a:pt x="3861" y="38528"/>
                      <a:pt x="3785" y="37676"/>
                      <a:pt x="3785" y="36824"/>
                    </a:cubicBezTo>
                    <a:cubicBezTo>
                      <a:pt x="3785" y="35896"/>
                      <a:pt x="3886" y="34994"/>
                      <a:pt x="3961" y="34067"/>
                    </a:cubicBezTo>
                    <a:cubicBezTo>
                      <a:pt x="4036" y="33340"/>
                      <a:pt x="4161" y="32638"/>
                      <a:pt x="4262" y="31886"/>
                    </a:cubicBezTo>
                    <a:cubicBezTo>
                      <a:pt x="4787" y="31906"/>
                      <a:pt x="5311" y="31916"/>
                      <a:pt x="5832" y="31916"/>
                    </a:cubicBezTo>
                    <a:cubicBezTo>
                      <a:pt x="11275" y="31916"/>
                      <a:pt x="16480" y="30852"/>
                      <a:pt x="21580" y="28954"/>
                    </a:cubicBezTo>
                    <a:cubicBezTo>
                      <a:pt x="21806" y="29505"/>
                      <a:pt x="21981" y="30032"/>
                      <a:pt x="22207" y="30558"/>
                    </a:cubicBezTo>
                    <a:cubicBezTo>
                      <a:pt x="22583" y="31510"/>
                      <a:pt x="23134" y="32388"/>
                      <a:pt x="23911" y="33064"/>
                    </a:cubicBezTo>
                    <a:cubicBezTo>
                      <a:pt x="24521" y="33618"/>
                      <a:pt x="25205" y="33939"/>
                      <a:pt x="25961" y="33939"/>
                    </a:cubicBezTo>
                    <a:cubicBezTo>
                      <a:pt x="26198" y="33939"/>
                      <a:pt x="26442" y="33907"/>
                      <a:pt x="26693" y="33841"/>
                    </a:cubicBezTo>
                    <a:cubicBezTo>
                      <a:pt x="26793" y="33816"/>
                      <a:pt x="26893" y="33816"/>
                      <a:pt x="27019" y="33816"/>
                    </a:cubicBezTo>
                    <a:cubicBezTo>
                      <a:pt x="27144" y="35696"/>
                      <a:pt x="27244" y="37525"/>
                      <a:pt x="27069" y="39380"/>
                    </a:cubicBezTo>
                    <a:cubicBezTo>
                      <a:pt x="27069" y="39480"/>
                      <a:pt x="27019" y="39606"/>
                      <a:pt x="27044" y="39681"/>
                    </a:cubicBezTo>
                    <a:cubicBezTo>
                      <a:pt x="27094" y="39781"/>
                      <a:pt x="27169" y="39957"/>
                      <a:pt x="27269" y="39957"/>
                    </a:cubicBezTo>
                    <a:cubicBezTo>
                      <a:pt x="27280" y="39959"/>
                      <a:pt x="27291" y="39960"/>
                      <a:pt x="27303" y="39960"/>
                    </a:cubicBezTo>
                    <a:cubicBezTo>
                      <a:pt x="27400" y="39960"/>
                      <a:pt x="27528" y="39871"/>
                      <a:pt x="27595" y="39781"/>
                    </a:cubicBezTo>
                    <a:cubicBezTo>
                      <a:pt x="27645" y="39681"/>
                      <a:pt x="27645" y="39556"/>
                      <a:pt x="27645" y="39430"/>
                    </a:cubicBezTo>
                    <a:cubicBezTo>
                      <a:pt x="27670" y="38754"/>
                      <a:pt x="27745" y="38102"/>
                      <a:pt x="27720" y="37425"/>
                    </a:cubicBezTo>
                    <a:cubicBezTo>
                      <a:pt x="27720" y="36247"/>
                      <a:pt x="27670" y="35069"/>
                      <a:pt x="27620" y="33866"/>
                    </a:cubicBezTo>
                    <a:cubicBezTo>
                      <a:pt x="27595" y="33591"/>
                      <a:pt x="27645" y="33390"/>
                      <a:pt x="27896" y="33215"/>
                    </a:cubicBezTo>
                    <a:cubicBezTo>
                      <a:pt x="28999" y="32287"/>
                      <a:pt x="29400" y="31059"/>
                      <a:pt x="29249" y="29656"/>
                    </a:cubicBezTo>
                    <a:cubicBezTo>
                      <a:pt x="29174" y="28829"/>
                      <a:pt x="28923" y="28027"/>
                      <a:pt x="28522" y="27300"/>
                    </a:cubicBezTo>
                    <a:cubicBezTo>
                      <a:pt x="27946" y="26222"/>
                      <a:pt x="27370" y="25119"/>
                      <a:pt x="26693" y="24092"/>
                    </a:cubicBezTo>
                    <a:cubicBezTo>
                      <a:pt x="26242" y="23390"/>
                      <a:pt x="25590" y="22789"/>
                      <a:pt x="25039" y="22112"/>
                    </a:cubicBezTo>
                    <a:cubicBezTo>
                      <a:pt x="24913" y="21961"/>
                      <a:pt x="24788" y="21811"/>
                      <a:pt x="24713" y="21636"/>
                    </a:cubicBezTo>
                    <a:cubicBezTo>
                      <a:pt x="24287" y="20859"/>
                      <a:pt x="23886" y="20057"/>
                      <a:pt x="23460" y="19205"/>
                    </a:cubicBezTo>
                    <a:cubicBezTo>
                      <a:pt x="23560" y="19054"/>
                      <a:pt x="23660" y="18904"/>
                      <a:pt x="23760" y="18779"/>
                    </a:cubicBezTo>
                    <a:cubicBezTo>
                      <a:pt x="23861" y="18628"/>
                      <a:pt x="23961" y="18478"/>
                      <a:pt x="24061" y="18327"/>
                    </a:cubicBezTo>
                    <a:cubicBezTo>
                      <a:pt x="26568" y="14292"/>
                      <a:pt x="26868" y="10157"/>
                      <a:pt x="24487" y="6022"/>
                    </a:cubicBezTo>
                    <a:cubicBezTo>
                      <a:pt x="22207" y="2112"/>
                      <a:pt x="18598" y="282"/>
                      <a:pt x="14136" y="6"/>
                    </a:cubicBezTo>
                    <a:cubicBezTo>
                      <a:pt x="14086" y="6"/>
                      <a:pt x="14030" y="0"/>
                      <a:pt x="139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58"/>
              <p:cNvSpPr/>
              <p:nvPr/>
            </p:nvSpPr>
            <p:spPr>
              <a:xfrm>
                <a:off x="5304050" y="4430625"/>
                <a:ext cx="130350" cy="63175"/>
              </a:xfrm>
              <a:custGeom>
                <a:avLst/>
                <a:gdLst/>
                <a:ahLst/>
                <a:cxnLst/>
                <a:rect l="l" t="t" r="r" b="b"/>
                <a:pathLst>
                  <a:path w="5214" h="2527" extrusionOk="0">
                    <a:moveTo>
                      <a:pt x="2450" y="0"/>
                    </a:moveTo>
                    <a:cubicBezTo>
                      <a:pt x="1580" y="0"/>
                      <a:pt x="789" y="328"/>
                      <a:pt x="75" y="922"/>
                    </a:cubicBezTo>
                    <a:cubicBezTo>
                      <a:pt x="25" y="973"/>
                      <a:pt x="0" y="1198"/>
                      <a:pt x="50" y="1248"/>
                    </a:cubicBezTo>
                    <a:cubicBezTo>
                      <a:pt x="112" y="1310"/>
                      <a:pt x="225" y="1355"/>
                      <a:pt x="333" y="1355"/>
                    </a:cubicBezTo>
                    <a:cubicBezTo>
                      <a:pt x="356" y="1355"/>
                      <a:pt x="379" y="1353"/>
                      <a:pt x="401" y="1349"/>
                    </a:cubicBezTo>
                    <a:cubicBezTo>
                      <a:pt x="527" y="1323"/>
                      <a:pt x="627" y="1198"/>
                      <a:pt x="752" y="1123"/>
                    </a:cubicBezTo>
                    <a:cubicBezTo>
                      <a:pt x="1278" y="772"/>
                      <a:pt x="1855" y="597"/>
                      <a:pt x="2431" y="572"/>
                    </a:cubicBezTo>
                    <a:cubicBezTo>
                      <a:pt x="3509" y="572"/>
                      <a:pt x="4286" y="1123"/>
                      <a:pt x="4612" y="2075"/>
                    </a:cubicBezTo>
                    <a:cubicBezTo>
                      <a:pt x="4662" y="2176"/>
                      <a:pt x="4662" y="2326"/>
                      <a:pt x="4737" y="2401"/>
                    </a:cubicBezTo>
                    <a:cubicBezTo>
                      <a:pt x="4787" y="2476"/>
                      <a:pt x="4938" y="2526"/>
                      <a:pt x="5038" y="2526"/>
                    </a:cubicBezTo>
                    <a:cubicBezTo>
                      <a:pt x="5088" y="2501"/>
                      <a:pt x="5188" y="2376"/>
                      <a:pt x="5213" y="2301"/>
                    </a:cubicBezTo>
                    <a:cubicBezTo>
                      <a:pt x="5213" y="2176"/>
                      <a:pt x="5188" y="2025"/>
                      <a:pt x="5163" y="1900"/>
                    </a:cubicBezTo>
                    <a:cubicBezTo>
                      <a:pt x="4837" y="897"/>
                      <a:pt x="4161" y="296"/>
                      <a:pt x="3158" y="70"/>
                    </a:cubicBezTo>
                    <a:cubicBezTo>
                      <a:pt x="2917" y="23"/>
                      <a:pt x="2681" y="0"/>
                      <a:pt x="24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0" name="Google Shape;2690;p58"/>
              <p:cNvSpPr/>
              <p:nvPr/>
            </p:nvSpPr>
            <p:spPr>
              <a:xfrm>
                <a:off x="5456300" y="4306300"/>
                <a:ext cx="33225" cy="41575"/>
              </a:xfrm>
              <a:custGeom>
                <a:avLst/>
                <a:gdLst/>
                <a:ahLst/>
                <a:cxnLst/>
                <a:rect l="l" t="t" r="r" b="b"/>
                <a:pathLst>
                  <a:path w="1329" h="1663" extrusionOk="0">
                    <a:moveTo>
                      <a:pt x="770" y="0"/>
                    </a:moveTo>
                    <a:cubicBezTo>
                      <a:pt x="516" y="0"/>
                      <a:pt x="143" y="284"/>
                      <a:pt x="51" y="632"/>
                    </a:cubicBezTo>
                    <a:cubicBezTo>
                      <a:pt x="0" y="783"/>
                      <a:pt x="0" y="933"/>
                      <a:pt x="26" y="1108"/>
                    </a:cubicBezTo>
                    <a:cubicBezTo>
                      <a:pt x="96" y="1485"/>
                      <a:pt x="321" y="1662"/>
                      <a:pt x="679" y="1662"/>
                    </a:cubicBezTo>
                    <a:cubicBezTo>
                      <a:pt x="703" y="1662"/>
                      <a:pt x="727" y="1661"/>
                      <a:pt x="752" y="1660"/>
                    </a:cubicBezTo>
                    <a:cubicBezTo>
                      <a:pt x="1103" y="1635"/>
                      <a:pt x="1329" y="1359"/>
                      <a:pt x="1329" y="958"/>
                    </a:cubicBezTo>
                    <a:cubicBezTo>
                      <a:pt x="1329" y="532"/>
                      <a:pt x="1103" y="81"/>
                      <a:pt x="828" y="6"/>
                    </a:cubicBezTo>
                    <a:cubicBezTo>
                      <a:pt x="809" y="2"/>
                      <a:pt x="790" y="0"/>
                      <a:pt x="7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1" name="Google Shape;2691;p58"/>
              <p:cNvSpPr/>
              <p:nvPr/>
            </p:nvSpPr>
            <p:spPr>
              <a:xfrm>
                <a:off x="5223225" y="4369725"/>
                <a:ext cx="35100" cy="39475"/>
              </a:xfrm>
              <a:custGeom>
                <a:avLst/>
                <a:gdLst/>
                <a:ahLst/>
                <a:cxnLst/>
                <a:rect l="l" t="t" r="r" b="b"/>
                <a:pathLst>
                  <a:path w="1404" h="1579" extrusionOk="0">
                    <a:moveTo>
                      <a:pt x="602" y="0"/>
                    </a:moveTo>
                    <a:cubicBezTo>
                      <a:pt x="276" y="25"/>
                      <a:pt x="0" y="301"/>
                      <a:pt x="0" y="702"/>
                    </a:cubicBezTo>
                    <a:cubicBezTo>
                      <a:pt x="0" y="1178"/>
                      <a:pt x="326" y="1554"/>
                      <a:pt x="727" y="1579"/>
                    </a:cubicBezTo>
                    <a:cubicBezTo>
                      <a:pt x="1103" y="1579"/>
                      <a:pt x="1379" y="1303"/>
                      <a:pt x="1404" y="902"/>
                    </a:cubicBezTo>
                    <a:cubicBezTo>
                      <a:pt x="1404" y="426"/>
                      <a:pt x="1028" y="0"/>
                      <a:pt x="6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692" name="Google Shape;2692;p58"/>
          <p:cNvGrpSpPr/>
          <p:nvPr/>
        </p:nvGrpSpPr>
        <p:grpSpPr>
          <a:xfrm>
            <a:off x="1359767" y="1989917"/>
            <a:ext cx="405065" cy="404668"/>
            <a:chOff x="3040984" y="3681059"/>
            <a:chExt cx="356164" cy="355815"/>
          </a:xfrm>
        </p:grpSpPr>
        <p:sp>
          <p:nvSpPr>
            <p:cNvPr id="2693" name="Google Shape;2693;p58"/>
            <p:cNvSpPr/>
            <p:nvPr/>
          </p:nvSpPr>
          <p:spPr>
            <a:xfrm>
              <a:off x="3040984" y="3681059"/>
              <a:ext cx="356164" cy="355815"/>
            </a:xfrm>
            <a:custGeom>
              <a:avLst/>
              <a:gdLst/>
              <a:ahLst/>
              <a:cxnLst/>
              <a:rect l="l" t="t" r="r" b="b"/>
              <a:pathLst>
                <a:path w="11216" h="11205" extrusionOk="0">
                  <a:moveTo>
                    <a:pt x="5620" y="0"/>
                  </a:moveTo>
                  <a:cubicBezTo>
                    <a:pt x="4274" y="0"/>
                    <a:pt x="2965" y="488"/>
                    <a:pt x="1953" y="1369"/>
                  </a:cubicBezTo>
                  <a:cubicBezTo>
                    <a:pt x="1881" y="1429"/>
                    <a:pt x="1881" y="1536"/>
                    <a:pt x="1941" y="1608"/>
                  </a:cubicBezTo>
                  <a:cubicBezTo>
                    <a:pt x="1972" y="1645"/>
                    <a:pt x="2016" y="1663"/>
                    <a:pt x="2061" y="1663"/>
                  </a:cubicBezTo>
                  <a:cubicBezTo>
                    <a:pt x="2103" y="1663"/>
                    <a:pt x="2145" y="1648"/>
                    <a:pt x="2179" y="1620"/>
                  </a:cubicBezTo>
                  <a:cubicBezTo>
                    <a:pt x="3131" y="786"/>
                    <a:pt x="4358" y="346"/>
                    <a:pt x="5620" y="346"/>
                  </a:cubicBezTo>
                  <a:cubicBezTo>
                    <a:pt x="7013" y="346"/>
                    <a:pt x="8346" y="893"/>
                    <a:pt x="9335" y="1893"/>
                  </a:cubicBezTo>
                  <a:cubicBezTo>
                    <a:pt x="10335" y="2882"/>
                    <a:pt x="10882" y="4215"/>
                    <a:pt x="10882" y="5608"/>
                  </a:cubicBezTo>
                  <a:cubicBezTo>
                    <a:pt x="10882" y="7013"/>
                    <a:pt x="10335" y="8335"/>
                    <a:pt x="9335" y="9335"/>
                  </a:cubicBezTo>
                  <a:cubicBezTo>
                    <a:pt x="8346" y="10323"/>
                    <a:pt x="7013" y="10883"/>
                    <a:pt x="5620" y="10883"/>
                  </a:cubicBezTo>
                  <a:cubicBezTo>
                    <a:pt x="4215" y="10883"/>
                    <a:pt x="2893" y="10323"/>
                    <a:pt x="1893" y="9335"/>
                  </a:cubicBezTo>
                  <a:cubicBezTo>
                    <a:pt x="893" y="8335"/>
                    <a:pt x="345" y="7013"/>
                    <a:pt x="345" y="5608"/>
                  </a:cubicBezTo>
                  <a:cubicBezTo>
                    <a:pt x="345" y="4298"/>
                    <a:pt x="822" y="3048"/>
                    <a:pt x="1703" y="2084"/>
                  </a:cubicBezTo>
                  <a:cubicBezTo>
                    <a:pt x="1762" y="2012"/>
                    <a:pt x="1762" y="1905"/>
                    <a:pt x="1691" y="1846"/>
                  </a:cubicBezTo>
                  <a:cubicBezTo>
                    <a:pt x="1657" y="1817"/>
                    <a:pt x="1614" y="1802"/>
                    <a:pt x="1573" y="1802"/>
                  </a:cubicBezTo>
                  <a:cubicBezTo>
                    <a:pt x="1528" y="1802"/>
                    <a:pt x="1484" y="1820"/>
                    <a:pt x="1453" y="1858"/>
                  </a:cubicBezTo>
                  <a:cubicBezTo>
                    <a:pt x="512" y="2882"/>
                    <a:pt x="0" y="4227"/>
                    <a:pt x="0" y="5608"/>
                  </a:cubicBezTo>
                  <a:cubicBezTo>
                    <a:pt x="0" y="7096"/>
                    <a:pt x="583" y="8513"/>
                    <a:pt x="1643" y="9573"/>
                  </a:cubicBezTo>
                  <a:cubicBezTo>
                    <a:pt x="2703" y="10621"/>
                    <a:pt x="4096" y="11204"/>
                    <a:pt x="5608" y="11204"/>
                  </a:cubicBezTo>
                  <a:cubicBezTo>
                    <a:pt x="7108" y="11204"/>
                    <a:pt x="8501" y="10621"/>
                    <a:pt x="9561" y="9573"/>
                  </a:cubicBezTo>
                  <a:cubicBezTo>
                    <a:pt x="10620" y="8513"/>
                    <a:pt x="11204" y="7108"/>
                    <a:pt x="11204" y="5608"/>
                  </a:cubicBezTo>
                  <a:cubicBezTo>
                    <a:pt x="11216" y="4096"/>
                    <a:pt x="10632" y="2691"/>
                    <a:pt x="9573" y="1631"/>
                  </a:cubicBezTo>
                  <a:cubicBezTo>
                    <a:pt x="8525" y="572"/>
                    <a:pt x="7120" y="0"/>
                    <a:pt x="5620"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4" name="Google Shape;2694;p58"/>
            <p:cNvSpPr/>
            <p:nvPr/>
          </p:nvSpPr>
          <p:spPr>
            <a:xfrm>
              <a:off x="3183120" y="3921508"/>
              <a:ext cx="59414" cy="59382"/>
            </a:xfrm>
            <a:custGeom>
              <a:avLst/>
              <a:gdLst/>
              <a:ahLst/>
              <a:cxnLst/>
              <a:rect l="l" t="t" r="r" b="b"/>
              <a:pathLst>
                <a:path w="1871" h="1870" extrusionOk="0">
                  <a:moveTo>
                    <a:pt x="929" y="334"/>
                  </a:moveTo>
                  <a:cubicBezTo>
                    <a:pt x="1263" y="334"/>
                    <a:pt x="1549" y="608"/>
                    <a:pt x="1549" y="941"/>
                  </a:cubicBezTo>
                  <a:cubicBezTo>
                    <a:pt x="1549" y="1263"/>
                    <a:pt x="1263" y="1548"/>
                    <a:pt x="929" y="1548"/>
                  </a:cubicBezTo>
                  <a:cubicBezTo>
                    <a:pt x="608" y="1548"/>
                    <a:pt x="334" y="1287"/>
                    <a:pt x="334" y="941"/>
                  </a:cubicBezTo>
                  <a:cubicBezTo>
                    <a:pt x="334" y="596"/>
                    <a:pt x="608" y="334"/>
                    <a:pt x="929" y="334"/>
                  </a:cubicBezTo>
                  <a:close/>
                  <a:moveTo>
                    <a:pt x="929" y="1"/>
                  </a:moveTo>
                  <a:cubicBezTo>
                    <a:pt x="429" y="1"/>
                    <a:pt x="1" y="417"/>
                    <a:pt x="1" y="941"/>
                  </a:cubicBezTo>
                  <a:cubicBezTo>
                    <a:pt x="1" y="1453"/>
                    <a:pt x="417" y="1870"/>
                    <a:pt x="929" y="1870"/>
                  </a:cubicBezTo>
                  <a:cubicBezTo>
                    <a:pt x="1191" y="1870"/>
                    <a:pt x="1430" y="1775"/>
                    <a:pt x="1608" y="1596"/>
                  </a:cubicBezTo>
                  <a:cubicBezTo>
                    <a:pt x="1787" y="1417"/>
                    <a:pt x="1870" y="1179"/>
                    <a:pt x="1870" y="941"/>
                  </a:cubicBezTo>
                  <a:cubicBezTo>
                    <a:pt x="1870" y="679"/>
                    <a:pt x="1763" y="453"/>
                    <a:pt x="1584" y="263"/>
                  </a:cubicBezTo>
                  <a:cubicBezTo>
                    <a:pt x="1406" y="108"/>
                    <a:pt x="1191" y="1"/>
                    <a:pt x="929"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58"/>
            <p:cNvSpPr/>
            <p:nvPr/>
          </p:nvSpPr>
          <p:spPr>
            <a:xfrm>
              <a:off x="3149110" y="3735868"/>
              <a:ext cx="141056" cy="174716"/>
            </a:xfrm>
            <a:custGeom>
              <a:avLst/>
              <a:gdLst/>
              <a:ahLst/>
              <a:cxnLst/>
              <a:rect l="l" t="t" r="r" b="b"/>
              <a:pathLst>
                <a:path w="4442" h="5502" extrusionOk="0">
                  <a:moveTo>
                    <a:pt x="2143" y="1"/>
                  </a:moveTo>
                  <a:cubicBezTo>
                    <a:pt x="1322" y="1"/>
                    <a:pt x="810" y="286"/>
                    <a:pt x="536" y="501"/>
                  </a:cubicBezTo>
                  <a:cubicBezTo>
                    <a:pt x="191" y="786"/>
                    <a:pt x="0" y="1156"/>
                    <a:pt x="0" y="1513"/>
                  </a:cubicBezTo>
                  <a:cubicBezTo>
                    <a:pt x="0" y="1739"/>
                    <a:pt x="84" y="1941"/>
                    <a:pt x="262" y="2084"/>
                  </a:cubicBezTo>
                  <a:cubicBezTo>
                    <a:pt x="393" y="2203"/>
                    <a:pt x="596" y="2263"/>
                    <a:pt x="774" y="2263"/>
                  </a:cubicBezTo>
                  <a:cubicBezTo>
                    <a:pt x="1084" y="2263"/>
                    <a:pt x="1227" y="2049"/>
                    <a:pt x="1334" y="1894"/>
                  </a:cubicBezTo>
                  <a:cubicBezTo>
                    <a:pt x="1465" y="1679"/>
                    <a:pt x="1596" y="1489"/>
                    <a:pt x="2108" y="1489"/>
                  </a:cubicBezTo>
                  <a:cubicBezTo>
                    <a:pt x="2286" y="1489"/>
                    <a:pt x="2858" y="1525"/>
                    <a:pt x="2858" y="2001"/>
                  </a:cubicBezTo>
                  <a:cubicBezTo>
                    <a:pt x="2858" y="2358"/>
                    <a:pt x="2512" y="2632"/>
                    <a:pt x="2227" y="2858"/>
                  </a:cubicBezTo>
                  <a:cubicBezTo>
                    <a:pt x="2155" y="2918"/>
                    <a:pt x="2072" y="2965"/>
                    <a:pt x="2024" y="3025"/>
                  </a:cubicBezTo>
                  <a:cubicBezTo>
                    <a:pt x="1679" y="3323"/>
                    <a:pt x="1286" y="3763"/>
                    <a:pt x="1286" y="4668"/>
                  </a:cubicBezTo>
                  <a:cubicBezTo>
                    <a:pt x="1286" y="5180"/>
                    <a:pt x="1405" y="5501"/>
                    <a:pt x="2000" y="5501"/>
                  </a:cubicBezTo>
                  <a:cubicBezTo>
                    <a:pt x="2274" y="5501"/>
                    <a:pt x="2465" y="5442"/>
                    <a:pt x="2596" y="5323"/>
                  </a:cubicBezTo>
                  <a:cubicBezTo>
                    <a:pt x="2703" y="5216"/>
                    <a:pt x="2762" y="5085"/>
                    <a:pt x="2762" y="4918"/>
                  </a:cubicBezTo>
                  <a:cubicBezTo>
                    <a:pt x="2762" y="4430"/>
                    <a:pt x="2762" y="4192"/>
                    <a:pt x="3263" y="3787"/>
                  </a:cubicBezTo>
                  <a:lnTo>
                    <a:pt x="3286" y="3787"/>
                  </a:lnTo>
                  <a:cubicBezTo>
                    <a:pt x="3298" y="3775"/>
                    <a:pt x="3322" y="3763"/>
                    <a:pt x="3358" y="3727"/>
                  </a:cubicBezTo>
                  <a:cubicBezTo>
                    <a:pt x="3429" y="3680"/>
                    <a:pt x="3453" y="3573"/>
                    <a:pt x="3393" y="3489"/>
                  </a:cubicBezTo>
                  <a:cubicBezTo>
                    <a:pt x="3360" y="3449"/>
                    <a:pt x="3311" y="3427"/>
                    <a:pt x="3261" y="3427"/>
                  </a:cubicBezTo>
                  <a:cubicBezTo>
                    <a:pt x="3224" y="3427"/>
                    <a:pt x="3186" y="3440"/>
                    <a:pt x="3155" y="3465"/>
                  </a:cubicBezTo>
                  <a:cubicBezTo>
                    <a:pt x="3120" y="3477"/>
                    <a:pt x="3108" y="3513"/>
                    <a:pt x="3072" y="3525"/>
                  </a:cubicBezTo>
                  <a:lnTo>
                    <a:pt x="3060" y="3525"/>
                  </a:lnTo>
                  <a:cubicBezTo>
                    <a:pt x="2465" y="3989"/>
                    <a:pt x="2429" y="4346"/>
                    <a:pt x="2429" y="4906"/>
                  </a:cubicBezTo>
                  <a:cubicBezTo>
                    <a:pt x="2429" y="4977"/>
                    <a:pt x="2429" y="5156"/>
                    <a:pt x="2000" y="5156"/>
                  </a:cubicBezTo>
                  <a:cubicBezTo>
                    <a:pt x="1798" y="5156"/>
                    <a:pt x="1739" y="5120"/>
                    <a:pt x="1703" y="5085"/>
                  </a:cubicBezTo>
                  <a:cubicBezTo>
                    <a:pt x="1643" y="5025"/>
                    <a:pt x="1619" y="4882"/>
                    <a:pt x="1619" y="4656"/>
                  </a:cubicBezTo>
                  <a:cubicBezTo>
                    <a:pt x="1619" y="3882"/>
                    <a:pt x="1929" y="3513"/>
                    <a:pt x="2227" y="3251"/>
                  </a:cubicBezTo>
                  <a:cubicBezTo>
                    <a:pt x="2286" y="3215"/>
                    <a:pt x="2346" y="3156"/>
                    <a:pt x="2417" y="3108"/>
                  </a:cubicBezTo>
                  <a:cubicBezTo>
                    <a:pt x="2762" y="2858"/>
                    <a:pt x="3179" y="2525"/>
                    <a:pt x="3179" y="1989"/>
                  </a:cubicBezTo>
                  <a:cubicBezTo>
                    <a:pt x="3179" y="1465"/>
                    <a:pt x="2762" y="1144"/>
                    <a:pt x="2108" y="1144"/>
                  </a:cubicBezTo>
                  <a:cubicBezTo>
                    <a:pt x="1417" y="1144"/>
                    <a:pt x="1215" y="1453"/>
                    <a:pt x="1048" y="1691"/>
                  </a:cubicBezTo>
                  <a:cubicBezTo>
                    <a:pt x="941" y="1858"/>
                    <a:pt x="881" y="1918"/>
                    <a:pt x="750" y="1918"/>
                  </a:cubicBezTo>
                  <a:cubicBezTo>
                    <a:pt x="572" y="1918"/>
                    <a:pt x="322" y="1810"/>
                    <a:pt x="322" y="1513"/>
                  </a:cubicBezTo>
                  <a:cubicBezTo>
                    <a:pt x="322" y="1322"/>
                    <a:pt x="429" y="1025"/>
                    <a:pt x="738" y="775"/>
                  </a:cubicBezTo>
                  <a:cubicBezTo>
                    <a:pt x="977" y="572"/>
                    <a:pt x="1405" y="334"/>
                    <a:pt x="2131" y="334"/>
                  </a:cubicBezTo>
                  <a:cubicBezTo>
                    <a:pt x="3298" y="334"/>
                    <a:pt x="4120" y="953"/>
                    <a:pt x="4120" y="1822"/>
                  </a:cubicBezTo>
                  <a:cubicBezTo>
                    <a:pt x="4120" y="2227"/>
                    <a:pt x="3941" y="2644"/>
                    <a:pt x="3596" y="3037"/>
                  </a:cubicBezTo>
                  <a:cubicBezTo>
                    <a:pt x="3524" y="3096"/>
                    <a:pt x="3536" y="3203"/>
                    <a:pt x="3596" y="3263"/>
                  </a:cubicBezTo>
                  <a:cubicBezTo>
                    <a:pt x="3629" y="3290"/>
                    <a:pt x="3669" y="3305"/>
                    <a:pt x="3709" y="3305"/>
                  </a:cubicBezTo>
                  <a:cubicBezTo>
                    <a:pt x="3755" y="3305"/>
                    <a:pt x="3802" y="3284"/>
                    <a:pt x="3834" y="3239"/>
                  </a:cubicBezTo>
                  <a:cubicBezTo>
                    <a:pt x="4239" y="2787"/>
                    <a:pt x="4441" y="2310"/>
                    <a:pt x="4441" y="1810"/>
                  </a:cubicBezTo>
                  <a:cubicBezTo>
                    <a:pt x="4441" y="1287"/>
                    <a:pt x="4203" y="834"/>
                    <a:pt x="3786" y="501"/>
                  </a:cubicBezTo>
                  <a:cubicBezTo>
                    <a:pt x="3370" y="179"/>
                    <a:pt x="2798" y="1"/>
                    <a:pt x="2143"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96" name="Google Shape;2696;p58"/>
          <p:cNvGrpSpPr/>
          <p:nvPr/>
        </p:nvGrpSpPr>
        <p:grpSpPr>
          <a:xfrm>
            <a:off x="1349222" y="3450523"/>
            <a:ext cx="426157" cy="425362"/>
            <a:chOff x="1421638" y="4125629"/>
            <a:chExt cx="374709" cy="374010"/>
          </a:xfrm>
        </p:grpSpPr>
        <p:sp>
          <p:nvSpPr>
            <p:cNvPr id="2697" name="Google Shape;2697;p58"/>
            <p:cNvSpPr/>
            <p:nvPr/>
          </p:nvSpPr>
          <p:spPr>
            <a:xfrm>
              <a:off x="1421638" y="4265954"/>
              <a:ext cx="374709" cy="233685"/>
            </a:xfrm>
            <a:custGeom>
              <a:avLst/>
              <a:gdLst/>
              <a:ahLst/>
              <a:cxnLst/>
              <a:rect l="l" t="t" r="r" b="b"/>
              <a:pathLst>
                <a:path w="11800" h="7359" extrusionOk="0">
                  <a:moveTo>
                    <a:pt x="3180" y="3298"/>
                  </a:moveTo>
                  <a:lnTo>
                    <a:pt x="3180" y="7001"/>
                  </a:lnTo>
                  <a:lnTo>
                    <a:pt x="1691" y="7001"/>
                  </a:lnTo>
                  <a:lnTo>
                    <a:pt x="1691" y="3298"/>
                  </a:lnTo>
                  <a:close/>
                  <a:moveTo>
                    <a:pt x="6680" y="2370"/>
                  </a:moveTo>
                  <a:lnTo>
                    <a:pt x="6680" y="7001"/>
                  </a:lnTo>
                  <a:lnTo>
                    <a:pt x="5192" y="7001"/>
                  </a:lnTo>
                  <a:lnTo>
                    <a:pt x="5192" y="2370"/>
                  </a:lnTo>
                  <a:close/>
                  <a:moveTo>
                    <a:pt x="10180" y="345"/>
                  </a:moveTo>
                  <a:lnTo>
                    <a:pt x="10180" y="7001"/>
                  </a:lnTo>
                  <a:lnTo>
                    <a:pt x="8692" y="7001"/>
                  </a:lnTo>
                  <a:lnTo>
                    <a:pt x="8692" y="345"/>
                  </a:lnTo>
                  <a:close/>
                  <a:moveTo>
                    <a:pt x="8502" y="0"/>
                  </a:moveTo>
                  <a:cubicBezTo>
                    <a:pt x="8406" y="0"/>
                    <a:pt x="8323" y="84"/>
                    <a:pt x="8323" y="179"/>
                  </a:cubicBezTo>
                  <a:lnTo>
                    <a:pt x="8323" y="7001"/>
                  </a:lnTo>
                  <a:lnTo>
                    <a:pt x="7013" y="7001"/>
                  </a:lnTo>
                  <a:lnTo>
                    <a:pt x="7013" y="2203"/>
                  </a:lnTo>
                  <a:cubicBezTo>
                    <a:pt x="7013" y="2120"/>
                    <a:pt x="6930" y="2024"/>
                    <a:pt x="6835" y="2024"/>
                  </a:cubicBezTo>
                  <a:lnTo>
                    <a:pt x="4989" y="2024"/>
                  </a:lnTo>
                  <a:cubicBezTo>
                    <a:pt x="4894" y="2024"/>
                    <a:pt x="4811" y="2108"/>
                    <a:pt x="4811" y="2203"/>
                  </a:cubicBezTo>
                  <a:lnTo>
                    <a:pt x="4811" y="7001"/>
                  </a:lnTo>
                  <a:lnTo>
                    <a:pt x="3501" y="7001"/>
                  </a:lnTo>
                  <a:lnTo>
                    <a:pt x="3501" y="3132"/>
                  </a:lnTo>
                  <a:cubicBezTo>
                    <a:pt x="3501" y="3036"/>
                    <a:pt x="3418" y="2953"/>
                    <a:pt x="3322" y="2953"/>
                  </a:cubicBezTo>
                  <a:lnTo>
                    <a:pt x="1477" y="2953"/>
                  </a:lnTo>
                  <a:cubicBezTo>
                    <a:pt x="1382" y="2953"/>
                    <a:pt x="1298" y="3024"/>
                    <a:pt x="1298" y="3132"/>
                  </a:cubicBezTo>
                  <a:lnTo>
                    <a:pt x="1298" y="7001"/>
                  </a:lnTo>
                  <a:lnTo>
                    <a:pt x="179" y="7001"/>
                  </a:lnTo>
                  <a:cubicBezTo>
                    <a:pt x="84" y="7001"/>
                    <a:pt x="1" y="7073"/>
                    <a:pt x="1" y="7180"/>
                  </a:cubicBezTo>
                  <a:cubicBezTo>
                    <a:pt x="1" y="7287"/>
                    <a:pt x="72" y="7358"/>
                    <a:pt x="179" y="7358"/>
                  </a:cubicBezTo>
                  <a:lnTo>
                    <a:pt x="11597" y="7358"/>
                  </a:lnTo>
                  <a:cubicBezTo>
                    <a:pt x="11681" y="7358"/>
                    <a:pt x="11776" y="7287"/>
                    <a:pt x="11776" y="7180"/>
                  </a:cubicBezTo>
                  <a:cubicBezTo>
                    <a:pt x="11800" y="7073"/>
                    <a:pt x="11728" y="7001"/>
                    <a:pt x="11633" y="7001"/>
                  </a:cubicBezTo>
                  <a:lnTo>
                    <a:pt x="10526" y="7001"/>
                  </a:lnTo>
                  <a:lnTo>
                    <a:pt x="10526" y="179"/>
                  </a:lnTo>
                  <a:cubicBezTo>
                    <a:pt x="10526" y="95"/>
                    <a:pt x="10442" y="0"/>
                    <a:pt x="10347"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58"/>
            <p:cNvSpPr/>
            <p:nvPr/>
          </p:nvSpPr>
          <p:spPr>
            <a:xfrm>
              <a:off x="1428052" y="4125629"/>
              <a:ext cx="356958" cy="215585"/>
            </a:xfrm>
            <a:custGeom>
              <a:avLst/>
              <a:gdLst/>
              <a:ahLst/>
              <a:cxnLst/>
              <a:rect l="l" t="t" r="r" b="b"/>
              <a:pathLst>
                <a:path w="11241" h="6789" extrusionOk="0">
                  <a:moveTo>
                    <a:pt x="10668" y="0"/>
                  </a:moveTo>
                  <a:cubicBezTo>
                    <a:pt x="10653" y="0"/>
                    <a:pt x="10637" y="1"/>
                    <a:pt x="10621" y="2"/>
                  </a:cubicBezTo>
                  <a:lnTo>
                    <a:pt x="9145" y="181"/>
                  </a:lnTo>
                  <a:cubicBezTo>
                    <a:pt x="8847" y="216"/>
                    <a:pt x="8633" y="490"/>
                    <a:pt x="8669" y="788"/>
                  </a:cubicBezTo>
                  <a:cubicBezTo>
                    <a:pt x="8691" y="1064"/>
                    <a:pt x="8938" y="1268"/>
                    <a:pt x="9211" y="1268"/>
                  </a:cubicBezTo>
                  <a:cubicBezTo>
                    <a:pt x="9232" y="1268"/>
                    <a:pt x="9254" y="1267"/>
                    <a:pt x="9276" y="1264"/>
                  </a:cubicBezTo>
                  <a:lnTo>
                    <a:pt x="9395" y="1252"/>
                  </a:lnTo>
                  <a:lnTo>
                    <a:pt x="9395" y="1252"/>
                  </a:lnTo>
                  <a:cubicBezTo>
                    <a:pt x="7597" y="3348"/>
                    <a:pt x="5442" y="4443"/>
                    <a:pt x="3918" y="4979"/>
                  </a:cubicBezTo>
                  <a:cubicBezTo>
                    <a:pt x="2025" y="5657"/>
                    <a:pt x="561" y="5717"/>
                    <a:pt x="537" y="5717"/>
                  </a:cubicBezTo>
                  <a:cubicBezTo>
                    <a:pt x="239" y="5729"/>
                    <a:pt x="1" y="5967"/>
                    <a:pt x="25" y="6265"/>
                  </a:cubicBezTo>
                  <a:cubicBezTo>
                    <a:pt x="37" y="6562"/>
                    <a:pt x="275" y="6789"/>
                    <a:pt x="561" y="6789"/>
                  </a:cubicBezTo>
                  <a:lnTo>
                    <a:pt x="572" y="6789"/>
                  </a:lnTo>
                  <a:cubicBezTo>
                    <a:pt x="632" y="6789"/>
                    <a:pt x="2192" y="6729"/>
                    <a:pt x="4263" y="6003"/>
                  </a:cubicBezTo>
                  <a:cubicBezTo>
                    <a:pt x="5418" y="5586"/>
                    <a:pt x="6514" y="5050"/>
                    <a:pt x="7490" y="4383"/>
                  </a:cubicBezTo>
                  <a:cubicBezTo>
                    <a:pt x="7561" y="4324"/>
                    <a:pt x="7597" y="4217"/>
                    <a:pt x="7538" y="4145"/>
                  </a:cubicBezTo>
                  <a:cubicBezTo>
                    <a:pt x="7501" y="4093"/>
                    <a:pt x="7445" y="4065"/>
                    <a:pt x="7391" y="4065"/>
                  </a:cubicBezTo>
                  <a:cubicBezTo>
                    <a:pt x="7358" y="4065"/>
                    <a:pt x="7326" y="4075"/>
                    <a:pt x="7299" y="4098"/>
                  </a:cubicBezTo>
                  <a:cubicBezTo>
                    <a:pt x="6335" y="4753"/>
                    <a:pt x="5275" y="5288"/>
                    <a:pt x="4144" y="5693"/>
                  </a:cubicBezTo>
                  <a:cubicBezTo>
                    <a:pt x="2132" y="6408"/>
                    <a:pt x="632" y="6467"/>
                    <a:pt x="561" y="6467"/>
                  </a:cubicBezTo>
                  <a:cubicBezTo>
                    <a:pt x="453" y="6467"/>
                    <a:pt x="358" y="6372"/>
                    <a:pt x="358" y="6265"/>
                  </a:cubicBezTo>
                  <a:cubicBezTo>
                    <a:pt x="358" y="6169"/>
                    <a:pt x="441" y="6074"/>
                    <a:pt x="561" y="6062"/>
                  </a:cubicBezTo>
                  <a:cubicBezTo>
                    <a:pt x="572" y="6062"/>
                    <a:pt x="2085" y="6003"/>
                    <a:pt x="4037" y="5300"/>
                  </a:cubicBezTo>
                  <a:cubicBezTo>
                    <a:pt x="5680" y="4717"/>
                    <a:pt x="8026" y="3514"/>
                    <a:pt x="9943" y="1133"/>
                  </a:cubicBezTo>
                  <a:cubicBezTo>
                    <a:pt x="10035" y="1018"/>
                    <a:pt x="9949" y="847"/>
                    <a:pt x="9813" y="847"/>
                  </a:cubicBezTo>
                  <a:cubicBezTo>
                    <a:pt x="9809" y="847"/>
                    <a:pt x="9804" y="847"/>
                    <a:pt x="9800" y="847"/>
                  </a:cubicBezTo>
                  <a:lnTo>
                    <a:pt x="9252" y="931"/>
                  </a:lnTo>
                  <a:cubicBezTo>
                    <a:pt x="9244" y="932"/>
                    <a:pt x="9236" y="932"/>
                    <a:pt x="9228" y="932"/>
                  </a:cubicBezTo>
                  <a:cubicBezTo>
                    <a:pt x="9139" y="932"/>
                    <a:pt x="9049" y="874"/>
                    <a:pt x="9038" y="776"/>
                  </a:cubicBezTo>
                  <a:cubicBezTo>
                    <a:pt x="9014" y="657"/>
                    <a:pt x="9085" y="550"/>
                    <a:pt x="9204" y="538"/>
                  </a:cubicBezTo>
                  <a:lnTo>
                    <a:pt x="10681" y="359"/>
                  </a:lnTo>
                  <a:cubicBezTo>
                    <a:pt x="10688" y="358"/>
                    <a:pt x="10696" y="358"/>
                    <a:pt x="10703" y="358"/>
                  </a:cubicBezTo>
                  <a:cubicBezTo>
                    <a:pt x="10812" y="358"/>
                    <a:pt x="10895" y="438"/>
                    <a:pt x="10895" y="550"/>
                  </a:cubicBezTo>
                  <a:lnTo>
                    <a:pt x="10895" y="2026"/>
                  </a:lnTo>
                  <a:cubicBezTo>
                    <a:pt x="10895" y="2133"/>
                    <a:pt x="10812" y="2217"/>
                    <a:pt x="10705" y="2217"/>
                  </a:cubicBezTo>
                  <a:cubicBezTo>
                    <a:pt x="10598" y="2217"/>
                    <a:pt x="10514" y="2133"/>
                    <a:pt x="10514" y="2026"/>
                  </a:cubicBezTo>
                  <a:lnTo>
                    <a:pt x="10514" y="1586"/>
                  </a:lnTo>
                  <a:cubicBezTo>
                    <a:pt x="10514" y="1502"/>
                    <a:pt x="10467" y="1443"/>
                    <a:pt x="10407" y="1419"/>
                  </a:cubicBezTo>
                  <a:cubicBezTo>
                    <a:pt x="10387" y="1409"/>
                    <a:pt x="10368" y="1405"/>
                    <a:pt x="10349" y="1405"/>
                  </a:cubicBezTo>
                  <a:cubicBezTo>
                    <a:pt x="10298" y="1405"/>
                    <a:pt x="10251" y="1435"/>
                    <a:pt x="10217" y="1478"/>
                  </a:cubicBezTo>
                  <a:cubicBezTo>
                    <a:pt x="9574" y="2264"/>
                    <a:pt x="8835" y="2979"/>
                    <a:pt x="8026" y="3610"/>
                  </a:cubicBezTo>
                  <a:cubicBezTo>
                    <a:pt x="7954" y="3669"/>
                    <a:pt x="7942" y="3764"/>
                    <a:pt x="8002" y="3848"/>
                  </a:cubicBezTo>
                  <a:cubicBezTo>
                    <a:pt x="8036" y="3888"/>
                    <a:pt x="8081" y="3910"/>
                    <a:pt x="8129" y="3910"/>
                  </a:cubicBezTo>
                  <a:cubicBezTo>
                    <a:pt x="8166" y="3910"/>
                    <a:pt x="8204" y="3897"/>
                    <a:pt x="8240" y="3872"/>
                  </a:cubicBezTo>
                  <a:cubicBezTo>
                    <a:pt x="8931" y="3336"/>
                    <a:pt x="9585" y="2729"/>
                    <a:pt x="10169" y="2062"/>
                  </a:cubicBezTo>
                  <a:cubicBezTo>
                    <a:pt x="10181" y="2336"/>
                    <a:pt x="10419" y="2574"/>
                    <a:pt x="10705" y="2574"/>
                  </a:cubicBezTo>
                  <a:cubicBezTo>
                    <a:pt x="11002" y="2574"/>
                    <a:pt x="11240" y="2336"/>
                    <a:pt x="11240" y="2038"/>
                  </a:cubicBezTo>
                  <a:lnTo>
                    <a:pt x="11240" y="573"/>
                  </a:lnTo>
                  <a:cubicBezTo>
                    <a:pt x="11240" y="395"/>
                    <a:pt x="11169" y="240"/>
                    <a:pt x="11050" y="133"/>
                  </a:cubicBezTo>
                  <a:cubicBezTo>
                    <a:pt x="10943" y="47"/>
                    <a:pt x="10807" y="0"/>
                    <a:pt x="10668"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02"/>
        <p:cNvGrpSpPr/>
        <p:nvPr/>
      </p:nvGrpSpPr>
      <p:grpSpPr>
        <a:xfrm>
          <a:off x="0" y="0"/>
          <a:ext cx="0" cy="0"/>
          <a:chOff x="0" y="0"/>
          <a:chExt cx="0" cy="0"/>
        </a:xfrm>
      </p:grpSpPr>
      <p:sp>
        <p:nvSpPr>
          <p:cNvPr id="2703" name="Google Shape;2703;p59"/>
          <p:cNvSpPr/>
          <p:nvPr/>
        </p:nvSpPr>
        <p:spPr>
          <a:xfrm>
            <a:off x="4235325" y="551700"/>
            <a:ext cx="4195500" cy="4040100"/>
          </a:xfrm>
          <a:prstGeom prst="rect">
            <a:avLst/>
          </a:pr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04" name="Google Shape;2704;p59"/>
          <p:cNvGrpSpPr/>
          <p:nvPr/>
        </p:nvGrpSpPr>
        <p:grpSpPr>
          <a:xfrm>
            <a:off x="6533013" y="2934598"/>
            <a:ext cx="1091842" cy="1336255"/>
            <a:chOff x="3112575" y="3748373"/>
            <a:chExt cx="1091842" cy="1336255"/>
          </a:xfrm>
        </p:grpSpPr>
        <p:sp>
          <p:nvSpPr>
            <p:cNvPr id="2705" name="Google Shape;2705;p59"/>
            <p:cNvSpPr/>
            <p:nvPr/>
          </p:nvSpPr>
          <p:spPr>
            <a:xfrm>
              <a:off x="3329491" y="4445237"/>
              <a:ext cx="810154" cy="639392"/>
            </a:xfrm>
            <a:custGeom>
              <a:avLst/>
              <a:gdLst/>
              <a:ahLst/>
              <a:cxnLst/>
              <a:rect l="l" t="t" r="r" b="b"/>
              <a:pathLst>
                <a:path w="25088" h="19800" extrusionOk="0">
                  <a:moveTo>
                    <a:pt x="18647" y="0"/>
                  </a:moveTo>
                  <a:cubicBezTo>
                    <a:pt x="18421" y="276"/>
                    <a:pt x="18171" y="551"/>
                    <a:pt x="17920" y="777"/>
                  </a:cubicBezTo>
                  <a:cubicBezTo>
                    <a:pt x="17970" y="852"/>
                    <a:pt x="18020" y="927"/>
                    <a:pt x="18121" y="1003"/>
                  </a:cubicBezTo>
                  <a:lnTo>
                    <a:pt x="18822" y="1504"/>
                  </a:lnTo>
                  <a:lnTo>
                    <a:pt x="17419" y="1178"/>
                  </a:lnTo>
                  <a:cubicBezTo>
                    <a:pt x="16968" y="1529"/>
                    <a:pt x="16491" y="1805"/>
                    <a:pt x="16015" y="2005"/>
                  </a:cubicBezTo>
                  <a:cubicBezTo>
                    <a:pt x="16040" y="2005"/>
                    <a:pt x="16040" y="2005"/>
                    <a:pt x="16040" y="2030"/>
                  </a:cubicBezTo>
                  <a:lnTo>
                    <a:pt x="17444" y="2832"/>
                  </a:lnTo>
                  <a:lnTo>
                    <a:pt x="17444" y="2832"/>
                  </a:lnTo>
                  <a:lnTo>
                    <a:pt x="15238" y="2306"/>
                  </a:lnTo>
                  <a:cubicBezTo>
                    <a:pt x="14436" y="2582"/>
                    <a:pt x="13584" y="2707"/>
                    <a:pt x="12682" y="2757"/>
                  </a:cubicBezTo>
                  <a:cubicBezTo>
                    <a:pt x="12732" y="2807"/>
                    <a:pt x="12807" y="2882"/>
                    <a:pt x="12907" y="2907"/>
                  </a:cubicBezTo>
                  <a:lnTo>
                    <a:pt x="14587" y="3659"/>
                  </a:lnTo>
                  <a:lnTo>
                    <a:pt x="14587" y="3659"/>
                  </a:lnTo>
                  <a:lnTo>
                    <a:pt x="11354" y="2782"/>
                  </a:lnTo>
                  <a:lnTo>
                    <a:pt x="6993" y="2782"/>
                  </a:lnTo>
                  <a:cubicBezTo>
                    <a:pt x="6667" y="2782"/>
                    <a:pt x="6366" y="2732"/>
                    <a:pt x="6040" y="2682"/>
                  </a:cubicBezTo>
                  <a:lnTo>
                    <a:pt x="6040" y="2682"/>
                  </a:lnTo>
                  <a:cubicBezTo>
                    <a:pt x="7444" y="3158"/>
                    <a:pt x="9198" y="3684"/>
                    <a:pt x="10501" y="4311"/>
                  </a:cubicBezTo>
                  <a:cubicBezTo>
                    <a:pt x="7745" y="3233"/>
                    <a:pt x="4637" y="2607"/>
                    <a:pt x="4461" y="2506"/>
                  </a:cubicBezTo>
                  <a:lnTo>
                    <a:pt x="4436" y="2531"/>
                  </a:lnTo>
                  <a:cubicBezTo>
                    <a:pt x="4249" y="2448"/>
                    <a:pt x="4096" y="2404"/>
                    <a:pt x="3963" y="2404"/>
                  </a:cubicBezTo>
                  <a:cubicBezTo>
                    <a:pt x="3777" y="2404"/>
                    <a:pt x="3630" y="2491"/>
                    <a:pt x="3484" y="2682"/>
                  </a:cubicBezTo>
                  <a:cubicBezTo>
                    <a:pt x="3258" y="2932"/>
                    <a:pt x="3359" y="3283"/>
                    <a:pt x="3684" y="3459"/>
                  </a:cubicBezTo>
                  <a:cubicBezTo>
                    <a:pt x="3760" y="3509"/>
                    <a:pt x="6767" y="4411"/>
                    <a:pt x="9549" y="5865"/>
                  </a:cubicBezTo>
                  <a:lnTo>
                    <a:pt x="3735" y="3935"/>
                  </a:lnTo>
                  <a:cubicBezTo>
                    <a:pt x="3630" y="3887"/>
                    <a:pt x="3518" y="3864"/>
                    <a:pt x="3407" y="3864"/>
                  </a:cubicBezTo>
                  <a:cubicBezTo>
                    <a:pt x="3172" y="3864"/>
                    <a:pt x="2943" y="3965"/>
                    <a:pt x="2807" y="4135"/>
                  </a:cubicBezTo>
                  <a:cubicBezTo>
                    <a:pt x="2607" y="4386"/>
                    <a:pt x="2707" y="4712"/>
                    <a:pt x="3008" y="4887"/>
                  </a:cubicBezTo>
                  <a:lnTo>
                    <a:pt x="13033" y="9699"/>
                  </a:lnTo>
                  <a:lnTo>
                    <a:pt x="2958" y="5890"/>
                  </a:lnTo>
                  <a:cubicBezTo>
                    <a:pt x="2846" y="5850"/>
                    <a:pt x="2729" y="5830"/>
                    <a:pt x="2615" y="5830"/>
                  </a:cubicBezTo>
                  <a:cubicBezTo>
                    <a:pt x="2371" y="5830"/>
                    <a:pt x="2142" y="5920"/>
                    <a:pt x="2005" y="6090"/>
                  </a:cubicBezTo>
                  <a:cubicBezTo>
                    <a:pt x="1805" y="6366"/>
                    <a:pt x="1905" y="6692"/>
                    <a:pt x="2206" y="6867"/>
                  </a:cubicBezTo>
                  <a:lnTo>
                    <a:pt x="13459" y="12281"/>
                  </a:lnTo>
                  <a:lnTo>
                    <a:pt x="2782" y="7744"/>
                  </a:lnTo>
                  <a:cubicBezTo>
                    <a:pt x="2670" y="7696"/>
                    <a:pt x="2552" y="7674"/>
                    <a:pt x="2438" y="7674"/>
                  </a:cubicBezTo>
                  <a:cubicBezTo>
                    <a:pt x="2195" y="7674"/>
                    <a:pt x="1966" y="7775"/>
                    <a:pt x="1830" y="7945"/>
                  </a:cubicBezTo>
                  <a:cubicBezTo>
                    <a:pt x="1654" y="8196"/>
                    <a:pt x="1755" y="8547"/>
                    <a:pt x="2055" y="8697"/>
                  </a:cubicBezTo>
                  <a:lnTo>
                    <a:pt x="9073" y="12406"/>
                  </a:lnTo>
                  <a:lnTo>
                    <a:pt x="9073" y="12406"/>
                  </a:lnTo>
                  <a:lnTo>
                    <a:pt x="2331" y="9499"/>
                  </a:lnTo>
                  <a:cubicBezTo>
                    <a:pt x="2227" y="9459"/>
                    <a:pt x="2116" y="9439"/>
                    <a:pt x="2005" y="9439"/>
                  </a:cubicBezTo>
                  <a:cubicBezTo>
                    <a:pt x="1770" y="9439"/>
                    <a:pt x="1540" y="9529"/>
                    <a:pt x="1404" y="9699"/>
                  </a:cubicBezTo>
                  <a:cubicBezTo>
                    <a:pt x="1203" y="9975"/>
                    <a:pt x="1303" y="10301"/>
                    <a:pt x="1604" y="10476"/>
                  </a:cubicBezTo>
                  <a:lnTo>
                    <a:pt x="9349" y="14887"/>
                  </a:lnTo>
                  <a:lnTo>
                    <a:pt x="1629" y="11704"/>
                  </a:lnTo>
                  <a:cubicBezTo>
                    <a:pt x="1517" y="11664"/>
                    <a:pt x="1400" y="11645"/>
                    <a:pt x="1287" y="11645"/>
                  </a:cubicBezTo>
                  <a:cubicBezTo>
                    <a:pt x="1046" y="11645"/>
                    <a:pt x="821" y="11734"/>
                    <a:pt x="702" y="11905"/>
                  </a:cubicBezTo>
                  <a:cubicBezTo>
                    <a:pt x="501" y="12181"/>
                    <a:pt x="602" y="12506"/>
                    <a:pt x="902" y="12682"/>
                  </a:cubicBezTo>
                  <a:lnTo>
                    <a:pt x="6316" y="15740"/>
                  </a:lnTo>
                  <a:lnTo>
                    <a:pt x="1429" y="13885"/>
                  </a:lnTo>
                  <a:cubicBezTo>
                    <a:pt x="1336" y="13856"/>
                    <a:pt x="1236" y="13842"/>
                    <a:pt x="1138" y="13842"/>
                  </a:cubicBezTo>
                  <a:cubicBezTo>
                    <a:pt x="892" y="13842"/>
                    <a:pt x="652" y="13931"/>
                    <a:pt x="526" y="14110"/>
                  </a:cubicBezTo>
                  <a:cubicBezTo>
                    <a:pt x="326" y="14361"/>
                    <a:pt x="426" y="14687"/>
                    <a:pt x="702" y="14862"/>
                  </a:cubicBezTo>
                  <a:lnTo>
                    <a:pt x="3735" y="16667"/>
                  </a:lnTo>
                  <a:lnTo>
                    <a:pt x="1053" y="15740"/>
                  </a:lnTo>
                  <a:cubicBezTo>
                    <a:pt x="958" y="15703"/>
                    <a:pt x="858" y="15686"/>
                    <a:pt x="761" y="15686"/>
                  </a:cubicBezTo>
                  <a:cubicBezTo>
                    <a:pt x="525" y="15686"/>
                    <a:pt x="300" y="15788"/>
                    <a:pt x="176" y="15965"/>
                  </a:cubicBezTo>
                  <a:cubicBezTo>
                    <a:pt x="0" y="16191"/>
                    <a:pt x="50" y="16516"/>
                    <a:pt x="326" y="16692"/>
                  </a:cubicBezTo>
                  <a:lnTo>
                    <a:pt x="1454" y="17444"/>
                  </a:lnTo>
                  <a:lnTo>
                    <a:pt x="1203" y="17369"/>
                  </a:lnTo>
                  <a:cubicBezTo>
                    <a:pt x="1113" y="17339"/>
                    <a:pt x="1021" y="17324"/>
                    <a:pt x="931" y="17324"/>
                  </a:cubicBezTo>
                  <a:cubicBezTo>
                    <a:pt x="719" y="17324"/>
                    <a:pt x="517" y="17403"/>
                    <a:pt x="376" y="17544"/>
                  </a:cubicBezTo>
                  <a:cubicBezTo>
                    <a:pt x="201" y="17770"/>
                    <a:pt x="201" y="18045"/>
                    <a:pt x="401" y="18246"/>
                  </a:cubicBezTo>
                  <a:lnTo>
                    <a:pt x="1554" y="19374"/>
                  </a:lnTo>
                  <a:cubicBezTo>
                    <a:pt x="1679" y="19513"/>
                    <a:pt x="1874" y="19582"/>
                    <a:pt x="2074" y="19582"/>
                  </a:cubicBezTo>
                  <a:cubicBezTo>
                    <a:pt x="2234" y="19582"/>
                    <a:pt x="2398" y="19538"/>
                    <a:pt x="2531" y="19449"/>
                  </a:cubicBezTo>
                  <a:cubicBezTo>
                    <a:pt x="2682" y="19349"/>
                    <a:pt x="2782" y="19223"/>
                    <a:pt x="2782" y="19073"/>
                  </a:cubicBezTo>
                  <a:lnTo>
                    <a:pt x="5013" y="19750"/>
                  </a:lnTo>
                  <a:cubicBezTo>
                    <a:pt x="5088" y="19775"/>
                    <a:pt x="5188" y="19800"/>
                    <a:pt x="5263" y="19800"/>
                  </a:cubicBezTo>
                  <a:cubicBezTo>
                    <a:pt x="5514" y="19800"/>
                    <a:pt x="5740" y="19699"/>
                    <a:pt x="5865" y="19524"/>
                  </a:cubicBezTo>
                  <a:cubicBezTo>
                    <a:pt x="6040" y="19273"/>
                    <a:pt x="5965" y="18973"/>
                    <a:pt x="5714" y="18797"/>
                  </a:cubicBezTo>
                  <a:lnTo>
                    <a:pt x="5088" y="18396"/>
                  </a:lnTo>
                  <a:lnTo>
                    <a:pt x="8772" y="19674"/>
                  </a:lnTo>
                  <a:cubicBezTo>
                    <a:pt x="8867" y="19711"/>
                    <a:pt x="8967" y="19728"/>
                    <a:pt x="9064" y="19728"/>
                  </a:cubicBezTo>
                  <a:cubicBezTo>
                    <a:pt x="9300" y="19728"/>
                    <a:pt x="9525" y="19626"/>
                    <a:pt x="9649" y="19449"/>
                  </a:cubicBezTo>
                  <a:cubicBezTo>
                    <a:pt x="9850" y="19198"/>
                    <a:pt x="9750" y="18872"/>
                    <a:pt x="9474" y="18697"/>
                  </a:cubicBezTo>
                  <a:lnTo>
                    <a:pt x="7068" y="17268"/>
                  </a:lnTo>
                  <a:lnTo>
                    <a:pt x="7068" y="17268"/>
                  </a:lnTo>
                  <a:lnTo>
                    <a:pt x="12958" y="19474"/>
                  </a:lnTo>
                  <a:cubicBezTo>
                    <a:pt x="13053" y="19510"/>
                    <a:pt x="13154" y="19528"/>
                    <a:pt x="13255" y="19528"/>
                  </a:cubicBezTo>
                  <a:cubicBezTo>
                    <a:pt x="13498" y="19528"/>
                    <a:pt x="13736" y="19426"/>
                    <a:pt x="13860" y="19248"/>
                  </a:cubicBezTo>
                  <a:cubicBezTo>
                    <a:pt x="14060" y="18998"/>
                    <a:pt x="13960" y="18672"/>
                    <a:pt x="13659" y="18496"/>
                  </a:cubicBezTo>
                  <a:lnTo>
                    <a:pt x="9900" y="16366"/>
                  </a:lnTo>
                  <a:lnTo>
                    <a:pt x="17444" y="19474"/>
                  </a:lnTo>
                  <a:cubicBezTo>
                    <a:pt x="17546" y="19513"/>
                    <a:pt x="17655" y="19533"/>
                    <a:pt x="17762" y="19533"/>
                  </a:cubicBezTo>
                  <a:cubicBezTo>
                    <a:pt x="17998" y="19533"/>
                    <a:pt x="18226" y="19438"/>
                    <a:pt x="18346" y="19248"/>
                  </a:cubicBezTo>
                  <a:cubicBezTo>
                    <a:pt x="18547" y="18998"/>
                    <a:pt x="18471" y="18672"/>
                    <a:pt x="18171" y="18496"/>
                  </a:cubicBezTo>
                  <a:lnTo>
                    <a:pt x="11454" y="14687"/>
                  </a:lnTo>
                  <a:lnTo>
                    <a:pt x="22256" y="19298"/>
                  </a:lnTo>
                  <a:cubicBezTo>
                    <a:pt x="22360" y="19347"/>
                    <a:pt x="22473" y="19369"/>
                    <a:pt x="22583" y="19369"/>
                  </a:cubicBezTo>
                  <a:cubicBezTo>
                    <a:pt x="22818" y="19369"/>
                    <a:pt x="23047" y="19268"/>
                    <a:pt x="23183" y="19098"/>
                  </a:cubicBezTo>
                  <a:cubicBezTo>
                    <a:pt x="23384" y="18822"/>
                    <a:pt x="23283" y="18496"/>
                    <a:pt x="22958" y="18321"/>
                  </a:cubicBezTo>
                  <a:lnTo>
                    <a:pt x="15765" y="14562"/>
                  </a:lnTo>
                  <a:lnTo>
                    <a:pt x="15765" y="14562"/>
                  </a:lnTo>
                  <a:lnTo>
                    <a:pt x="24161" y="18146"/>
                  </a:lnTo>
                  <a:cubicBezTo>
                    <a:pt x="24311" y="18196"/>
                    <a:pt x="24461" y="18196"/>
                    <a:pt x="24612" y="18196"/>
                  </a:cubicBezTo>
                  <a:cubicBezTo>
                    <a:pt x="24587" y="17795"/>
                    <a:pt x="24587" y="17394"/>
                    <a:pt x="24587" y="16993"/>
                  </a:cubicBezTo>
                  <a:lnTo>
                    <a:pt x="15790" y="12206"/>
                  </a:lnTo>
                  <a:lnTo>
                    <a:pt x="15790" y="12206"/>
                  </a:lnTo>
                  <a:lnTo>
                    <a:pt x="24411" y="15965"/>
                  </a:lnTo>
                  <a:cubicBezTo>
                    <a:pt x="24461" y="15990"/>
                    <a:pt x="24512" y="16015"/>
                    <a:pt x="24587" y="16015"/>
                  </a:cubicBezTo>
                  <a:cubicBezTo>
                    <a:pt x="24612" y="15589"/>
                    <a:pt x="24662" y="15188"/>
                    <a:pt x="24737" y="14787"/>
                  </a:cubicBezTo>
                  <a:lnTo>
                    <a:pt x="16266" y="10125"/>
                  </a:lnTo>
                  <a:lnTo>
                    <a:pt x="23960" y="13509"/>
                  </a:lnTo>
                  <a:cubicBezTo>
                    <a:pt x="24065" y="13557"/>
                    <a:pt x="24179" y="13580"/>
                    <a:pt x="24293" y="13580"/>
                  </a:cubicBezTo>
                  <a:cubicBezTo>
                    <a:pt x="24533" y="13580"/>
                    <a:pt x="24768" y="13479"/>
                    <a:pt x="24888" y="13308"/>
                  </a:cubicBezTo>
                  <a:cubicBezTo>
                    <a:pt x="25088" y="13033"/>
                    <a:pt x="24988" y="12707"/>
                    <a:pt x="24687" y="12531"/>
                  </a:cubicBezTo>
                  <a:lnTo>
                    <a:pt x="14161" y="6968"/>
                  </a:lnTo>
                  <a:lnTo>
                    <a:pt x="14161" y="6968"/>
                  </a:lnTo>
                  <a:cubicBezTo>
                    <a:pt x="16065" y="7694"/>
                    <a:pt x="18321" y="8572"/>
                    <a:pt x="21053" y="9599"/>
                  </a:cubicBezTo>
                  <a:cubicBezTo>
                    <a:pt x="22456" y="10151"/>
                    <a:pt x="23384" y="10501"/>
                    <a:pt x="23459" y="10526"/>
                  </a:cubicBezTo>
                  <a:cubicBezTo>
                    <a:pt x="23556" y="10571"/>
                    <a:pt x="23661" y="10591"/>
                    <a:pt x="23766" y="10591"/>
                  </a:cubicBezTo>
                  <a:cubicBezTo>
                    <a:pt x="24016" y="10591"/>
                    <a:pt x="24263" y="10477"/>
                    <a:pt x="24386" y="10301"/>
                  </a:cubicBezTo>
                  <a:cubicBezTo>
                    <a:pt x="24612" y="9950"/>
                    <a:pt x="24512" y="9775"/>
                    <a:pt x="24086" y="9524"/>
                  </a:cubicBezTo>
                  <a:cubicBezTo>
                    <a:pt x="24086" y="9524"/>
                    <a:pt x="24060" y="9499"/>
                    <a:pt x="24010" y="9499"/>
                  </a:cubicBezTo>
                  <a:cubicBezTo>
                    <a:pt x="23835" y="9399"/>
                    <a:pt x="23634" y="9298"/>
                    <a:pt x="23359" y="9173"/>
                  </a:cubicBezTo>
                  <a:lnTo>
                    <a:pt x="21329" y="8196"/>
                  </a:lnTo>
                  <a:cubicBezTo>
                    <a:pt x="19649" y="7394"/>
                    <a:pt x="17419" y="6316"/>
                    <a:pt x="15188" y="5238"/>
                  </a:cubicBezTo>
                  <a:lnTo>
                    <a:pt x="14161" y="4737"/>
                  </a:lnTo>
                  <a:lnTo>
                    <a:pt x="22958" y="7469"/>
                  </a:lnTo>
                  <a:cubicBezTo>
                    <a:pt x="23045" y="7502"/>
                    <a:pt x="23138" y="7518"/>
                    <a:pt x="23230" y="7518"/>
                  </a:cubicBezTo>
                  <a:cubicBezTo>
                    <a:pt x="23480" y="7518"/>
                    <a:pt x="23725" y="7402"/>
                    <a:pt x="23835" y="7218"/>
                  </a:cubicBezTo>
                  <a:cubicBezTo>
                    <a:pt x="24010" y="6942"/>
                    <a:pt x="23885" y="6617"/>
                    <a:pt x="23584" y="6466"/>
                  </a:cubicBezTo>
                  <a:lnTo>
                    <a:pt x="19173" y="4562"/>
                  </a:lnTo>
                  <a:lnTo>
                    <a:pt x="22106" y="5288"/>
                  </a:lnTo>
                  <a:cubicBezTo>
                    <a:pt x="22182" y="5312"/>
                    <a:pt x="22260" y="5323"/>
                    <a:pt x="22336" y="5323"/>
                  </a:cubicBezTo>
                  <a:cubicBezTo>
                    <a:pt x="22586" y="5323"/>
                    <a:pt x="22823" y="5205"/>
                    <a:pt x="22958" y="5013"/>
                  </a:cubicBezTo>
                  <a:cubicBezTo>
                    <a:pt x="23108" y="4762"/>
                    <a:pt x="23033" y="4461"/>
                    <a:pt x="22757" y="4311"/>
                  </a:cubicBezTo>
                  <a:lnTo>
                    <a:pt x="20376" y="2907"/>
                  </a:lnTo>
                  <a:lnTo>
                    <a:pt x="21880" y="3233"/>
                  </a:lnTo>
                  <a:cubicBezTo>
                    <a:pt x="21951" y="3250"/>
                    <a:pt x="22022" y="3258"/>
                    <a:pt x="22091" y="3258"/>
                  </a:cubicBezTo>
                  <a:cubicBezTo>
                    <a:pt x="22339" y="3258"/>
                    <a:pt x="22564" y="3154"/>
                    <a:pt x="22682" y="2958"/>
                  </a:cubicBezTo>
                  <a:cubicBezTo>
                    <a:pt x="22832" y="2732"/>
                    <a:pt x="22782" y="2431"/>
                    <a:pt x="22532" y="2281"/>
                  </a:cubicBezTo>
                  <a:lnTo>
                    <a:pt x="21128" y="1303"/>
                  </a:lnTo>
                  <a:cubicBezTo>
                    <a:pt x="21329" y="1228"/>
                    <a:pt x="21504" y="1053"/>
                    <a:pt x="21529" y="852"/>
                  </a:cubicBezTo>
                  <a:cubicBezTo>
                    <a:pt x="21579" y="551"/>
                    <a:pt x="21329" y="276"/>
                    <a:pt x="20928" y="226"/>
                  </a:cubicBezTo>
                  <a:lnTo>
                    <a:pt x="1867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6" name="Google Shape;2706;p59"/>
            <p:cNvSpPr/>
            <p:nvPr/>
          </p:nvSpPr>
          <p:spPr>
            <a:xfrm>
              <a:off x="3112575" y="3748373"/>
              <a:ext cx="1091842" cy="1292540"/>
            </a:xfrm>
            <a:custGeom>
              <a:avLst/>
              <a:gdLst/>
              <a:ahLst/>
              <a:cxnLst/>
              <a:rect l="l" t="t" r="r" b="b"/>
              <a:pathLst>
                <a:path w="33811" h="40026" extrusionOk="0">
                  <a:moveTo>
                    <a:pt x="32181" y="3835"/>
                  </a:moveTo>
                  <a:lnTo>
                    <a:pt x="32181" y="3835"/>
                  </a:lnTo>
                  <a:cubicBezTo>
                    <a:pt x="32808" y="4361"/>
                    <a:pt x="32432" y="5063"/>
                    <a:pt x="32482" y="5664"/>
                  </a:cubicBezTo>
                  <a:cubicBezTo>
                    <a:pt x="31830" y="5088"/>
                    <a:pt x="31705" y="4361"/>
                    <a:pt x="32181" y="3835"/>
                  </a:cubicBezTo>
                  <a:close/>
                  <a:moveTo>
                    <a:pt x="1604" y="3308"/>
                  </a:moveTo>
                  <a:lnTo>
                    <a:pt x="1604" y="3308"/>
                  </a:lnTo>
                  <a:cubicBezTo>
                    <a:pt x="1880" y="4186"/>
                    <a:pt x="1604" y="5063"/>
                    <a:pt x="702" y="6015"/>
                  </a:cubicBezTo>
                  <a:cubicBezTo>
                    <a:pt x="677" y="5188"/>
                    <a:pt x="827" y="4461"/>
                    <a:pt x="1128" y="3785"/>
                  </a:cubicBezTo>
                  <a:cubicBezTo>
                    <a:pt x="1228" y="3559"/>
                    <a:pt x="1329" y="3333"/>
                    <a:pt x="1604" y="3308"/>
                  </a:cubicBezTo>
                  <a:close/>
                  <a:moveTo>
                    <a:pt x="17053" y="579"/>
                  </a:moveTo>
                  <a:cubicBezTo>
                    <a:pt x="20009" y="579"/>
                    <a:pt x="22969" y="1570"/>
                    <a:pt x="25339" y="3534"/>
                  </a:cubicBezTo>
                  <a:cubicBezTo>
                    <a:pt x="31304" y="8521"/>
                    <a:pt x="31003" y="17519"/>
                    <a:pt x="24637" y="21980"/>
                  </a:cubicBezTo>
                  <a:cubicBezTo>
                    <a:pt x="22291" y="23623"/>
                    <a:pt x="19816" y="24441"/>
                    <a:pt x="17267" y="24441"/>
                  </a:cubicBezTo>
                  <a:cubicBezTo>
                    <a:pt x="15460" y="24441"/>
                    <a:pt x="13616" y="24030"/>
                    <a:pt x="11755" y="23208"/>
                  </a:cubicBezTo>
                  <a:cubicBezTo>
                    <a:pt x="8246" y="21679"/>
                    <a:pt x="5915" y="19048"/>
                    <a:pt x="4938" y="15313"/>
                  </a:cubicBezTo>
                  <a:cubicBezTo>
                    <a:pt x="4687" y="14386"/>
                    <a:pt x="4612" y="13434"/>
                    <a:pt x="4512" y="12857"/>
                  </a:cubicBezTo>
                  <a:cubicBezTo>
                    <a:pt x="4637" y="8772"/>
                    <a:pt x="6091" y="5739"/>
                    <a:pt x="8948" y="3434"/>
                  </a:cubicBezTo>
                  <a:cubicBezTo>
                    <a:pt x="11277" y="1526"/>
                    <a:pt x="14164" y="579"/>
                    <a:pt x="17053" y="579"/>
                  </a:cubicBezTo>
                  <a:close/>
                  <a:moveTo>
                    <a:pt x="17029" y="0"/>
                  </a:moveTo>
                  <a:cubicBezTo>
                    <a:pt x="13620" y="0"/>
                    <a:pt x="10190" y="1264"/>
                    <a:pt x="7569" y="3885"/>
                  </a:cubicBezTo>
                  <a:cubicBezTo>
                    <a:pt x="4512" y="6967"/>
                    <a:pt x="3359" y="10752"/>
                    <a:pt x="4261" y="15013"/>
                  </a:cubicBezTo>
                  <a:cubicBezTo>
                    <a:pt x="4988" y="18471"/>
                    <a:pt x="6993" y="21078"/>
                    <a:pt x="9950" y="22958"/>
                  </a:cubicBezTo>
                  <a:cubicBezTo>
                    <a:pt x="10126" y="23058"/>
                    <a:pt x="10326" y="23183"/>
                    <a:pt x="10477" y="23283"/>
                  </a:cubicBezTo>
                  <a:cubicBezTo>
                    <a:pt x="10025" y="24336"/>
                    <a:pt x="9574" y="25364"/>
                    <a:pt x="9073" y="26491"/>
                  </a:cubicBezTo>
                  <a:cubicBezTo>
                    <a:pt x="8296" y="25614"/>
                    <a:pt x="7494" y="24862"/>
                    <a:pt x="6842" y="24010"/>
                  </a:cubicBezTo>
                  <a:cubicBezTo>
                    <a:pt x="5865" y="22732"/>
                    <a:pt x="4963" y="21404"/>
                    <a:pt x="4136" y="20025"/>
                  </a:cubicBezTo>
                  <a:cubicBezTo>
                    <a:pt x="1830" y="16191"/>
                    <a:pt x="727" y="12030"/>
                    <a:pt x="777" y="7594"/>
                  </a:cubicBezTo>
                  <a:cubicBezTo>
                    <a:pt x="777" y="7143"/>
                    <a:pt x="903" y="6767"/>
                    <a:pt x="1178" y="6416"/>
                  </a:cubicBezTo>
                  <a:cubicBezTo>
                    <a:pt x="1404" y="6115"/>
                    <a:pt x="1629" y="5815"/>
                    <a:pt x="1830" y="5489"/>
                  </a:cubicBezTo>
                  <a:cubicBezTo>
                    <a:pt x="2231" y="4862"/>
                    <a:pt x="2356" y="4186"/>
                    <a:pt x="2306" y="3459"/>
                  </a:cubicBezTo>
                  <a:cubicBezTo>
                    <a:pt x="2281" y="3133"/>
                    <a:pt x="2156" y="2857"/>
                    <a:pt x="1830" y="2732"/>
                  </a:cubicBezTo>
                  <a:cubicBezTo>
                    <a:pt x="1747" y="2700"/>
                    <a:pt x="1670" y="2686"/>
                    <a:pt x="1596" y="2686"/>
                  </a:cubicBezTo>
                  <a:cubicBezTo>
                    <a:pt x="1379" y="2686"/>
                    <a:pt x="1196" y="2808"/>
                    <a:pt x="1028" y="2957"/>
                  </a:cubicBezTo>
                  <a:cubicBezTo>
                    <a:pt x="878" y="3108"/>
                    <a:pt x="752" y="3283"/>
                    <a:pt x="677" y="3459"/>
                  </a:cubicBezTo>
                  <a:cubicBezTo>
                    <a:pt x="251" y="4461"/>
                    <a:pt x="0" y="5489"/>
                    <a:pt x="226" y="6566"/>
                  </a:cubicBezTo>
                  <a:cubicBezTo>
                    <a:pt x="251" y="6717"/>
                    <a:pt x="226" y="6892"/>
                    <a:pt x="226" y="7043"/>
                  </a:cubicBezTo>
                  <a:cubicBezTo>
                    <a:pt x="151" y="9248"/>
                    <a:pt x="301" y="11454"/>
                    <a:pt x="852" y="13584"/>
                  </a:cubicBezTo>
                  <a:cubicBezTo>
                    <a:pt x="2131" y="18496"/>
                    <a:pt x="4612" y="22732"/>
                    <a:pt x="8196" y="26291"/>
                  </a:cubicBezTo>
                  <a:cubicBezTo>
                    <a:pt x="8772" y="26842"/>
                    <a:pt x="8898" y="27293"/>
                    <a:pt x="8647" y="28045"/>
                  </a:cubicBezTo>
                  <a:cubicBezTo>
                    <a:pt x="7670" y="31228"/>
                    <a:pt x="6918" y="34461"/>
                    <a:pt x="6717" y="37795"/>
                  </a:cubicBezTo>
                  <a:cubicBezTo>
                    <a:pt x="6667" y="38421"/>
                    <a:pt x="6742" y="39048"/>
                    <a:pt x="6767" y="39649"/>
                  </a:cubicBezTo>
                  <a:cubicBezTo>
                    <a:pt x="6767" y="39725"/>
                    <a:pt x="6767" y="39800"/>
                    <a:pt x="6817" y="39825"/>
                  </a:cubicBezTo>
                  <a:cubicBezTo>
                    <a:pt x="6943" y="39900"/>
                    <a:pt x="7068" y="39975"/>
                    <a:pt x="7193" y="40025"/>
                  </a:cubicBezTo>
                  <a:cubicBezTo>
                    <a:pt x="7269" y="39925"/>
                    <a:pt x="7369" y="39800"/>
                    <a:pt x="7369" y="39699"/>
                  </a:cubicBezTo>
                  <a:cubicBezTo>
                    <a:pt x="7143" y="38547"/>
                    <a:pt x="7294" y="37419"/>
                    <a:pt x="7419" y="36266"/>
                  </a:cubicBezTo>
                  <a:cubicBezTo>
                    <a:pt x="7644" y="33910"/>
                    <a:pt x="8246" y="31629"/>
                    <a:pt x="8847" y="29349"/>
                  </a:cubicBezTo>
                  <a:cubicBezTo>
                    <a:pt x="9299" y="27745"/>
                    <a:pt x="9800" y="26166"/>
                    <a:pt x="10477" y="24612"/>
                  </a:cubicBezTo>
                  <a:cubicBezTo>
                    <a:pt x="10627" y="24261"/>
                    <a:pt x="10827" y="23910"/>
                    <a:pt x="10978" y="23584"/>
                  </a:cubicBezTo>
                  <a:cubicBezTo>
                    <a:pt x="13179" y="24491"/>
                    <a:pt x="15289" y="24953"/>
                    <a:pt x="17312" y="24953"/>
                  </a:cubicBezTo>
                  <a:cubicBezTo>
                    <a:pt x="20771" y="24953"/>
                    <a:pt x="23979" y="23601"/>
                    <a:pt x="26968" y="20802"/>
                  </a:cubicBezTo>
                  <a:cubicBezTo>
                    <a:pt x="27294" y="21479"/>
                    <a:pt x="27620" y="22105"/>
                    <a:pt x="27945" y="22732"/>
                  </a:cubicBezTo>
                  <a:cubicBezTo>
                    <a:pt x="29198" y="25188"/>
                    <a:pt x="30000" y="27795"/>
                    <a:pt x="30452" y="30501"/>
                  </a:cubicBezTo>
                  <a:cubicBezTo>
                    <a:pt x="30828" y="32632"/>
                    <a:pt x="30978" y="34787"/>
                    <a:pt x="31204" y="36918"/>
                  </a:cubicBezTo>
                  <a:cubicBezTo>
                    <a:pt x="31254" y="37519"/>
                    <a:pt x="31229" y="38121"/>
                    <a:pt x="31229" y="38722"/>
                  </a:cubicBezTo>
                  <a:cubicBezTo>
                    <a:pt x="31229" y="39023"/>
                    <a:pt x="31229" y="39324"/>
                    <a:pt x="31254" y="39624"/>
                  </a:cubicBezTo>
                  <a:cubicBezTo>
                    <a:pt x="31254" y="39813"/>
                    <a:pt x="31298" y="40002"/>
                    <a:pt x="31513" y="40002"/>
                  </a:cubicBezTo>
                  <a:cubicBezTo>
                    <a:pt x="31526" y="40002"/>
                    <a:pt x="31540" y="40002"/>
                    <a:pt x="31554" y="40000"/>
                  </a:cubicBezTo>
                  <a:cubicBezTo>
                    <a:pt x="31805" y="40000"/>
                    <a:pt x="31830" y="39800"/>
                    <a:pt x="31830" y="39624"/>
                  </a:cubicBezTo>
                  <a:cubicBezTo>
                    <a:pt x="31830" y="38822"/>
                    <a:pt x="31855" y="37995"/>
                    <a:pt x="31805" y="37193"/>
                  </a:cubicBezTo>
                  <a:cubicBezTo>
                    <a:pt x="31680" y="35790"/>
                    <a:pt x="31554" y="34361"/>
                    <a:pt x="31379" y="32933"/>
                  </a:cubicBezTo>
                  <a:cubicBezTo>
                    <a:pt x="31229" y="31730"/>
                    <a:pt x="31053" y="30501"/>
                    <a:pt x="30828" y="29298"/>
                  </a:cubicBezTo>
                  <a:cubicBezTo>
                    <a:pt x="30652" y="28371"/>
                    <a:pt x="30326" y="27469"/>
                    <a:pt x="30076" y="26567"/>
                  </a:cubicBezTo>
                  <a:cubicBezTo>
                    <a:pt x="29975" y="26291"/>
                    <a:pt x="30000" y="26065"/>
                    <a:pt x="30151" y="25840"/>
                  </a:cubicBezTo>
                  <a:cubicBezTo>
                    <a:pt x="30953" y="24537"/>
                    <a:pt x="31554" y="23158"/>
                    <a:pt x="32056" y="21729"/>
                  </a:cubicBezTo>
                  <a:cubicBezTo>
                    <a:pt x="33033" y="18897"/>
                    <a:pt x="33559" y="16015"/>
                    <a:pt x="33710" y="13033"/>
                  </a:cubicBezTo>
                  <a:cubicBezTo>
                    <a:pt x="33810" y="11078"/>
                    <a:pt x="33710" y="9123"/>
                    <a:pt x="33183" y="7218"/>
                  </a:cubicBezTo>
                  <a:cubicBezTo>
                    <a:pt x="33033" y="6717"/>
                    <a:pt x="32983" y="6216"/>
                    <a:pt x="33083" y="5689"/>
                  </a:cubicBezTo>
                  <a:cubicBezTo>
                    <a:pt x="33158" y="5263"/>
                    <a:pt x="33133" y="4837"/>
                    <a:pt x="33108" y="4411"/>
                  </a:cubicBezTo>
                  <a:cubicBezTo>
                    <a:pt x="33083" y="4211"/>
                    <a:pt x="33008" y="3985"/>
                    <a:pt x="32908" y="3785"/>
                  </a:cubicBezTo>
                  <a:cubicBezTo>
                    <a:pt x="32749" y="3512"/>
                    <a:pt x="32508" y="3301"/>
                    <a:pt x="32184" y="3301"/>
                  </a:cubicBezTo>
                  <a:cubicBezTo>
                    <a:pt x="32151" y="3301"/>
                    <a:pt x="32116" y="3304"/>
                    <a:pt x="32081" y="3308"/>
                  </a:cubicBezTo>
                  <a:cubicBezTo>
                    <a:pt x="31705" y="3358"/>
                    <a:pt x="31454" y="3634"/>
                    <a:pt x="31404" y="3985"/>
                  </a:cubicBezTo>
                  <a:cubicBezTo>
                    <a:pt x="31329" y="4286"/>
                    <a:pt x="31304" y="4612"/>
                    <a:pt x="31404" y="4862"/>
                  </a:cubicBezTo>
                  <a:cubicBezTo>
                    <a:pt x="31554" y="5313"/>
                    <a:pt x="31830" y="5739"/>
                    <a:pt x="32056" y="6140"/>
                  </a:cubicBezTo>
                  <a:cubicBezTo>
                    <a:pt x="32181" y="6416"/>
                    <a:pt x="32407" y="6642"/>
                    <a:pt x="32482" y="6917"/>
                  </a:cubicBezTo>
                  <a:cubicBezTo>
                    <a:pt x="32858" y="8020"/>
                    <a:pt x="33033" y="9198"/>
                    <a:pt x="33108" y="10351"/>
                  </a:cubicBezTo>
                  <a:cubicBezTo>
                    <a:pt x="33284" y="12983"/>
                    <a:pt x="33008" y="15589"/>
                    <a:pt x="32457" y="18145"/>
                  </a:cubicBezTo>
                  <a:cubicBezTo>
                    <a:pt x="31955" y="20476"/>
                    <a:pt x="31204" y="22707"/>
                    <a:pt x="30101" y="24787"/>
                  </a:cubicBezTo>
                  <a:cubicBezTo>
                    <a:pt x="30000" y="24988"/>
                    <a:pt x="29875" y="25138"/>
                    <a:pt x="29775" y="25313"/>
                  </a:cubicBezTo>
                  <a:cubicBezTo>
                    <a:pt x="28948" y="23609"/>
                    <a:pt x="28146" y="21980"/>
                    <a:pt x="27344" y="20301"/>
                  </a:cubicBezTo>
                  <a:cubicBezTo>
                    <a:pt x="27469" y="20151"/>
                    <a:pt x="27569" y="20000"/>
                    <a:pt x="27695" y="19825"/>
                  </a:cubicBezTo>
                  <a:cubicBezTo>
                    <a:pt x="31003" y="15489"/>
                    <a:pt x="31053" y="9649"/>
                    <a:pt x="27770" y="5288"/>
                  </a:cubicBezTo>
                  <a:cubicBezTo>
                    <a:pt x="25173" y="1817"/>
                    <a:pt x="21116" y="0"/>
                    <a:pt x="170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7" name="Google Shape;2707;p59"/>
            <p:cNvSpPr/>
            <p:nvPr/>
          </p:nvSpPr>
          <p:spPr>
            <a:xfrm>
              <a:off x="3489731" y="4017120"/>
              <a:ext cx="365842" cy="177221"/>
            </a:xfrm>
            <a:custGeom>
              <a:avLst/>
              <a:gdLst/>
              <a:ahLst/>
              <a:cxnLst/>
              <a:rect l="l" t="t" r="r" b="b"/>
              <a:pathLst>
                <a:path w="11329" h="5488" extrusionOk="0">
                  <a:moveTo>
                    <a:pt x="10727" y="801"/>
                  </a:moveTo>
                  <a:lnTo>
                    <a:pt x="10727" y="801"/>
                  </a:lnTo>
                  <a:cubicBezTo>
                    <a:pt x="10677" y="1077"/>
                    <a:pt x="10677" y="1227"/>
                    <a:pt x="10627" y="1377"/>
                  </a:cubicBezTo>
                  <a:cubicBezTo>
                    <a:pt x="10079" y="3508"/>
                    <a:pt x="8252" y="4858"/>
                    <a:pt x="6103" y="4858"/>
                  </a:cubicBezTo>
                  <a:cubicBezTo>
                    <a:pt x="5699" y="4858"/>
                    <a:pt x="5283" y="4810"/>
                    <a:pt x="4863" y="4711"/>
                  </a:cubicBezTo>
                  <a:cubicBezTo>
                    <a:pt x="3033" y="4260"/>
                    <a:pt x="1730" y="3132"/>
                    <a:pt x="878" y="1453"/>
                  </a:cubicBezTo>
                  <a:cubicBezTo>
                    <a:pt x="853" y="1402"/>
                    <a:pt x="853" y="1327"/>
                    <a:pt x="828" y="1277"/>
                  </a:cubicBezTo>
                  <a:cubicBezTo>
                    <a:pt x="828" y="1277"/>
                    <a:pt x="853" y="1252"/>
                    <a:pt x="878" y="1177"/>
                  </a:cubicBezTo>
                  <a:cubicBezTo>
                    <a:pt x="2233" y="1832"/>
                    <a:pt x="3664" y="2069"/>
                    <a:pt x="5137" y="2069"/>
                  </a:cubicBezTo>
                  <a:cubicBezTo>
                    <a:pt x="5354" y="2069"/>
                    <a:pt x="5572" y="2064"/>
                    <a:pt x="5790" y="2054"/>
                  </a:cubicBezTo>
                  <a:cubicBezTo>
                    <a:pt x="7469" y="2004"/>
                    <a:pt x="9098" y="1653"/>
                    <a:pt x="10727" y="801"/>
                  </a:cubicBezTo>
                  <a:close/>
                  <a:moveTo>
                    <a:pt x="11069" y="1"/>
                  </a:moveTo>
                  <a:cubicBezTo>
                    <a:pt x="10948" y="1"/>
                    <a:pt x="10765" y="90"/>
                    <a:pt x="10627" y="149"/>
                  </a:cubicBezTo>
                  <a:cubicBezTo>
                    <a:pt x="10076" y="400"/>
                    <a:pt x="9550" y="726"/>
                    <a:pt x="8998" y="926"/>
                  </a:cubicBezTo>
                  <a:cubicBezTo>
                    <a:pt x="7820" y="1337"/>
                    <a:pt x="6617" y="1506"/>
                    <a:pt x="5407" y="1506"/>
                  </a:cubicBezTo>
                  <a:cubicBezTo>
                    <a:pt x="4917" y="1506"/>
                    <a:pt x="4426" y="1478"/>
                    <a:pt x="3935" y="1427"/>
                  </a:cubicBezTo>
                  <a:cubicBezTo>
                    <a:pt x="2833" y="1327"/>
                    <a:pt x="1780" y="1077"/>
                    <a:pt x="853" y="450"/>
                  </a:cubicBezTo>
                  <a:cubicBezTo>
                    <a:pt x="731" y="374"/>
                    <a:pt x="619" y="316"/>
                    <a:pt x="499" y="316"/>
                  </a:cubicBezTo>
                  <a:cubicBezTo>
                    <a:pt x="421" y="316"/>
                    <a:pt x="340" y="341"/>
                    <a:pt x="251" y="400"/>
                  </a:cubicBezTo>
                  <a:cubicBezTo>
                    <a:pt x="1" y="600"/>
                    <a:pt x="26" y="801"/>
                    <a:pt x="101" y="1052"/>
                  </a:cubicBezTo>
                  <a:cubicBezTo>
                    <a:pt x="878" y="3533"/>
                    <a:pt x="3484" y="5438"/>
                    <a:pt x="6116" y="5488"/>
                  </a:cubicBezTo>
                  <a:cubicBezTo>
                    <a:pt x="6667" y="5387"/>
                    <a:pt x="7219" y="5337"/>
                    <a:pt x="7745" y="5162"/>
                  </a:cubicBezTo>
                  <a:cubicBezTo>
                    <a:pt x="9775" y="4560"/>
                    <a:pt x="11304" y="2555"/>
                    <a:pt x="11329" y="550"/>
                  </a:cubicBezTo>
                  <a:cubicBezTo>
                    <a:pt x="11329" y="375"/>
                    <a:pt x="11279" y="99"/>
                    <a:pt x="11154" y="24"/>
                  </a:cubicBezTo>
                  <a:cubicBezTo>
                    <a:pt x="11132" y="8"/>
                    <a:pt x="11103" y="1"/>
                    <a:pt x="110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8" name="Google Shape;2708;p59"/>
            <p:cNvSpPr/>
            <p:nvPr/>
          </p:nvSpPr>
          <p:spPr>
            <a:xfrm>
              <a:off x="3458180" y="3934481"/>
              <a:ext cx="49375" cy="60774"/>
            </a:xfrm>
            <a:custGeom>
              <a:avLst/>
              <a:gdLst/>
              <a:ahLst/>
              <a:cxnLst/>
              <a:rect l="l" t="t" r="r" b="b"/>
              <a:pathLst>
                <a:path w="1529" h="1882" extrusionOk="0">
                  <a:moveTo>
                    <a:pt x="715" y="0"/>
                  </a:moveTo>
                  <a:cubicBezTo>
                    <a:pt x="702" y="0"/>
                    <a:pt x="690" y="1"/>
                    <a:pt x="677" y="1"/>
                  </a:cubicBezTo>
                  <a:cubicBezTo>
                    <a:pt x="301" y="27"/>
                    <a:pt x="0" y="428"/>
                    <a:pt x="0" y="929"/>
                  </a:cubicBezTo>
                  <a:cubicBezTo>
                    <a:pt x="25" y="1480"/>
                    <a:pt x="376" y="1881"/>
                    <a:pt x="827" y="1881"/>
                  </a:cubicBezTo>
                  <a:cubicBezTo>
                    <a:pt x="1253" y="1881"/>
                    <a:pt x="1529" y="1480"/>
                    <a:pt x="1529" y="929"/>
                  </a:cubicBezTo>
                  <a:cubicBezTo>
                    <a:pt x="1505" y="417"/>
                    <a:pt x="1149" y="0"/>
                    <a:pt x="7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9" name="Google Shape;2709;p59"/>
            <p:cNvSpPr/>
            <p:nvPr/>
          </p:nvSpPr>
          <p:spPr>
            <a:xfrm>
              <a:off x="3825615" y="3920659"/>
              <a:ext cx="43756" cy="57642"/>
            </a:xfrm>
            <a:custGeom>
              <a:avLst/>
              <a:gdLst/>
              <a:ahLst/>
              <a:cxnLst/>
              <a:rect l="l" t="t" r="r" b="b"/>
              <a:pathLst>
                <a:path w="1355" h="1785" extrusionOk="0">
                  <a:moveTo>
                    <a:pt x="636" y="1"/>
                  </a:moveTo>
                  <a:cubicBezTo>
                    <a:pt x="617" y="1"/>
                    <a:pt x="597" y="2"/>
                    <a:pt x="577" y="3"/>
                  </a:cubicBezTo>
                  <a:cubicBezTo>
                    <a:pt x="276" y="54"/>
                    <a:pt x="76" y="204"/>
                    <a:pt x="26" y="505"/>
                  </a:cubicBezTo>
                  <a:cubicBezTo>
                    <a:pt x="1" y="780"/>
                    <a:pt x="1" y="1056"/>
                    <a:pt x="51" y="1307"/>
                  </a:cubicBezTo>
                  <a:cubicBezTo>
                    <a:pt x="99" y="1546"/>
                    <a:pt x="215" y="1785"/>
                    <a:pt x="486" y="1785"/>
                  </a:cubicBezTo>
                  <a:cubicBezTo>
                    <a:pt x="499" y="1785"/>
                    <a:pt x="513" y="1784"/>
                    <a:pt x="527" y="1783"/>
                  </a:cubicBezTo>
                  <a:cubicBezTo>
                    <a:pt x="828" y="1783"/>
                    <a:pt x="1078" y="1683"/>
                    <a:pt x="1229" y="1382"/>
                  </a:cubicBezTo>
                  <a:cubicBezTo>
                    <a:pt x="1304" y="1257"/>
                    <a:pt x="1304" y="1081"/>
                    <a:pt x="1354" y="906"/>
                  </a:cubicBezTo>
                  <a:cubicBezTo>
                    <a:pt x="1279" y="730"/>
                    <a:pt x="1254" y="530"/>
                    <a:pt x="1154" y="354"/>
                  </a:cubicBezTo>
                  <a:cubicBezTo>
                    <a:pt x="1037" y="145"/>
                    <a:pt x="878" y="1"/>
                    <a:pt x="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10" name="Google Shape;2710;p59"/>
          <p:cNvGrpSpPr/>
          <p:nvPr/>
        </p:nvGrpSpPr>
        <p:grpSpPr>
          <a:xfrm>
            <a:off x="4715375" y="1968375"/>
            <a:ext cx="1594462" cy="1972542"/>
            <a:chOff x="966125" y="3068625"/>
            <a:chExt cx="1594462" cy="1972542"/>
          </a:xfrm>
        </p:grpSpPr>
        <p:sp>
          <p:nvSpPr>
            <p:cNvPr id="2711" name="Google Shape;2711;p59"/>
            <p:cNvSpPr/>
            <p:nvPr/>
          </p:nvSpPr>
          <p:spPr>
            <a:xfrm>
              <a:off x="1119907" y="4373093"/>
              <a:ext cx="810994" cy="639521"/>
            </a:xfrm>
            <a:custGeom>
              <a:avLst/>
              <a:gdLst/>
              <a:ahLst/>
              <a:cxnLst/>
              <a:rect l="l" t="t" r="r" b="b"/>
              <a:pathLst>
                <a:path w="25114" h="19804" extrusionOk="0">
                  <a:moveTo>
                    <a:pt x="18596" y="0"/>
                  </a:moveTo>
                  <a:cubicBezTo>
                    <a:pt x="18322" y="0"/>
                    <a:pt x="18060" y="123"/>
                    <a:pt x="17946" y="329"/>
                  </a:cubicBezTo>
                  <a:cubicBezTo>
                    <a:pt x="17820" y="555"/>
                    <a:pt x="17896" y="831"/>
                    <a:pt x="18121" y="981"/>
                  </a:cubicBezTo>
                  <a:lnTo>
                    <a:pt x="18848" y="1482"/>
                  </a:lnTo>
                  <a:lnTo>
                    <a:pt x="16642" y="1006"/>
                  </a:lnTo>
                  <a:cubicBezTo>
                    <a:pt x="16579" y="991"/>
                    <a:pt x="16516" y="984"/>
                    <a:pt x="16454" y="984"/>
                  </a:cubicBezTo>
                  <a:cubicBezTo>
                    <a:pt x="16196" y="984"/>
                    <a:pt x="15962" y="1105"/>
                    <a:pt x="15840" y="1307"/>
                  </a:cubicBezTo>
                  <a:cubicBezTo>
                    <a:pt x="15690" y="1557"/>
                    <a:pt x="15790" y="1858"/>
                    <a:pt x="16066" y="2009"/>
                  </a:cubicBezTo>
                  <a:lnTo>
                    <a:pt x="17469" y="2836"/>
                  </a:lnTo>
                  <a:lnTo>
                    <a:pt x="13510" y="1883"/>
                  </a:lnTo>
                  <a:cubicBezTo>
                    <a:pt x="13434" y="1860"/>
                    <a:pt x="13355" y="1849"/>
                    <a:pt x="13276" y="1849"/>
                  </a:cubicBezTo>
                  <a:cubicBezTo>
                    <a:pt x="13012" y="1849"/>
                    <a:pt x="12748" y="1972"/>
                    <a:pt x="12632" y="2184"/>
                  </a:cubicBezTo>
                  <a:cubicBezTo>
                    <a:pt x="12482" y="2435"/>
                    <a:pt x="12607" y="2760"/>
                    <a:pt x="12908" y="2911"/>
                  </a:cubicBezTo>
                  <a:lnTo>
                    <a:pt x="14612" y="3663"/>
                  </a:lnTo>
                  <a:lnTo>
                    <a:pt x="14612" y="3663"/>
                  </a:lnTo>
                  <a:lnTo>
                    <a:pt x="5214" y="1081"/>
                  </a:lnTo>
                  <a:cubicBezTo>
                    <a:pt x="5137" y="1058"/>
                    <a:pt x="5057" y="1047"/>
                    <a:pt x="4976" y="1047"/>
                  </a:cubicBezTo>
                  <a:cubicBezTo>
                    <a:pt x="4714" y="1047"/>
                    <a:pt x="4452" y="1165"/>
                    <a:pt x="4337" y="1357"/>
                  </a:cubicBezTo>
                  <a:cubicBezTo>
                    <a:pt x="4161" y="1633"/>
                    <a:pt x="4286" y="1958"/>
                    <a:pt x="4612" y="2109"/>
                  </a:cubicBezTo>
                  <a:cubicBezTo>
                    <a:pt x="6041" y="2785"/>
                    <a:pt x="8698" y="3412"/>
                    <a:pt x="10527" y="4289"/>
                  </a:cubicBezTo>
                  <a:cubicBezTo>
                    <a:pt x="7770" y="3237"/>
                    <a:pt x="4662" y="2585"/>
                    <a:pt x="4462" y="2510"/>
                  </a:cubicBezTo>
                  <a:lnTo>
                    <a:pt x="4462" y="2535"/>
                  </a:lnTo>
                  <a:cubicBezTo>
                    <a:pt x="4260" y="2450"/>
                    <a:pt x="4103" y="2405"/>
                    <a:pt x="3968" y="2405"/>
                  </a:cubicBezTo>
                  <a:cubicBezTo>
                    <a:pt x="3785" y="2405"/>
                    <a:pt x="3643" y="2487"/>
                    <a:pt x="3484" y="2660"/>
                  </a:cubicBezTo>
                  <a:cubicBezTo>
                    <a:pt x="3284" y="2936"/>
                    <a:pt x="3359" y="3287"/>
                    <a:pt x="3685" y="3462"/>
                  </a:cubicBezTo>
                  <a:cubicBezTo>
                    <a:pt x="3760" y="3487"/>
                    <a:pt x="6793" y="4389"/>
                    <a:pt x="9575" y="5868"/>
                  </a:cubicBezTo>
                  <a:lnTo>
                    <a:pt x="3760" y="3913"/>
                  </a:lnTo>
                  <a:cubicBezTo>
                    <a:pt x="3656" y="3873"/>
                    <a:pt x="3542" y="3854"/>
                    <a:pt x="3429" y="3854"/>
                  </a:cubicBezTo>
                  <a:cubicBezTo>
                    <a:pt x="3188" y="3854"/>
                    <a:pt x="2952" y="3943"/>
                    <a:pt x="2833" y="4114"/>
                  </a:cubicBezTo>
                  <a:cubicBezTo>
                    <a:pt x="2632" y="4389"/>
                    <a:pt x="2708" y="4715"/>
                    <a:pt x="3033" y="4891"/>
                  </a:cubicBezTo>
                  <a:lnTo>
                    <a:pt x="13058" y="9703"/>
                  </a:lnTo>
                  <a:lnTo>
                    <a:pt x="2958" y="5893"/>
                  </a:lnTo>
                  <a:cubicBezTo>
                    <a:pt x="2854" y="5845"/>
                    <a:pt x="2742" y="5823"/>
                    <a:pt x="2631" y="5823"/>
                  </a:cubicBezTo>
                  <a:cubicBezTo>
                    <a:pt x="2396" y="5823"/>
                    <a:pt x="2167" y="5923"/>
                    <a:pt x="2031" y="6094"/>
                  </a:cubicBezTo>
                  <a:cubicBezTo>
                    <a:pt x="1830" y="6344"/>
                    <a:pt x="1931" y="6695"/>
                    <a:pt x="2231" y="6846"/>
                  </a:cubicBezTo>
                  <a:lnTo>
                    <a:pt x="13459" y="12284"/>
                  </a:lnTo>
                  <a:lnTo>
                    <a:pt x="2783" y="7723"/>
                  </a:lnTo>
                  <a:cubicBezTo>
                    <a:pt x="2681" y="7684"/>
                    <a:pt x="2572" y="7664"/>
                    <a:pt x="2464" y="7664"/>
                  </a:cubicBezTo>
                  <a:cubicBezTo>
                    <a:pt x="2226" y="7664"/>
                    <a:pt x="1993" y="7759"/>
                    <a:pt x="1855" y="7948"/>
                  </a:cubicBezTo>
                  <a:cubicBezTo>
                    <a:pt x="1655" y="8199"/>
                    <a:pt x="1755" y="8525"/>
                    <a:pt x="2081" y="8700"/>
                  </a:cubicBezTo>
                  <a:lnTo>
                    <a:pt x="9099" y="12385"/>
                  </a:lnTo>
                  <a:lnTo>
                    <a:pt x="9099" y="12385"/>
                  </a:lnTo>
                  <a:lnTo>
                    <a:pt x="2357" y="9502"/>
                  </a:lnTo>
                  <a:cubicBezTo>
                    <a:pt x="2252" y="9454"/>
                    <a:pt x="2137" y="9432"/>
                    <a:pt x="2024" y="9432"/>
                  </a:cubicBezTo>
                  <a:cubicBezTo>
                    <a:pt x="1783" y="9432"/>
                    <a:pt x="1549" y="9533"/>
                    <a:pt x="1429" y="9703"/>
                  </a:cubicBezTo>
                  <a:cubicBezTo>
                    <a:pt x="1229" y="9953"/>
                    <a:pt x="1304" y="10279"/>
                    <a:pt x="1605" y="10455"/>
                  </a:cubicBezTo>
                  <a:lnTo>
                    <a:pt x="9374" y="14866"/>
                  </a:lnTo>
                  <a:lnTo>
                    <a:pt x="9374" y="14866"/>
                  </a:lnTo>
                  <a:lnTo>
                    <a:pt x="1630" y="11708"/>
                  </a:lnTo>
                  <a:cubicBezTo>
                    <a:pt x="1525" y="11660"/>
                    <a:pt x="1413" y="11637"/>
                    <a:pt x="1302" y="11637"/>
                  </a:cubicBezTo>
                  <a:cubicBezTo>
                    <a:pt x="1068" y="11637"/>
                    <a:pt x="839" y="11738"/>
                    <a:pt x="702" y="11908"/>
                  </a:cubicBezTo>
                  <a:cubicBezTo>
                    <a:pt x="527" y="12159"/>
                    <a:pt x="602" y="12485"/>
                    <a:pt x="903" y="12660"/>
                  </a:cubicBezTo>
                  <a:lnTo>
                    <a:pt x="6342" y="15718"/>
                  </a:lnTo>
                  <a:lnTo>
                    <a:pt x="6342" y="15718"/>
                  </a:lnTo>
                  <a:lnTo>
                    <a:pt x="1429" y="13888"/>
                  </a:lnTo>
                  <a:cubicBezTo>
                    <a:pt x="1334" y="13852"/>
                    <a:pt x="1235" y="13834"/>
                    <a:pt x="1137" y="13834"/>
                  </a:cubicBezTo>
                  <a:cubicBezTo>
                    <a:pt x="899" y="13834"/>
                    <a:pt x="669" y="13936"/>
                    <a:pt x="527" y="14114"/>
                  </a:cubicBezTo>
                  <a:cubicBezTo>
                    <a:pt x="352" y="14364"/>
                    <a:pt x="427" y="14690"/>
                    <a:pt x="728" y="14866"/>
                  </a:cubicBezTo>
                  <a:lnTo>
                    <a:pt x="3735" y="16670"/>
                  </a:lnTo>
                  <a:lnTo>
                    <a:pt x="1078" y="15718"/>
                  </a:lnTo>
                  <a:cubicBezTo>
                    <a:pt x="993" y="15692"/>
                    <a:pt x="904" y="15679"/>
                    <a:pt x="815" y="15679"/>
                  </a:cubicBezTo>
                  <a:cubicBezTo>
                    <a:pt x="567" y="15679"/>
                    <a:pt x="324" y="15777"/>
                    <a:pt x="176" y="15943"/>
                  </a:cubicBezTo>
                  <a:cubicBezTo>
                    <a:pt x="1" y="16194"/>
                    <a:pt x="76" y="16495"/>
                    <a:pt x="352" y="16670"/>
                  </a:cubicBezTo>
                  <a:lnTo>
                    <a:pt x="1454" y="17422"/>
                  </a:lnTo>
                  <a:lnTo>
                    <a:pt x="1204" y="17347"/>
                  </a:lnTo>
                  <a:cubicBezTo>
                    <a:pt x="1130" y="17320"/>
                    <a:pt x="1051" y="17308"/>
                    <a:pt x="971" y="17308"/>
                  </a:cubicBezTo>
                  <a:cubicBezTo>
                    <a:pt x="753" y="17308"/>
                    <a:pt x="530" y="17401"/>
                    <a:pt x="402" y="17547"/>
                  </a:cubicBezTo>
                  <a:cubicBezTo>
                    <a:pt x="201" y="17748"/>
                    <a:pt x="226" y="18024"/>
                    <a:pt x="427" y="18224"/>
                  </a:cubicBezTo>
                  <a:lnTo>
                    <a:pt x="1555" y="19377"/>
                  </a:lnTo>
                  <a:cubicBezTo>
                    <a:pt x="1698" y="19506"/>
                    <a:pt x="1907" y="19578"/>
                    <a:pt x="2116" y="19578"/>
                  </a:cubicBezTo>
                  <a:cubicBezTo>
                    <a:pt x="2273" y="19578"/>
                    <a:pt x="2429" y="19538"/>
                    <a:pt x="2557" y="19452"/>
                  </a:cubicBezTo>
                  <a:cubicBezTo>
                    <a:pt x="2708" y="19352"/>
                    <a:pt x="2783" y="19202"/>
                    <a:pt x="2808" y="19051"/>
                  </a:cubicBezTo>
                  <a:lnTo>
                    <a:pt x="5013" y="19753"/>
                  </a:lnTo>
                  <a:cubicBezTo>
                    <a:pt x="5114" y="19778"/>
                    <a:pt x="5189" y="19803"/>
                    <a:pt x="5289" y="19803"/>
                  </a:cubicBezTo>
                  <a:cubicBezTo>
                    <a:pt x="5515" y="19803"/>
                    <a:pt x="5765" y="19678"/>
                    <a:pt x="5890" y="19502"/>
                  </a:cubicBezTo>
                  <a:cubicBezTo>
                    <a:pt x="6066" y="19277"/>
                    <a:pt x="5991" y="18976"/>
                    <a:pt x="5715" y="18801"/>
                  </a:cubicBezTo>
                  <a:lnTo>
                    <a:pt x="5114" y="18375"/>
                  </a:lnTo>
                  <a:lnTo>
                    <a:pt x="8798" y="19678"/>
                  </a:lnTo>
                  <a:cubicBezTo>
                    <a:pt x="8882" y="19704"/>
                    <a:pt x="8969" y="19716"/>
                    <a:pt x="9056" y="19716"/>
                  </a:cubicBezTo>
                  <a:cubicBezTo>
                    <a:pt x="9304" y="19716"/>
                    <a:pt x="9545" y="19613"/>
                    <a:pt x="9675" y="19427"/>
                  </a:cubicBezTo>
                  <a:cubicBezTo>
                    <a:pt x="9850" y="19202"/>
                    <a:pt x="9775" y="18876"/>
                    <a:pt x="9500" y="18700"/>
                  </a:cubicBezTo>
                  <a:lnTo>
                    <a:pt x="7068" y="17247"/>
                  </a:lnTo>
                  <a:lnTo>
                    <a:pt x="12983" y="19477"/>
                  </a:lnTo>
                  <a:cubicBezTo>
                    <a:pt x="13078" y="19514"/>
                    <a:pt x="13180" y="19531"/>
                    <a:pt x="13280" y="19531"/>
                  </a:cubicBezTo>
                  <a:cubicBezTo>
                    <a:pt x="13524" y="19531"/>
                    <a:pt x="13761" y="19429"/>
                    <a:pt x="13886" y="19252"/>
                  </a:cubicBezTo>
                  <a:cubicBezTo>
                    <a:pt x="14061" y="19001"/>
                    <a:pt x="13986" y="18675"/>
                    <a:pt x="13685" y="18500"/>
                  </a:cubicBezTo>
                  <a:lnTo>
                    <a:pt x="9901" y="16370"/>
                  </a:lnTo>
                  <a:lnTo>
                    <a:pt x="9901" y="16370"/>
                  </a:lnTo>
                  <a:lnTo>
                    <a:pt x="17444" y="19452"/>
                  </a:lnTo>
                  <a:cubicBezTo>
                    <a:pt x="17549" y="19500"/>
                    <a:pt x="17661" y="19523"/>
                    <a:pt x="17772" y="19523"/>
                  </a:cubicBezTo>
                  <a:cubicBezTo>
                    <a:pt x="18007" y="19523"/>
                    <a:pt x="18236" y="19422"/>
                    <a:pt x="18372" y="19252"/>
                  </a:cubicBezTo>
                  <a:cubicBezTo>
                    <a:pt x="18572" y="19001"/>
                    <a:pt x="18472" y="18675"/>
                    <a:pt x="18171" y="18500"/>
                  </a:cubicBezTo>
                  <a:lnTo>
                    <a:pt x="11454" y="14690"/>
                  </a:lnTo>
                  <a:lnTo>
                    <a:pt x="22256" y="19302"/>
                  </a:lnTo>
                  <a:cubicBezTo>
                    <a:pt x="22367" y="19349"/>
                    <a:pt x="22482" y="19372"/>
                    <a:pt x="22595" y="19372"/>
                  </a:cubicBezTo>
                  <a:cubicBezTo>
                    <a:pt x="22840" y="19372"/>
                    <a:pt x="23072" y="19265"/>
                    <a:pt x="23209" y="19076"/>
                  </a:cubicBezTo>
                  <a:cubicBezTo>
                    <a:pt x="23384" y="18826"/>
                    <a:pt x="23284" y="18500"/>
                    <a:pt x="22983" y="18324"/>
                  </a:cubicBezTo>
                  <a:lnTo>
                    <a:pt x="15765" y="14540"/>
                  </a:lnTo>
                  <a:lnTo>
                    <a:pt x="15765" y="14540"/>
                  </a:lnTo>
                  <a:lnTo>
                    <a:pt x="24186" y="18124"/>
                  </a:lnTo>
                  <a:cubicBezTo>
                    <a:pt x="24266" y="18172"/>
                    <a:pt x="24365" y="18189"/>
                    <a:pt x="24466" y="18189"/>
                  </a:cubicBezTo>
                  <a:cubicBezTo>
                    <a:pt x="24524" y="18189"/>
                    <a:pt x="24582" y="18183"/>
                    <a:pt x="24637" y="18174"/>
                  </a:cubicBezTo>
                  <a:cubicBezTo>
                    <a:pt x="24612" y="17773"/>
                    <a:pt x="24587" y="17397"/>
                    <a:pt x="24587" y="16996"/>
                  </a:cubicBezTo>
                  <a:lnTo>
                    <a:pt x="15815" y="12184"/>
                  </a:lnTo>
                  <a:lnTo>
                    <a:pt x="15815" y="12184"/>
                  </a:lnTo>
                  <a:lnTo>
                    <a:pt x="24412" y="15969"/>
                  </a:lnTo>
                  <a:cubicBezTo>
                    <a:pt x="24462" y="15994"/>
                    <a:pt x="24537" y="15994"/>
                    <a:pt x="24587" y="16019"/>
                  </a:cubicBezTo>
                  <a:cubicBezTo>
                    <a:pt x="24612" y="15593"/>
                    <a:pt x="24663" y="15192"/>
                    <a:pt x="24738" y="14765"/>
                  </a:cubicBezTo>
                  <a:lnTo>
                    <a:pt x="16292" y="10104"/>
                  </a:lnTo>
                  <a:lnTo>
                    <a:pt x="16292" y="10104"/>
                  </a:lnTo>
                  <a:lnTo>
                    <a:pt x="23986" y="13487"/>
                  </a:lnTo>
                  <a:cubicBezTo>
                    <a:pt x="24090" y="13535"/>
                    <a:pt x="24202" y="13558"/>
                    <a:pt x="24313" y="13558"/>
                  </a:cubicBezTo>
                  <a:cubicBezTo>
                    <a:pt x="24548" y="13558"/>
                    <a:pt x="24777" y="13457"/>
                    <a:pt x="24913" y="13287"/>
                  </a:cubicBezTo>
                  <a:cubicBezTo>
                    <a:pt x="25114" y="13036"/>
                    <a:pt x="25013" y="12685"/>
                    <a:pt x="24688" y="12535"/>
                  </a:cubicBezTo>
                  <a:lnTo>
                    <a:pt x="14186" y="6946"/>
                  </a:lnTo>
                  <a:lnTo>
                    <a:pt x="14186" y="6946"/>
                  </a:lnTo>
                  <a:cubicBezTo>
                    <a:pt x="16066" y="7673"/>
                    <a:pt x="18347" y="8550"/>
                    <a:pt x="21079" y="9603"/>
                  </a:cubicBezTo>
                  <a:cubicBezTo>
                    <a:pt x="22482" y="10154"/>
                    <a:pt x="23409" y="10505"/>
                    <a:pt x="23460" y="10530"/>
                  </a:cubicBezTo>
                  <a:cubicBezTo>
                    <a:pt x="23560" y="10566"/>
                    <a:pt x="23665" y="10583"/>
                    <a:pt x="23768" y="10583"/>
                  </a:cubicBezTo>
                  <a:cubicBezTo>
                    <a:pt x="24024" y="10583"/>
                    <a:pt x="24269" y="10476"/>
                    <a:pt x="24412" y="10279"/>
                  </a:cubicBezTo>
                  <a:cubicBezTo>
                    <a:pt x="24637" y="9953"/>
                    <a:pt x="24537" y="9778"/>
                    <a:pt x="24086" y="9527"/>
                  </a:cubicBezTo>
                  <a:lnTo>
                    <a:pt x="24086" y="9502"/>
                  </a:lnTo>
                  <a:cubicBezTo>
                    <a:pt x="24086" y="9502"/>
                    <a:pt x="24061" y="9502"/>
                    <a:pt x="24036" y="9477"/>
                  </a:cubicBezTo>
                  <a:cubicBezTo>
                    <a:pt x="23861" y="9402"/>
                    <a:pt x="23635" y="9277"/>
                    <a:pt x="23384" y="9151"/>
                  </a:cubicBezTo>
                  <a:lnTo>
                    <a:pt x="21354" y="8174"/>
                  </a:lnTo>
                  <a:cubicBezTo>
                    <a:pt x="19675" y="7372"/>
                    <a:pt x="17444" y="6294"/>
                    <a:pt x="15214" y="5217"/>
                  </a:cubicBezTo>
                  <a:lnTo>
                    <a:pt x="14186" y="4740"/>
                  </a:lnTo>
                  <a:lnTo>
                    <a:pt x="22958" y="7472"/>
                  </a:lnTo>
                  <a:cubicBezTo>
                    <a:pt x="23051" y="7505"/>
                    <a:pt x="23145" y="7521"/>
                    <a:pt x="23237" y="7521"/>
                  </a:cubicBezTo>
                  <a:cubicBezTo>
                    <a:pt x="23494" y="7521"/>
                    <a:pt x="23731" y="7399"/>
                    <a:pt x="23861" y="7197"/>
                  </a:cubicBezTo>
                  <a:cubicBezTo>
                    <a:pt x="24011" y="6946"/>
                    <a:pt x="23911" y="6620"/>
                    <a:pt x="23585" y="6470"/>
                  </a:cubicBezTo>
                  <a:lnTo>
                    <a:pt x="19199" y="4540"/>
                  </a:lnTo>
                  <a:lnTo>
                    <a:pt x="22106" y="5292"/>
                  </a:lnTo>
                  <a:cubicBezTo>
                    <a:pt x="22177" y="5308"/>
                    <a:pt x="22250" y="5316"/>
                    <a:pt x="22323" y="5316"/>
                  </a:cubicBezTo>
                  <a:cubicBezTo>
                    <a:pt x="22585" y="5316"/>
                    <a:pt x="22841" y="5212"/>
                    <a:pt x="22958" y="5016"/>
                  </a:cubicBezTo>
                  <a:cubicBezTo>
                    <a:pt x="23134" y="4765"/>
                    <a:pt x="23033" y="4465"/>
                    <a:pt x="22758" y="4289"/>
                  </a:cubicBezTo>
                  <a:lnTo>
                    <a:pt x="20402" y="2911"/>
                  </a:lnTo>
                  <a:lnTo>
                    <a:pt x="21906" y="3237"/>
                  </a:lnTo>
                  <a:cubicBezTo>
                    <a:pt x="21965" y="3251"/>
                    <a:pt x="22026" y="3258"/>
                    <a:pt x="22087" y="3258"/>
                  </a:cubicBezTo>
                  <a:cubicBezTo>
                    <a:pt x="22337" y="3258"/>
                    <a:pt x="22587" y="3142"/>
                    <a:pt x="22708" y="2961"/>
                  </a:cubicBezTo>
                  <a:cubicBezTo>
                    <a:pt x="22858" y="2710"/>
                    <a:pt x="22783" y="2435"/>
                    <a:pt x="22532" y="2259"/>
                  </a:cubicBezTo>
                  <a:lnTo>
                    <a:pt x="21129" y="1282"/>
                  </a:lnTo>
                  <a:cubicBezTo>
                    <a:pt x="21354" y="1207"/>
                    <a:pt x="21505" y="1056"/>
                    <a:pt x="21555" y="856"/>
                  </a:cubicBezTo>
                  <a:cubicBezTo>
                    <a:pt x="21605" y="555"/>
                    <a:pt x="21329" y="254"/>
                    <a:pt x="20953" y="204"/>
                  </a:cubicBezTo>
                  <a:lnTo>
                    <a:pt x="18673" y="4"/>
                  </a:lnTo>
                  <a:cubicBezTo>
                    <a:pt x="18647" y="1"/>
                    <a:pt x="18622" y="0"/>
                    <a:pt x="185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2" name="Google Shape;2712;p59"/>
            <p:cNvSpPr/>
            <p:nvPr/>
          </p:nvSpPr>
          <p:spPr>
            <a:xfrm>
              <a:off x="966125" y="3639996"/>
              <a:ext cx="1062714" cy="1401172"/>
            </a:xfrm>
            <a:custGeom>
              <a:avLst/>
              <a:gdLst/>
              <a:ahLst/>
              <a:cxnLst/>
              <a:rect l="l" t="t" r="r" b="b"/>
              <a:pathLst>
                <a:path w="32909" h="43390" extrusionOk="0">
                  <a:moveTo>
                    <a:pt x="32257" y="8168"/>
                  </a:moveTo>
                  <a:cubicBezTo>
                    <a:pt x="32432" y="8995"/>
                    <a:pt x="32031" y="9547"/>
                    <a:pt x="31730" y="10173"/>
                  </a:cubicBezTo>
                  <a:cubicBezTo>
                    <a:pt x="31505" y="9622"/>
                    <a:pt x="31705" y="8770"/>
                    <a:pt x="32257" y="8168"/>
                  </a:cubicBezTo>
                  <a:close/>
                  <a:moveTo>
                    <a:pt x="15833" y="572"/>
                  </a:moveTo>
                  <a:cubicBezTo>
                    <a:pt x="15910" y="572"/>
                    <a:pt x="15988" y="573"/>
                    <a:pt x="16066" y="574"/>
                  </a:cubicBezTo>
                  <a:cubicBezTo>
                    <a:pt x="22307" y="699"/>
                    <a:pt x="28046" y="5712"/>
                    <a:pt x="27996" y="12805"/>
                  </a:cubicBezTo>
                  <a:cubicBezTo>
                    <a:pt x="27947" y="19796"/>
                    <a:pt x="22296" y="24888"/>
                    <a:pt x="15894" y="24888"/>
                  </a:cubicBezTo>
                  <a:cubicBezTo>
                    <a:pt x="15801" y="24888"/>
                    <a:pt x="15708" y="24887"/>
                    <a:pt x="15615" y="24885"/>
                  </a:cubicBezTo>
                  <a:cubicBezTo>
                    <a:pt x="9048" y="24735"/>
                    <a:pt x="3710" y="19446"/>
                    <a:pt x="3685" y="12679"/>
                  </a:cubicBezTo>
                  <a:cubicBezTo>
                    <a:pt x="3809" y="5477"/>
                    <a:pt x="9652" y="572"/>
                    <a:pt x="15833" y="572"/>
                  </a:cubicBezTo>
                  <a:close/>
                  <a:moveTo>
                    <a:pt x="1053" y="41176"/>
                  </a:moveTo>
                  <a:lnTo>
                    <a:pt x="1053" y="41176"/>
                  </a:lnTo>
                  <a:cubicBezTo>
                    <a:pt x="1354" y="41852"/>
                    <a:pt x="1279" y="42354"/>
                    <a:pt x="853" y="42780"/>
                  </a:cubicBezTo>
                  <a:cubicBezTo>
                    <a:pt x="527" y="42304"/>
                    <a:pt x="602" y="41802"/>
                    <a:pt x="1053" y="41176"/>
                  </a:cubicBezTo>
                  <a:close/>
                  <a:moveTo>
                    <a:pt x="15829" y="1"/>
                  </a:moveTo>
                  <a:cubicBezTo>
                    <a:pt x="12353" y="1"/>
                    <a:pt x="8907" y="1416"/>
                    <a:pt x="6417" y="4183"/>
                  </a:cubicBezTo>
                  <a:cubicBezTo>
                    <a:pt x="4161" y="6689"/>
                    <a:pt x="3033" y="9647"/>
                    <a:pt x="3134" y="13030"/>
                  </a:cubicBezTo>
                  <a:cubicBezTo>
                    <a:pt x="3284" y="17416"/>
                    <a:pt x="5264" y="20825"/>
                    <a:pt x="8848" y="23381"/>
                  </a:cubicBezTo>
                  <a:cubicBezTo>
                    <a:pt x="8723" y="23532"/>
                    <a:pt x="8673" y="23657"/>
                    <a:pt x="8572" y="23757"/>
                  </a:cubicBezTo>
                  <a:cubicBezTo>
                    <a:pt x="8096" y="24309"/>
                    <a:pt x="7570" y="24810"/>
                    <a:pt x="7144" y="25386"/>
                  </a:cubicBezTo>
                  <a:cubicBezTo>
                    <a:pt x="5715" y="27366"/>
                    <a:pt x="4462" y="29446"/>
                    <a:pt x="3510" y="31702"/>
                  </a:cubicBezTo>
                  <a:cubicBezTo>
                    <a:pt x="2482" y="34208"/>
                    <a:pt x="1830" y="36840"/>
                    <a:pt x="1229" y="39472"/>
                  </a:cubicBezTo>
                  <a:cubicBezTo>
                    <a:pt x="1129" y="39898"/>
                    <a:pt x="1028" y="40274"/>
                    <a:pt x="703" y="40649"/>
                  </a:cubicBezTo>
                  <a:cubicBezTo>
                    <a:pt x="201" y="41201"/>
                    <a:pt x="1" y="41903"/>
                    <a:pt x="126" y="42654"/>
                  </a:cubicBezTo>
                  <a:cubicBezTo>
                    <a:pt x="176" y="43081"/>
                    <a:pt x="402" y="43331"/>
                    <a:pt x="753" y="43381"/>
                  </a:cubicBezTo>
                  <a:cubicBezTo>
                    <a:pt x="789" y="43387"/>
                    <a:pt x="825" y="43390"/>
                    <a:pt x="861" y="43390"/>
                  </a:cubicBezTo>
                  <a:cubicBezTo>
                    <a:pt x="1144" y="43390"/>
                    <a:pt x="1399" y="43214"/>
                    <a:pt x="1555" y="42880"/>
                  </a:cubicBezTo>
                  <a:cubicBezTo>
                    <a:pt x="1755" y="42529"/>
                    <a:pt x="1855" y="42128"/>
                    <a:pt x="1805" y="41727"/>
                  </a:cubicBezTo>
                  <a:cubicBezTo>
                    <a:pt x="1755" y="41401"/>
                    <a:pt x="1705" y="41101"/>
                    <a:pt x="1655" y="40775"/>
                  </a:cubicBezTo>
                  <a:cubicBezTo>
                    <a:pt x="1630" y="40624"/>
                    <a:pt x="1605" y="40449"/>
                    <a:pt x="1655" y="40299"/>
                  </a:cubicBezTo>
                  <a:cubicBezTo>
                    <a:pt x="1906" y="39171"/>
                    <a:pt x="2181" y="38018"/>
                    <a:pt x="2432" y="36890"/>
                  </a:cubicBezTo>
                  <a:cubicBezTo>
                    <a:pt x="3359" y="33005"/>
                    <a:pt x="4988" y="29421"/>
                    <a:pt x="7269" y="26163"/>
                  </a:cubicBezTo>
                  <a:cubicBezTo>
                    <a:pt x="7495" y="25812"/>
                    <a:pt x="7745" y="25486"/>
                    <a:pt x="7996" y="25136"/>
                  </a:cubicBezTo>
                  <a:lnTo>
                    <a:pt x="7996" y="25136"/>
                  </a:lnTo>
                  <a:cubicBezTo>
                    <a:pt x="7996" y="25486"/>
                    <a:pt x="7921" y="25762"/>
                    <a:pt x="7820" y="26038"/>
                  </a:cubicBezTo>
                  <a:cubicBezTo>
                    <a:pt x="7570" y="26790"/>
                    <a:pt x="7319" y="27542"/>
                    <a:pt x="7094" y="28294"/>
                  </a:cubicBezTo>
                  <a:cubicBezTo>
                    <a:pt x="6141" y="31451"/>
                    <a:pt x="5314" y="34659"/>
                    <a:pt x="5139" y="37968"/>
                  </a:cubicBezTo>
                  <a:cubicBezTo>
                    <a:pt x="5089" y="38970"/>
                    <a:pt x="5139" y="39948"/>
                    <a:pt x="5139" y="40925"/>
                  </a:cubicBezTo>
                  <a:cubicBezTo>
                    <a:pt x="5139" y="41142"/>
                    <a:pt x="5162" y="41453"/>
                    <a:pt x="5455" y="41453"/>
                  </a:cubicBezTo>
                  <a:cubicBezTo>
                    <a:pt x="5466" y="41453"/>
                    <a:pt x="5478" y="41452"/>
                    <a:pt x="5490" y="41451"/>
                  </a:cubicBezTo>
                  <a:cubicBezTo>
                    <a:pt x="5815" y="41401"/>
                    <a:pt x="5715" y="41101"/>
                    <a:pt x="5715" y="40900"/>
                  </a:cubicBezTo>
                  <a:cubicBezTo>
                    <a:pt x="5715" y="39973"/>
                    <a:pt x="5690" y="39045"/>
                    <a:pt x="5715" y="38118"/>
                  </a:cubicBezTo>
                  <a:cubicBezTo>
                    <a:pt x="5765" y="35963"/>
                    <a:pt x="6166" y="33832"/>
                    <a:pt x="6718" y="31752"/>
                  </a:cubicBezTo>
                  <a:cubicBezTo>
                    <a:pt x="7369" y="29346"/>
                    <a:pt x="8146" y="26965"/>
                    <a:pt x="8898" y="24584"/>
                  </a:cubicBezTo>
                  <a:cubicBezTo>
                    <a:pt x="8973" y="24283"/>
                    <a:pt x="9124" y="24008"/>
                    <a:pt x="9274" y="23657"/>
                  </a:cubicBezTo>
                  <a:cubicBezTo>
                    <a:pt x="11265" y="24831"/>
                    <a:pt x="13561" y="25444"/>
                    <a:pt x="15877" y="25444"/>
                  </a:cubicBezTo>
                  <a:cubicBezTo>
                    <a:pt x="19244" y="25444"/>
                    <a:pt x="22655" y="24149"/>
                    <a:pt x="25239" y="21401"/>
                  </a:cubicBezTo>
                  <a:cubicBezTo>
                    <a:pt x="25314" y="21527"/>
                    <a:pt x="25389" y="21652"/>
                    <a:pt x="25465" y="21777"/>
                  </a:cubicBezTo>
                  <a:cubicBezTo>
                    <a:pt x="26718" y="24384"/>
                    <a:pt x="27695" y="27090"/>
                    <a:pt x="28297" y="29898"/>
                  </a:cubicBezTo>
                  <a:cubicBezTo>
                    <a:pt x="28723" y="31877"/>
                    <a:pt x="28973" y="33883"/>
                    <a:pt x="29124" y="35888"/>
                  </a:cubicBezTo>
                  <a:cubicBezTo>
                    <a:pt x="29224" y="37316"/>
                    <a:pt x="29249" y="38745"/>
                    <a:pt x="29049" y="40173"/>
                  </a:cubicBezTo>
                  <a:cubicBezTo>
                    <a:pt x="28998" y="40474"/>
                    <a:pt x="28923" y="40800"/>
                    <a:pt x="28898" y="41126"/>
                  </a:cubicBezTo>
                  <a:cubicBezTo>
                    <a:pt x="28898" y="41226"/>
                    <a:pt x="29049" y="41401"/>
                    <a:pt x="29174" y="41451"/>
                  </a:cubicBezTo>
                  <a:cubicBezTo>
                    <a:pt x="29178" y="41454"/>
                    <a:pt x="29184" y="41455"/>
                    <a:pt x="29190" y="41455"/>
                  </a:cubicBezTo>
                  <a:cubicBezTo>
                    <a:pt x="29254" y="41455"/>
                    <a:pt x="29406" y="41342"/>
                    <a:pt x="29475" y="41251"/>
                  </a:cubicBezTo>
                  <a:cubicBezTo>
                    <a:pt x="29525" y="41126"/>
                    <a:pt x="29525" y="40975"/>
                    <a:pt x="29550" y="40825"/>
                  </a:cubicBezTo>
                  <a:cubicBezTo>
                    <a:pt x="29826" y="38970"/>
                    <a:pt x="29800" y="37116"/>
                    <a:pt x="29650" y="35236"/>
                  </a:cubicBezTo>
                  <a:cubicBezTo>
                    <a:pt x="29324" y="31527"/>
                    <a:pt x="28648" y="27943"/>
                    <a:pt x="27244" y="24484"/>
                  </a:cubicBezTo>
                  <a:cubicBezTo>
                    <a:pt x="27194" y="24359"/>
                    <a:pt x="27169" y="24208"/>
                    <a:pt x="27094" y="23958"/>
                  </a:cubicBezTo>
                  <a:lnTo>
                    <a:pt x="27094" y="23958"/>
                  </a:lnTo>
                  <a:cubicBezTo>
                    <a:pt x="27294" y="24133"/>
                    <a:pt x="27394" y="24233"/>
                    <a:pt x="27520" y="24309"/>
                  </a:cubicBezTo>
                  <a:cubicBezTo>
                    <a:pt x="27996" y="24760"/>
                    <a:pt x="28572" y="25035"/>
                    <a:pt x="29199" y="25211"/>
                  </a:cubicBezTo>
                  <a:cubicBezTo>
                    <a:pt x="29394" y="25259"/>
                    <a:pt x="29575" y="25284"/>
                    <a:pt x="29744" y="25284"/>
                  </a:cubicBezTo>
                  <a:cubicBezTo>
                    <a:pt x="30272" y="25284"/>
                    <a:pt x="30681" y="25041"/>
                    <a:pt x="31003" y="24509"/>
                  </a:cubicBezTo>
                  <a:cubicBezTo>
                    <a:pt x="31254" y="24083"/>
                    <a:pt x="31430" y="23632"/>
                    <a:pt x="31555" y="23181"/>
                  </a:cubicBezTo>
                  <a:cubicBezTo>
                    <a:pt x="32232" y="20775"/>
                    <a:pt x="32232" y="18319"/>
                    <a:pt x="32106" y="15862"/>
                  </a:cubicBezTo>
                  <a:cubicBezTo>
                    <a:pt x="32056" y="14459"/>
                    <a:pt x="31931" y="13080"/>
                    <a:pt x="31831" y="11702"/>
                  </a:cubicBezTo>
                  <a:cubicBezTo>
                    <a:pt x="31805" y="11351"/>
                    <a:pt x="31881" y="11075"/>
                    <a:pt x="32056" y="10775"/>
                  </a:cubicBezTo>
                  <a:cubicBezTo>
                    <a:pt x="32357" y="10223"/>
                    <a:pt x="32607" y="9672"/>
                    <a:pt x="32808" y="9070"/>
                  </a:cubicBezTo>
                  <a:cubicBezTo>
                    <a:pt x="32908" y="8795"/>
                    <a:pt x="32908" y="8419"/>
                    <a:pt x="32833" y="8143"/>
                  </a:cubicBezTo>
                  <a:cubicBezTo>
                    <a:pt x="32730" y="7790"/>
                    <a:pt x="32507" y="7601"/>
                    <a:pt x="32259" y="7601"/>
                  </a:cubicBezTo>
                  <a:cubicBezTo>
                    <a:pt x="32083" y="7601"/>
                    <a:pt x="31896" y="7695"/>
                    <a:pt x="31730" y="7892"/>
                  </a:cubicBezTo>
                  <a:cubicBezTo>
                    <a:pt x="31505" y="8168"/>
                    <a:pt x="31354" y="8544"/>
                    <a:pt x="31229" y="8895"/>
                  </a:cubicBezTo>
                  <a:cubicBezTo>
                    <a:pt x="31003" y="9572"/>
                    <a:pt x="31129" y="10248"/>
                    <a:pt x="31204" y="10925"/>
                  </a:cubicBezTo>
                  <a:cubicBezTo>
                    <a:pt x="31354" y="12303"/>
                    <a:pt x="31430" y="13707"/>
                    <a:pt x="31505" y="15085"/>
                  </a:cubicBezTo>
                  <a:cubicBezTo>
                    <a:pt x="31630" y="17266"/>
                    <a:pt x="31680" y="19446"/>
                    <a:pt x="31329" y="21602"/>
                  </a:cubicBezTo>
                  <a:cubicBezTo>
                    <a:pt x="31179" y="22379"/>
                    <a:pt x="30953" y="23181"/>
                    <a:pt x="30678" y="23908"/>
                  </a:cubicBezTo>
                  <a:cubicBezTo>
                    <a:pt x="30479" y="24468"/>
                    <a:pt x="30162" y="24716"/>
                    <a:pt x="29709" y="24716"/>
                  </a:cubicBezTo>
                  <a:cubicBezTo>
                    <a:pt x="29535" y="24716"/>
                    <a:pt x="29340" y="24679"/>
                    <a:pt x="29124" y="24609"/>
                  </a:cubicBezTo>
                  <a:cubicBezTo>
                    <a:pt x="28597" y="24434"/>
                    <a:pt x="28121" y="24183"/>
                    <a:pt x="27720" y="23782"/>
                  </a:cubicBezTo>
                  <a:cubicBezTo>
                    <a:pt x="27319" y="23356"/>
                    <a:pt x="26943" y="22930"/>
                    <a:pt x="26542" y="22504"/>
                  </a:cubicBezTo>
                  <a:cubicBezTo>
                    <a:pt x="26091" y="22053"/>
                    <a:pt x="25916" y="21426"/>
                    <a:pt x="25640" y="20925"/>
                  </a:cubicBezTo>
                  <a:cubicBezTo>
                    <a:pt x="30352" y="15060"/>
                    <a:pt x="29149" y="7065"/>
                    <a:pt x="23861" y="2830"/>
                  </a:cubicBezTo>
                  <a:cubicBezTo>
                    <a:pt x="21492" y="932"/>
                    <a:pt x="18650" y="1"/>
                    <a:pt x="158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3" name="Google Shape;2713;p59"/>
            <p:cNvSpPr/>
            <p:nvPr/>
          </p:nvSpPr>
          <p:spPr>
            <a:xfrm>
              <a:off x="1615256" y="3068625"/>
              <a:ext cx="945331" cy="802921"/>
            </a:xfrm>
            <a:custGeom>
              <a:avLst/>
              <a:gdLst/>
              <a:ahLst/>
              <a:cxnLst/>
              <a:rect l="l" t="t" r="r" b="b"/>
              <a:pathLst>
                <a:path w="29274" h="24864" extrusionOk="0">
                  <a:moveTo>
                    <a:pt x="14681" y="581"/>
                  </a:moveTo>
                  <a:cubicBezTo>
                    <a:pt x="16493" y="581"/>
                    <a:pt x="18274" y="849"/>
                    <a:pt x="20025" y="1375"/>
                  </a:cubicBezTo>
                  <a:cubicBezTo>
                    <a:pt x="20251" y="1450"/>
                    <a:pt x="20502" y="1425"/>
                    <a:pt x="20702" y="1525"/>
                  </a:cubicBezTo>
                  <a:cubicBezTo>
                    <a:pt x="22431" y="2352"/>
                    <a:pt x="24211" y="3129"/>
                    <a:pt x="25589" y="4558"/>
                  </a:cubicBezTo>
                  <a:cubicBezTo>
                    <a:pt x="26141" y="5159"/>
                    <a:pt x="26667" y="5761"/>
                    <a:pt x="27093" y="6437"/>
                  </a:cubicBezTo>
                  <a:cubicBezTo>
                    <a:pt x="28622" y="9019"/>
                    <a:pt x="28622" y="11600"/>
                    <a:pt x="27068" y="14157"/>
                  </a:cubicBezTo>
                  <a:cubicBezTo>
                    <a:pt x="26141" y="15711"/>
                    <a:pt x="24837" y="16864"/>
                    <a:pt x="23283" y="17716"/>
                  </a:cubicBezTo>
                  <a:cubicBezTo>
                    <a:pt x="22707" y="18041"/>
                    <a:pt x="22406" y="18392"/>
                    <a:pt x="22406" y="19094"/>
                  </a:cubicBezTo>
                  <a:cubicBezTo>
                    <a:pt x="22406" y="19495"/>
                    <a:pt x="22256" y="19921"/>
                    <a:pt x="22080" y="20297"/>
                  </a:cubicBezTo>
                  <a:cubicBezTo>
                    <a:pt x="21429" y="21926"/>
                    <a:pt x="20276" y="23129"/>
                    <a:pt x="18697" y="24032"/>
                  </a:cubicBezTo>
                  <a:cubicBezTo>
                    <a:pt x="18998" y="23154"/>
                    <a:pt x="19299" y="22427"/>
                    <a:pt x="19474" y="21651"/>
                  </a:cubicBezTo>
                  <a:cubicBezTo>
                    <a:pt x="19599" y="21149"/>
                    <a:pt x="19599" y="20598"/>
                    <a:pt x="19549" y="20097"/>
                  </a:cubicBezTo>
                  <a:cubicBezTo>
                    <a:pt x="19492" y="19641"/>
                    <a:pt x="19363" y="19473"/>
                    <a:pt x="19053" y="19473"/>
                  </a:cubicBezTo>
                  <a:cubicBezTo>
                    <a:pt x="18954" y="19473"/>
                    <a:pt x="18836" y="19490"/>
                    <a:pt x="18697" y="19520"/>
                  </a:cubicBezTo>
                  <a:cubicBezTo>
                    <a:pt x="17312" y="19813"/>
                    <a:pt x="15935" y="19965"/>
                    <a:pt x="14569" y="19965"/>
                  </a:cubicBezTo>
                  <a:cubicBezTo>
                    <a:pt x="12423" y="19965"/>
                    <a:pt x="10303" y="19590"/>
                    <a:pt x="8221" y="18793"/>
                  </a:cubicBezTo>
                  <a:cubicBezTo>
                    <a:pt x="6115" y="17991"/>
                    <a:pt x="4261" y="16838"/>
                    <a:pt x="2832" y="15059"/>
                  </a:cubicBezTo>
                  <a:cubicBezTo>
                    <a:pt x="1604" y="13530"/>
                    <a:pt x="927" y="11801"/>
                    <a:pt x="1053" y="9796"/>
                  </a:cubicBezTo>
                  <a:cubicBezTo>
                    <a:pt x="1128" y="8442"/>
                    <a:pt x="1604" y="7214"/>
                    <a:pt x="2356" y="6087"/>
                  </a:cubicBezTo>
                  <a:cubicBezTo>
                    <a:pt x="3283" y="4683"/>
                    <a:pt x="4537" y="3630"/>
                    <a:pt x="5990" y="2778"/>
                  </a:cubicBezTo>
                  <a:cubicBezTo>
                    <a:pt x="8196" y="1500"/>
                    <a:pt x="10577" y="848"/>
                    <a:pt x="13108" y="648"/>
                  </a:cubicBezTo>
                  <a:cubicBezTo>
                    <a:pt x="13635" y="603"/>
                    <a:pt x="14159" y="581"/>
                    <a:pt x="14681" y="581"/>
                  </a:cubicBezTo>
                  <a:close/>
                  <a:moveTo>
                    <a:pt x="14656" y="1"/>
                  </a:moveTo>
                  <a:cubicBezTo>
                    <a:pt x="13727" y="1"/>
                    <a:pt x="12792" y="68"/>
                    <a:pt x="11855" y="197"/>
                  </a:cubicBezTo>
                  <a:cubicBezTo>
                    <a:pt x="9549" y="523"/>
                    <a:pt x="7394" y="1224"/>
                    <a:pt x="5414" y="2452"/>
                  </a:cubicBezTo>
                  <a:cubicBezTo>
                    <a:pt x="3935" y="3355"/>
                    <a:pt x="2682" y="4483"/>
                    <a:pt x="1755" y="5936"/>
                  </a:cubicBezTo>
                  <a:cubicBezTo>
                    <a:pt x="0" y="8793"/>
                    <a:pt x="0" y="11676"/>
                    <a:pt x="1755" y="14558"/>
                  </a:cubicBezTo>
                  <a:cubicBezTo>
                    <a:pt x="2732" y="16112"/>
                    <a:pt x="4060" y="17290"/>
                    <a:pt x="5639" y="18192"/>
                  </a:cubicBezTo>
                  <a:cubicBezTo>
                    <a:pt x="8444" y="19821"/>
                    <a:pt x="11452" y="20517"/>
                    <a:pt x="14594" y="20517"/>
                  </a:cubicBezTo>
                  <a:cubicBezTo>
                    <a:pt x="15271" y="20517"/>
                    <a:pt x="15954" y="20485"/>
                    <a:pt x="16642" y="20422"/>
                  </a:cubicBezTo>
                  <a:cubicBezTo>
                    <a:pt x="17419" y="20347"/>
                    <a:pt x="18196" y="20197"/>
                    <a:pt x="18973" y="20097"/>
                  </a:cubicBezTo>
                  <a:cubicBezTo>
                    <a:pt x="19123" y="20498"/>
                    <a:pt x="19098" y="20899"/>
                    <a:pt x="19023" y="21300"/>
                  </a:cubicBezTo>
                  <a:cubicBezTo>
                    <a:pt x="18772" y="22327"/>
                    <a:pt x="18446" y="23305"/>
                    <a:pt x="17795" y="24157"/>
                  </a:cubicBezTo>
                  <a:cubicBezTo>
                    <a:pt x="17644" y="24307"/>
                    <a:pt x="17544" y="24508"/>
                    <a:pt x="17669" y="24708"/>
                  </a:cubicBezTo>
                  <a:cubicBezTo>
                    <a:pt x="17755" y="24823"/>
                    <a:pt x="17858" y="24864"/>
                    <a:pt x="17967" y="24864"/>
                  </a:cubicBezTo>
                  <a:cubicBezTo>
                    <a:pt x="18049" y="24864"/>
                    <a:pt x="18135" y="24841"/>
                    <a:pt x="18221" y="24808"/>
                  </a:cubicBezTo>
                  <a:cubicBezTo>
                    <a:pt x="18421" y="24758"/>
                    <a:pt x="18622" y="24708"/>
                    <a:pt x="18772" y="24583"/>
                  </a:cubicBezTo>
                  <a:cubicBezTo>
                    <a:pt x="19299" y="24257"/>
                    <a:pt x="19875" y="23956"/>
                    <a:pt x="20351" y="23555"/>
                  </a:cubicBezTo>
                  <a:cubicBezTo>
                    <a:pt x="21880" y="22277"/>
                    <a:pt x="22933" y="20698"/>
                    <a:pt x="23033" y="18593"/>
                  </a:cubicBezTo>
                  <a:cubicBezTo>
                    <a:pt x="23058" y="18568"/>
                    <a:pt x="23058" y="18543"/>
                    <a:pt x="23083" y="18543"/>
                  </a:cubicBezTo>
                  <a:cubicBezTo>
                    <a:pt x="23258" y="18443"/>
                    <a:pt x="23434" y="18317"/>
                    <a:pt x="23584" y="18217"/>
                  </a:cubicBezTo>
                  <a:cubicBezTo>
                    <a:pt x="25088" y="17340"/>
                    <a:pt x="26366" y="16237"/>
                    <a:pt x="27344" y="14783"/>
                  </a:cubicBezTo>
                  <a:cubicBezTo>
                    <a:pt x="29248" y="11976"/>
                    <a:pt x="29274" y="8643"/>
                    <a:pt x="27394" y="5811"/>
                  </a:cubicBezTo>
                  <a:cubicBezTo>
                    <a:pt x="26717" y="4833"/>
                    <a:pt x="25915" y="3956"/>
                    <a:pt x="24938" y="3254"/>
                  </a:cubicBezTo>
                  <a:cubicBezTo>
                    <a:pt x="23659" y="2327"/>
                    <a:pt x="22356" y="1400"/>
                    <a:pt x="20727" y="1149"/>
                  </a:cubicBezTo>
                  <a:cubicBezTo>
                    <a:pt x="20702" y="1149"/>
                    <a:pt x="20677" y="1099"/>
                    <a:pt x="20627" y="1074"/>
                  </a:cubicBezTo>
                  <a:cubicBezTo>
                    <a:pt x="20401" y="974"/>
                    <a:pt x="20176" y="848"/>
                    <a:pt x="19925" y="773"/>
                  </a:cubicBezTo>
                  <a:cubicBezTo>
                    <a:pt x="18196" y="246"/>
                    <a:pt x="16435" y="1"/>
                    <a:pt x="146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4" name="Google Shape;2714;p59"/>
            <p:cNvSpPr/>
            <p:nvPr/>
          </p:nvSpPr>
          <p:spPr>
            <a:xfrm>
              <a:off x="1429084" y="4000877"/>
              <a:ext cx="267931" cy="162722"/>
            </a:xfrm>
            <a:custGeom>
              <a:avLst/>
              <a:gdLst/>
              <a:ahLst/>
              <a:cxnLst/>
              <a:rect l="l" t="t" r="r" b="b"/>
              <a:pathLst>
                <a:path w="8297" h="5039" extrusionOk="0">
                  <a:moveTo>
                    <a:pt x="8071" y="1"/>
                  </a:moveTo>
                  <a:cubicBezTo>
                    <a:pt x="7971" y="1"/>
                    <a:pt x="7820" y="176"/>
                    <a:pt x="7770" y="301"/>
                  </a:cubicBezTo>
                  <a:cubicBezTo>
                    <a:pt x="7695" y="427"/>
                    <a:pt x="7695" y="602"/>
                    <a:pt x="7670" y="778"/>
                  </a:cubicBezTo>
                  <a:cubicBezTo>
                    <a:pt x="7469" y="1705"/>
                    <a:pt x="7169" y="2582"/>
                    <a:pt x="6567" y="3359"/>
                  </a:cubicBezTo>
                  <a:cubicBezTo>
                    <a:pt x="5998" y="4047"/>
                    <a:pt x="5293" y="4466"/>
                    <a:pt x="4369" y="4466"/>
                  </a:cubicBezTo>
                  <a:cubicBezTo>
                    <a:pt x="4317" y="4466"/>
                    <a:pt x="4265" y="4464"/>
                    <a:pt x="4211" y="4462"/>
                  </a:cubicBezTo>
                  <a:cubicBezTo>
                    <a:pt x="3660" y="4437"/>
                    <a:pt x="3159" y="4261"/>
                    <a:pt x="2682" y="4011"/>
                  </a:cubicBezTo>
                  <a:cubicBezTo>
                    <a:pt x="1905" y="3585"/>
                    <a:pt x="1304" y="3008"/>
                    <a:pt x="753" y="2357"/>
                  </a:cubicBezTo>
                  <a:cubicBezTo>
                    <a:pt x="652" y="2231"/>
                    <a:pt x="577" y="2081"/>
                    <a:pt x="452" y="2006"/>
                  </a:cubicBezTo>
                  <a:cubicBezTo>
                    <a:pt x="402" y="1981"/>
                    <a:pt x="333" y="1968"/>
                    <a:pt x="264" y="1968"/>
                  </a:cubicBezTo>
                  <a:cubicBezTo>
                    <a:pt x="195" y="1968"/>
                    <a:pt x="126" y="1981"/>
                    <a:pt x="76" y="2006"/>
                  </a:cubicBezTo>
                  <a:cubicBezTo>
                    <a:pt x="26" y="2031"/>
                    <a:pt x="1" y="2206"/>
                    <a:pt x="26" y="2306"/>
                  </a:cubicBezTo>
                  <a:cubicBezTo>
                    <a:pt x="26" y="2382"/>
                    <a:pt x="101" y="2457"/>
                    <a:pt x="151" y="2507"/>
                  </a:cubicBezTo>
                  <a:cubicBezTo>
                    <a:pt x="803" y="3359"/>
                    <a:pt x="1580" y="4086"/>
                    <a:pt x="2557" y="4587"/>
                  </a:cubicBezTo>
                  <a:cubicBezTo>
                    <a:pt x="3109" y="4888"/>
                    <a:pt x="3710" y="5038"/>
                    <a:pt x="4462" y="5038"/>
                  </a:cubicBezTo>
                  <a:cubicBezTo>
                    <a:pt x="5489" y="5038"/>
                    <a:pt x="6392" y="4512"/>
                    <a:pt x="7068" y="3635"/>
                  </a:cubicBezTo>
                  <a:cubicBezTo>
                    <a:pt x="7770" y="2707"/>
                    <a:pt x="8121" y="1655"/>
                    <a:pt x="8297" y="527"/>
                  </a:cubicBezTo>
                  <a:cubicBezTo>
                    <a:pt x="8297" y="477"/>
                    <a:pt x="8297" y="452"/>
                    <a:pt x="8297" y="402"/>
                  </a:cubicBezTo>
                  <a:cubicBezTo>
                    <a:pt x="8297" y="226"/>
                    <a:pt x="8297" y="1"/>
                    <a:pt x="80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5" name="Google Shape;2715;p59"/>
            <p:cNvSpPr/>
            <p:nvPr/>
          </p:nvSpPr>
          <p:spPr>
            <a:xfrm>
              <a:off x="1337629" y="3952016"/>
              <a:ext cx="42917" cy="58611"/>
            </a:xfrm>
            <a:custGeom>
              <a:avLst/>
              <a:gdLst/>
              <a:ahLst/>
              <a:cxnLst/>
              <a:rect l="l" t="t" r="r" b="b"/>
              <a:pathLst>
                <a:path w="1329" h="1815" extrusionOk="0">
                  <a:moveTo>
                    <a:pt x="681" y="0"/>
                  </a:moveTo>
                  <a:cubicBezTo>
                    <a:pt x="459" y="0"/>
                    <a:pt x="235" y="148"/>
                    <a:pt x="126" y="411"/>
                  </a:cubicBezTo>
                  <a:cubicBezTo>
                    <a:pt x="51" y="561"/>
                    <a:pt x="26" y="712"/>
                    <a:pt x="1" y="862"/>
                  </a:cubicBezTo>
                  <a:cubicBezTo>
                    <a:pt x="1" y="1338"/>
                    <a:pt x="352" y="1814"/>
                    <a:pt x="702" y="1814"/>
                  </a:cubicBezTo>
                  <a:cubicBezTo>
                    <a:pt x="1003" y="1814"/>
                    <a:pt x="1329" y="1363"/>
                    <a:pt x="1329" y="837"/>
                  </a:cubicBezTo>
                  <a:cubicBezTo>
                    <a:pt x="1329" y="787"/>
                    <a:pt x="1329" y="661"/>
                    <a:pt x="1279" y="536"/>
                  </a:cubicBezTo>
                  <a:cubicBezTo>
                    <a:pt x="1204" y="286"/>
                    <a:pt x="1078" y="60"/>
                    <a:pt x="778" y="10"/>
                  </a:cubicBezTo>
                  <a:cubicBezTo>
                    <a:pt x="746" y="3"/>
                    <a:pt x="713" y="0"/>
                    <a:pt x="6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6" name="Google Shape;2716;p59"/>
            <p:cNvSpPr/>
            <p:nvPr/>
          </p:nvSpPr>
          <p:spPr>
            <a:xfrm>
              <a:off x="1657335" y="3896439"/>
              <a:ext cx="42917" cy="48633"/>
            </a:xfrm>
            <a:custGeom>
              <a:avLst/>
              <a:gdLst/>
              <a:ahLst/>
              <a:cxnLst/>
              <a:rect l="l" t="t" r="r" b="b"/>
              <a:pathLst>
                <a:path w="1329" h="1506" extrusionOk="0">
                  <a:moveTo>
                    <a:pt x="637" y="0"/>
                  </a:moveTo>
                  <a:cubicBezTo>
                    <a:pt x="280" y="0"/>
                    <a:pt x="0" y="319"/>
                    <a:pt x="0" y="778"/>
                  </a:cubicBezTo>
                  <a:cubicBezTo>
                    <a:pt x="0" y="1230"/>
                    <a:pt x="226" y="1505"/>
                    <a:pt x="602" y="1505"/>
                  </a:cubicBezTo>
                  <a:cubicBezTo>
                    <a:pt x="978" y="1505"/>
                    <a:pt x="1304" y="1154"/>
                    <a:pt x="1304" y="753"/>
                  </a:cubicBezTo>
                  <a:cubicBezTo>
                    <a:pt x="1329" y="377"/>
                    <a:pt x="1003" y="27"/>
                    <a:pt x="677" y="2"/>
                  </a:cubicBezTo>
                  <a:cubicBezTo>
                    <a:pt x="664" y="1"/>
                    <a:pt x="650" y="0"/>
                    <a:pt x="6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17" name="Google Shape;2717;p59"/>
          <p:cNvGrpSpPr/>
          <p:nvPr/>
        </p:nvGrpSpPr>
        <p:grpSpPr>
          <a:xfrm rot="-847270">
            <a:off x="6336670" y="1000621"/>
            <a:ext cx="1293039" cy="1395459"/>
            <a:chOff x="2781235" y="1588475"/>
            <a:chExt cx="1490865" cy="1608953"/>
          </a:xfrm>
        </p:grpSpPr>
        <p:sp>
          <p:nvSpPr>
            <p:cNvPr id="2718" name="Google Shape;2718;p59"/>
            <p:cNvSpPr/>
            <p:nvPr/>
          </p:nvSpPr>
          <p:spPr>
            <a:xfrm flipH="1">
              <a:off x="3177073" y="2444841"/>
              <a:ext cx="971989" cy="752587"/>
            </a:xfrm>
            <a:custGeom>
              <a:avLst/>
              <a:gdLst/>
              <a:ahLst/>
              <a:cxnLst/>
              <a:rect l="l" t="t" r="r" b="b"/>
              <a:pathLst>
                <a:path w="25540" h="19775" extrusionOk="0">
                  <a:moveTo>
                    <a:pt x="18647" y="0"/>
                  </a:moveTo>
                  <a:cubicBezTo>
                    <a:pt x="18547" y="75"/>
                    <a:pt x="18422" y="150"/>
                    <a:pt x="18297" y="226"/>
                  </a:cubicBezTo>
                  <a:cubicBezTo>
                    <a:pt x="18221" y="301"/>
                    <a:pt x="18146" y="351"/>
                    <a:pt x="18096" y="426"/>
                  </a:cubicBezTo>
                  <a:cubicBezTo>
                    <a:pt x="18021" y="476"/>
                    <a:pt x="17946" y="526"/>
                    <a:pt x="17896" y="576"/>
                  </a:cubicBezTo>
                  <a:cubicBezTo>
                    <a:pt x="17896" y="727"/>
                    <a:pt x="17971" y="877"/>
                    <a:pt x="18121" y="977"/>
                  </a:cubicBezTo>
                  <a:lnTo>
                    <a:pt x="18848" y="1479"/>
                  </a:lnTo>
                  <a:lnTo>
                    <a:pt x="17094" y="1103"/>
                  </a:lnTo>
                  <a:cubicBezTo>
                    <a:pt x="16693" y="1353"/>
                    <a:pt x="16241" y="1554"/>
                    <a:pt x="15790" y="1704"/>
                  </a:cubicBezTo>
                  <a:cubicBezTo>
                    <a:pt x="15840" y="1830"/>
                    <a:pt x="15916" y="1930"/>
                    <a:pt x="16041" y="2005"/>
                  </a:cubicBezTo>
                  <a:lnTo>
                    <a:pt x="17444" y="2832"/>
                  </a:lnTo>
                  <a:lnTo>
                    <a:pt x="14387" y="2080"/>
                  </a:lnTo>
                  <a:cubicBezTo>
                    <a:pt x="14337" y="2105"/>
                    <a:pt x="14312" y="2105"/>
                    <a:pt x="14287" y="2105"/>
                  </a:cubicBezTo>
                  <a:lnTo>
                    <a:pt x="12632" y="2155"/>
                  </a:lnTo>
                  <a:cubicBezTo>
                    <a:pt x="12482" y="2431"/>
                    <a:pt x="12607" y="2757"/>
                    <a:pt x="12908" y="2882"/>
                  </a:cubicBezTo>
                  <a:lnTo>
                    <a:pt x="14587" y="3634"/>
                  </a:lnTo>
                  <a:lnTo>
                    <a:pt x="5214" y="1078"/>
                  </a:lnTo>
                  <a:cubicBezTo>
                    <a:pt x="5131" y="1052"/>
                    <a:pt x="5043" y="1040"/>
                    <a:pt x="4956" y="1040"/>
                  </a:cubicBezTo>
                  <a:cubicBezTo>
                    <a:pt x="4700" y="1040"/>
                    <a:pt x="4449" y="1148"/>
                    <a:pt x="4337" y="1353"/>
                  </a:cubicBezTo>
                  <a:cubicBezTo>
                    <a:pt x="4161" y="1604"/>
                    <a:pt x="4287" y="1930"/>
                    <a:pt x="4587" y="2080"/>
                  </a:cubicBezTo>
                  <a:cubicBezTo>
                    <a:pt x="6016" y="2782"/>
                    <a:pt x="8698" y="3409"/>
                    <a:pt x="10527" y="4286"/>
                  </a:cubicBezTo>
                  <a:cubicBezTo>
                    <a:pt x="7745" y="3208"/>
                    <a:pt x="4662" y="2581"/>
                    <a:pt x="4462" y="2506"/>
                  </a:cubicBezTo>
                  <a:lnTo>
                    <a:pt x="4437" y="2506"/>
                  </a:lnTo>
                  <a:cubicBezTo>
                    <a:pt x="4249" y="2423"/>
                    <a:pt x="4097" y="2379"/>
                    <a:pt x="3964" y="2379"/>
                  </a:cubicBezTo>
                  <a:cubicBezTo>
                    <a:pt x="3777" y="2379"/>
                    <a:pt x="3631" y="2466"/>
                    <a:pt x="3485" y="2657"/>
                  </a:cubicBezTo>
                  <a:cubicBezTo>
                    <a:pt x="3259" y="2907"/>
                    <a:pt x="3359" y="3258"/>
                    <a:pt x="3685" y="3434"/>
                  </a:cubicBezTo>
                  <a:cubicBezTo>
                    <a:pt x="3760" y="3484"/>
                    <a:pt x="6793" y="4386"/>
                    <a:pt x="9550" y="5865"/>
                  </a:cubicBezTo>
                  <a:lnTo>
                    <a:pt x="3760" y="3910"/>
                  </a:lnTo>
                  <a:cubicBezTo>
                    <a:pt x="3648" y="3862"/>
                    <a:pt x="3530" y="3839"/>
                    <a:pt x="3416" y="3839"/>
                  </a:cubicBezTo>
                  <a:cubicBezTo>
                    <a:pt x="3173" y="3839"/>
                    <a:pt x="2944" y="3940"/>
                    <a:pt x="2808" y="4110"/>
                  </a:cubicBezTo>
                  <a:cubicBezTo>
                    <a:pt x="2607" y="4361"/>
                    <a:pt x="2708" y="4712"/>
                    <a:pt x="3008" y="4862"/>
                  </a:cubicBezTo>
                  <a:lnTo>
                    <a:pt x="13033" y="9674"/>
                  </a:lnTo>
                  <a:lnTo>
                    <a:pt x="13033" y="9674"/>
                  </a:lnTo>
                  <a:lnTo>
                    <a:pt x="2958" y="5890"/>
                  </a:lnTo>
                  <a:cubicBezTo>
                    <a:pt x="2847" y="5839"/>
                    <a:pt x="2725" y="5814"/>
                    <a:pt x="2605" y="5814"/>
                  </a:cubicBezTo>
                  <a:cubicBezTo>
                    <a:pt x="2372" y="5814"/>
                    <a:pt x="2147" y="5908"/>
                    <a:pt x="2031" y="6090"/>
                  </a:cubicBezTo>
                  <a:cubicBezTo>
                    <a:pt x="1830" y="6341"/>
                    <a:pt x="1906" y="6667"/>
                    <a:pt x="2231" y="6842"/>
                  </a:cubicBezTo>
                  <a:lnTo>
                    <a:pt x="13459" y="12256"/>
                  </a:lnTo>
                  <a:lnTo>
                    <a:pt x="13459" y="12256"/>
                  </a:lnTo>
                  <a:lnTo>
                    <a:pt x="2783" y="7719"/>
                  </a:lnTo>
                  <a:cubicBezTo>
                    <a:pt x="2678" y="7671"/>
                    <a:pt x="2564" y="7649"/>
                    <a:pt x="2450" y="7649"/>
                  </a:cubicBezTo>
                  <a:cubicBezTo>
                    <a:pt x="2210" y="7649"/>
                    <a:pt x="1975" y="7750"/>
                    <a:pt x="1855" y="7920"/>
                  </a:cubicBezTo>
                  <a:cubicBezTo>
                    <a:pt x="1655" y="8196"/>
                    <a:pt x="1755" y="8521"/>
                    <a:pt x="2081" y="8697"/>
                  </a:cubicBezTo>
                  <a:lnTo>
                    <a:pt x="9099" y="12381"/>
                  </a:lnTo>
                  <a:lnTo>
                    <a:pt x="9099" y="12381"/>
                  </a:lnTo>
                  <a:lnTo>
                    <a:pt x="2332" y="9499"/>
                  </a:lnTo>
                  <a:cubicBezTo>
                    <a:pt x="2227" y="9451"/>
                    <a:pt x="2115" y="9428"/>
                    <a:pt x="2004" y="9428"/>
                  </a:cubicBezTo>
                  <a:cubicBezTo>
                    <a:pt x="1769" y="9428"/>
                    <a:pt x="1541" y="9529"/>
                    <a:pt x="1404" y="9699"/>
                  </a:cubicBezTo>
                  <a:cubicBezTo>
                    <a:pt x="1229" y="9950"/>
                    <a:pt x="1304" y="10276"/>
                    <a:pt x="1605" y="10451"/>
                  </a:cubicBezTo>
                  <a:lnTo>
                    <a:pt x="9374" y="14862"/>
                  </a:lnTo>
                  <a:lnTo>
                    <a:pt x="1630" y="11679"/>
                  </a:lnTo>
                  <a:cubicBezTo>
                    <a:pt x="1535" y="11643"/>
                    <a:pt x="1433" y="11625"/>
                    <a:pt x="1332" y="11625"/>
                  </a:cubicBezTo>
                  <a:cubicBezTo>
                    <a:pt x="1087" y="11625"/>
                    <a:pt x="844" y="11727"/>
                    <a:pt x="703" y="11905"/>
                  </a:cubicBezTo>
                  <a:cubicBezTo>
                    <a:pt x="527" y="12155"/>
                    <a:pt x="602" y="12481"/>
                    <a:pt x="903" y="12657"/>
                  </a:cubicBezTo>
                  <a:lnTo>
                    <a:pt x="6317" y="15714"/>
                  </a:lnTo>
                  <a:lnTo>
                    <a:pt x="1429" y="13885"/>
                  </a:lnTo>
                  <a:cubicBezTo>
                    <a:pt x="1334" y="13848"/>
                    <a:pt x="1233" y="13831"/>
                    <a:pt x="1132" y="13831"/>
                  </a:cubicBezTo>
                  <a:cubicBezTo>
                    <a:pt x="889" y="13831"/>
                    <a:pt x="651" y="13933"/>
                    <a:pt x="527" y="14110"/>
                  </a:cubicBezTo>
                  <a:cubicBezTo>
                    <a:pt x="352" y="14336"/>
                    <a:pt x="427" y="14662"/>
                    <a:pt x="703" y="14837"/>
                  </a:cubicBezTo>
                  <a:lnTo>
                    <a:pt x="3735" y="16667"/>
                  </a:lnTo>
                  <a:lnTo>
                    <a:pt x="1053" y="15714"/>
                  </a:lnTo>
                  <a:cubicBezTo>
                    <a:pt x="960" y="15686"/>
                    <a:pt x="863" y="15671"/>
                    <a:pt x="768" y="15671"/>
                  </a:cubicBezTo>
                  <a:cubicBezTo>
                    <a:pt x="529" y="15671"/>
                    <a:pt x="302" y="15761"/>
                    <a:pt x="176" y="15940"/>
                  </a:cubicBezTo>
                  <a:cubicBezTo>
                    <a:pt x="1" y="16166"/>
                    <a:pt x="51" y="16491"/>
                    <a:pt x="327" y="16667"/>
                  </a:cubicBezTo>
                  <a:lnTo>
                    <a:pt x="1454" y="17419"/>
                  </a:lnTo>
                  <a:lnTo>
                    <a:pt x="1204" y="17343"/>
                  </a:lnTo>
                  <a:cubicBezTo>
                    <a:pt x="1116" y="17314"/>
                    <a:pt x="1026" y="17300"/>
                    <a:pt x="938" y="17300"/>
                  </a:cubicBezTo>
                  <a:cubicBezTo>
                    <a:pt x="724" y="17300"/>
                    <a:pt x="519" y="17384"/>
                    <a:pt x="377" y="17544"/>
                  </a:cubicBezTo>
                  <a:cubicBezTo>
                    <a:pt x="201" y="17744"/>
                    <a:pt x="201" y="18020"/>
                    <a:pt x="402" y="18221"/>
                  </a:cubicBezTo>
                  <a:lnTo>
                    <a:pt x="1555" y="19349"/>
                  </a:lnTo>
                  <a:cubicBezTo>
                    <a:pt x="1701" y="19495"/>
                    <a:pt x="1906" y="19572"/>
                    <a:pt x="2112" y="19572"/>
                  </a:cubicBezTo>
                  <a:cubicBezTo>
                    <a:pt x="2259" y="19572"/>
                    <a:pt x="2407" y="19532"/>
                    <a:pt x="2532" y="19449"/>
                  </a:cubicBezTo>
                  <a:cubicBezTo>
                    <a:pt x="2708" y="19349"/>
                    <a:pt x="2783" y="19198"/>
                    <a:pt x="2808" y="19048"/>
                  </a:cubicBezTo>
                  <a:lnTo>
                    <a:pt x="5013" y="19750"/>
                  </a:lnTo>
                  <a:cubicBezTo>
                    <a:pt x="5114" y="19775"/>
                    <a:pt x="5189" y="19775"/>
                    <a:pt x="5264" y="19775"/>
                  </a:cubicBezTo>
                  <a:cubicBezTo>
                    <a:pt x="5515" y="19775"/>
                    <a:pt x="5740" y="19674"/>
                    <a:pt x="5891" y="19499"/>
                  </a:cubicBezTo>
                  <a:cubicBezTo>
                    <a:pt x="6041" y="19248"/>
                    <a:pt x="5991" y="18947"/>
                    <a:pt x="5715" y="18772"/>
                  </a:cubicBezTo>
                  <a:lnTo>
                    <a:pt x="5114" y="18371"/>
                  </a:lnTo>
                  <a:lnTo>
                    <a:pt x="8773" y="19649"/>
                  </a:lnTo>
                  <a:cubicBezTo>
                    <a:pt x="8868" y="19686"/>
                    <a:pt x="8969" y="19703"/>
                    <a:pt x="9070" y="19703"/>
                  </a:cubicBezTo>
                  <a:cubicBezTo>
                    <a:pt x="9314" y="19703"/>
                    <a:pt x="9551" y="19601"/>
                    <a:pt x="9675" y="19424"/>
                  </a:cubicBezTo>
                  <a:cubicBezTo>
                    <a:pt x="9850" y="19173"/>
                    <a:pt x="9775" y="18872"/>
                    <a:pt x="9475" y="18697"/>
                  </a:cubicBezTo>
                  <a:lnTo>
                    <a:pt x="7068" y="17243"/>
                  </a:lnTo>
                  <a:lnTo>
                    <a:pt x="12983" y="19449"/>
                  </a:lnTo>
                  <a:cubicBezTo>
                    <a:pt x="13078" y="19485"/>
                    <a:pt x="13178" y="19503"/>
                    <a:pt x="13276" y="19503"/>
                  </a:cubicBezTo>
                  <a:cubicBezTo>
                    <a:pt x="13514" y="19503"/>
                    <a:pt x="13744" y="19401"/>
                    <a:pt x="13886" y="19223"/>
                  </a:cubicBezTo>
                  <a:cubicBezTo>
                    <a:pt x="14061" y="18973"/>
                    <a:pt x="13961" y="18647"/>
                    <a:pt x="13660" y="18496"/>
                  </a:cubicBezTo>
                  <a:lnTo>
                    <a:pt x="9901" y="16341"/>
                  </a:lnTo>
                  <a:lnTo>
                    <a:pt x="17444" y="19449"/>
                  </a:lnTo>
                  <a:cubicBezTo>
                    <a:pt x="17548" y="19489"/>
                    <a:pt x="17660" y="19508"/>
                    <a:pt x="17770" y="19508"/>
                  </a:cubicBezTo>
                  <a:cubicBezTo>
                    <a:pt x="18006" y="19508"/>
                    <a:pt x="18235" y="19419"/>
                    <a:pt x="18372" y="19248"/>
                  </a:cubicBezTo>
                  <a:cubicBezTo>
                    <a:pt x="18547" y="18998"/>
                    <a:pt x="18472" y="18647"/>
                    <a:pt x="18171" y="18496"/>
                  </a:cubicBezTo>
                  <a:lnTo>
                    <a:pt x="11454" y="14662"/>
                  </a:lnTo>
                  <a:lnTo>
                    <a:pt x="22257" y="19298"/>
                  </a:lnTo>
                  <a:cubicBezTo>
                    <a:pt x="22352" y="19335"/>
                    <a:pt x="22455" y="19352"/>
                    <a:pt x="22559" y="19352"/>
                  </a:cubicBezTo>
                  <a:cubicBezTo>
                    <a:pt x="22810" y="19352"/>
                    <a:pt x="23060" y="19250"/>
                    <a:pt x="23184" y="19073"/>
                  </a:cubicBezTo>
                  <a:cubicBezTo>
                    <a:pt x="23384" y="18822"/>
                    <a:pt x="23284" y="18471"/>
                    <a:pt x="22958" y="18321"/>
                  </a:cubicBezTo>
                  <a:lnTo>
                    <a:pt x="15765" y="14536"/>
                  </a:lnTo>
                  <a:lnTo>
                    <a:pt x="24161" y="18120"/>
                  </a:lnTo>
                  <a:cubicBezTo>
                    <a:pt x="24273" y="18160"/>
                    <a:pt x="24390" y="18180"/>
                    <a:pt x="24504" y="18180"/>
                  </a:cubicBezTo>
                  <a:cubicBezTo>
                    <a:pt x="24748" y="18180"/>
                    <a:pt x="24977" y="18091"/>
                    <a:pt x="25114" y="17920"/>
                  </a:cubicBezTo>
                  <a:cubicBezTo>
                    <a:pt x="25289" y="17644"/>
                    <a:pt x="25214" y="17318"/>
                    <a:pt x="24888" y="17143"/>
                  </a:cubicBezTo>
                  <a:lnTo>
                    <a:pt x="15790" y="12181"/>
                  </a:lnTo>
                  <a:lnTo>
                    <a:pt x="24412" y="15940"/>
                  </a:lnTo>
                  <a:cubicBezTo>
                    <a:pt x="24523" y="15991"/>
                    <a:pt x="24642" y="16016"/>
                    <a:pt x="24759" y="16016"/>
                  </a:cubicBezTo>
                  <a:cubicBezTo>
                    <a:pt x="24987" y="16016"/>
                    <a:pt x="25207" y="15921"/>
                    <a:pt x="25339" y="15739"/>
                  </a:cubicBezTo>
                  <a:cubicBezTo>
                    <a:pt x="25540" y="15489"/>
                    <a:pt x="25440" y="15163"/>
                    <a:pt x="25139" y="14988"/>
                  </a:cubicBezTo>
                  <a:lnTo>
                    <a:pt x="16292" y="10100"/>
                  </a:lnTo>
                  <a:lnTo>
                    <a:pt x="23961" y="13484"/>
                  </a:lnTo>
                  <a:cubicBezTo>
                    <a:pt x="24065" y="13532"/>
                    <a:pt x="24180" y="13554"/>
                    <a:pt x="24294" y="13554"/>
                  </a:cubicBezTo>
                  <a:cubicBezTo>
                    <a:pt x="24537" y="13554"/>
                    <a:pt x="24777" y="13454"/>
                    <a:pt x="24913" y="13283"/>
                  </a:cubicBezTo>
                  <a:cubicBezTo>
                    <a:pt x="25089" y="13008"/>
                    <a:pt x="25013" y="12682"/>
                    <a:pt x="24688" y="12506"/>
                  </a:cubicBezTo>
                  <a:lnTo>
                    <a:pt x="14161" y="6942"/>
                  </a:lnTo>
                  <a:lnTo>
                    <a:pt x="14161" y="6942"/>
                  </a:lnTo>
                  <a:cubicBezTo>
                    <a:pt x="16066" y="7669"/>
                    <a:pt x="18347" y="8546"/>
                    <a:pt x="21054" y="9599"/>
                  </a:cubicBezTo>
                  <a:cubicBezTo>
                    <a:pt x="22482" y="10125"/>
                    <a:pt x="23409" y="10476"/>
                    <a:pt x="23460" y="10501"/>
                  </a:cubicBezTo>
                  <a:cubicBezTo>
                    <a:pt x="23570" y="10549"/>
                    <a:pt x="23685" y="10571"/>
                    <a:pt x="23797" y="10571"/>
                  </a:cubicBezTo>
                  <a:cubicBezTo>
                    <a:pt x="24041" y="10571"/>
                    <a:pt x="24267" y="10465"/>
                    <a:pt x="24387" y="10276"/>
                  </a:cubicBezTo>
                  <a:cubicBezTo>
                    <a:pt x="24612" y="9950"/>
                    <a:pt x="24512" y="9749"/>
                    <a:pt x="24086" y="9499"/>
                  </a:cubicBezTo>
                  <a:cubicBezTo>
                    <a:pt x="24086" y="9499"/>
                    <a:pt x="24061" y="9499"/>
                    <a:pt x="24011" y="9474"/>
                  </a:cubicBezTo>
                  <a:cubicBezTo>
                    <a:pt x="23861" y="9374"/>
                    <a:pt x="23635" y="9273"/>
                    <a:pt x="23359" y="9148"/>
                  </a:cubicBezTo>
                  <a:lnTo>
                    <a:pt x="21354" y="8170"/>
                  </a:lnTo>
                  <a:cubicBezTo>
                    <a:pt x="19675" y="7368"/>
                    <a:pt x="17419" y="6291"/>
                    <a:pt x="15189" y="5213"/>
                  </a:cubicBezTo>
                  <a:lnTo>
                    <a:pt x="14161" y="4712"/>
                  </a:lnTo>
                  <a:lnTo>
                    <a:pt x="14161" y="4712"/>
                  </a:lnTo>
                  <a:lnTo>
                    <a:pt x="22958" y="7469"/>
                  </a:lnTo>
                  <a:cubicBezTo>
                    <a:pt x="23041" y="7492"/>
                    <a:pt x="23124" y="7503"/>
                    <a:pt x="23206" y="7503"/>
                  </a:cubicBezTo>
                  <a:cubicBezTo>
                    <a:pt x="23474" y="7503"/>
                    <a:pt x="23726" y="7385"/>
                    <a:pt x="23861" y="7193"/>
                  </a:cubicBezTo>
                  <a:cubicBezTo>
                    <a:pt x="24011" y="6917"/>
                    <a:pt x="23911" y="6592"/>
                    <a:pt x="23585" y="6441"/>
                  </a:cubicBezTo>
                  <a:lnTo>
                    <a:pt x="19199" y="4536"/>
                  </a:lnTo>
                  <a:lnTo>
                    <a:pt x="19199" y="4536"/>
                  </a:lnTo>
                  <a:lnTo>
                    <a:pt x="22106" y="5263"/>
                  </a:lnTo>
                  <a:cubicBezTo>
                    <a:pt x="22190" y="5289"/>
                    <a:pt x="22278" y="5302"/>
                    <a:pt x="22364" y="5302"/>
                  </a:cubicBezTo>
                  <a:cubicBezTo>
                    <a:pt x="22611" y="5302"/>
                    <a:pt x="22847" y="5198"/>
                    <a:pt x="22958" y="5013"/>
                  </a:cubicBezTo>
                  <a:cubicBezTo>
                    <a:pt x="23134" y="4762"/>
                    <a:pt x="23033" y="4436"/>
                    <a:pt x="22758" y="4286"/>
                  </a:cubicBezTo>
                  <a:lnTo>
                    <a:pt x="20377" y="2907"/>
                  </a:lnTo>
                  <a:lnTo>
                    <a:pt x="21906" y="3233"/>
                  </a:lnTo>
                  <a:cubicBezTo>
                    <a:pt x="21956" y="3241"/>
                    <a:pt x="22007" y="3246"/>
                    <a:pt x="22059" y="3246"/>
                  </a:cubicBezTo>
                  <a:cubicBezTo>
                    <a:pt x="22318" y="3246"/>
                    <a:pt x="22582" y="3141"/>
                    <a:pt x="22708" y="2932"/>
                  </a:cubicBezTo>
                  <a:cubicBezTo>
                    <a:pt x="22858" y="2707"/>
                    <a:pt x="22783" y="2431"/>
                    <a:pt x="22532" y="2256"/>
                  </a:cubicBezTo>
                  <a:lnTo>
                    <a:pt x="21129" y="1278"/>
                  </a:lnTo>
                  <a:cubicBezTo>
                    <a:pt x="21354" y="1203"/>
                    <a:pt x="21505" y="1053"/>
                    <a:pt x="21530" y="852"/>
                  </a:cubicBezTo>
                  <a:cubicBezTo>
                    <a:pt x="21605" y="526"/>
                    <a:pt x="21329" y="251"/>
                    <a:pt x="20953" y="201"/>
                  </a:cubicBezTo>
                  <a:lnTo>
                    <a:pt x="186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9" name="Google Shape;2719;p59"/>
            <p:cNvSpPr/>
            <p:nvPr/>
          </p:nvSpPr>
          <p:spPr>
            <a:xfrm flipH="1">
              <a:off x="2781235" y="1588475"/>
              <a:ext cx="1490865" cy="1567931"/>
            </a:xfrm>
            <a:custGeom>
              <a:avLst/>
              <a:gdLst/>
              <a:ahLst/>
              <a:cxnLst/>
              <a:rect l="l" t="t" r="r" b="b"/>
              <a:pathLst>
                <a:path w="39174" h="41199" extrusionOk="0">
                  <a:moveTo>
                    <a:pt x="38203" y="14241"/>
                  </a:moveTo>
                  <a:cubicBezTo>
                    <a:pt x="38262" y="14241"/>
                    <a:pt x="38318" y="14246"/>
                    <a:pt x="38372" y="14256"/>
                  </a:cubicBezTo>
                  <a:cubicBezTo>
                    <a:pt x="37896" y="14933"/>
                    <a:pt x="37169" y="15033"/>
                    <a:pt x="36392" y="15284"/>
                  </a:cubicBezTo>
                  <a:cubicBezTo>
                    <a:pt x="36977" y="14631"/>
                    <a:pt x="37684" y="14241"/>
                    <a:pt x="38203" y="14241"/>
                  </a:cubicBezTo>
                  <a:close/>
                  <a:moveTo>
                    <a:pt x="14312" y="572"/>
                  </a:moveTo>
                  <a:cubicBezTo>
                    <a:pt x="18998" y="748"/>
                    <a:pt x="22783" y="2652"/>
                    <a:pt x="25314" y="6687"/>
                  </a:cubicBezTo>
                  <a:cubicBezTo>
                    <a:pt x="29124" y="12728"/>
                    <a:pt x="26743" y="20497"/>
                    <a:pt x="20276" y="23479"/>
                  </a:cubicBezTo>
                  <a:cubicBezTo>
                    <a:pt x="18566" y="24273"/>
                    <a:pt x="16747" y="24650"/>
                    <a:pt x="14942" y="24650"/>
                  </a:cubicBezTo>
                  <a:cubicBezTo>
                    <a:pt x="10533" y="24650"/>
                    <a:pt x="6219" y="22398"/>
                    <a:pt x="3835" y="18467"/>
                  </a:cubicBezTo>
                  <a:cubicBezTo>
                    <a:pt x="1" y="12151"/>
                    <a:pt x="2733" y="4131"/>
                    <a:pt x="9625" y="1449"/>
                  </a:cubicBezTo>
                  <a:cubicBezTo>
                    <a:pt x="11129" y="873"/>
                    <a:pt x="12682" y="572"/>
                    <a:pt x="14312" y="572"/>
                  </a:cubicBezTo>
                  <a:close/>
                  <a:moveTo>
                    <a:pt x="22285" y="27106"/>
                  </a:moveTo>
                  <a:cubicBezTo>
                    <a:pt x="22327" y="27106"/>
                    <a:pt x="22367" y="27109"/>
                    <a:pt x="22407" y="27114"/>
                  </a:cubicBezTo>
                  <a:cubicBezTo>
                    <a:pt x="22281" y="27891"/>
                    <a:pt x="21329" y="28542"/>
                    <a:pt x="19926" y="28868"/>
                  </a:cubicBezTo>
                  <a:cubicBezTo>
                    <a:pt x="20212" y="28033"/>
                    <a:pt x="21453" y="27106"/>
                    <a:pt x="22285" y="27106"/>
                  </a:cubicBezTo>
                  <a:close/>
                  <a:moveTo>
                    <a:pt x="14272" y="0"/>
                  </a:moveTo>
                  <a:cubicBezTo>
                    <a:pt x="11993" y="0"/>
                    <a:pt x="9675" y="578"/>
                    <a:pt x="7545" y="1825"/>
                  </a:cubicBezTo>
                  <a:cubicBezTo>
                    <a:pt x="3033" y="4482"/>
                    <a:pt x="753" y="9469"/>
                    <a:pt x="1730" y="14607"/>
                  </a:cubicBezTo>
                  <a:cubicBezTo>
                    <a:pt x="2382" y="17966"/>
                    <a:pt x="4186" y="20622"/>
                    <a:pt x="6918" y="22627"/>
                  </a:cubicBezTo>
                  <a:cubicBezTo>
                    <a:pt x="7093" y="22753"/>
                    <a:pt x="7269" y="22903"/>
                    <a:pt x="7469" y="23028"/>
                  </a:cubicBezTo>
                  <a:cubicBezTo>
                    <a:pt x="7144" y="23780"/>
                    <a:pt x="6843" y="24507"/>
                    <a:pt x="6517" y="25209"/>
                  </a:cubicBezTo>
                  <a:cubicBezTo>
                    <a:pt x="4562" y="29269"/>
                    <a:pt x="3660" y="33580"/>
                    <a:pt x="3685" y="38066"/>
                  </a:cubicBezTo>
                  <a:cubicBezTo>
                    <a:pt x="3685" y="38843"/>
                    <a:pt x="3810" y="39620"/>
                    <a:pt x="3910" y="40397"/>
                  </a:cubicBezTo>
                  <a:cubicBezTo>
                    <a:pt x="3932" y="40589"/>
                    <a:pt x="4008" y="40764"/>
                    <a:pt x="4186" y="40764"/>
                  </a:cubicBezTo>
                  <a:cubicBezTo>
                    <a:pt x="4216" y="40764"/>
                    <a:pt x="4250" y="40759"/>
                    <a:pt x="4286" y="40748"/>
                  </a:cubicBezTo>
                  <a:cubicBezTo>
                    <a:pt x="4562" y="40698"/>
                    <a:pt x="4537" y="40497"/>
                    <a:pt x="4487" y="40272"/>
                  </a:cubicBezTo>
                  <a:cubicBezTo>
                    <a:pt x="4261" y="39319"/>
                    <a:pt x="4186" y="38342"/>
                    <a:pt x="4261" y="37339"/>
                  </a:cubicBezTo>
                  <a:cubicBezTo>
                    <a:pt x="4286" y="36612"/>
                    <a:pt x="4337" y="35886"/>
                    <a:pt x="4387" y="35184"/>
                  </a:cubicBezTo>
                  <a:cubicBezTo>
                    <a:pt x="4587" y="32126"/>
                    <a:pt x="5364" y="29219"/>
                    <a:pt x="6592" y="26437"/>
                  </a:cubicBezTo>
                  <a:cubicBezTo>
                    <a:pt x="6617" y="26387"/>
                    <a:pt x="6642" y="26337"/>
                    <a:pt x="6692" y="26211"/>
                  </a:cubicBezTo>
                  <a:cubicBezTo>
                    <a:pt x="6793" y="26387"/>
                    <a:pt x="6868" y="26487"/>
                    <a:pt x="6893" y="26562"/>
                  </a:cubicBezTo>
                  <a:cubicBezTo>
                    <a:pt x="7294" y="27565"/>
                    <a:pt x="7820" y="28492"/>
                    <a:pt x="8447" y="29369"/>
                  </a:cubicBezTo>
                  <a:cubicBezTo>
                    <a:pt x="9249" y="30522"/>
                    <a:pt x="10076" y="31725"/>
                    <a:pt x="10953" y="32828"/>
                  </a:cubicBezTo>
                  <a:cubicBezTo>
                    <a:pt x="11447" y="33470"/>
                    <a:pt x="11984" y="33766"/>
                    <a:pt x="12613" y="33766"/>
                  </a:cubicBezTo>
                  <a:cubicBezTo>
                    <a:pt x="12943" y="33766"/>
                    <a:pt x="13298" y="33685"/>
                    <a:pt x="13685" y="33530"/>
                  </a:cubicBezTo>
                  <a:cubicBezTo>
                    <a:pt x="14111" y="33354"/>
                    <a:pt x="14562" y="33154"/>
                    <a:pt x="14938" y="32903"/>
                  </a:cubicBezTo>
                  <a:cubicBezTo>
                    <a:pt x="16317" y="31926"/>
                    <a:pt x="17670" y="30898"/>
                    <a:pt x="19023" y="29921"/>
                  </a:cubicBezTo>
                  <a:cubicBezTo>
                    <a:pt x="19224" y="29770"/>
                    <a:pt x="19474" y="29670"/>
                    <a:pt x="19725" y="29595"/>
                  </a:cubicBezTo>
                  <a:cubicBezTo>
                    <a:pt x="20402" y="29294"/>
                    <a:pt x="21104" y="29043"/>
                    <a:pt x="21780" y="28743"/>
                  </a:cubicBezTo>
                  <a:cubicBezTo>
                    <a:pt x="22281" y="28517"/>
                    <a:pt x="22708" y="28141"/>
                    <a:pt x="22933" y="27615"/>
                  </a:cubicBezTo>
                  <a:cubicBezTo>
                    <a:pt x="23184" y="27013"/>
                    <a:pt x="22883" y="26512"/>
                    <a:pt x="22206" y="26487"/>
                  </a:cubicBezTo>
                  <a:cubicBezTo>
                    <a:pt x="22174" y="26485"/>
                    <a:pt x="22142" y="26484"/>
                    <a:pt x="22110" y="26484"/>
                  </a:cubicBezTo>
                  <a:cubicBezTo>
                    <a:pt x="21694" y="26484"/>
                    <a:pt x="21304" y="26634"/>
                    <a:pt x="20978" y="26913"/>
                  </a:cubicBezTo>
                  <a:cubicBezTo>
                    <a:pt x="20477" y="27389"/>
                    <a:pt x="20001" y="27865"/>
                    <a:pt x="19525" y="28367"/>
                  </a:cubicBezTo>
                  <a:cubicBezTo>
                    <a:pt x="19424" y="28442"/>
                    <a:pt x="19324" y="28592"/>
                    <a:pt x="19299" y="28718"/>
                  </a:cubicBezTo>
                  <a:cubicBezTo>
                    <a:pt x="19249" y="28993"/>
                    <a:pt x="19048" y="29169"/>
                    <a:pt x="18848" y="29319"/>
                  </a:cubicBezTo>
                  <a:cubicBezTo>
                    <a:pt x="17795" y="30146"/>
                    <a:pt x="16768" y="30973"/>
                    <a:pt x="15690" y="31750"/>
                  </a:cubicBezTo>
                  <a:cubicBezTo>
                    <a:pt x="14963" y="32226"/>
                    <a:pt x="14186" y="32652"/>
                    <a:pt x="13409" y="33003"/>
                  </a:cubicBezTo>
                  <a:cubicBezTo>
                    <a:pt x="13131" y="33134"/>
                    <a:pt x="12878" y="33198"/>
                    <a:pt x="12641" y="33198"/>
                  </a:cubicBezTo>
                  <a:cubicBezTo>
                    <a:pt x="12194" y="33198"/>
                    <a:pt x="11806" y="32969"/>
                    <a:pt x="11429" y="32527"/>
                  </a:cubicBezTo>
                  <a:cubicBezTo>
                    <a:pt x="11103" y="32176"/>
                    <a:pt x="10828" y="31800"/>
                    <a:pt x="10552" y="31424"/>
                  </a:cubicBezTo>
                  <a:cubicBezTo>
                    <a:pt x="9926" y="30497"/>
                    <a:pt x="9249" y="29595"/>
                    <a:pt x="8647" y="28642"/>
                  </a:cubicBezTo>
                  <a:cubicBezTo>
                    <a:pt x="8096" y="27715"/>
                    <a:pt x="7645" y="26763"/>
                    <a:pt x="7144" y="25835"/>
                  </a:cubicBezTo>
                  <a:cubicBezTo>
                    <a:pt x="7018" y="25585"/>
                    <a:pt x="7018" y="25359"/>
                    <a:pt x="7144" y="25134"/>
                  </a:cubicBezTo>
                  <a:cubicBezTo>
                    <a:pt x="7319" y="24708"/>
                    <a:pt x="7494" y="24281"/>
                    <a:pt x="7670" y="23855"/>
                  </a:cubicBezTo>
                  <a:cubicBezTo>
                    <a:pt x="7770" y="23680"/>
                    <a:pt x="7870" y="23530"/>
                    <a:pt x="7946" y="23379"/>
                  </a:cubicBezTo>
                  <a:cubicBezTo>
                    <a:pt x="10373" y="24604"/>
                    <a:pt x="12735" y="25233"/>
                    <a:pt x="15037" y="25233"/>
                  </a:cubicBezTo>
                  <a:cubicBezTo>
                    <a:pt x="18059" y="25233"/>
                    <a:pt x="20979" y="24148"/>
                    <a:pt x="23810" y="21901"/>
                  </a:cubicBezTo>
                  <a:cubicBezTo>
                    <a:pt x="23911" y="21976"/>
                    <a:pt x="24011" y="22076"/>
                    <a:pt x="24111" y="22176"/>
                  </a:cubicBezTo>
                  <a:cubicBezTo>
                    <a:pt x="24186" y="22251"/>
                    <a:pt x="24261" y="22377"/>
                    <a:pt x="24287" y="22477"/>
                  </a:cubicBezTo>
                  <a:cubicBezTo>
                    <a:pt x="24863" y="23805"/>
                    <a:pt x="25515" y="25109"/>
                    <a:pt x="25941" y="26487"/>
                  </a:cubicBezTo>
                  <a:cubicBezTo>
                    <a:pt x="26918" y="29570"/>
                    <a:pt x="27645" y="32703"/>
                    <a:pt x="27921" y="35936"/>
                  </a:cubicBezTo>
                  <a:cubicBezTo>
                    <a:pt x="28046" y="37364"/>
                    <a:pt x="28071" y="38818"/>
                    <a:pt x="27870" y="40272"/>
                  </a:cubicBezTo>
                  <a:cubicBezTo>
                    <a:pt x="27845" y="40522"/>
                    <a:pt x="27845" y="40748"/>
                    <a:pt x="27845" y="40998"/>
                  </a:cubicBezTo>
                  <a:cubicBezTo>
                    <a:pt x="27845" y="41074"/>
                    <a:pt x="27946" y="41199"/>
                    <a:pt x="28021" y="41199"/>
                  </a:cubicBezTo>
                  <a:cubicBezTo>
                    <a:pt x="28121" y="41199"/>
                    <a:pt x="28246" y="41149"/>
                    <a:pt x="28322" y="41074"/>
                  </a:cubicBezTo>
                  <a:cubicBezTo>
                    <a:pt x="28372" y="40973"/>
                    <a:pt x="28397" y="40848"/>
                    <a:pt x="28397" y="40723"/>
                  </a:cubicBezTo>
                  <a:cubicBezTo>
                    <a:pt x="28472" y="40096"/>
                    <a:pt x="28547" y="39495"/>
                    <a:pt x="28572" y="38868"/>
                  </a:cubicBezTo>
                  <a:cubicBezTo>
                    <a:pt x="28647" y="36261"/>
                    <a:pt x="28347" y="33730"/>
                    <a:pt x="27745" y="31199"/>
                  </a:cubicBezTo>
                  <a:cubicBezTo>
                    <a:pt x="27169" y="28642"/>
                    <a:pt x="26642" y="26086"/>
                    <a:pt x="25490" y="23705"/>
                  </a:cubicBezTo>
                  <a:cubicBezTo>
                    <a:pt x="25464" y="23655"/>
                    <a:pt x="25490" y="23555"/>
                    <a:pt x="25464" y="23429"/>
                  </a:cubicBezTo>
                  <a:lnTo>
                    <a:pt x="25464" y="23429"/>
                  </a:lnTo>
                  <a:cubicBezTo>
                    <a:pt x="26116" y="23855"/>
                    <a:pt x="26693" y="24281"/>
                    <a:pt x="27294" y="24657"/>
                  </a:cubicBezTo>
                  <a:cubicBezTo>
                    <a:pt x="27645" y="24883"/>
                    <a:pt x="28046" y="25134"/>
                    <a:pt x="28447" y="25284"/>
                  </a:cubicBezTo>
                  <a:cubicBezTo>
                    <a:pt x="28812" y="25438"/>
                    <a:pt x="29172" y="25513"/>
                    <a:pt x="29518" y="25513"/>
                  </a:cubicBezTo>
                  <a:cubicBezTo>
                    <a:pt x="30241" y="25513"/>
                    <a:pt x="30904" y="25184"/>
                    <a:pt x="31429" y="24557"/>
                  </a:cubicBezTo>
                  <a:cubicBezTo>
                    <a:pt x="31655" y="24281"/>
                    <a:pt x="31855" y="23981"/>
                    <a:pt x="32031" y="23655"/>
                  </a:cubicBezTo>
                  <a:cubicBezTo>
                    <a:pt x="32983" y="21875"/>
                    <a:pt x="34061" y="20171"/>
                    <a:pt x="34788" y="18291"/>
                  </a:cubicBezTo>
                  <a:cubicBezTo>
                    <a:pt x="35064" y="17565"/>
                    <a:pt x="35414" y="16838"/>
                    <a:pt x="35715" y="16161"/>
                  </a:cubicBezTo>
                  <a:cubicBezTo>
                    <a:pt x="36392" y="15911"/>
                    <a:pt x="37018" y="15710"/>
                    <a:pt x="37645" y="15484"/>
                  </a:cubicBezTo>
                  <a:cubicBezTo>
                    <a:pt x="38096" y="15334"/>
                    <a:pt x="38522" y="15083"/>
                    <a:pt x="38798" y="14657"/>
                  </a:cubicBezTo>
                  <a:cubicBezTo>
                    <a:pt x="39174" y="14181"/>
                    <a:pt x="38948" y="13680"/>
                    <a:pt x="38347" y="13630"/>
                  </a:cubicBezTo>
                  <a:cubicBezTo>
                    <a:pt x="38314" y="13627"/>
                    <a:pt x="38280" y="13625"/>
                    <a:pt x="38247" y="13625"/>
                  </a:cubicBezTo>
                  <a:cubicBezTo>
                    <a:pt x="38024" y="13625"/>
                    <a:pt x="37791" y="13693"/>
                    <a:pt x="37595" y="13780"/>
                  </a:cubicBezTo>
                  <a:cubicBezTo>
                    <a:pt x="36793" y="14106"/>
                    <a:pt x="36141" y="14632"/>
                    <a:pt x="35515" y="15209"/>
                  </a:cubicBezTo>
                  <a:cubicBezTo>
                    <a:pt x="35439" y="15284"/>
                    <a:pt x="35364" y="15409"/>
                    <a:pt x="35339" y="15510"/>
                  </a:cubicBezTo>
                  <a:cubicBezTo>
                    <a:pt x="35038" y="16211"/>
                    <a:pt x="34763" y="16888"/>
                    <a:pt x="34462" y="17565"/>
                  </a:cubicBezTo>
                  <a:cubicBezTo>
                    <a:pt x="34136" y="18342"/>
                    <a:pt x="33835" y="19093"/>
                    <a:pt x="33460" y="19845"/>
                  </a:cubicBezTo>
                  <a:cubicBezTo>
                    <a:pt x="32983" y="20798"/>
                    <a:pt x="32457" y="21725"/>
                    <a:pt x="31931" y="22652"/>
                  </a:cubicBezTo>
                  <a:cubicBezTo>
                    <a:pt x="31680" y="23129"/>
                    <a:pt x="31379" y="23580"/>
                    <a:pt x="31079" y="24031"/>
                  </a:cubicBezTo>
                  <a:cubicBezTo>
                    <a:pt x="30803" y="24457"/>
                    <a:pt x="30427" y="24733"/>
                    <a:pt x="29951" y="24883"/>
                  </a:cubicBezTo>
                  <a:cubicBezTo>
                    <a:pt x="29773" y="24947"/>
                    <a:pt x="29602" y="24975"/>
                    <a:pt x="29435" y="24975"/>
                  </a:cubicBezTo>
                  <a:cubicBezTo>
                    <a:pt x="29016" y="24975"/>
                    <a:pt x="28631" y="24798"/>
                    <a:pt x="28272" y="24582"/>
                  </a:cubicBezTo>
                  <a:cubicBezTo>
                    <a:pt x="27369" y="24031"/>
                    <a:pt x="26492" y="23429"/>
                    <a:pt x="25615" y="22828"/>
                  </a:cubicBezTo>
                  <a:cubicBezTo>
                    <a:pt x="25289" y="22602"/>
                    <a:pt x="25013" y="22276"/>
                    <a:pt x="24738" y="22001"/>
                  </a:cubicBezTo>
                  <a:cubicBezTo>
                    <a:pt x="24562" y="21800"/>
                    <a:pt x="24462" y="21575"/>
                    <a:pt x="24312" y="21349"/>
                  </a:cubicBezTo>
                  <a:cubicBezTo>
                    <a:pt x="24487" y="21149"/>
                    <a:pt x="24612" y="20998"/>
                    <a:pt x="24738" y="20848"/>
                  </a:cubicBezTo>
                  <a:cubicBezTo>
                    <a:pt x="27419" y="17615"/>
                    <a:pt x="28347" y="13956"/>
                    <a:pt x="27294" y="9895"/>
                  </a:cubicBezTo>
                  <a:cubicBezTo>
                    <a:pt x="25760" y="3830"/>
                    <a:pt x="20142" y="0"/>
                    <a:pt x="142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0" name="Google Shape;2720;p59"/>
            <p:cNvSpPr/>
            <p:nvPr/>
          </p:nvSpPr>
          <p:spPr>
            <a:xfrm flipH="1">
              <a:off x="3386926" y="2000217"/>
              <a:ext cx="373915" cy="196681"/>
            </a:xfrm>
            <a:custGeom>
              <a:avLst/>
              <a:gdLst/>
              <a:ahLst/>
              <a:cxnLst/>
              <a:rect l="l" t="t" r="r" b="b"/>
              <a:pathLst>
                <a:path w="9825" h="5168" extrusionOk="0">
                  <a:moveTo>
                    <a:pt x="9562" y="1"/>
                  </a:moveTo>
                  <a:cubicBezTo>
                    <a:pt x="9557" y="1"/>
                    <a:pt x="9553" y="2"/>
                    <a:pt x="9549" y="4"/>
                  </a:cubicBezTo>
                  <a:cubicBezTo>
                    <a:pt x="9424" y="29"/>
                    <a:pt x="9299" y="129"/>
                    <a:pt x="9274" y="254"/>
                  </a:cubicBezTo>
                  <a:cubicBezTo>
                    <a:pt x="9223" y="455"/>
                    <a:pt x="9248" y="680"/>
                    <a:pt x="9223" y="906"/>
                  </a:cubicBezTo>
                  <a:cubicBezTo>
                    <a:pt x="9111" y="3145"/>
                    <a:pt x="7560" y="4604"/>
                    <a:pt x="5479" y="4604"/>
                  </a:cubicBezTo>
                  <a:cubicBezTo>
                    <a:pt x="5230" y="4604"/>
                    <a:pt x="4974" y="4583"/>
                    <a:pt x="4712" y="4540"/>
                  </a:cubicBezTo>
                  <a:cubicBezTo>
                    <a:pt x="3183" y="4290"/>
                    <a:pt x="1930" y="3538"/>
                    <a:pt x="827" y="2460"/>
                  </a:cubicBezTo>
                  <a:cubicBezTo>
                    <a:pt x="702" y="2335"/>
                    <a:pt x="577" y="2184"/>
                    <a:pt x="426" y="2084"/>
                  </a:cubicBezTo>
                  <a:cubicBezTo>
                    <a:pt x="389" y="2059"/>
                    <a:pt x="326" y="2046"/>
                    <a:pt x="267" y="2046"/>
                  </a:cubicBezTo>
                  <a:cubicBezTo>
                    <a:pt x="207" y="2046"/>
                    <a:pt x="151" y="2059"/>
                    <a:pt x="126" y="2084"/>
                  </a:cubicBezTo>
                  <a:cubicBezTo>
                    <a:pt x="50" y="2159"/>
                    <a:pt x="0" y="2310"/>
                    <a:pt x="50" y="2410"/>
                  </a:cubicBezTo>
                  <a:cubicBezTo>
                    <a:pt x="76" y="2535"/>
                    <a:pt x="176" y="2635"/>
                    <a:pt x="301" y="2736"/>
                  </a:cubicBezTo>
                  <a:cubicBezTo>
                    <a:pt x="727" y="3112"/>
                    <a:pt x="1153" y="3538"/>
                    <a:pt x="1629" y="3863"/>
                  </a:cubicBezTo>
                  <a:cubicBezTo>
                    <a:pt x="2731" y="4647"/>
                    <a:pt x="3953" y="5168"/>
                    <a:pt x="5341" y="5168"/>
                  </a:cubicBezTo>
                  <a:cubicBezTo>
                    <a:pt x="5374" y="5168"/>
                    <a:pt x="5406" y="5167"/>
                    <a:pt x="5439" y="5167"/>
                  </a:cubicBezTo>
                  <a:cubicBezTo>
                    <a:pt x="6817" y="5167"/>
                    <a:pt x="7920" y="4716"/>
                    <a:pt x="8722" y="3763"/>
                  </a:cubicBezTo>
                  <a:cubicBezTo>
                    <a:pt x="9524" y="2811"/>
                    <a:pt x="9825" y="1683"/>
                    <a:pt x="9825" y="455"/>
                  </a:cubicBezTo>
                  <a:cubicBezTo>
                    <a:pt x="9825" y="380"/>
                    <a:pt x="9825" y="279"/>
                    <a:pt x="9800" y="229"/>
                  </a:cubicBezTo>
                  <a:cubicBezTo>
                    <a:pt x="9730" y="137"/>
                    <a:pt x="9618" y="1"/>
                    <a:pt x="95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1" name="Google Shape;2721;p59"/>
            <p:cNvSpPr/>
            <p:nvPr/>
          </p:nvSpPr>
          <p:spPr>
            <a:xfrm flipH="1">
              <a:off x="3400249" y="1880146"/>
              <a:ext cx="57277" cy="73032"/>
            </a:xfrm>
            <a:custGeom>
              <a:avLst/>
              <a:gdLst/>
              <a:ahLst/>
              <a:cxnLst/>
              <a:rect l="l" t="t" r="r" b="b"/>
              <a:pathLst>
                <a:path w="1505" h="1919" extrusionOk="0">
                  <a:moveTo>
                    <a:pt x="827" y="1"/>
                  </a:moveTo>
                  <a:cubicBezTo>
                    <a:pt x="426" y="26"/>
                    <a:pt x="50" y="277"/>
                    <a:pt x="0" y="652"/>
                  </a:cubicBezTo>
                  <a:cubicBezTo>
                    <a:pt x="0" y="828"/>
                    <a:pt x="75" y="1028"/>
                    <a:pt x="151" y="1229"/>
                  </a:cubicBezTo>
                  <a:cubicBezTo>
                    <a:pt x="328" y="1672"/>
                    <a:pt x="583" y="1919"/>
                    <a:pt x="882" y="1919"/>
                  </a:cubicBezTo>
                  <a:cubicBezTo>
                    <a:pt x="921" y="1919"/>
                    <a:pt x="962" y="1914"/>
                    <a:pt x="1003" y="1906"/>
                  </a:cubicBezTo>
                  <a:cubicBezTo>
                    <a:pt x="1329" y="1830"/>
                    <a:pt x="1504" y="1505"/>
                    <a:pt x="1504" y="928"/>
                  </a:cubicBezTo>
                  <a:cubicBezTo>
                    <a:pt x="1504" y="878"/>
                    <a:pt x="1504" y="778"/>
                    <a:pt x="1479" y="678"/>
                  </a:cubicBezTo>
                  <a:cubicBezTo>
                    <a:pt x="1404" y="277"/>
                    <a:pt x="1153" y="1"/>
                    <a:pt x="8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2" name="Google Shape;2722;p59"/>
            <p:cNvSpPr/>
            <p:nvPr/>
          </p:nvSpPr>
          <p:spPr>
            <a:xfrm flipH="1">
              <a:off x="3784664" y="1950438"/>
              <a:ext cx="53433" cy="70521"/>
            </a:xfrm>
            <a:custGeom>
              <a:avLst/>
              <a:gdLst/>
              <a:ahLst/>
              <a:cxnLst/>
              <a:rect l="l" t="t" r="r" b="b"/>
              <a:pathLst>
                <a:path w="1404" h="1853" extrusionOk="0">
                  <a:moveTo>
                    <a:pt x="676" y="1"/>
                  </a:moveTo>
                  <a:cubicBezTo>
                    <a:pt x="644" y="1"/>
                    <a:pt x="611" y="3"/>
                    <a:pt x="577" y="8"/>
                  </a:cubicBezTo>
                  <a:cubicBezTo>
                    <a:pt x="276" y="59"/>
                    <a:pt x="151" y="309"/>
                    <a:pt x="50" y="585"/>
                  </a:cubicBezTo>
                  <a:cubicBezTo>
                    <a:pt x="25" y="685"/>
                    <a:pt x="25" y="785"/>
                    <a:pt x="0" y="986"/>
                  </a:cubicBezTo>
                  <a:cubicBezTo>
                    <a:pt x="50" y="1111"/>
                    <a:pt x="100" y="1362"/>
                    <a:pt x="226" y="1562"/>
                  </a:cubicBezTo>
                  <a:cubicBezTo>
                    <a:pt x="367" y="1765"/>
                    <a:pt x="558" y="1853"/>
                    <a:pt x="785" y="1853"/>
                  </a:cubicBezTo>
                  <a:cubicBezTo>
                    <a:pt x="839" y="1853"/>
                    <a:pt x="895" y="1848"/>
                    <a:pt x="953" y="1838"/>
                  </a:cubicBezTo>
                  <a:cubicBezTo>
                    <a:pt x="1278" y="1788"/>
                    <a:pt x="1404" y="1537"/>
                    <a:pt x="1404" y="1287"/>
                  </a:cubicBezTo>
                  <a:cubicBezTo>
                    <a:pt x="1404" y="986"/>
                    <a:pt x="1354" y="685"/>
                    <a:pt x="1253" y="410"/>
                  </a:cubicBezTo>
                  <a:cubicBezTo>
                    <a:pt x="1164" y="185"/>
                    <a:pt x="953" y="1"/>
                    <a:pt x="6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23" name="Google Shape;2723;p59"/>
          <p:cNvSpPr txBox="1">
            <a:spLocks noGrp="1"/>
          </p:cNvSpPr>
          <p:nvPr>
            <p:ph type="title"/>
          </p:nvPr>
        </p:nvSpPr>
        <p:spPr>
          <a:xfrm>
            <a:off x="715625" y="1458688"/>
            <a:ext cx="5084400" cy="1413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1,500,000</a:t>
            </a:r>
            <a:endParaRPr/>
          </a:p>
        </p:txBody>
      </p:sp>
      <p:sp>
        <p:nvSpPr>
          <p:cNvPr id="2724" name="Google Shape;2724;p59"/>
          <p:cNvSpPr txBox="1">
            <a:spLocks noGrp="1"/>
          </p:cNvSpPr>
          <p:nvPr>
            <p:ph type="subTitle" idx="1"/>
          </p:nvPr>
        </p:nvSpPr>
        <p:spPr>
          <a:xfrm>
            <a:off x="715625" y="3218618"/>
            <a:ext cx="5084400" cy="466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Big numbers catch your audience’s attention</a:t>
            </a:r>
            <a:endParaRPr/>
          </a:p>
        </p:txBody>
      </p:sp>
      <p:grpSp>
        <p:nvGrpSpPr>
          <p:cNvPr id="2725" name="Google Shape;2725;p59"/>
          <p:cNvGrpSpPr/>
          <p:nvPr/>
        </p:nvGrpSpPr>
        <p:grpSpPr>
          <a:xfrm>
            <a:off x="8167932" y="1026060"/>
            <a:ext cx="531539" cy="3091388"/>
            <a:chOff x="8167932" y="1504647"/>
            <a:chExt cx="531539" cy="3091388"/>
          </a:xfrm>
        </p:grpSpPr>
        <p:grpSp>
          <p:nvGrpSpPr>
            <p:cNvPr id="2726" name="Google Shape;2726;p59"/>
            <p:cNvGrpSpPr/>
            <p:nvPr/>
          </p:nvGrpSpPr>
          <p:grpSpPr>
            <a:xfrm flipH="1">
              <a:off x="8167932" y="1504647"/>
              <a:ext cx="531539" cy="155710"/>
              <a:chOff x="1780525" y="2859350"/>
              <a:chExt cx="387250" cy="113450"/>
            </a:xfrm>
          </p:grpSpPr>
          <p:sp>
            <p:nvSpPr>
              <p:cNvPr id="2727" name="Google Shape;2727;p59"/>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8" name="Google Shape;2728;p59"/>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9" name="Google Shape;2729;p59"/>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30" name="Google Shape;2730;p59"/>
            <p:cNvGrpSpPr/>
            <p:nvPr/>
          </p:nvGrpSpPr>
          <p:grpSpPr>
            <a:xfrm flipH="1">
              <a:off x="8167932" y="1798215"/>
              <a:ext cx="531539" cy="155710"/>
              <a:chOff x="1780525" y="2859350"/>
              <a:chExt cx="387250" cy="113450"/>
            </a:xfrm>
          </p:grpSpPr>
          <p:sp>
            <p:nvSpPr>
              <p:cNvPr id="2731" name="Google Shape;2731;p59"/>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2" name="Google Shape;2732;p59"/>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3" name="Google Shape;2733;p59"/>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34" name="Google Shape;2734;p59"/>
            <p:cNvGrpSpPr/>
            <p:nvPr/>
          </p:nvGrpSpPr>
          <p:grpSpPr>
            <a:xfrm flipH="1">
              <a:off x="8167932" y="2091783"/>
              <a:ext cx="531539" cy="155710"/>
              <a:chOff x="1780525" y="2859350"/>
              <a:chExt cx="387250" cy="113450"/>
            </a:xfrm>
          </p:grpSpPr>
          <p:sp>
            <p:nvSpPr>
              <p:cNvPr id="2735" name="Google Shape;2735;p59"/>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6" name="Google Shape;2736;p59"/>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7" name="Google Shape;2737;p59"/>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38" name="Google Shape;2738;p59"/>
            <p:cNvGrpSpPr/>
            <p:nvPr/>
          </p:nvGrpSpPr>
          <p:grpSpPr>
            <a:xfrm flipH="1">
              <a:off x="8167932" y="2385351"/>
              <a:ext cx="531539" cy="155710"/>
              <a:chOff x="1780525" y="2859350"/>
              <a:chExt cx="387250" cy="113450"/>
            </a:xfrm>
          </p:grpSpPr>
          <p:sp>
            <p:nvSpPr>
              <p:cNvPr id="2739" name="Google Shape;2739;p59"/>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0" name="Google Shape;2740;p59"/>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1" name="Google Shape;2741;p59"/>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42" name="Google Shape;2742;p59"/>
            <p:cNvGrpSpPr/>
            <p:nvPr/>
          </p:nvGrpSpPr>
          <p:grpSpPr>
            <a:xfrm flipH="1">
              <a:off x="8167932" y="2678918"/>
              <a:ext cx="531539" cy="155710"/>
              <a:chOff x="1780525" y="2859350"/>
              <a:chExt cx="387250" cy="113450"/>
            </a:xfrm>
          </p:grpSpPr>
          <p:sp>
            <p:nvSpPr>
              <p:cNvPr id="2743" name="Google Shape;2743;p59"/>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4" name="Google Shape;2744;p59"/>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5" name="Google Shape;2745;p59"/>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46" name="Google Shape;2746;p59"/>
            <p:cNvGrpSpPr/>
            <p:nvPr/>
          </p:nvGrpSpPr>
          <p:grpSpPr>
            <a:xfrm flipH="1">
              <a:off x="8167932" y="2972486"/>
              <a:ext cx="531539" cy="155710"/>
              <a:chOff x="1780525" y="2859350"/>
              <a:chExt cx="387250" cy="113450"/>
            </a:xfrm>
          </p:grpSpPr>
          <p:sp>
            <p:nvSpPr>
              <p:cNvPr id="2747" name="Google Shape;2747;p59"/>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8" name="Google Shape;2748;p59"/>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9" name="Google Shape;2749;p59"/>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50" name="Google Shape;2750;p59"/>
            <p:cNvGrpSpPr/>
            <p:nvPr/>
          </p:nvGrpSpPr>
          <p:grpSpPr>
            <a:xfrm flipH="1">
              <a:off x="8167932" y="3266054"/>
              <a:ext cx="531539" cy="155710"/>
              <a:chOff x="1780525" y="2859350"/>
              <a:chExt cx="387250" cy="113450"/>
            </a:xfrm>
          </p:grpSpPr>
          <p:sp>
            <p:nvSpPr>
              <p:cNvPr id="2751" name="Google Shape;2751;p59"/>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2" name="Google Shape;2752;p59"/>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3" name="Google Shape;2753;p59"/>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54" name="Google Shape;2754;p59"/>
            <p:cNvGrpSpPr/>
            <p:nvPr/>
          </p:nvGrpSpPr>
          <p:grpSpPr>
            <a:xfrm flipH="1">
              <a:off x="8167932" y="3559622"/>
              <a:ext cx="531539" cy="155710"/>
              <a:chOff x="1780525" y="2859350"/>
              <a:chExt cx="387250" cy="113450"/>
            </a:xfrm>
          </p:grpSpPr>
          <p:sp>
            <p:nvSpPr>
              <p:cNvPr id="2755" name="Google Shape;2755;p59"/>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6" name="Google Shape;2756;p59"/>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7" name="Google Shape;2757;p59"/>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58" name="Google Shape;2758;p59"/>
            <p:cNvGrpSpPr/>
            <p:nvPr/>
          </p:nvGrpSpPr>
          <p:grpSpPr>
            <a:xfrm flipH="1">
              <a:off x="8167932" y="3853189"/>
              <a:ext cx="531539" cy="155710"/>
              <a:chOff x="1780525" y="2859350"/>
              <a:chExt cx="387250" cy="113450"/>
            </a:xfrm>
          </p:grpSpPr>
          <p:sp>
            <p:nvSpPr>
              <p:cNvPr id="2759" name="Google Shape;2759;p59"/>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0" name="Google Shape;2760;p59"/>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1" name="Google Shape;2761;p59"/>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62" name="Google Shape;2762;p59"/>
            <p:cNvGrpSpPr/>
            <p:nvPr/>
          </p:nvGrpSpPr>
          <p:grpSpPr>
            <a:xfrm flipH="1">
              <a:off x="8167932" y="4146757"/>
              <a:ext cx="531539" cy="155710"/>
              <a:chOff x="1780525" y="2859350"/>
              <a:chExt cx="387250" cy="113450"/>
            </a:xfrm>
          </p:grpSpPr>
          <p:sp>
            <p:nvSpPr>
              <p:cNvPr id="2763" name="Google Shape;2763;p59"/>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4" name="Google Shape;2764;p59"/>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5" name="Google Shape;2765;p59"/>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66" name="Google Shape;2766;p59"/>
            <p:cNvGrpSpPr/>
            <p:nvPr/>
          </p:nvGrpSpPr>
          <p:grpSpPr>
            <a:xfrm flipH="1">
              <a:off x="8167932" y="4440325"/>
              <a:ext cx="531539" cy="155710"/>
              <a:chOff x="1780525" y="2859350"/>
              <a:chExt cx="387250" cy="113450"/>
            </a:xfrm>
          </p:grpSpPr>
          <p:sp>
            <p:nvSpPr>
              <p:cNvPr id="2767" name="Google Shape;2767;p59"/>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8" name="Google Shape;2768;p59"/>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9" name="Google Shape;2769;p59"/>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3"/>
        <p:cNvGrpSpPr/>
        <p:nvPr/>
      </p:nvGrpSpPr>
      <p:grpSpPr>
        <a:xfrm>
          <a:off x="0" y="0"/>
          <a:ext cx="0" cy="0"/>
          <a:chOff x="0" y="0"/>
          <a:chExt cx="0" cy="0"/>
        </a:xfrm>
      </p:grpSpPr>
      <p:sp>
        <p:nvSpPr>
          <p:cNvPr id="2774" name="Google Shape;2774;p60"/>
          <p:cNvSpPr txBox="1">
            <a:spLocks noGrp="1"/>
          </p:cNvSpPr>
          <p:nvPr>
            <p:ph type="ctrTitle"/>
          </p:nvPr>
        </p:nvSpPr>
        <p:spPr>
          <a:xfrm>
            <a:off x="713250" y="446075"/>
            <a:ext cx="7717500" cy="537000"/>
          </a:xfrm>
          <a:prstGeom prst="rect">
            <a:avLst/>
          </a:prstGeom>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a:t>Timeline</a:t>
            </a:r>
            <a:endParaRPr/>
          </a:p>
        </p:txBody>
      </p:sp>
      <p:sp>
        <p:nvSpPr>
          <p:cNvPr id="2775" name="Google Shape;2775;p60"/>
          <p:cNvSpPr txBox="1"/>
          <p:nvPr/>
        </p:nvSpPr>
        <p:spPr>
          <a:xfrm>
            <a:off x="1248291" y="3584825"/>
            <a:ext cx="1604700" cy="5841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
                <a:solidFill>
                  <a:schemeClr val="dk1"/>
                </a:solidFill>
                <a:latin typeface="Nunito"/>
                <a:ea typeface="Nunito"/>
                <a:cs typeface="Nunito"/>
                <a:sym typeface="Nunito"/>
              </a:rPr>
              <a:t>Venus is a very hot planet</a:t>
            </a:r>
            <a:endParaRPr>
              <a:solidFill>
                <a:schemeClr val="dk1"/>
              </a:solidFill>
              <a:latin typeface="Nunito"/>
              <a:ea typeface="Nunito"/>
              <a:cs typeface="Nunito"/>
              <a:sym typeface="Nunito"/>
            </a:endParaRPr>
          </a:p>
        </p:txBody>
      </p:sp>
      <p:sp>
        <p:nvSpPr>
          <p:cNvPr id="2776" name="Google Shape;2776;p60"/>
          <p:cNvSpPr txBox="1"/>
          <p:nvPr/>
        </p:nvSpPr>
        <p:spPr>
          <a:xfrm>
            <a:off x="1248291" y="3250076"/>
            <a:ext cx="1604700" cy="4020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 sz="2200">
                <a:solidFill>
                  <a:schemeClr val="dk1"/>
                </a:solidFill>
                <a:latin typeface="Jua"/>
                <a:ea typeface="Jua"/>
                <a:cs typeface="Jua"/>
                <a:sym typeface="Jua"/>
              </a:rPr>
              <a:t>Venus</a:t>
            </a:r>
            <a:endParaRPr sz="2200">
              <a:solidFill>
                <a:schemeClr val="dk1"/>
              </a:solidFill>
              <a:latin typeface="Jua"/>
              <a:ea typeface="Jua"/>
              <a:cs typeface="Jua"/>
              <a:sym typeface="Jua"/>
            </a:endParaRPr>
          </a:p>
        </p:txBody>
      </p:sp>
      <p:sp>
        <p:nvSpPr>
          <p:cNvPr id="2777" name="Google Shape;2777;p60"/>
          <p:cNvSpPr txBox="1"/>
          <p:nvPr/>
        </p:nvSpPr>
        <p:spPr>
          <a:xfrm>
            <a:off x="2929196" y="3584825"/>
            <a:ext cx="1604700" cy="5841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
                <a:solidFill>
                  <a:schemeClr val="dk1"/>
                </a:solidFill>
                <a:latin typeface="Nunito"/>
                <a:ea typeface="Nunito"/>
                <a:cs typeface="Nunito"/>
                <a:sym typeface="Nunito"/>
              </a:rPr>
              <a:t>Neptune is far away from us</a:t>
            </a:r>
            <a:endParaRPr>
              <a:solidFill>
                <a:schemeClr val="dk1"/>
              </a:solidFill>
              <a:latin typeface="Nunito"/>
              <a:ea typeface="Nunito"/>
              <a:cs typeface="Nunito"/>
              <a:sym typeface="Nunito"/>
            </a:endParaRPr>
          </a:p>
        </p:txBody>
      </p:sp>
      <p:sp>
        <p:nvSpPr>
          <p:cNvPr id="2778" name="Google Shape;2778;p60"/>
          <p:cNvSpPr txBox="1"/>
          <p:nvPr/>
        </p:nvSpPr>
        <p:spPr>
          <a:xfrm>
            <a:off x="2929196" y="3250076"/>
            <a:ext cx="1604700" cy="4020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 sz="2200">
                <a:solidFill>
                  <a:schemeClr val="dk1"/>
                </a:solidFill>
                <a:latin typeface="Jua"/>
                <a:ea typeface="Jua"/>
                <a:cs typeface="Jua"/>
                <a:sym typeface="Jua"/>
              </a:rPr>
              <a:t>Neptune</a:t>
            </a:r>
            <a:endParaRPr sz="2200">
              <a:solidFill>
                <a:schemeClr val="dk1"/>
              </a:solidFill>
              <a:latin typeface="Jua"/>
              <a:ea typeface="Jua"/>
              <a:cs typeface="Jua"/>
              <a:sym typeface="Jua"/>
            </a:endParaRPr>
          </a:p>
        </p:txBody>
      </p:sp>
      <p:sp>
        <p:nvSpPr>
          <p:cNvPr id="2779" name="Google Shape;2779;p60"/>
          <p:cNvSpPr txBox="1"/>
          <p:nvPr/>
        </p:nvSpPr>
        <p:spPr>
          <a:xfrm>
            <a:off x="4610104" y="3582999"/>
            <a:ext cx="1604700" cy="5847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
                <a:solidFill>
                  <a:schemeClr val="dk1"/>
                </a:solidFill>
                <a:latin typeface="Nunito"/>
                <a:ea typeface="Nunito"/>
                <a:cs typeface="Nunito"/>
                <a:sym typeface="Nunito"/>
              </a:rPr>
              <a:t>Saturn is a</a:t>
            </a:r>
            <a:endParaRPr>
              <a:solidFill>
                <a:schemeClr val="dk1"/>
              </a:solidFill>
              <a:latin typeface="Nunito"/>
              <a:ea typeface="Nunito"/>
              <a:cs typeface="Nunito"/>
              <a:sym typeface="Nunito"/>
            </a:endParaRPr>
          </a:p>
          <a:p>
            <a:pPr marL="0" marR="0" lvl="0" indent="0" algn="ctr" rtl="0">
              <a:lnSpc>
                <a:spcPct val="115000"/>
              </a:lnSpc>
              <a:spcBef>
                <a:spcPts val="0"/>
              </a:spcBef>
              <a:spcAft>
                <a:spcPts val="0"/>
              </a:spcAft>
              <a:buNone/>
            </a:pPr>
            <a:r>
              <a:rPr lang="en">
                <a:solidFill>
                  <a:schemeClr val="dk1"/>
                </a:solidFill>
                <a:latin typeface="Nunito"/>
                <a:ea typeface="Nunito"/>
                <a:cs typeface="Nunito"/>
                <a:sym typeface="Nunito"/>
              </a:rPr>
              <a:t>ringed planet</a:t>
            </a:r>
            <a:endParaRPr>
              <a:solidFill>
                <a:schemeClr val="dk1"/>
              </a:solidFill>
              <a:latin typeface="Nunito"/>
              <a:ea typeface="Nunito"/>
              <a:cs typeface="Nunito"/>
              <a:sym typeface="Nunito"/>
            </a:endParaRPr>
          </a:p>
        </p:txBody>
      </p:sp>
      <p:sp>
        <p:nvSpPr>
          <p:cNvPr id="2780" name="Google Shape;2780;p60"/>
          <p:cNvSpPr txBox="1"/>
          <p:nvPr/>
        </p:nvSpPr>
        <p:spPr>
          <a:xfrm>
            <a:off x="4610104" y="3250075"/>
            <a:ext cx="1604700" cy="4020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 sz="2200">
                <a:solidFill>
                  <a:schemeClr val="dk1"/>
                </a:solidFill>
                <a:latin typeface="Jua"/>
                <a:ea typeface="Jua"/>
                <a:cs typeface="Jua"/>
                <a:sym typeface="Jua"/>
              </a:rPr>
              <a:t>Saturn</a:t>
            </a:r>
            <a:endParaRPr sz="2200">
              <a:solidFill>
                <a:schemeClr val="dk1"/>
              </a:solidFill>
              <a:latin typeface="Jua"/>
              <a:ea typeface="Jua"/>
              <a:cs typeface="Jua"/>
              <a:sym typeface="Jua"/>
            </a:endParaRPr>
          </a:p>
        </p:txBody>
      </p:sp>
      <p:sp>
        <p:nvSpPr>
          <p:cNvPr id="2781" name="Google Shape;2781;p60"/>
          <p:cNvSpPr txBox="1"/>
          <p:nvPr/>
        </p:nvSpPr>
        <p:spPr>
          <a:xfrm>
            <a:off x="6291007" y="3582999"/>
            <a:ext cx="1604700" cy="5847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
                <a:solidFill>
                  <a:schemeClr val="dk1"/>
                </a:solidFill>
                <a:latin typeface="Nunito"/>
                <a:ea typeface="Nunito"/>
                <a:cs typeface="Nunito"/>
                <a:sym typeface="Nunito"/>
              </a:rPr>
              <a:t>Jupiter is the biggest planet</a:t>
            </a:r>
            <a:endParaRPr>
              <a:solidFill>
                <a:schemeClr val="dk1"/>
              </a:solidFill>
              <a:latin typeface="Nunito"/>
              <a:ea typeface="Nunito"/>
              <a:cs typeface="Nunito"/>
              <a:sym typeface="Nunito"/>
            </a:endParaRPr>
          </a:p>
        </p:txBody>
      </p:sp>
      <p:sp>
        <p:nvSpPr>
          <p:cNvPr id="2782" name="Google Shape;2782;p60"/>
          <p:cNvSpPr txBox="1"/>
          <p:nvPr/>
        </p:nvSpPr>
        <p:spPr>
          <a:xfrm>
            <a:off x="6291007" y="3250077"/>
            <a:ext cx="1604700" cy="4020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 sz="2200">
                <a:solidFill>
                  <a:schemeClr val="dk1"/>
                </a:solidFill>
                <a:latin typeface="Jua"/>
                <a:ea typeface="Jua"/>
                <a:cs typeface="Jua"/>
                <a:sym typeface="Jua"/>
              </a:rPr>
              <a:t>Jupiter</a:t>
            </a:r>
            <a:endParaRPr sz="2200">
              <a:solidFill>
                <a:schemeClr val="dk1"/>
              </a:solidFill>
              <a:latin typeface="Jua"/>
              <a:ea typeface="Jua"/>
              <a:cs typeface="Jua"/>
              <a:sym typeface="Jua"/>
            </a:endParaRPr>
          </a:p>
        </p:txBody>
      </p:sp>
      <p:sp>
        <p:nvSpPr>
          <p:cNvPr id="2783" name="Google Shape;2783;p60"/>
          <p:cNvSpPr/>
          <p:nvPr/>
        </p:nvSpPr>
        <p:spPr>
          <a:xfrm>
            <a:off x="1444641" y="2620700"/>
            <a:ext cx="1212000" cy="5841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 sz="4500">
                <a:solidFill>
                  <a:schemeClr val="dk1"/>
                </a:solidFill>
                <a:latin typeface="Jua"/>
                <a:ea typeface="Jua"/>
                <a:cs typeface="Jua"/>
                <a:sym typeface="Jua"/>
              </a:rPr>
              <a:t>1st</a:t>
            </a:r>
            <a:endParaRPr sz="4500">
              <a:solidFill>
                <a:schemeClr val="dk1"/>
              </a:solidFill>
              <a:latin typeface="Jua"/>
              <a:ea typeface="Jua"/>
              <a:cs typeface="Jua"/>
              <a:sym typeface="Jua"/>
            </a:endParaRPr>
          </a:p>
        </p:txBody>
      </p:sp>
      <p:sp>
        <p:nvSpPr>
          <p:cNvPr id="2784" name="Google Shape;2784;p60"/>
          <p:cNvSpPr/>
          <p:nvPr/>
        </p:nvSpPr>
        <p:spPr>
          <a:xfrm>
            <a:off x="3125546" y="2620700"/>
            <a:ext cx="1212000" cy="5841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 sz="4500">
                <a:solidFill>
                  <a:schemeClr val="dk1"/>
                </a:solidFill>
                <a:latin typeface="Jua"/>
                <a:ea typeface="Jua"/>
                <a:cs typeface="Jua"/>
                <a:sym typeface="Jua"/>
              </a:rPr>
              <a:t>2nd</a:t>
            </a:r>
            <a:endParaRPr sz="4500">
              <a:solidFill>
                <a:schemeClr val="dk1"/>
              </a:solidFill>
              <a:latin typeface="Jua"/>
              <a:ea typeface="Jua"/>
              <a:cs typeface="Jua"/>
              <a:sym typeface="Jua"/>
            </a:endParaRPr>
          </a:p>
        </p:txBody>
      </p:sp>
      <p:sp>
        <p:nvSpPr>
          <p:cNvPr id="2785" name="Google Shape;2785;p60"/>
          <p:cNvSpPr/>
          <p:nvPr/>
        </p:nvSpPr>
        <p:spPr>
          <a:xfrm>
            <a:off x="4806454" y="2620700"/>
            <a:ext cx="1212000" cy="5841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 sz="4500">
                <a:solidFill>
                  <a:schemeClr val="dk1"/>
                </a:solidFill>
                <a:latin typeface="Jua"/>
                <a:ea typeface="Jua"/>
                <a:cs typeface="Jua"/>
                <a:sym typeface="Jua"/>
              </a:rPr>
              <a:t>3rd</a:t>
            </a:r>
            <a:endParaRPr sz="4500">
              <a:solidFill>
                <a:schemeClr val="dk1"/>
              </a:solidFill>
              <a:latin typeface="Jua"/>
              <a:ea typeface="Jua"/>
              <a:cs typeface="Jua"/>
              <a:sym typeface="Jua"/>
            </a:endParaRPr>
          </a:p>
        </p:txBody>
      </p:sp>
      <p:sp>
        <p:nvSpPr>
          <p:cNvPr id="2786" name="Google Shape;2786;p60"/>
          <p:cNvSpPr/>
          <p:nvPr/>
        </p:nvSpPr>
        <p:spPr>
          <a:xfrm>
            <a:off x="6487357" y="2620700"/>
            <a:ext cx="1212000" cy="5841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 sz="4500">
                <a:solidFill>
                  <a:schemeClr val="dk1"/>
                </a:solidFill>
                <a:latin typeface="Jua"/>
                <a:ea typeface="Jua"/>
                <a:cs typeface="Jua"/>
                <a:sym typeface="Jua"/>
              </a:rPr>
              <a:t>4th</a:t>
            </a:r>
            <a:endParaRPr sz="4500">
              <a:solidFill>
                <a:schemeClr val="dk1"/>
              </a:solidFill>
              <a:latin typeface="Jua"/>
              <a:ea typeface="Jua"/>
              <a:cs typeface="Jua"/>
              <a:sym typeface="Jua"/>
            </a:endParaRPr>
          </a:p>
        </p:txBody>
      </p:sp>
      <p:sp>
        <p:nvSpPr>
          <p:cNvPr id="2787" name="Google Shape;2787;p60"/>
          <p:cNvSpPr/>
          <p:nvPr/>
        </p:nvSpPr>
        <p:spPr>
          <a:xfrm>
            <a:off x="1682541" y="1764825"/>
            <a:ext cx="736200" cy="658200"/>
          </a:xfrm>
          <a:prstGeom prst="rect">
            <a:avLst/>
          </a:pr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788" name="Google Shape;2788;p60"/>
          <p:cNvSpPr/>
          <p:nvPr/>
        </p:nvSpPr>
        <p:spPr>
          <a:xfrm>
            <a:off x="3363446" y="1764825"/>
            <a:ext cx="736200" cy="658200"/>
          </a:xfrm>
          <a:prstGeom prst="rect">
            <a:avLst/>
          </a:pr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789" name="Google Shape;2789;p60"/>
          <p:cNvSpPr/>
          <p:nvPr/>
        </p:nvSpPr>
        <p:spPr>
          <a:xfrm>
            <a:off x="5044354" y="1764825"/>
            <a:ext cx="736200" cy="658200"/>
          </a:xfrm>
          <a:prstGeom prst="rect">
            <a:avLst/>
          </a:pr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790" name="Google Shape;2790;p60"/>
          <p:cNvSpPr/>
          <p:nvPr/>
        </p:nvSpPr>
        <p:spPr>
          <a:xfrm>
            <a:off x="6725257" y="1764825"/>
            <a:ext cx="736200" cy="658200"/>
          </a:xfrm>
          <a:prstGeom prst="rect">
            <a:avLst/>
          </a:pr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791" name="Google Shape;2791;p60"/>
          <p:cNvCxnSpPr>
            <a:stCxn id="2787" idx="3"/>
            <a:endCxn id="2788" idx="1"/>
          </p:cNvCxnSpPr>
          <p:nvPr/>
        </p:nvCxnSpPr>
        <p:spPr>
          <a:xfrm>
            <a:off x="2418741" y="2093925"/>
            <a:ext cx="944700" cy="0"/>
          </a:xfrm>
          <a:prstGeom prst="straightConnector1">
            <a:avLst/>
          </a:prstGeom>
          <a:noFill/>
          <a:ln w="28575" cap="flat" cmpd="sng">
            <a:solidFill>
              <a:schemeClr val="dk1"/>
            </a:solidFill>
            <a:prstDash val="solid"/>
            <a:round/>
            <a:headEnd type="none" w="med" len="med"/>
            <a:tailEnd type="none" w="med" len="med"/>
          </a:ln>
        </p:spPr>
      </p:cxnSp>
      <p:cxnSp>
        <p:nvCxnSpPr>
          <p:cNvPr id="2792" name="Google Shape;2792;p60"/>
          <p:cNvCxnSpPr>
            <a:stCxn id="2788" idx="3"/>
            <a:endCxn id="2789" idx="1"/>
          </p:cNvCxnSpPr>
          <p:nvPr/>
        </p:nvCxnSpPr>
        <p:spPr>
          <a:xfrm>
            <a:off x="4099646" y="2093925"/>
            <a:ext cx="944700" cy="0"/>
          </a:xfrm>
          <a:prstGeom prst="straightConnector1">
            <a:avLst/>
          </a:prstGeom>
          <a:noFill/>
          <a:ln w="28575" cap="flat" cmpd="sng">
            <a:solidFill>
              <a:schemeClr val="dk1"/>
            </a:solidFill>
            <a:prstDash val="solid"/>
            <a:round/>
            <a:headEnd type="none" w="med" len="med"/>
            <a:tailEnd type="none" w="med" len="med"/>
          </a:ln>
        </p:spPr>
      </p:cxnSp>
      <p:cxnSp>
        <p:nvCxnSpPr>
          <p:cNvPr id="2793" name="Google Shape;2793;p60"/>
          <p:cNvCxnSpPr>
            <a:stCxn id="2789" idx="3"/>
            <a:endCxn id="2790" idx="1"/>
          </p:cNvCxnSpPr>
          <p:nvPr/>
        </p:nvCxnSpPr>
        <p:spPr>
          <a:xfrm>
            <a:off x="5780554" y="2093925"/>
            <a:ext cx="944700" cy="0"/>
          </a:xfrm>
          <a:prstGeom prst="straightConnector1">
            <a:avLst/>
          </a:prstGeom>
          <a:noFill/>
          <a:ln w="28575" cap="flat" cmpd="sng">
            <a:solidFill>
              <a:schemeClr val="dk1"/>
            </a:solidFill>
            <a:prstDash val="solid"/>
            <a:round/>
            <a:headEnd type="none" w="med" len="med"/>
            <a:tailEnd type="triangle" w="med" len="med"/>
          </a:ln>
        </p:spPr>
      </p:cxnSp>
      <p:grpSp>
        <p:nvGrpSpPr>
          <p:cNvPr id="2794" name="Google Shape;2794;p60"/>
          <p:cNvGrpSpPr/>
          <p:nvPr/>
        </p:nvGrpSpPr>
        <p:grpSpPr>
          <a:xfrm>
            <a:off x="5186894" y="1881893"/>
            <a:ext cx="451120" cy="424063"/>
            <a:chOff x="849741" y="1959307"/>
            <a:chExt cx="399398" cy="375443"/>
          </a:xfrm>
        </p:grpSpPr>
        <p:sp>
          <p:nvSpPr>
            <p:cNvPr id="2795" name="Google Shape;2795;p60"/>
            <p:cNvSpPr/>
            <p:nvPr/>
          </p:nvSpPr>
          <p:spPr>
            <a:xfrm>
              <a:off x="849741" y="1959307"/>
              <a:ext cx="399398" cy="375443"/>
            </a:xfrm>
            <a:custGeom>
              <a:avLst/>
              <a:gdLst/>
              <a:ahLst/>
              <a:cxnLst/>
              <a:rect l="l" t="t" r="r" b="b"/>
              <a:pathLst>
                <a:path w="12538" h="11786" extrusionOk="0">
                  <a:moveTo>
                    <a:pt x="2441" y="7273"/>
                  </a:moveTo>
                  <a:lnTo>
                    <a:pt x="5251" y="10082"/>
                  </a:lnTo>
                  <a:lnTo>
                    <a:pt x="4537" y="10797"/>
                  </a:lnTo>
                  <a:lnTo>
                    <a:pt x="1727" y="7987"/>
                  </a:lnTo>
                  <a:lnTo>
                    <a:pt x="2441" y="7273"/>
                  </a:lnTo>
                  <a:close/>
                  <a:moveTo>
                    <a:pt x="8661" y="1"/>
                  </a:moveTo>
                  <a:cubicBezTo>
                    <a:pt x="8400" y="1"/>
                    <a:pt x="8138" y="99"/>
                    <a:pt x="7942" y="296"/>
                  </a:cubicBezTo>
                  <a:lnTo>
                    <a:pt x="1846" y="6392"/>
                  </a:lnTo>
                  <a:cubicBezTo>
                    <a:pt x="1763" y="6463"/>
                    <a:pt x="1763" y="6582"/>
                    <a:pt x="1846" y="6665"/>
                  </a:cubicBezTo>
                  <a:lnTo>
                    <a:pt x="2168" y="6987"/>
                  </a:lnTo>
                  <a:lnTo>
                    <a:pt x="1322" y="7832"/>
                  </a:lnTo>
                  <a:cubicBezTo>
                    <a:pt x="1251" y="7916"/>
                    <a:pt x="1251" y="8035"/>
                    <a:pt x="1322" y="8106"/>
                  </a:cubicBezTo>
                  <a:lnTo>
                    <a:pt x="1941" y="8725"/>
                  </a:lnTo>
                  <a:lnTo>
                    <a:pt x="1465" y="9201"/>
                  </a:lnTo>
                  <a:cubicBezTo>
                    <a:pt x="1394" y="9285"/>
                    <a:pt x="1394" y="9404"/>
                    <a:pt x="1465" y="9475"/>
                  </a:cubicBezTo>
                  <a:cubicBezTo>
                    <a:pt x="1507" y="9511"/>
                    <a:pt x="1557" y="9529"/>
                    <a:pt x="1606" y="9529"/>
                  </a:cubicBezTo>
                  <a:cubicBezTo>
                    <a:pt x="1656" y="9529"/>
                    <a:pt x="1703" y="9511"/>
                    <a:pt x="1739" y="9475"/>
                  </a:cubicBezTo>
                  <a:lnTo>
                    <a:pt x="2215" y="8999"/>
                  </a:lnTo>
                  <a:lnTo>
                    <a:pt x="3525" y="10309"/>
                  </a:lnTo>
                  <a:lnTo>
                    <a:pt x="2453" y="11380"/>
                  </a:lnTo>
                  <a:lnTo>
                    <a:pt x="536" y="10678"/>
                  </a:lnTo>
                  <a:lnTo>
                    <a:pt x="1167" y="10035"/>
                  </a:lnTo>
                  <a:cubicBezTo>
                    <a:pt x="1251" y="9963"/>
                    <a:pt x="1251" y="9844"/>
                    <a:pt x="1167" y="9773"/>
                  </a:cubicBezTo>
                  <a:cubicBezTo>
                    <a:pt x="1132" y="9737"/>
                    <a:pt x="1084" y="9719"/>
                    <a:pt x="1036" y="9719"/>
                  </a:cubicBezTo>
                  <a:cubicBezTo>
                    <a:pt x="989" y="9719"/>
                    <a:pt x="941" y="9737"/>
                    <a:pt x="905" y="9773"/>
                  </a:cubicBezTo>
                  <a:lnTo>
                    <a:pt x="60" y="10618"/>
                  </a:lnTo>
                  <a:cubicBezTo>
                    <a:pt x="12" y="10666"/>
                    <a:pt x="1" y="10737"/>
                    <a:pt x="12" y="10797"/>
                  </a:cubicBezTo>
                  <a:cubicBezTo>
                    <a:pt x="24" y="10856"/>
                    <a:pt x="72" y="10916"/>
                    <a:pt x="132" y="10928"/>
                  </a:cubicBezTo>
                  <a:lnTo>
                    <a:pt x="2441" y="11761"/>
                  </a:lnTo>
                  <a:cubicBezTo>
                    <a:pt x="2453" y="11785"/>
                    <a:pt x="2477" y="11785"/>
                    <a:pt x="2501" y="11785"/>
                  </a:cubicBezTo>
                  <a:cubicBezTo>
                    <a:pt x="2537" y="11785"/>
                    <a:pt x="2596" y="11761"/>
                    <a:pt x="2632" y="11726"/>
                  </a:cubicBezTo>
                  <a:lnTo>
                    <a:pt x="3787" y="10559"/>
                  </a:lnTo>
                  <a:lnTo>
                    <a:pt x="4418" y="11190"/>
                  </a:lnTo>
                  <a:cubicBezTo>
                    <a:pt x="4442" y="11214"/>
                    <a:pt x="4501" y="11249"/>
                    <a:pt x="4549" y="11249"/>
                  </a:cubicBezTo>
                  <a:cubicBezTo>
                    <a:pt x="4596" y="11249"/>
                    <a:pt x="4656" y="11225"/>
                    <a:pt x="4680" y="11190"/>
                  </a:cubicBezTo>
                  <a:lnTo>
                    <a:pt x="5537" y="10332"/>
                  </a:lnTo>
                  <a:lnTo>
                    <a:pt x="5858" y="10666"/>
                  </a:lnTo>
                  <a:cubicBezTo>
                    <a:pt x="5894" y="10690"/>
                    <a:pt x="5954" y="10725"/>
                    <a:pt x="5989" y="10725"/>
                  </a:cubicBezTo>
                  <a:cubicBezTo>
                    <a:pt x="6037" y="10725"/>
                    <a:pt x="6097" y="10702"/>
                    <a:pt x="6132" y="10666"/>
                  </a:cubicBezTo>
                  <a:lnTo>
                    <a:pt x="10788" y="6011"/>
                  </a:lnTo>
                  <a:cubicBezTo>
                    <a:pt x="10859" y="5927"/>
                    <a:pt x="10859" y="5808"/>
                    <a:pt x="10788" y="5737"/>
                  </a:cubicBezTo>
                  <a:cubicBezTo>
                    <a:pt x="10752" y="5701"/>
                    <a:pt x="10704" y="5683"/>
                    <a:pt x="10655" y="5683"/>
                  </a:cubicBezTo>
                  <a:cubicBezTo>
                    <a:pt x="10606" y="5683"/>
                    <a:pt x="10555" y="5701"/>
                    <a:pt x="10514" y="5737"/>
                  </a:cubicBezTo>
                  <a:lnTo>
                    <a:pt x="5989" y="10261"/>
                  </a:lnTo>
                  <a:lnTo>
                    <a:pt x="2263" y="6523"/>
                  </a:lnTo>
                  <a:lnTo>
                    <a:pt x="8240" y="546"/>
                  </a:lnTo>
                  <a:cubicBezTo>
                    <a:pt x="8365" y="415"/>
                    <a:pt x="8525" y="349"/>
                    <a:pt x="8686" y="349"/>
                  </a:cubicBezTo>
                  <a:cubicBezTo>
                    <a:pt x="8847" y="349"/>
                    <a:pt x="9008" y="415"/>
                    <a:pt x="9133" y="546"/>
                  </a:cubicBezTo>
                  <a:lnTo>
                    <a:pt x="11978" y="3379"/>
                  </a:lnTo>
                  <a:cubicBezTo>
                    <a:pt x="12097" y="3510"/>
                    <a:pt x="12157" y="3665"/>
                    <a:pt x="12157" y="3832"/>
                  </a:cubicBezTo>
                  <a:cubicBezTo>
                    <a:pt x="12157" y="3998"/>
                    <a:pt x="12097" y="4153"/>
                    <a:pt x="11978" y="4272"/>
                  </a:cubicBezTo>
                  <a:lnTo>
                    <a:pt x="11050" y="5201"/>
                  </a:lnTo>
                  <a:cubicBezTo>
                    <a:pt x="10978" y="5272"/>
                    <a:pt x="10978" y="5391"/>
                    <a:pt x="11050" y="5463"/>
                  </a:cubicBezTo>
                  <a:cubicBezTo>
                    <a:pt x="11091" y="5505"/>
                    <a:pt x="11142" y="5525"/>
                    <a:pt x="11191" y="5525"/>
                  </a:cubicBezTo>
                  <a:cubicBezTo>
                    <a:pt x="11240" y="5525"/>
                    <a:pt x="11288" y="5505"/>
                    <a:pt x="11323" y="5463"/>
                  </a:cubicBezTo>
                  <a:lnTo>
                    <a:pt x="12240" y="4546"/>
                  </a:lnTo>
                  <a:cubicBezTo>
                    <a:pt x="12443" y="4356"/>
                    <a:pt x="12538" y="4106"/>
                    <a:pt x="12538" y="3832"/>
                  </a:cubicBezTo>
                  <a:cubicBezTo>
                    <a:pt x="12526" y="3582"/>
                    <a:pt x="12419" y="3332"/>
                    <a:pt x="12228" y="3129"/>
                  </a:cubicBezTo>
                  <a:lnTo>
                    <a:pt x="9371" y="296"/>
                  </a:lnTo>
                  <a:cubicBezTo>
                    <a:pt x="9180" y="99"/>
                    <a:pt x="8921" y="1"/>
                    <a:pt x="8661"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6" name="Google Shape;2796;p60"/>
            <p:cNvSpPr/>
            <p:nvPr/>
          </p:nvSpPr>
          <p:spPr>
            <a:xfrm>
              <a:off x="986654" y="2041588"/>
              <a:ext cx="180204" cy="177082"/>
            </a:xfrm>
            <a:custGeom>
              <a:avLst/>
              <a:gdLst/>
              <a:ahLst/>
              <a:cxnLst/>
              <a:rect l="l" t="t" r="r" b="b"/>
              <a:pathLst>
                <a:path w="5657" h="5559" extrusionOk="0">
                  <a:moveTo>
                    <a:pt x="3811" y="368"/>
                  </a:moveTo>
                  <a:cubicBezTo>
                    <a:pt x="3894" y="368"/>
                    <a:pt x="3989" y="403"/>
                    <a:pt x="4061" y="475"/>
                  </a:cubicBezTo>
                  <a:lnTo>
                    <a:pt x="5168" y="1582"/>
                  </a:lnTo>
                  <a:cubicBezTo>
                    <a:pt x="5228" y="1642"/>
                    <a:pt x="5263" y="1725"/>
                    <a:pt x="5263" y="1832"/>
                  </a:cubicBezTo>
                  <a:cubicBezTo>
                    <a:pt x="5263" y="1915"/>
                    <a:pt x="5228" y="2023"/>
                    <a:pt x="5168" y="2082"/>
                  </a:cubicBezTo>
                  <a:lnTo>
                    <a:pt x="2156" y="5094"/>
                  </a:lnTo>
                  <a:cubicBezTo>
                    <a:pt x="2090" y="5160"/>
                    <a:pt x="1998" y="5193"/>
                    <a:pt x="1906" y="5193"/>
                  </a:cubicBezTo>
                  <a:cubicBezTo>
                    <a:pt x="1813" y="5193"/>
                    <a:pt x="1721" y="5160"/>
                    <a:pt x="1656" y="5094"/>
                  </a:cubicBezTo>
                  <a:lnTo>
                    <a:pt x="548" y="3987"/>
                  </a:lnTo>
                  <a:cubicBezTo>
                    <a:pt x="417" y="3856"/>
                    <a:pt x="417" y="3618"/>
                    <a:pt x="548" y="3487"/>
                  </a:cubicBezTo>
                  <a:lnTo>
                    <a:pt x="3561" y="475"/>
                  </a:lnTo>
                  <a:cubicBezTo>
                    <a:pt x="3632" y="403"/>
                    <a:pt x="3715" y="368"/>
                    <a:pt x="3811" y="368"/>
                  </a:cubicBezTo>
                  <a:close/>
                  <a:moveTo>
                    <a:pt x="3800" y="0"/>
                  </a:moveTo>
                  <a:cubicBezTo>
                    <a:pt x="3613" y="0"/>
                    <a:pt x="3428" y="71"/>
                    <a:pt x="3287" y="213"/>
                  </a:cubicBezTo>
                  <a:lnTo>
                    <a:pt x="286" y="3213"/>
                  </a:lnTo>
                  <a:cubicBezTo>
                    <a:pt x="1" y="3499"/>
                    <a:pt x="1" y="3975"/>
                    <a:pt x="286" y="4261"/>
                  </a:cubicBezTo>
                  <a:lnTo>
                    <a:pt x="1382" y="5356"/>
                  </a:lnTo>
                  <a:cubicBezTo>
                    <a:pt x="1537" y="5511"/>
                    <a:pt x="1715" y="5559"/>
                    <a:pt x="1906" y="5559"/>
                  </a:cubicBezTo>
                  <a:cubicBezTo>
                    <a:pt x="2096" y="5559"/>
                    <a:pt x="2275" y="5487"/>
                    <a:pt x="2430" y="5356"/>
                  </a:cubicBezTo>
                  <a:lnTo>
                    <a:pt x="5430" y="2368"/>
                  </a:lnTo>
                  <a:cubicBezTo>
                    <a:pt x="5561" y="2237"/>
                    <a:pt x="5656" y="2035"/>
                    <a:pt x="5656" y="1844"/>
                  </a:cubicBezTo>
                  <a:cubicBezTo>
                    <a:pt x="5656" y="1654"/>
                    <a:pt x="5585" y="1451"/>
                    <a:pt x="5430" y="1320"/>
                  </a:cubicBezTo>
                  <a:lnTo>
                    <a:pt x="4335" y="225"/>
                  </a:lnTo>
                  <a:cubicBezTo>
                    <a:pt x="4184" y="74"/>
                    <a:pt x="3991" y="0"/>
                    <a:pt x="3800"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97" name="Google Shape;2797;p60"/>
          <p:cNvSpPr/>
          <p:nvPr/>
        </p:nvSpPr>
        <p:spPr>
          <a:xfrm>
            <a:off x="6878503" y="1918810"/>
            <a:ext cx="429709" cy="350229"/>
          </a:xfrm>
          <a:custGeom>
            <a:avLst/>
            <a:gdLst/>
            <a:ahLst/>
            <a:cxnLst/>
            <a:rect l="l" t="t" r="r" b="b"/>
            <a:pathLst>
              <a:path w="11943" h="9734" extrusionOk="0">
                <a:moveTo>
                  <a:pt x="11585" y="2638"/>
                </a:moveTo>
                <a:lnTo>
                  <a:pt x="11585" y="3066"/>
                </a:lnTo>
                <a:lnTo>
                  <a:pt x="9121" y="4007"/>
                </a:lnTo>
                <a:lnTo>
                  <a:pt x="9121" y="3566"/>
                </a:lnTo>
                <a:lnTo>
                  <a:pt x="11585" y="2638"/>
                </a:lnTo>
                <a:close/>
                <a:moveTo>
                  <a:pt x="370" y="2638"/>
                </a:moveTo>
                <a:lnTo>
                  <a:pt x="5787" y="4697"/>
                </a:lnTo>
                <a:lnTo>
                  <a:pt x="5787" y="5138"/>
                </a:lnTo>
                <a:lnTo>
                  <a:pt x="370" y="3066"/>
                </a:lnTo>
                <a:lnTo>
                  <a:pt x="370" y="2638"/>
                </a:lnTo>
                <a:close/>
                <a:moveTo>
                  <a:pt x="8764" y="3709"/>
                </a:moveTo>
                <a:lnTo>
                  <a:pt x="8764" y="4138"/>
                </a:lnTo>
                <a:lnTo>
                  <a:pt x="6144" y="5138"/>
                </a:lnTo>
                <a:lnTo>
                  <a:pt x="6144" y="4697"/>
                </a:lnTo>
                <a:lnTo>
                  <a:pt x="8764" y="3709"/>
                </a:lnTo>
                <a:close/>
                <a:moveTo>
                  <a:pt x="9657" y="4162"/>
                </a:moveTo>
                <a:lnTo>
                  <a:pt x="9657" y="6745"/>
                </a:lnTo>
                <a:cubicBezTo>
                  <a:pt x="9478" y="6876"/>
                  <a:pt x="9299" y="6995"/>
                  <a:pt x="9121" y="7114"/>
                </a:cubicBezTo>
                <a:lnTo>
                  <a:pt x="9121" y="4376"/>
                </a:lnTo>
                <a:lnTo>
                  <a:pt x="9657" y="4162"/>
                </a:lnTo>
                <a:close/>
                <a:moveTo>
                  <a:pt x="8961" y="8757"/>
                </a:moveTo>
                <a:cubicBezTo>
                  <a:pt x="9131" y="8757"/>
                  <a:pt x="9264" y="8907"/>
                  <a:pt x="9264" y="9079"/>
                </a:cubicBezTo>
                <a:cubicBezTo>
                  <a:pt x="9264" y="9258"/>
                  <a:pt x="9109" y="9389"/>
                  <a:pt x="8942" y="9389"/>
                </a:cubicBezTo>
                <a:cubicBezTo>
                  <a:pt x="8764" y="9389"/>
                  <a:pt x="8633" y="9246"/>
                  <a:pt x="8633" y="9079"/>
                </a:cubicBezTo>
                <a:cubicBezTo>
                  <a:pt x="8633" y="8900"/>
                  <a:pt x="8787" y="8757"/>
                  <a:pt x="8942" y="8757"/>
                </a:cubicBezTo>
                <a:cubicBezTo>
                  <a:pt x="8949" y="8757"/>
                  <a:pt x="8955" y="8757"/>
                  <a:pt x="8961" y="8757"/>
                </a:cubicBezTo>
                <a:close/>
                <a:moveTo>
                  <a:pt x="5949" y="0"/>
                </a:moveTo>
                <a:cubicBezTo>
                  <a:pt x="5930" y="0"/>
                  <a:pt x="5912" y="6"/>
                  <a:pt x="5894" y="18"/>
                </a:cubicBezTo>
                <a:lnTo>
                  <a:pt x="120" y="2221"/>
                </a:lnTo>
                <a:cubicBezTo>
                  <a:pt x="48" y="2245"/>
                  <a:pt x="1" y="2304"/>
                  <a:pt x="1" y="2376"/>
                </a:cubicBezTo>
                <a:lnTo>
                  <a:pt x="1" y="3185"/>
                </a:lnTo>
                <a:cubicBezTo>
                  <a:pt x="1" y="3257"/>
                  <a:pt x="48" y="3316"/>
                  <a:pt x="120" y="3352"/>
                </a:cubicBezTo>
                <a:lnTo>
                  <a:pt x="1917" y="4031"/>
                </a:lnTo>
                <a:lnTo>
                  <a:pt x="1917" y="4638"/>
                </a:lnTo>
                <a:cubicBezTo>
                  <a:pt x="1917" y="4745"/>
                  <a:pt x="2001" y="4817"/>
                  <a:pt x="2096" y="4817"/>
                </a:cubicBezTo>
                <a:cubicBezTo>
                  <a:pt x="2203" y="4817"/>
                  <a:pt x="2275" y="4745"/>
                  <a:pt x="2275" y="4638"/>
                </a:cubicBezTo>
                <a:lnTo>
                  <a:pt x="2275" y="4186"/>
                </a:lnTo>
                <a:lnTo>
                  <a:pt x="5894" y="5567"/>
                </a:lnTo>
                <a:cubicBezTo>
                  <a:pt x="5906" y="5579"/>
                  <a:pt x="5942" y="5579"/>
                  <a:pt x="5954" y="5579"/>
                </a:cubicBezTo>
                <a:cubicBezTo>
                  <a:pt x="5966" y="5579"/>
                  <a:pt x="6001" y="5579"/>
                  <a:pt x="6013" y="5567"/>
                </a:cubicBezTo>
                <a:lnTo>
                  <a:pt x="8740" y="4519"/>
                </a:lnTo>
                <a:lnTo>
                  <a:pt x="8740" y="7317"/>
                </a:lnTo>
                <a:cubicBezTo>
                  <a:pt x="7871" y="7769"/>
                  <a:pt x="6918" y="8007"/>
                  <a:pt x="5942" y="8007"/>
                </a:cubicBezTo>
                <a:cubicBezTo>
                  <a:pt x="4620" y="8007"/>
                  <a:pt x="3310" y="7555"/>
                  <a:pt x="2263" y="6745"/>
                </a:cubicBezTo>
                <a:lnTo>
                  <a:pt x="2263" y="5352"/>
                </a:lnTo>
                <a:cubicBezTo>
                  <a:pt x="2263" y="5257"/>
                  <a:pt x="2191" y="5174"/>
                  <a:pt x="2084" y="5174"/>
                </a:cubicBezTo>
                <a:cubicBezTo>
                  <a:pt x="1977" y="5174"/>
                  <a:pt x="1906" y="5257"/>
                  <a:pt x="1906" y="5352"/>
                </a:cubicBezTo>
                <a:lnTo>
                  <a:pt x="1906" y="6817"/>
                </a:lnTo>
                <a:cubicBezTo>
                  <a:pt x="1906" y="6876"/>
                  <a:pt x="1941" y="6924"/>
                  <a:pt x="1965" y="6948"/>
                </a:cubicBezTo>
                <a:cubicBezTo>
                  <a:pt x="3084" y="7841"/>
                  <a:pt x="4501" y="8353"/>
                  <a:pt x="5942" y="8353"/>
                </a:cubicBezTo>
                <a:cubicBezTo>
                  <a:pt x="6906" y="8353"/>
                  <a:pt x="7859" y="8126"/>
                  <a:pt x="8740" y="7698"/>
                </a:cubicBezTo>
                <a:lnTo>
                  <a:pt x="8740" y="8412"/>
                </a:lnTo>
                <a:cubicBezTo>
                  <a:pt x="8454" y="8484"/>
                  <a:pt x="8252" y="8746"/>
                  <a:pt x="8252" y="9067"/>
                </a:cubicBezTo>
                <a:cubicBezTo>
                  <a:pt x="8252" y="9436"/>
                  <a:pt x="8549" y="9734"/>
                  <a:pt x="8918" y="9734"/>
                </a:cubicBezTo>
                <a:cubicBezTo>
                  <a:pt x="9287" y="9734"/>
                  <a:pt x="9585" y="9436"/>
                  <a:pt x="9585" y="9067"/>
                </a:cubicBezTo>
                <a:cubicBezTo>
                  <a:pt x="9585" y="8746"/>
                  <a:pt x="9383" y="8496"/>
                  <a:pt x="9097" y="8412"/>
                </a:cubicBezTo>
                <a:lnTo>
                  <a:pt x="9097" y="7495"/>
                </a:lnTo>
                <a:cubicBezTo>
                  <a:pt x="9383" y="7341"/>
                  <a:pt x="9657" y="7138"/>
                  <a:pt x="9918" y="6936"/>
                </a:cubicBezTo>
                <a:cubicBezTo>
                  <a:pt x="9954" y="6900"/>
                  <a:pt x="9978" y="6841"/>
                  <a:pt x="9978" y="6805"/>
                </a:cubicBezTo>
                <a:lnTo>
                  <a:pt x="9978" y="4019"/>
                </a:lnTo>
                <a:lnTo>
                  <a:pt x="11776" y="3328"/>
                </a:lnTo>
                <a:cubicBezTo>
                  <a:pt x="11847" y="3304"/>
                  <a:pt x="11895" y="3245"/>
                  <a:pt x="11895" y="3173"/>
                </a:cubicBezTo>
                <a:lnTo>
                  <a:pt x="11895" y="2364"/>
                </a:lnTo>
                <a:cubicBezTo>
                  <a:pt x="11943" y="2304"/>
                  <a:pt x="11895" y="2245"/>
                  <a:pt x="11823" y="2221"/>
                </a:cubicBezTo>
                <a:lnTo>
                  <a:pt x="8049" y="792"/>
                </a:lnTo>
                <a:cubicBezTo>
                  <a:pt x="8030" y="784"/>
                  <a:pt x="8010" y="780"/>
                  <a:pt x="7989" y="780"/>
                </a:cubicBezTo>
                <a:cubicBezTo>
                  <a:pt x="7921" y="780"/>
                  <a:pt x="7853" y="823"/>
                  <a:pt x="7835" y="887"/>
                </a:cubicBezTo>
                <a:cubicBezTo>
                  <a:pt x="7799" y="983"/>
                  <a:pt x="7847" y="1090"/>
                  <a:pt x="7930" y="1114"/>
                </a:cubicBezTo>
                <a:lnTo>
                  <a:pt x="11264" y="2376"/>
                </a:lnTo>
                <a:lnTo>
                  <a:pt x="8966" y="3257"/>
                </a:lnTo>
                <a:lnTo>
                  <a:pt x="6061" y="1947"/>
                </a:lnTo>
                <a:cubicBezTo>
                  <a:pt x="6035" y="1934"/>
                  <a:pt x="6010" y="1928"/>
                  <a:pt x="5985" y="1928"/>
                </a:cubicBezTo>
                <a:cubicBezTo>
                  <a:pt x="5918" y="1928"/>
                  <a:pt x="5858" y="1973"/>
                  <a:pt x="5823" y="2042"/>
                </a:cubicBezTo>
                <a:cubicBezTo>
                  <a:pt x="5775" y="2126"/>
                  <a:pt x="5823" y="2233"/>
                  <a:pt x="5906" y="2281"/>
                </a:cubicBezTo>
                <a:lnTo>
                  <a:pt x="8490" y="3435"/>
                </a:lnTo>
                <a:lnTo>
                  <a:pt x="5966" y="4388"/>
                </a:lnTo>
                <a:lnTo>
                  <a:pt x="691" y="2376"/>
                </a:lnTo>
                <a:lnTo>
                  <a:pt x="5966" y="376"/>
                </a:lnTo>
                <a:lnTo>
                  <a:pt x="7263" y="864"/>
                </a:lnTo>
                <a:cubicBezTo>
                  <a:pt x="7282" y="868"/>
                  <a:pt x="7301" y="871"/>
                  <a:pt x="7320" y="871"/>
                </a:cubicBezTo>
                <a:cubicBezTo>
                  <a:pt x="7394" y="871"/>
                  <a:pt x="7461" y="833"/>
                  <a:pt x="7490" y="757"/>
                </a:cubicBezTo>
                <a:cubicBezTo>
                  <a:pt x="7513" y="673"/>
                  <a:pt x="7478" y="566"/>
                  <a:pt x="7382" y="530"/>
                </a:cubicBezTo>
                <a:lnTo>
                  <a:pt x="6013" y="18"/>
                </a:lnTo>
                <a:cubicBezTo>
                  <a:pt x="5989" y="6"/>
                  <a:pt x="5969" y="0"/>
                  <a:pt x="5949"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98" name="Google Shape;2798;p60"/>
          <p:cNvGrpSpPr/>
          <p:nvPr/>
        </p:nvGrpSpPr>
        <p:grpSpPr>
          <a:xfrm>
            <a:off x="1824632" y="1910768"/>
            <a:ext cx="452020" cy="366315"/>
            <a:chOff x="3044965" y="2435220"/>
            <a:chExt cx="400194" cy="324316"/>
          </a:xfrm>
        </p:grpSpPr>
        <p:sp>
          <p:nvSpPr>
            <p:cNvPr id="2799" name="Google Shape;2799;p60"/>
            <p:cNvSpPr/>
            <p:nvPr/>
          </p:nvSpPr>
          <p:spPr>
            <a:xfrm>
              <a:off x="3105649" y="2649413"/>
              <a:ext cx="68329" cy="66864"/>
            </a:xfrm>
            <a:custGeom>
              <a:avLst/>
              <a:gdLst/>
              <a:ahLst/>
              <a:cxnLst/>
              <a:rect l="l" t="t" r="r" b="b"/>
              <a:pathLst>
                <a:path w="2145" h="2099" extrusionOk="0">
                  <a:moveTo>
                    <a:pt x="1924" y="0"/>
                  </a:moveTo>
                  <a:cubicBezTo>
                    <a:pt x="1867" y="0"/>
                    <a:pt x="1811" y="21"/>
                    <a:pt x="1775" y="63"/>
                  </a:cubicBezTo>
                  <a:lnTo>
                    <a:pt x="84" y="1753"/>
                  </a:lnTo>
                  <a:cubicBezTo>
                    <a:pt x="1" y="1825"/>
                    <a:pt x="1" y="1956"/>
                    <a:pt x="84" y="2039"/>
                  </a:cubicBezTo>
                  <a:cubicBezTo>
                    <a:pt x="120" y="2087"/>
                    <a:pt x="168" y="2099"/>
                    <a:pt x="227" y="2099"/>
                  </a:cubicBezTo>
                  <a:cubicBezTo>
                    <a:pt x="275" y="2099"/>
                    <a:pt x="334" y="2075"/>
                    <a:pt x="382" y="2039"/>
                  </a:cubicBezTo>
                  <a:lnTo>
                    <a:pt x="2073" y="337"/>
                  </a:lnTo>
                  <a:cubicBezTo>
                    <a:pt x="2144" y="265"/>
                    <a:pt x="2144" y="134"/>
                    <a:pt x="2073" y="63"/>
                  </a:cubicBezTo>
                  <a:cubicBezTo>
                    <a:pt x="2037" y="21"/>
                    <a:pt x="1980" y="0"/>
                    <a:pt x="192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0" name="Google Shape;2800;p60"/>
            <p:cNvSpPr/>
            <p:nvPr/>
          </p:nvSpPr>
          <p:spPr>
            <a:xfrm>
              <a:off x="3297193" y="2649413"/>
              <a:ext cx="68297" cy="66864"/>
            </a:xfrm>
            <a:custGeom>
              <a:avLst/>
              <a:gdLst/>
              <a:ahLst/>
              <a:cxnLst/>
              <a:rect l="l" t="t" r="r" b="b"/>
              <a:pathLst>
                <a:path w="2144" h="2099" extrusionOk="0">
                  <a:moveTo>
                    <a:pt x="1919" y="0"/>
                  </a:moveTo>
                  <a:cubicBezTo>
                    <a:pt x="1864" y="0"/>
                    <a:pt x="1810" y="21"/>
                    <a:pt x="1775" y="63"/>
                  </a:cubicBezTo>
                  <a:lnTo>
                    <a:pt x="84" y="1753"/>
                  </a:lnTo>
                  <a:cubicBezTo>
                    <a:pt x="1" y="1825"/>
                    <a:pt x="1" y="1956"/>
                    <a:pt x="84" y="2039"/>
                  </a:cubicBezTo>
                  <a:cubicBezTo>
                    <a:pt x="120" y="2087"/>
                    <a:pt x="167" y="2099"/>
                    <a:pt x="227" y="2099"/>
                  </a:cubicBezTo>
                  <a:cubicBezTo>
                    <a:pt x="286" y="2099"/>
                    <a:pt x="334" y="2075"/>
                    <a:pt x="382" y="2039"/>
                  </a:cubicBezTo>
                  <a:lnTo>
                    <a:pt x="2072" y="337"/>
                  </a:lnTo>
                  <a:cubicBezTo>
                    <a:pt x="2144" y="265"/>
                    <a:pt x="2144" y="134"/>
                    <a:pt x="2072" y="63"/>
                  </a:cubicBezTo>
                  <a:cubicBezTo>
                    <a:pt x="2031" y="21"/>
                    <a:pt x="1974" y="0"/>
                    <a:pt x="1919"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1" name="Google Shape;2801;p60"/>
            <p:cNvSpPr/>
            <p:nvPr/>
          </p:nvSpPr>
          <p:spPr>
            <a:xfrm>
              <a:off x="3044965" y="2435220"/>
              <a:ext cx="400194" cy="324316"/>
            </a:xfrm>
            <a:custGeom>
              <a:avLst/>
              <a:gdLst/>
              <a:ahLst/>
              <a:cxnLst/>
              <a:rect l="l" t="t" r="r" b="b"/>
              <a:pathLst>
                <a:path w="12563" h="10181" extrusionOk="0">
                  <a:moveTo>
                    <a:pt x="822" y="7358"/>
                  </a:moveTo>
                  <a:cubicBezTo>
                    <a:pt x="787" y="7465"/>
                    <a:pt x="787" y="7573"/>
                    <a:pt x="787" y="7680"/>
                  </a:cubicBezTo>
                  <a:cubicBezTo>
                    <a:pt x="787" y="7751"/>
                    <a:pt x="787" y="7823"/>
                    <a:pt x="811" y="7918"/>
                  </a:cubicBezTo>
                  <a:lnTo>
                    <a:pt x="632" y="7918"/>
                  </a:lnTo>
                  <a:cubicBezTo>
                    <a:pt x="525" y="7918"/>
                    <a:pt x="418" y="7823"/>
                    <a:pt x="418" y="7704"/>
                  </a:cubicBezTo>
                  <a:lnTo>
                    <a:pt x="418" y="7573"/>
                  </a:lnTo>
                  <a:cubicBezTo>
                    <a:pt x="418" y="7465"/>
                    <a:pt x="513" y="7358"/>
                    <a:pt x="632" y="7358"/>
                  </a:cubicBezTo>
                  <a:close/>
                  <a:moveTo>
                    <a:pt x="11955" y="7358"/>
                  </a:moveTo>
                  <a:cubicBezTo>
                    <a:pt x="12062" y="7358"/>
                    <a:pt x="12157" y="7454"/>
                    <a:pt x="12157" y="7573"/>
                  </a:cubicBezTo>
                  <a:lnTo>
                    <a:pt x="12169" y="7704"/>
                  </a:lnTo>
                  <a:cubicBezTo>
                    <a:pt x="12169" y="7811"/>
                    <a:pt x="12074" y="7918"/>
                    <a:pt x="11955" y="7918"/>
                  </a:cubicBezTo>
                  <a:lnTo>
                    <a:pt x="11776" y="7918"/>
                  </a:lnTo>
                  <a:cubicBezTo>
                    <a:pt x="11776" y="7835"/>
                    <a:pt x="11788" y="7763"/>
                    <a:pt x="11788" y="7668"/>
                  </a:cubicBezTo>
                  <a:cubicBezTo>
                    <a:pt x="11788" y="7573"/>
                    <a:pt x="11776" y="7465"/>
                    <a:pt x="11764" y="7358"/>
                  </a:cubicBezTo>
                  <a:close/>
                  <a:moveTo>
                    <a:pt x="3299" y="6263"/>
                  </a:moveTo>
                  <a:cubicBezTo>
                    <a:pt x="3918" y="6263"/>
                    <a:pt x="4466" y="6441"/>
                    <a:pt x="4859" y="6739"/>
                  </a:cubicBezTo>
                  <a:lnTo>
                    <a:pt x="4442" y="7156"/>
                  </a:lnTo>
                  <a:cubicBezTo>
                    <a:pt x="4371" y="7227"/>
                    <a:pt x="4371" y="7358"/>
                    <a:pt x="4442" y="7442"/>
                  </a:cubicBezTo>
                  <a:cubicBezTo>
                    <a:pt x="4490" y="7477"/>
                    <a:pt x="4525" y="7501"/>
                    <a:pt x="4585" y="7501"/>
                  </a:cubicBezTo>
                  <a:cubicBezTo>
                    <a:pt x="4644" y="7501"/>
                    <a:pt x="4692" y="7477"/>
                    <a:pt x="4740" y="7442"/>
                  </a:cubicBezTo>
                  <a:lnTo>
                    <a:pt x="5156" y="7025"/>
                  </a:lnTo>
                  <a:cubicBezTo>
                    <a:pt x="5299" y="7215"/>
                    <a:pt x="5394" y="7442"/>
                    <a:pt x="5394" y="7692"/>
                  </a:cubicBezTo>
                  <a:cubicBezTo>
                    <a:pt x="5383" y="8835"/>
                    <a:pt x="4442" y="9775"/>
                    <a:pt x="3275" y="9775"/>
                  </a:cubicBezTo>
                  <a:cubicBezTo>
                    <a:pt x="3013" y="9775"/>
                    <a:pt x="2763" y="9728"/>
                    <a:pt x="2525" y="9620"/>
                  </a:cubicBezTo>
                  <a:lnTo>
                    <a:pt x="4156" y="7989"/>
                  </a:lnTo>
                  <a:cubicBezTo>
                    <a:pt x="4228" y="7918"/>
                    <a:pt x="4228" y="7775"/>
                    <a:pt x="4156" y="7704"/>
                  </a:cubicBezTo>
                  <a:cubicBezTo>
                    <a:pt x="4121" y="7668"/>
                    <a:pt x="4070" y="7650"/>
                    <a:pt x="4018" y="7650"/>
                  </a:cubicBezTo>
                  <a:cubicBezTo>
                    <a:pt x="3966" y="7650"/>
                    <a:pt x="3912" y="7668"/>
                    <a:pt x="3870" y="7704"/>
                  </a:cubicBezTo>
                  <a:lnTo>
                    <a:pt x="2144" y="9430"/>
                  </a:lnTo>
                  <a:cubicBezTo>
                    <a:pt x="1573" y="9061"/>
                    <a:pt x="1192" y="8406"/>
                    <a:pt x="1192" y="7680"/>
                  </a:cubicBezTo>
                  <a:cubicBezTo>
                    <a:pt x="1192" y="6882"/>
                    <a:pt x="2132" y="6263"/>
                    <a:pt x="3299" y="6263"/>
                  </a:cubicBezTo>
                  <a:close/>
                  <a:moveTo>
                    <a:pt x="9324" y="6275"/>
                  </a:moveTo>
                  <a:cubicBezTo>
                    <a:pt x="9943" y="6275"/>
                    <a:pt x="10502" y="6453"/>
                    <a:pt x="10883" y="6751"/>
                  </a:cubicBezTo>
                  <a:lnTo>
                    <a:pt x="10467" y="7168"/>
                  </a:lnTo>
                  <a:cubicBezTo>
                    <a:pt x="10395" y="7239"/>
                    <a:pt x="10395" y="7370"/>
                    <a:pt x="10467" y="7454"/>
                  </a:cubicBezTo>
                  <a:cubicBezTo>
                    <a:pt x="10514" y="7489"/>
                    <a:pt x="10562" y="7513"/>
                    <a:pt x="10621" y="7513"/>
                  </a:cubicBezTo>
                  <a:cubicBezTo>
                    <a:pt x="10657" y="7513"/>
                    <a:pt x="10717" y="7489"/>
                    <a:pt x="10764" y="7454"/>
                  </a:cubicBezTo>
                  <a:lnTo>
                    <a:pt x="11181" y="7037"/>
                  </a:lnTo>
                  <a:cubicBezTo>
                    <a:pt x="11336" y="7227"/>
                    <a:pt x="11419" y="7454"/>
                    <a:pt x="11419" y="7704"/>
                  </a:cubicBezTo>
                  <a:cubicBezTo>
                    <a:pt x="11407" y="8835"/>
                    <a:pt x="10467" y="9775"/>
                    <a:pt x="9312" y="9775"/>
                  </a:cubicBezTo>
                  <a:cubicBezTo>
                    <a:pt x="9038" y="9775"/>
                    <a:pt x="8788" y="9728"/>
                    <a:pt x="8550" y="9620"/>
                  </a:cubicBezTo>
                  <a:lnTo>
                    <a:pt x="10181" y="7989"/>
                  </a:lnTo>
                  <a:cubicBezTo>
                    <a:pt x="10264" y="7918"/>
                    <a:pt x="10264" y="7775"/>
                    <a:pt x="10181" y="7704"/>
                  </a:cubicBezTo>
                  <a:cubicBezTo>
                    <a:pt x="10145" y="7668"/>
                    <a:pt x="10094" y="7650"/>
                    <a:pt x="10044" y="7650"/>
                  </a:cubicBezTo>
                  <a:cubicBezTo>
                    <a:pt x="9993" y="7650"/>
                    <a:pt x="9943" y="7668"/>
                    <a:pt x="9907" y="7704"/>
                  </a:cubicBezTo>
                  <a:lnTo>
                    <a:pt x="8181" y="9442"/>
                  </a:lnTo>
                  <a:cubicBezTo>
                    <a:pt x="7597" y="9073"/>
                    <a:pt x="7228" y="8418"/>
                    <a:pt x="7228" y="7692"/>
                  </a:cubicBezTo>
                  <a:cubicBezTo>
                    <a:pt x="7228" y="6894"/>
                    <a:pt x="8157" y="6275"/>
                    <a:pt x="9324" y="6275"/>
                  </a:cubicBezTo>
                  <a:close/>
                  <a:moveTo>
                    <a:pt x="2751" y="0"/>
                  </a:moveTo>
                  <a:cubicBezTo>
                    <a:pt x="2239" y="0"/>
                    <a:pt x="1787" y="345"/>
                    <a:pt x="1656" y="857"/>
                  </a:cubicBezTo>
                  <a:lnTo>
                    <a:pt x="13" y="7418"/>
                  </a:lnTo>
                  <a:cubicBezTo>
                    <a:pt x="1" y="7465"/>
                    <a:pt x="1" y="7513"/>
                    <a:pt x="1" y="7573"/>
                  </a:cubicBezTo>
                  <a:lnTo>
                    <a:pt x="1" y="7704"/>
                  </a:lnTo>
                  <a:cubicBezTo>
                    <a:pt x="1" y="8037"/>
                    <a:pt x="275" y="8311"/>
                    <a:pt x="608" y="8311"/>
                  </a:cubicBezTo>
                  <a:lnTo>
                    <a:pt x="846" y="8311"/>
                  </a:lnTo>
                  <a:cubicBezTo>
                    <a:pt x="1037" y="8989"/>
                    <a:pt x="1465" y="9537"/>
                    <a:pt x="2037" y="9859"/>
                  </a:cubicBezTo>
                  <a:cubicBezTo>
                    <a:pt x="2061" y="9859"/>
                    <a:pt x="2061" y="9882"/>
                    <a:pt x="2073" y="9882"/>
                  </a:cubicBezTo>
                  <a:cubicBezTo>
                    <a:pt x="2430" y="10073"/>
                    <a:pt x="2835" y="10180"/>
                    <a:pt x="3263" y="10180"/>
                  </a:cubicBezTo>
                  <a:cubicBezTo>
                    <a:pt x="4609" y="10180"/>
                    <a:pt x="5704" y="9108"/>
                    <a:pt x="5764" y="7763"/>
                  </a:cubicBezTo>
                  <a:cubicBezTo>
                    <a:pt x="5918" y="7656"/>
                    <a:pt x="6097" y="7596"/>
                    <a:pt x="6287" y="7596"/>
                  </a:cubicBezTo>
                  <a:cubicBezTo>
                    <a:pt x="6478" y="7596"/>
                    <a:pt x="6657" y="7656"/>
                    <a:pt x="6811" y="7763"/>
                  </a:cubicBezTo>
                  <a:cubicBezTo>
                    <a:pt x="6835" y="8656"/>
                    <a:pt x="7347" y="9430"/>
                    <a:pt x="8085" y="9847"/>
                  </a:cubicBezTo>
                  <a:cubicBezTo>
                    <a:pt x="8097" y="9847"/>
                    <a:pt x="8097" y="9859"/>
                    <a:pt x="8121" y="9859"/>
                  </a:cubicBezTo>
                  <a:cubicBezTo>
                    <a:pt x="8478" y="10061"/>
                    <a:pt x="8871" y="10156"/>
                    <a:pt x="9312" y="10156"/>
                  </a:cubicBezTo>
                  <a:cubicBezTo>
                    <a:pt x="10467" y="10156"/>
                    <a:pt x="11455" y="9370"/>
                    <a:pt x="11717" y="8299"/>
                  </a:cubicBezTo>
                  <a:lnTo>
                    <a:pt x="11955" y="8299"/>
                  </a:lnTo>
                  <a:cubicBezTo>
                    <a:pt x="12288" y="8299"/>
                    <a:pt x="12562" y="8037"/>
                    <a:pt x="12562" y="7692"/>
                  </a:cubicBezTo>
                  <a:lnTo>
                    <a:pt x="12562" y="7561"/>
                  </a:lnTo>
                  <a:cubicBezTo>
                    <a:pt x="12562" y="7525"/>
                    <a:pt x="12562" y="7465"/>
                    <a:pt x="12550" y="7418"/>
                  </a:cubicBezTo>
                  <a:lnTo>
                    <a:pt x="10919" y="857"/>
                  </a:lnTo>
                  <a:cubicBezTo>
                    <a:pt x="10800" y="357"/>
                    <a:pt x="10336" y="0"/>
                    <a:pt x="9812" y="0"/>
                  </a:cubicBezTo>
                  <a:cubicBezTo>
                    <a:pt x="9705" y="0"/>
                    <a:pt x="9621" y="84"/>
                    <a:pt x="9621" y="191"/>
                  </a:cubicBezTo>
                  <a:cubicBezTo>
                    <a:pt x="9621" y="298"/>
                    <a:pt x="9705" y="381"/>
                    <a:pt x="9812" y="381"/>
                  </a:cubicBezTo>
                  <a:cubicBezTo>
                    <a:pt x="10157" y="381"/>
                    <a:pt x="10443" y="607"/>
                    <a:pt x="10526" y="929"/>
                  </a:cubicBezTo>
                  <a:lnTo>
                    <a:pt x="12014" y="6942"/>
                  </a:lnTo>
                  <a:lnTo>
                    <a:pt x="11598" y="6942"/>
                  </a:lnTo>
                  <a:cubicBezTo>
                    <a:pt x="11467" y="6727"/>
                    <a:pt x="11288" y="6525"/>
                    <a:pt x="11038" y="6346"/>
                  </a:cubicBezTo>
                  <a:cubicBezTo>
                    <a:pt x="10574" y="6025"/>
                    <a:pt x="9943" y="5846"/>
                    <a:pt x="9288" y="5846"/>
                  </a:cubicBezTo>
                  <a:cubicBezTo>
                    <a:pt x="8633" y="5846"/>
                    <a:pt x="8026" y="6025"/>
                    <a:pt x="7550" y="6346"/>
                  </a:cubicBezTo>
                  <a:cubicBezTo>
                    <a:pt x="7180" y="6620"/>
                    <a:pt x="6918" y="6942"/>
                    <a:pt x="6835" y="7299"/>
                  </a:cubicBezTo>
                  <a:cubicBezTo>
                    <a:pt x="6668" y="7215"/>
                    <a:pt x="6478" y="7168"/>
                    <a:pt x="6287" y="7168"/>
                  </a:cubicBezTo>
                  <a:cubicBezTo>
                    <a:pt x="6097" y="7168"/>
                    <a:pt x="5895" y="7215"/>
                    <a:pt x="5728" y="7299"/>
                  </a:cubicBezTo>
                  <a:cubicBezTo>
                    <a:pt x="5645" y="6942"/>
                    <a:pt x="5394" y="6596"/>
                    <a:pt x="5025" y="6346"/>
                  </a:cubicBezTo>
                  <a:cubicBezTo>
                    <a:pt x="4561" y="6025"/>
                    <a:pt x="3930" y="5846"/>
                    <a:pt x="3275" y="5846"/>
                  </a:cubicBezTo>
                  <a:cubicBezTo>
                    <a:pt x="2620" y="5846"/>
                    <a:pt x="2013" y="6025"/>
                    <a:pt x="1537" y="6346"/>
                  </a:cubicBezTo>
                  <a:cubicBezTo>
                    <a:pt x="1299" y="6525"/>
                    <a:pt x="1108" y="6727"/>
                    <a:pt x="965" y="6942"/>
                  </a:cubicBezTo>
                  <a:lnTo>
                    <a:pt x="549" y="6942"/>
                  </a:lnTo>
                  <a:lnTo>
                    <a:pt x="2037" y="929"/>
                  </a:lnTo>
                  <a:cubicBezTo>
                    <a:pt x="2120" y="607"/>
                    <a:pt x="2418" y="381"/>
                    <a:pt x="2751" y="381"/>
                  </a:cubicBezTo>
                  <a:cubicBezTo>
                    <a:pt x="2858" y="381"/>
                    <a:pt x="2954" y="298"/>
                    <a:pt x="2954" y="191"/>
                  </a:cubicBezTo>
                  <a:cubicBezTo>
                    <a:pt x="2954" y="84"/>
                    <a:pt x="2858" y="0"/>
                    <a:pt x="2751"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02" name="Google Shape;2802;p60"/>
          <p:cNvSpPr/>
          <p:nvPr/>
        </p:nvSpPr>
        <p:spPr>
          <a:xfrm>
            <a:off x="3516260" y="1917461"/>
            <a:ext cx="430573" cy="352928"/>
          </a:xfrm>
          <a:custGeom>
            <a:avLst/>
            <a:gdLst/>
            <a:ahLst/>
            <a:cxnLst/>
            <a:rect l="l" t="t" r="r" b="b"/>
            <a:pathLst>
              <a:path w="11967" h="9809" extrusionOk="0">
                <a:moveTo>
                  <a:pt x="8309" y="358"/>
                </a:moveTo>
                <a:cubicBezTo>
                  <a:pt x="8940" y="358"/>
                  <a:pt x="9663" y="469"/>
                  <a:pt x="10418" y="796"/>
                </a:cubicBezTo>
                <a:lnTo>
                  <a:pt x="10418" y="7796"/>
                </a:lnTo>
                <a:cubicBezTo>
                  <a:pt x="9723" y="7513"/>
                  <a:pt x="8997" y="7381"/>
                  <a:pt x="8289" y="7381"/>
                </a:cubicBezTo>
                <a:cubicBezTo>
                  <a:pt x="7542" y="7381"/>
                  <a:pt x="6816" y="7527"/>
                  <a:pt x="6168" y="7796"/>
                </a:cubicBezTo>
                <a:lnTo>
                  <a:pt x="6168" y="796"/>
                </a:lnTo>
                <a:cubicBezTo>
                  <a:pt x="6430" y="676"/>
                  <a:pt x="7238" y="358"/>
                  <a:pt x="8309" y="358"/>
                </a:cubicBezTo>
                <a:close/>
                <a:moveTo>
                  <a:pt x="3700" y="358"/>
                </a:moveTo>
                <a:cubicBezTo>
                  <a:pt x="4458" y="358"/>
                  <a:pt x="5191" y="513"/>
                  <a:pt x="5823" y="796"/>
                </a:cubicBezTo>
                <a:cubicBezTo>
                  <a:pt x="5811" y="1677"/>
                  <a:pt x="5811" y="6761"/>
                  <a:pt x="5811" y="7796"/>
                </a:cubicBezTo>
                <a:cubicBezTo>
                  <a:pt x="5418" y="7642"/>
                  <a:pt x="4656" y="7392"/>
                  <a:pt x="3668" y="7392"/>
                </a:cubicBezTo>
                <a:cubicBezTo>
                  <a:pt x="2929" y="7392"/>
                  <a:pt x="2215" y="7523"/>
                  <a:pt x="1548" y="7808"/>
                </a:cubicBezTo>
                <a:lnTo>
                  <a:pt x="1548" y="3867"/>
                </a:lnTo>
                <a:cubicBezTo>
                  <a:pt x="1548" y="3760"/>
                  <a:pt x="1477" y="3689"/>
                  <a:pt x="1370" y="3689"/>
                </a:cubicBezTo>
                <a:cubicBezTo>
                  <a:pt x="1262" y="3689"/>
                  <a:pt x="1191" y="3760"/>
                  <a:pt x="1191" y="3867"/>
                </a:cubicBezTo>
                <a:lnTo>
                  <a:pt x="1191" y="7987"/>
                </a:lnTo>
                <a:cubicBezTo>
                  <a:pt x="1191" y="8118"/>
                  <a:pt x="1298" y="8225"/>
                  <a:pt x="1429" y="8225"/>
                </a:cubicBezTo>
                <a:cubicBezTo>
                  <a:pt x="1465" y="8225"/>
                  <a:pt x="1489" y="8225"/>
                  <a:pt x="1524" y="8213"/>
                </a:cubicBezTo>
                <a:cubicBezTo>
                  <a:pt x="2203" y="7916"/>
                  <a:pt x="2917" y="7761"/>
                  <a:pt x="3656" y="7761"/>
                </a:cubicBezTo>
                <a:cubicBezTo>
                  <a:pt x="4715" y="7761"/>
                  <a:pt x="5537" y="8070"/>
                  <a:pt x="5799" y="8189"/>
                </a:cubicBezTo>
                <a:lnTo>
                  <a:pt x="5799" y="8606"/>
                </a:lnTo>
                <a:lnTo>
                  <a:pt x="417" y="8606"/>
                </a:lnTo>
                <a:cubicBezTo>
                  <a:pt x="381" y="8606"/>
                  <a:pt x="358" y="8582"/>
                  <a:pt x="358" y="8547"/>
                </a:cubicBezTo>
                <a:lnTo>
                  <a:pt x="358" y="1248"/>
                </a:lnTo>
                <a:cubicBezTo>
                  <a:pt x="358" y="1212"/>
                  <a:pt x="381" y="1188"/>
                  <a:pt x="417" y="1188"/>
                </a:cubicBezTo>
                <a:lnTo>
                  <a:pt x="1203" y="1188"/>
                </a:lnTo>
                <a:lnTo>
                  <a:pt x="1203" y="3153"/>
                </a:lnTo>
                <a:cubicBezTo>
                  <a:pt x="1203" y="3248"/>
                  <a:pt x="1274" y="3332"/>
                  <a:pt x="1382" y="3332"/>
                </a:cubicBezTo>
                <a:cubicBezTo>
                  <a:pt x="1489" y="3332"/>
                  <a:pt x="1560" y="3248"/>
                  <a:pt x="1560" y="3153"/>
                </a:cubicBezTo>
                <a:lnTo>
                  <a:pt x="1560" y="796"/>
                </a:lnTo>
                <a:cubicBezTo>
                  <a:pt x="2253" y="495"/>
                  <a:pt x="2987" y="358"/>
                  <a:pt x="3700" y="358"/>
                </a:cubicBezTo>
                <a:close/>
                <a:moveTo>
                  <a:pt x="6608" y="7987"/>
                </a:moveTo>
                <a:lnTo>
                  <a:pt x="6608" y="9249"/>
                </a:lnTo>
                <a:lnTo>
                  <a:pt x="6501" y="9166"/>
                </a:lnTo>
                <a:cubicBezTo>
                  <a:pt x="6471" y="9136"/>
                  <a:pt x="6430" y="9121"/>
                  <a:pt x="6390" y="9121"/>
                </a:cubicBezTo>
                <a:cubicBezTo>
                  <a:pt x="6349" y="9121"/>
                  <a:pt x="6311" y="9136"/>
                  <a:pt x="6287" y="9166"/>
                </a:cubicBezTo>
                <a:lnTo>
                  <a:pt x="6168" y="9261"/>
                </a:lnTo>
                <a:lnTo>
                  <a:pt x="6168" y="8166"/>
                </a:lnTo>
                <a:cubicBezTo>
                  <a:pt x="6251" y="8118"/>
                  <a:pt x="6418" y="8058"/>
                  <a:pt x="6608" y="7987"/>
                </a:cubicBezTo>
                <a:close/>
                <a:moveTo>
                  <a:pt x="8273" y="0"/>
                </a:moveTo>
                <a:cubicBezTo>
                  <a:pt x="7438" y="0"/>
                  <a:pt x="6643" y="178"/>
                  <a:pt x="5989" y="486"/>
                </a:cubicBezTo>
                <a:cubicBezTo>
                  <a:pt x="5715" y="367"/>
                  <a:pt x="4858" y="10"/>
                  <a:pt x="3668" y="10"/>
                </a:cubicBezTo>
                <a:cubicBezTo>
                  <a:pt x="2858" y="10"/>
                  <a:pt x="2072" y="176"/>
                  <a:pt x="1322" y="510"/>
                </a:cubicBezTo>
                <a:cubicBezTo>
                  <a:pt x="1143" y="593"/>
                  <a:pt x="1191" y="796"/>
                  <a:pt x="1191" y="843"/>
                </a:cubicBezTo>
                <a:lnTo>
                  <a:pt x="405" y="843"/>
                </a:lnTo>
                <a:cubicBezTo>
                  <a:pt x="179" y="843"/>
                  <a:pt x="0" y="1022"/>
                  <a:pt x="0" y="1248"/>
                </a:cubicBezTo>
                <a:lnTo>
                  <a:pt x="0" y="8535"/>
                </a:lnTo>
                <a:cubicBezTo>
                  <a:pt x="0" y="8761"/>
                  <a:pt x="179" y="8939"/>
                  <a:pt x="405" y="8939"/>
                </a:cubicBezTo>
                <a:lnTo>
                  <a:pt x="5811" y="8939"/>
                </a:lnTo>
                <a:lnTo>
                  <a:pt x="5811" y="9630"/>
                </a:lnTo>
                <a:cubicBezTo>
                  <a:pt x="5811" y="9740"/>
                  <a:pt x="5889" y="9808"/>
                  <a:pt x="5977" y="9808"/>
                </a:cubicBezTo>
                <a:cubicBezTo>
                  <a:pt x="6013" y="9808"/>
                  <a:pt x="6050" y="9797"/>
                  <a:pt x="6084" y="9773"/>
                </a:cubicBezTo>
                <a:lnTo>
                  <a:pt x="6382" y="9535"/>
                </a:lnTo>
                <a:cubicBezTo>
                  <a:pt x="6656" y="9737"/>
                  <a:pt x="6668" y="9809"/>
                  <a:pt x="6787" y="9809"/>
                </a:cubicBezTo>
                <a:cubicBezTo>
                  <a:pt x="6894" y="9809"/>
                  <a:pt x="6966" y="9737"/>
                  <a:pt x="6966" y="9630"/>
                </a:cubicBezTo>
                <a:lnTo>
                  <a:pt x="6966" y="8939"/>
                </a:lnTo>
                <a:lnTo>
                  <a:pt x="9335" y="8939"/>
                </a:lnTo>
                <a:cubicBezTo>
                  <a:pt x="9442" y="8939"/>
                  <a:pt x="9513" y="8856"/>
                  <a:pt x="9513" y="8761"/>
                </a:cubicBezTo>
                <a:cubicBezTo>
                  <a:pt x="9513" y="8654"/>
                  <a:pt x="9442" y="8582"/>
                  <a:pt x="9335" y="8582"/>
                </a:cubicBezTo>
                <a:lnTo>
                  <a:pt x="6966" y="8582"/>
                </a:lnTo>
                <a:lnTo>
                  <a:pt x="6966" y="7892"/>
                </a:lnTo>
                <a:cubicBezTo>
                  <a:pt x="7400" y="7783"/>
                  <a:pt x="7847" y="7728"/>
                  <a:pt x="8295" y="7728"/>
                </a:cubicBezTo>
                <a:cubicBezTo>
                  <a:pt x="9025" y="7728"/>
                  <a:pt x="9760" y="7875"/>
                  <a:pt x="10454" y="8177"/>
                </a:cubicBezTo>
                <a:cubicBezTo>
                  <a:pt x="10483" y="8192"/>
                  <a:pt x="10514" y="8199"/>
                  <a:pt x="10544" y="8199"/>
                </a:cubicBezTo>
                <a:cubicBezTo>
                  <a:pt x="10662" y="8199"/>
                  <a:pt x="10776" y="8096"/>
                  <a:pt x="10776" y="7963"/>
                </a:cubicBezTo>
                <a:lnTo>
                  <a:pt x="10776" y="1177"/>
                </a:lnTo>
                <a:lnTo>
                  <a:pt x="11561" y="1177"/>
                </a:lnTo>
                <a:cubicBezTo>
                  <a:pt x="11597" y="1177"/>
                  <a:pt x="11621" y="1212"/>
                  <a:pt x="11621" y="1236"/>
                </a:cubicBezTo>
                <a:lnTo>
                  <a:pt x="11621" y="8535"/>
                </a:lnTo>
                <a:cubicBezTo>
                  <a:pt x="11621" y="8570"/>
                  <a:pt x="11597" y="8594"/>
                  <a:pt x="11561" y="8594"/>
                </a:cubicBezTo>
                <a:lnTo>
                  <a:pt x="10049" y="8594"/>
                </a:lnTo>
                <a:cubicBezTo>
                  <a:pt x="9942" y="8594"/>
                  <a:pt x="9871" y="8666"/>
                  <a:pt x="9871" y="8773"/>
                </a:cubicBezTo>
                <a:cubicBezTo>
                  <a:pt x="9871" y="8880"/>
                  <a:pt x="9942" y="8951"/>
                  <a:pt x="10049" y="8951"/>
                </a:cubicBezTo>
                <a:lnTo>
                  <a:pt x="11561" y="8951"/>
                </a:lnTo>
                <a:cubicBezTo>
                  <a:pt x="11788" y="8951"/>
                  <a:pt x="11966" y="8773"/>
                  <a:pt x="11966" y="8547"/>
                </a:cubicBezTo>
                <a:lnTo>
                  <a:pt x="11966" y="1236"/>
                </a:lnTo>
                <a:cubicBezTo>
                  <a:pt x="11954" y="998"/>
                  <a:pt x="11776" y="831"/>
                  <a:pt x="11549" y="831"/>
                </a:cubicBezTo>
                <a:lnTo>
                  <a:pt x="10764" y="831"/>
                </a:lnTo>
                <a:cubicBezTo>
                  <a:pt x="10752" y="784"/>
                  <a:pt x="10811" y="581"/>
                  <a:pt x="10633" y="498"/>
                </a:cubicBezTo>
                <a:cubicBezTo>
                  <a:pt x="9864" y="154"/>
                  <a:pt x="9051" y="0"/>
                  <a:pt x="8273"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06"/>
        <p:cNvGrpSpPr/>
        <p:nvPr/>
      </p:nvGrpSpPr>
      <p:grpSpPr>
        <a:xfrm>
          <a:off x="0" y="0"/>
          <a:ext cx="0" cy="0"/>
          <a:chOff x="0" y="0"/>
          <a:chExt cx="0" cy="0"/>
        </a:xfrm>
      </p:grpSpPr>
      <p:sp>
        <p:nvSpPr>
          <p:cNvPr id="2807" name="Google Shape;2807;p61"/>
          <p:cNvSpPr txBox="1">
            <a:spLocks noGrp="1"/>
          </p:cNvSpPr>
          <p:nvPr>
            <p:ph type="ctrTitle"/>
          </p:nvPr>
        </p:nvSpPr>
        <p:spPr>
          <a:xfrm>
            <a:off x="713250" y="446075"/>
            <a:ext cx="7717500" cy="537000"/>
          </a:xfrm>
          <a:prstGeom prst="rect">
            <a:avLst/>
          </a:prstGeom>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a:t>Parts and whole</a:t>
            </a:r>
            <a:endParaRPr/>
          </a:p>
        </p:txBody>
      </p:sp>
      <p:sp>
        <p:nvSpPr>
          <p:cNvPr id="2808" name="Google Shape;2808;p61"/>
          <p:cNvSpPr/>
          <p:nvPr/>
        </p:nvSpPr>
        <p:spPr>
          <a:xfrm flipH="1">
            <a:off x="1669972" y="1498136"/>
            <a:ext cx="2585400" cy="5166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 sz="2200">
                <a:solidFill>
                  <a:schemeClr val="dk1"/>
                </a:solidFill>
                <a:latin typeface="Jua"/>
                <a:ea typeface="Jua"/>
                <a:cs typeface="Jua"/>
                <a:sym typeface="Jua"/>
              </a:rPr>
              <a:t>The whole object</a:t>
            </a:r>
            <a:endParaRPr sz="2200">
              <a:solidFill>
                <a:schemeClr val="dk1"/>
              </a:solidFill>
              <a:latin typeface="Jua"/>
              <a:ea typeface="Jua"/>
              <a:cs typeface="Jua"/>
              <a:sym typeface="Jua"/>
            </a:endParaRPr>
          </a:p>
        </p:txBody>
      </p:sp>
      <p:sp>
        <p:nvSpPr>
          <p:cNvPr id="2809" name="Google Shape;2809;p61"/>
          <p:cNvSpPr txBox="1"/>
          <p:nvPr/>
        </p:nvSpPr>
        <p:spPr>
          <a:xfrm>
            <a:off x="1669972" y="1949551"/>
            <a:ext cx="2585400" cy="7482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
                <a:solidFill>
                  <a:schemeClr val="dk1"/>
                </a:solidFill>
                <a:latin typeface="Nunito"/>
                <a:ea typeface="Nunito"/>
                <a:cs typeface="Nunito"/>
                <a:sym typeface="Nunito"/>
              </a:rPr>
              <a:t>Mercury is the closest planet to the Sun and the smallest one in the entire Solar System</a:t>
            </a:r>
            <a:endParaRPr>
              <a:solidFill>
                <a:schemeClr val="dk1"/>
              </a:solidFill>
              <a:latin typeface="Nunito"/>
              <a:ea typeface="Nunito"/>
              <a:cs typeface="Nunito"/>
              <a:sym typeface="Nunito"/>
            </a:endParaRPr>
          </a:p>
        </p:txBody>
      </p:sp>
      <p:sp>
        <p:nvSpPr>
          <p:cNvPr id="2810" name="Google Shape;2810;p61"/>
          <p:cNvSpPr txBox="1"/>
          <p:nvPr/>
        </p:nvSpPr>
        <p:spPr>
          <a:xfrm>
            <a:off x="1669972" y="3000961"/>
            <a:ext cx="2585400" cy="391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200">
                <a:solidFill>
                  <a:schemeClr val="dk1"/>
                </a:solidFill>
                <a:latin typeface="Jua"/>
                <a:ea typeface="Jua"/>
                <a:cs typeface="Jua"/>
                <a:sym typeface="Jua"/>
              </a:rPr>
              <a:t>Object 1</a:t>
            </a:r>
            <a:endParaRPr sz="2200">
              <a:solidFill>
                <a:schemeClr val="dk1"/>
              </a:solidFill>
              <a:latin typeface="Jua"/>
              <a:ea typeface="Jua"/>
              <a:cs typeface="Jua"/>
              <a:sym typeface="Jua"/>
            </a:endParaRPr>
          </a:p>
        </p:txBody>
      </p:sp>
      <p:sp>
        <p:nvSpPr>
          <p:cNvPr id="2811" name="Google Shape;2811;p61"/>
          <p:cNvSpPr txBox="1"/>
          <p:nvPr/>
        </p:nvSpPr>
        <p:spPr>
          <a:xfrm>
            <a:off x="1669972" y="3380789"/>
            <a:ext cx="2585400" cy="391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200">
                <a:solidFill>
                  <a:schemeClr val="dk1"/>
                </a:solidFill>
                <a:latin typeface="Jua"/>
                <a:ea typeface="Jua"/>
                <a:cs typeface="Jua"/>
                <a:sym typeface="Jua"/>
              </a:rPr>
              <a:t>Object 2</a:t>
            </a:r>
            <a:endParaRPr sz="2200">
              <a:solidFill>
                <a:schemeClr val="dk1"/>
              </a:solidFill>
              <a:latin typeface="Jua"/>
              <a:ea typeface="Jua"/>
              <a:cs typeface="Jua"/>
              <a:sym typeface="Jua"/>
            </a:endParaRPr>
          </a:p>
        </p:txBody>
      </p:sp>
      <p:sp>
        <p:nvSpPr>
          <p:cNvPr id="2812" name="Google Shape;2812;p61"/>
          <p:cNvSpPr txBox="1"/>
          <p:nvPr/>
        </p:nvSpPr>
        <p:spPr>
          <a:xfrm>
            <a:off x="1669972" y="3760617"/>
            <a:ext cx="2585400" cy="391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200">
                <a:solidFill>
                  <a:schemeClr val="dk1"/>
                </a:solidFill>
                <a:latin typeface="Jua"/>
                <a:ea typeface="Jua"/>
                <a:cs typeface="Jua"/>
                <a:sym typeface="Jua"/>
              </a:rPr>
              <a:t>Object 3</a:t>
            </a:r>
            <a:endParaRPr sz="2200">
              <a:solidFill>
                <a:schemeClr val="dk1"/>
              </a:solidFill>
              <a:latin typeface="Jua"/>
              <a:ea typeface="Jua"/>
              <a:cs typeface="Jua"/>
              <a:sym typeface="Jua"/>
            </a:endParaRPr>
          </a:p>
        </p:txBody>
      </p:sp>
      <p:cxnSp>
        <p:nvCxnSpPr>
          <p:cNvPr id="2813" name="Google Shape;2813;p61"/>
          <p:cNvCxnSpPr>
            <a:stCxn id="2809" idx="2"/>
            <a:endCxn id="2810" idx="0"/>
          </p:cNvCxnSpPr>
          <p:nvPr/>
        </p:nvCxnSpPr>
        <p:spPr>
          <a:xfrm>
            <a:off x="2962672" y="2697751"/>
            <a:ext cx="0" cy="303300"/>
          </a:xfrm>
          <a:prstGeom prst="straightConnector1">
            <a:avLst/>
          </a:prstGeom>
          <a:noFill/>
          <a:ln w="28575" cap="flat" cmpd="sng">
            <a:solidFill>
              <a:schemeClr val="dk1"/>
            </a:solidFill>
            <a:prstDash val="solid"/>
            <a:round/>
            <a:headEnd type="none" w="med" len="med"/>
            <a:tailEnd type="triangle" w="med" len="med"/>
          </a:ln>
        </p:spPr>
      </p:cxnSp>
      <p:sp>
        <p:nvSpPr>
          <p:cNvPr id="2814" name="Google Shape;2814;p61"/>
          <p:cNvSpPr txBox="1"/>
          <p:nvPr/>
        </p:nvSpPr>
        <p:spPr>
          <a:xfrm>
            <a:off x="4888628" y="1498136"/>
            <a:ext cx="2585400" cy="5166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 sz="2200">
                <a:solidFill>
                  <a:schemeClr val="dk1"/>
                </a:solidFill>
                <a:latin typeface="Jua"/>
                <a:ea typeface="Jua"/>
                <a:cs typeface="Jua"/>
                <a:sym typeface="Jua"/>
              </a:rPr>
              <a:t>Missed parts</a:t>
            </a:r>
            <a:endParaRPr sz="2200">
              <a:solidFill>
                <a:schemeClr val="dk1"/>
              </a:solidFill>
              <a:latin typeface="Jua"/>
              <a:ea typeface="Jua"/>
              <a:cs typeface="Jua"/>
              <a:sym typeface="Jua"/>
            </a:endParaRPr>
          </a:p>
        </p:txBody>
      </p:sp>
      <p:sp>
        <p:nvSpPr>
          <p:cNvPr id="2815" name="Google Shape;2815;p61"/>
          <p:cNvSpPr txBox="1"/>
          <p:nvPr/>
        </p:nvSpPr>
        <p:spPr>
          <a:xfrm>
            <a:off x="4888628" y="1949551"/>
            <a:ext cx="2585400" cy="7482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1200"/>
              </a:spcAft>
              <a:buNone/>
            </a:pPr>
            <a:r>
              <a:rPr lang="en">
                <a:solidFill>
                  <a:schemeClr val="dk1"/>
                </a:solidFill>
                <a:latin typeface="Nunito"/>
                <a:ea typeface="Nunito"/>
                <a:cs typeface="Nunito"/>
                <a:sym typeface="Nunito"/>
              </a:rPr>
              <a:t>Earth is the third planet from the Sun and the only one that harbors life in the System</a:t>
            </a:r>
            <a:endParaRPr>
              <a:solidFill>
                <a:schemeClr val="dk1"/>
              </a:solidFill>
              <a:latin typeface="Nunito"/>
              <a:ea typeface="Nunito"/>
              <a:cs typeface="Nunito"/>
              <a:sym typeface="Nunito"/>
            </a:endParaRPr>
          </a:p>
        </p:txBody>
      </p:sp>
      <p:cxnSp>
        <p:nvCxnSpPr>
          <p:cNvPr id="2816" name="Google Shape;2816;p61"/>
          <p:cNvCxnSpPr>
            <a:stCxn id="2817" idx="0"/>
            <a:endCxn id="2815" idx="2"/>
          </p:cNvCxnSpPr>
          <p:nvPr/>
        </p:nvCxnSpPr>
        <p:spPr>
          <a:xfrm rot="-5400000">
            <a:off x="6036728" y="2842348"/>
            <a:ext cx="289800" cy="600"/>
          </a:xfrm>
          <a:prstGeom prst="bentConnector3">
            <a:avLst>
              <a:gd name="adj1" fmla="val 50000"/>
            </a:avLst>
          </a:prstGeom>
          <a:noFill/>
          <a:ln w="28575" cap="flat" cmpd="sng">
            <a:solidFill>
              <a:schemeClr val="dk1"/>
            </a:solidFill>
            <a:prstDash val="solid"/>
            <a:round/>
            <a:headEnd type="none" w="med" len="med"/>
            <a:tailEnd type="triangle" w="med" len="med"/>
          </a:ln>
        </p:spPr>
      </p:cxnSp>
      <p:sp>
        <p:nvSpPr>
          <p:cNvPr id="2817" name="Google Shape;2817;p61"/>
          <p:cNvSpPr txBox="1"/>
          <p:nvPr/>
        </p:nvSpPr>
        <p:spPr>
          <a:xfrm>
            <a:off x="4888628" y="2987548"/>
            <a:ext cx="2585400" cy="516600"/>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None/>
            </a:pPr>
            <a:r>
              <a:rPr lang="en" sz="2200">
                <a:solidFill>
                  <a:schemeClr val="dk1"/>
                </a:solidFill>
                <a:latin typeface="Jua"/>
                <a:ea typeface="Jua"/>
                <a:cs typeface="Jua"/>
                <a:sym typeface="Jua"/>
              </a:rPr>
              <a:t>Function</a:t>
            </a:r>
            <a:endParaRPr sz="2200">
              <a:solidFill>
                <a:schemeClr val="dk1"/>
              </a:solidFill>
              <a:latin typeface="Jua"/>
              <a:ea typeface="Jua"/>
              <a:cs typeface="Jua"/>
              <a:sym typeface="Jua"/>
            </a:endParaRPr>
          </a:p>
        </p:txBody>
      </p:sp>
      <p:sp>
        <p:nvSpPr>
          <p:cNvPr id="2818" name="Google Shape;2818;p61"/>
          <p:cNvSpPr txBox="1"/>
          <p:nvPr/>
        </p:nvSpPr>
        <p:spPr>
          <a:xfrm>
            <a:off x="4888628" y="3437682"/>
            <a:ext cx="2585400" cy="7482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1200"/>
              </a:spcAft>
              <a:buNone/>
            </a:pPr>
            <a:r>
              <a:rPr lang="en">
                <a:solidFill>
                  <a:schemeClr val="dk1"/>
                </a:solidFill>
                <a:latin typeface="Nunito"/>
                <a:ea typeface="Nunito"/>
                <a:cs typeface="Nunito"/>
                <a:sym typeface="Nunito"/>
              </a:rPr>
              <a:t>Venus has a beautiful name and is the second planet from the Sun. It’s terribly hot</a:t>
            </a:r>
            <a:endParaRPr>
              <a:solidFill>
                <a:schemeClr val="dk1"/>
              </a:solidFill>
              <a:latin typeface="Nunito"/>
              <a:ea typeface="Nunito"/>
              <a:cs typeface="Nunito"/>
              <a:sym typeface="Nunito"/>
            </a:endParaRPr>
          </a:p>
        </p:txBody>
      </p:sp>
      <p:cxnSp>
        <p:nvCxnSpPr>
          <p:cNvPr id="2819" name="Google Shape;2819;p61"/>
          <p:cNvCxnSpPr>
            <a:stCxn id="2812" idx="2"/>
            <a:endCxn id="2818" idx="2"/>
          </p:cNvCxnSpPr>
          <p:nvPr/>
        </p:nvCxnSpPr>
        <p:spPr>
          <a:xfrm rot="-5400000" flipH="1">
            <a:off x="4554922" y="2559567"/>
            <a:ext cx="34200" cy="3218700"/>
          </a:xfrm>
          <a:prstGeom prst="curvedConnector3">
            <a:avLst>
              <a:gd name="adj1" fmla="val 795878"/>
            </a:avLst>
          </a:prstGeom>
          <a:noFill/>
          <a:ln w="28575" cap="flat" cmpd="sng">
            <a:solidFill>
              <a:schemeClr val="dk1"/>
            </a:solidFill>
            <a:prstDash val="solid"/>
            <a:round/>
            <a:headEnd type="none" w="med" len="med"/>
            <a:tailEnd type="none" w="med" len="med"/>
          </a:ln>
        </p:spPr>
      </p:cxnSp>
      <p:grpSp>
        <p:nvGrpSpPr>
          <p:cNvPr id="2820" name="Google Shape;2820;p61"/>
          <p:cNvGrpSpPr/>
          <p:nvPr/>
        </p:nvGrpSpPr>
        <p:grpSpPr>
          <a:xfrm flipH="1">
            <a:off x="415757" y="1449335"/>
            <a:ext cx="531539" cy="3091388"/>
            <a:chOff x="8167932" y="1504647"/>
            <a:chExt cx="531539" cy="3091388"/>
          </a:xfrm>
        </p:grpSpPr>
        <p:grpSp>
          <p:nvGrpSpPr>
            <p:cNvPr id="2821" name="Google Shape;2821;p61"/>
            <p:cNvGrpSpPr/>
            <p:nvPr/>
          </p:nvGrpSpPr>
          <p:grpSpPr>
            <a:xfrm flipH="1">
              <a:off x="8167932" y="1504647"/>
              <a:ext cx="531539" cy="155710"/>
              <a:chOff x="1780525" y="2859350"/>
              <a:chExt cx="387250" cy="113450"/>
            </a:xfrm>
          </p:grpSpPr>
          <p:sp>
            <p:nvSpPr>
              <p:cNvPr id="2822" name="Google Shape;2822;p61"/>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3" name="Google Shape;2823;p61"/>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4" name="Google Shape;2824;p61"/>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25" name="Google Shape;2825;p61"/>
            <p:cNvGrpSpPr/>
            <p:nvPr/>
          </p:nvGrpSpPr>
          <p:grpSpPr>
            <a:xfrm flipH="1">
              <a:off x="8167932" y="1798215"/>
              <a:ext cx="531539" cy="155710"/>
              <a:chOff x="1780525" y="2859350"/>
              <a:chExt cx="387250" cy="113450"/>
            </a:xfrm>
          </p:grpSpPr>
          <p:sp>
            <p:nvSpPr>
              <p:cNvPr id="2826" name="Google Shape;2826;p61"/>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7" name="Google Shape;2827;p61"/>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8" name="Google Shape;2828;p61"/>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29" name="Google Shape;2829;p61"/>
            <p:cNvGrpSpPr/>
            <p:nvPr/>
          </p:nvGrpSpPr>
          <p:grpSpPr>
            <a:xfrm flipH="1">
              <a:off x="8167932" y="2091783"/>
              <a:ext cx="531539" cy="155710"/>
              <a:chOff x="1780525" y="2859350"/>
              <a:chExt cx="387250" cy="113450"/>
            </a:xfrm>
          </p:grpSpPr>
          <p:sp>
            <p:nvSpPr>
              <p:cNvPr id="2830" name="Google Shape;2830;p61"/>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1" name="Google Shape;2831;p61"/>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2" name="Google Shape;2832;p61"/>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33" name="Google Shape;2833;p61"/>
            <p:cNvGrpSpPr/>
            <p:nvPr/>
          </p:nvGrpSpPr>
          <p:grpSpPr>
            <a:xfrm flipH="1">
              <a:off x="8167932" y="2385351"/>
              <a:ext cx="531539" cy="155710"/>
              <a:chOff x="1780525" y="2859350"/>
              <a:chExt cx="387250" cy="113450"/>
            </a:xfrm>
          </p:grpSpPr>
          <p:sp>
            <p:nvSpPr>
              <p:cNvPr id="2834" name="Google Shape;2834;p61"/>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5" name="Google Shape;2835;p61"/>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6" name="Google Shape;2836;p61"/>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37" name="Google Shape;2837;p61"/>
            <p:cNvGrpSpPr/>
            <p:nvPr/>
          </p:nvGrpSpPr>
          <p:grpSpPr>
            <a:xfrm flipH="1">
              <a:off x="8167932" y="2678918"/>
              <a:ext cx="531539" cy="155710"/>
              <a:chOff x="1780525" y="2859350"/>
              <a:chExt cx="387250" cy="113450"/>
            </a:xfrm>
          </p:grpSpPr>
          <p:sp>
            <p:nvSpPr>
              <p:cNvPr id="2838" name="Google Shape;2838;p61"/>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9" name="Google Shape;2839;p61"/>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0" name="Google Shape;2840;p61"/>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41" name="Google Shape;2841;p61"/>
            <p:cNvGrpSpPr/>
            <p:nvPr/>
          </p:nvGrpSpPr>
          <p:grpSpPr>
            <a:xfrm flipH="1">
              <a:off x="8167932" y="2972486"/>
              <a:ext cx="531539" cy="155710"/>
              <a:chOff x="1780525" y="2859350"/>
              <a:chExt cx="387250" cy="113450"/>
            </a:xfrm>
          </p:grpSpPr>
          <p:sp>
            <p:nvSpPr>
              <p:cNvPr id="2842" name="Google Shape;2842;p61"/>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3" name="Google Shape;2843;p61"/>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4" name="Google Shape;2844;p61"/>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45" name="Google Shape;2845;p61"/>
            <p:cNvGrpSpPr/>
            <p:nvPr/>
          </p:nvGrpSpPr>
          <p:grpSpPr>
            <a:xfrm flipH="1">
              <a:off x="8167932" y="3266054"/>
              <a:ext cx="531539" cy="155710"/>
              <a:chOff x="1780525" y="2859350"/>
              <a:chExt cx="387250" cy="113450"/>
            </a:xfrm>
          </p:grpSpPr>
          <p:sp>
            <p:nvSpPr>
              <p:cNvPr id="2846" name="Google Shape;2846;p61"/>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7" name="Google Shape;2847;p61"/>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8" name="Google Shape;2848;p61"/>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49" name="Google Shape;2849;p61"/>
            <p:cNvGrpSpPr/>
            <p:nvPr/>
          </p:nvGrpSpPr>
          <p:grpSpPr>
            <a:xfrm flipH="1">
              <a:off x="8167932" y="3559622"/>
              <a:ext cx="531539" cy="155710"/>
              <a:chOff x="1780525" y="2859350"/>
              <a:chExt cx="387250" cy="113450"/>
            </a:xfrm>
          </p:grpSpPr>
          <p:sp>
            <p:nvSpPr>
              <p:cNvPr id="2850" name="Google Shape;2850;p61"/>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1" name="Google Shape;2851;p61"/>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2" name="Google Shape;2852;p61"/>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53" name="Google Shape;2853;p61"/>
            <p:cNvGrpSpPr/>
            <p:nvPr/>
          </p:nvGrpSpPr>
          <p:grpSpPr>
            <a:xfrm flipH="1">
              <a:off x="8167932" y="3853189"/>
              <a:ext cx="531539" cy="155710"/>
              <a:chOff x="1780525" y="2859350"/>
              <a:chExt cx="387250" cy="113450"/>
            </a:xfrm>
          </p:grpSpPr>
          <p:sp>
            <p:nvSpPr>
              <p:cNvPr id="2854" name="Google Shape;2854;p61"/>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5" name="Google Shape;2855;p61"/>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6" name="Google Shape;2856;p61"/>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57" name="Google Shape;2857;p61"/>
            <p:cNvGrpSpPr/>
            <p:nvPr/>
          </p:nvGrpSpPr>
          <p:grpSpPr>
            <a:xfrm flipH="1">
              <a:off x="8167932" y="4146757"/>
              <a:ext cx="531539" cy="155710"/>
              <a:chOff x="1780525" y="2859350"/>
              <a:chExt cx="387250" cy="113450"/>
            </a:xfrm>
          </p:grpSpPr>
          <p:sp>
            <p:nvSpPr>
              <p:cNvPr id="2858" name="Google Shape;2858;p61"/>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9" name="Google Shape;2859;p61"/>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0" name="Google Shape;2860;p61"/>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61" name="Google Shape;2861;p61"/>
            <p:cNvGrpSpPr/>
            <p:nvPr/>
          </p:nvGrpSpPr>
          <p:grpSpPr>
            <a:xfrm flipH="1">
              <a:off x="8167932" y="4440325"/>
              <a:ext cx="531539" cy="155710"/>
              <a:chOff x="1780525" y="2859350"/>
              <a:chExt cx="387250" cy="113450"/>
            </a:xfrm>
          </p:grpSpPr>
          <p:sp>
            <p:nvSpPr>
              <p:cNvPr id="2862" name="Google Shape;2862;p61"/>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3" name="Google Shape;2863;p61"/>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4" name="Google Shape;2864;p61"/>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68"/>
        <p:cNvGrpSpPr/>
        <p:nvPr/>
      </p:nvGrpSpPr>
      <p:grpSpPr>
        <a:xfrm>
          <a:off x="0" y="0"/>
          <a:ext cx="0" cy="0"/>
          <a:chOff x="0" y="0"/>
          <a:chExt cx="0" cy="0"/>
        </a:xfrm>
      </p:grpSpPr>
      <p:sp>
        <p:nvSpPr>
          <p:cNvPr id="2869" name="Google Shape;2869;p62"/>
          <p:cNvSpPr txBox="1">
            <a:spLocks noGrp="1"/>
          </p:cNvSpPr>
          <p:nvPr>
            <p:ph type="ctrTitle"/>
          </p:nvPr>
        </p:nvSpPr>
        <p:spPr>
          <a:xfrm>
            <a:off x="713250" y="446075"/>
            <a:ext cx="7717500" cy="537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Learning situation example </a:t>
            </a:r>
            <a:endParaRPr/>
          </a:p>
        </p:txBody>
      </p:sp>
      <p:sp>
        <p:nvSpPr>
          <p:cNvPr id="2870" name="Google Shape;2870;p62"/>
          <p:cNvSpPr txBox="1">
            <a:spLocks noGrp="1"/>
          </p:cNvSpPr>
          <p:nvPr>
            <p:ph type="subTitle" idx="1"/>
          </p:nvPr>
        </p:nvSpPr>
        <p:spPr>
          <a:xfrm flipH="1">
            <a:off x="1000524" y="2064100"/>
            <a:ext cx="3420000" cy="1101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a:t>You can write here…</a:t>
            </a:r>
            <a:endParaRPr/>
          </a:p>
        </p:txBody>
      </p:sp>
      <p:sp>
        <p:nvSpPr>
          <p:cNvPr id="2871" name="Google Shape;2871;p62"/>
          <p:cNvSpPr txBox="1">
            <a:spLocks noGrp="1"/>
          </p:cNvSpPr>
          <p:nvPr>
            <p:ph type="subTitle" idx="3"/>
          </p:nvPr>
        </p:nvSpPr>
        <p:spPr>
          <a:xfrm flipH="1">
            <a:off x="4572000" y="2064100"/>
            <a:ext cx="3420000" cy="110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write here…</a:t>
            </a:r>
            <a:endParaRPr/>
          </a:p>
        </p:txBody>
      </p:sp>
      <p:sp>
        <p:nvSpPr>
          <p:cNvPr id="2872" name="Google Shape;2872;p62"/>
          <p:cNvSpPr txBox="1">
            <a:spLocks noGrp="1"/>
          </p:cNvSpPr>
          <p:nvPr>
            <p:ph type="subTitle" idx="2"/>
          </p:nvPr>
        </p:nvSpPr>
        <p:spPr>
          <a:xfrm flipH="1">
            <a:off x="1000522" y="1489525"/>
            <a:ext cx="3420000" cy="418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Basic knowledge</a:t>
            </a:r>
            <a:endParaRPr/>
          </a:p>
        </p:txBody>
      </p:sp>
      <p:sp>
        <p:nvSpPr>
          <p:cNvPr id="2873" name="Google Shape;2873;p62"/>
          <p:cNvSpPr txBox="1">
            <a:spLocks noGrp="1"/>
          </p:cNvSpPr>
          <p:nvPr>
            <p:ph type="subTitle" idx="4"/>
          </p:nvPr>
        </p:nvSpPr>
        <p:spPr>
          <a:xfrm flipH="1">
            <a:off x="4572007" y="1489525"/>
            <a:ext cx="3420000" cy="418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Real life connection</a:t>
            </a:r>
            <a:endParaRPr/>
          </a:p>
        </p:txBody>
      </p:sp>
      <p:sp>
        <p:nvSpPr>
          <p:cNvPr id="2874" name="Google Shape;2874;p62"/>
          <p:cNvSpPr txBox="1">
            <a:spLocks noGrp="1"/>
          </p:cNvSpPr>
          <p:nvPr>
            <p:ph type="subTitle" idx="5"/>
          </p:nvPr>
        </p:nvSpPr>
        <p:spPr>
          <a:xfrm flipH="1">
            <a:off x="1000524" y="3896350"/>
            <a:ext cx="3420000" cy="6051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a:t>You can write here…</a:t>
            </a:r>
            <a:endParaRPr/>
          </a:p>
        </p:txBody>
      </p:sp>
      <p:sp>
        <p:nvSpPr>
          <p:cNvPr id="2875" name="Google Shape;2875;p62"/>
          <p:cNvSpPr txBox="1">
            <a:spLocks noGrp="1"/>
          </p:cNvSpPr>
          <p:nvPr>
            <p:ph type="subTitle" idx="6"/>
          </p:nvPr>
        </p:nvSpPr>
        <p:spPr>
          <a:xfrm flipH="1">
            <a:off x="1000522" y="3321775"/>
            <a:ext cx="3420000" cy="418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Justification</a:t>
            </a:r>
            <a:endParaRPr/>
          </a:p>
        </p:txBody>
      </p:sp>
      <p:sp>
        <p:nvSpPr>
          <p:cNvPr id="2876" name="Google Shape;2876;p62"/>
          <p:cNvSpPr txBox="1">
            <a:spLocks noGrp="1"/>
          </p:cNvSpPr>
          <p:nvPr>
            <p:ph type="subTitle" idx="7"/>
          </p:nvPr>
        </p:nvSpPr>
        <p:spPr>
          <a:xfrm flipH="1">
            <a:off x="4572000" y="3896350"/>
            <a:ext cx="3420000" cy="6051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a:t>You can write here…</a:t>
            </a:r>
            <a:endParaRPr/>
          </a:p>
        </p:txBody>
      </p:sp>
      <p:sp>
        <p:nvSpPr>
          <p:cNvPr id="2877" name="Google Shape;2877;p62"/>
          <p:cNvSpPr txBox="1">
            <a:spLocks noGrp="1"/>
          </p:cNvSpPr>
          <p:nvPr>
            <p:ph type="subTitle" idx="8"/>
          </p:nvPr>
        </p:nvSpPr>
        <p:spPr>
          <a:xfrm flipH="1">
            <a:off x="4572007" y="3321775"/>
            <a:ext cx="3420000" cy="418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Final product</a:t>
            </a:r>
            <a:endParaRPr/>
          </a:p>
        </p:txBody>
      </p:sp>
      <p:grpSp>
        <p:nvGrpSpPr>
          <p:cNvPr id="2878" name="Google Shape;2878;p62"/>
          <p:cNvGrpSpPr/>
          <p:nvPr/>
        </p:nvGrpSpPr>
        <p:grpSpPr>
          <a:xfrm>
            <a:off x="8167932" y="1449335"/>
            <a:ext cx="531539" cy="3091388"/>
            <a:chOff x="8167932" y="1504647"/>
            <a:chExt cx="531539" cy="3091388"/>
          </a:xfrm>
        </p:grpSpPr>
        <p:grpSp>
          <p:nvGrpSpPr>
            <p:cNvPr id="2879" name="Google Shape;2879;p62"/>
            <p:cNvGrpSpPr/>
            <p:nvPr/>
          </p:nvGrpSpPr>
          <p:grpSpPr>
            <a:xfrm flipH="1">
              <a:off x="8167932" y="1504647"/>
              <a:ext cx="531539" cy="155710"/>
              <a:chOff x="1780525" y="2859350"/>
              <a:chExt cx="387250" cy="113450"/>
            </a:xfrm>
          </p:grpSpPr>
          <p:sp>
            <p:nvSpPr>
              <p:cNvPr id="2880" name="Google Shape;2880;p62"/>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1" name="Google Shape;2881;p62"/>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2" name="Google Shape;2882;p62"/>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83" name="Google Shape;2883;p62"/>
            <p:cNvGrpSpPr/>
            <p:nvPr/>
          </p:nvGrpSpPr>
          <p:grpSpPr>
            <a:xfrm flipH="1">
              <a:off x="8167932" y="1798215"/>
              <a:ext cx="531539" cy="155710"/>
              <a:chOff x="1780525" y="2859350"/>
              <a:chExt cx="387250" cy="113450"/>
            </a:xfrm>
          </p:grpSpPr>
          <p:sp>
            <p:nvSpPr>
              <p:cNvPr id="2884" name="Google Shape;2884;p62"/>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5" name="Google Shape;2885;p62"/>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6" name="Google Shape;2886;p62"/>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87" name="Google Shape;2887;p62"/>
            <p:cNvGrpSpPr/>
            <p:nvPr/>
          </p:nvGrpSpPr>
          <p:grpSpPr>
            <a:xfrm flipH="1">
              <a:off x="8167932" y="2091783"/>
              <a:ext cx="531539" cy="155710"/>
              <a:chOff x="1780525" y="2859350"/>
              <a:chExt cx="387250" cy="113450"/>
            </a:xfrm>
          </p:grpSpPr>
          <p:sp>
            <p:nvSpPr>
              <p:cNvPr id="2888" name="Google Shape;2888;p62"/>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9" name="Google Shape;2889;p62"/>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0" name="Google Shape;2890;p62"/>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91" name="Google Shape;2891;p62"/>
            <p:cNvGrpSpPr/>
            <p:nvPr/>
          </p:nvGrpSpPr>
          <p:grpSpPr>
            <a:xfrm flipH="1">
              <a:off x="8167932" y="2385351"/>
              <a:ext cx="531539" cy="155710"/>
              <a:chOff x="1780525" y="2859350"/>
              <a:chExt cx="387250" cy="113450"/>
            </a:xfrm>
          </p:grpSpPr>
          <p:sp>
            <p:nvSpPr>
              <p:cNvPr id="2892" name="Google Shape;2892;p62"/>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3" name="Google Shape;2893;p62"/>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4" name="Google Shape;2894;p62"/>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95" name="Google Shape;2895;p62"/>
            <p:cNvGrpSpPr/>
            <p:nvPr/>
          </p:nvGrpSpPr>
          <p:grpSpPr>
            <a:xfrm flipH="1">
              <a:off x="8167932" y="2678918"/>
              <a:ext cx="531539" cy="155710"/>
              <a:chOff x="1780525" y="2859350"/>
              <a:chExt cx="387250" cy="113450"/>
            </a:xfrm>
          </p:grpSpPr>
          <p:sp>
            <p:nvSpPr>
              <p:cNvPr id="2896" name="Google Shape;2896;p62"/>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7" name="Google Shape;2897;p62"/>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8" name="Google Shape;2898;p62"/>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99" name="Google Shape;2899;p62"/>
            <p:cNvGrpSpPr/>
            <p:nvPr/>
          </p:nvGrpSpPr>
          <p:grpSpPr>
            <a:xfrm flipH="1">
              <a:off x="8167932" y="2972486"/>
              <a:ext cx="531539" cy="155710"/>
              <a:chOff x="1780525" y="2859350"/>
              <a:chExt cx="387250" cy="113450"/>
            </a:xfrm>
          </p:grpSpPr>
          <p:sp>
            <p:nvSpPr>
              <p:cNvPr id="2900" name="Google Shape;2900;p62"/>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1" name="Google Shape;2901;p62"/>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2" name="Google Shape;2902;p62"/>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03" name="Google Shape;2903;p62"/>
            <p:cNvGrpSpPr/>
            <p:nvPr/>
          </p:nvGrpSpPr>
          <p:grpSpPr>
            <a:xfrm flipH="1">
              <a:off x="8167932" y="3266054"/>
              <a:ext cx="531539" cy="155710"/>
              <a:chOff x="1780525" y="2859350"/>
              <a:chExt cx="387250" cy="113450"/>
            </a:xfrm>
          </p:grpSpPr>
          <p:sp>
            <p:nvSpPr>
              <p:cNvPr id="2904" name="Google Shape;2904;p62"/>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5" name="Google Shape;2905;p62"/>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6" name="Google Shape;2906;p62"/>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07" name="Google Shape;2907;p62"/>
            <p:cNvGrpSpPr/>
            <p:nvPr/>
          </p:nvGrpSpPr>
          <p:grpSpPr>
            <a:xfrm flipH="1">
              <a:off x="8167932" y="3559622"/>
              <a:ext cx="531539" cy="155710"/>
              <a:chOff x="1780525" y="2859350"/>
              <a:chExt cx="387250" cy="113450"/>
            </a:xfrm>
          </p:grpSpPr>
          <p:sp>
            <p:nvSpPr>
              <p:cNvPr id="2908" name="Google Shape;2908;p62"/>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9" name="Google Shape;2909;p62"/>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0" name="Google Shape;2910;p62"/>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11" name="Google Shape;2911;p62"/>
            <p:cNvGrpSpPr/>
            <p:nvPr/>
          </p:nvGrpSpPr>
          <p:grpSpPr>
            <a:xfrm flipH="1">
              <a:off x="8167932" y="3853189"/>
              <a:ext cx="531539" cy="155710"/>
              <a:chOff x="1780525" y="2859350"/>
              <a:chExt cx="387250" cy="113450"/>
            </a:xfrm>
          </p:grpSpPr>
          <p:sp>
            <p:nvSpPr>
              <p:cNvPr id="2912" name="Google Shape;2912;p62"/>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3" name="Google Shape;2913;p62"/>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4" name="Google Shape;2914;p62"/>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15" name="Google Shape;2915;p62"/>
            <p:cNvGrpSpPr/>
            <p:nvPr/>
          </p:nvGrpSpPr>
          <p:grpSpPr>
            <a:xfrm flipH="1">
              <a:off x="8167932" y="4146757"/>
              <a:ext cx="531539" cy="155710"/>
              <a:chOff x="1780525" y="2859350"/>
              <a:chExt cx="387250" cy="113450"/>
            </a:xfrm>
          </p:grpSpPr>
          <p:sp>
            <p:nvSpPr>
              <p:cNvPr id="2916" name="Google Shape;2916;p62"/>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7" name="Google Shape;2917;p62"/>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8" name="Google Shape;2918;p62"/>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19" name="Google Shape;2919;p62"/>
            <p:cNvGrpSpPr/>
            <p:nvPr/>
          </p:nvGrpSpPr>
          <p:grpSpPr>
            <a:xfrm flipH="1">
              <a:off x="8167932" y="4440325"/>
              <a:ext cx="531539" cy="155710"/>
              <a:chOff x="1780525" y="2859350"/>
              <a:chExt cx="387250" cy="113450"/>
            </a:xfrm>
          </p:grpSpPr>
          <p:sp>
            <p:nvSpPr>
              <p:cNvPr id="2920" name="Google Shape;2920;p62"/>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1" name="Google Shape;2921;p62"/>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2" name="Google Shape;2922;p62"/>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26"/>
        <p:cNvGrpSpPr/>
        <p:nvPr/>
      </p:nvGrpSpPr>
      <p:grpSpPr>
        <a:xfrm>
          <a:off x="0" y="0"/>
          <a:ext cx="0" cy="0"/>
          <a:chOff x="0" y="0"/>
          <a:chExt cx="0" cy="0"/>
        </a:xfrm>
      </p:grpSpPr>
      <p:sp>
        <p:nvSpPr>
          <p:cNvPr id="2927" name="Google Shape;2927;p63"/>
          <p:cNvSpPr txBox="1">
            <a:spLocks noGrp="1"/>
          </p:cNvSpPr>
          <p:nvPr>
            <p:ph type="ctrTitle"/>
          </p:nvPr>
        </p:nvSpPr>
        <p:spPr>
          <a:xfrm>
            <a:off x="713250" y="446075"/>
            <a:ext cx="7717500" cy="537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Learning situation example</a:t>
            </a:r>
            <a:endParaRPr/>
          </a:p>
        </p:txBody>
      </p:sp>
      <p:sp>
        <p:nvSpPr>
          <p:cNvPr id="2928" name="Google Shape;2928;p63"/>
          <p:cNvSpPr txBox="1">
            <a:spLocks noGrp="1"/>
          </p:cNvSpPr>
          <p:nvPr>
            <p:ph type="body" idx="1"/>
          </p:nvPr>
        </p:nvSpPr>
        <p:spPr>
          <a:xfrm>
            <a:off x="1236825" y="1989700"/>
            <a:ext cx="6957000" cy="25026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AutoNum type="arabicPeriod"/>
            </a:pPr>
            <a:r>
              <a:rPr lang="en"/>
              <a:t>You can write here the evaluation criteria…</a:t>
            </a:r>
            <a:endParaRPr/>
          </a:p>
        </p:txBody>
      </p:sp>
      <p:grpSp>
        <p:nvGrpSpPr>
          <p:cNvPr id="2929" name="Google Shape;2929;p63"/>
          <p:cNvGrpSpPr/>
          <p:nvPr/>
        </p:nvGrpSpPr>
        <p:grpSpPr>
          <a:xfrm flipH="1">
            <a:off x="415757" y="1449335"/>
            <a:ext cx="531539" cy="3091388"/>
            <a:chOff x="8167932" y="1504647"/>
            <a:chExt cx="531539" cy="3091388"/>
          </a:xfrm>
        </p:grpSpPr>
        <p:grpSp>
          <p:nvGrpSpPr>
            <p:cNvPr id="2930" name="Google Shape;2930;p63"/>
            <p:cNvGrpSpPr/>
            <p:nvPr/>
          </p:nvGrpSpPr>
          <p:grpSpPr>
            <a:xfrm flipH="1">
              <a:off x="8167932" y="1504647"/>
              <a:ext cx="531539" cy="155710"/>
              <a:chOff x="1780525" y="2859350"/>
              <a:chExt cx="387250" cy="113450"/>
            </a:xfrm>
          </p:grpSpPr>
          <p:sp>
            <p:nvSpPr>
              <p:cNvPr id="2931" name="Google Shape;2931;p63"/>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2" name="Google Shape;2932;p63"/>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3" name="Google Shape;2933;p63"/>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34" name="Google Shape;2934;p63"/>
            <p:cNvGrpSpPr/>
            <p:nvPr/>
          </p:nvGrpSpPr>
          <p:grpSpPr>
            <a:xfrm flipH="1">
              <a:off x="8167932" y="1798215"/>
              <a:ext cx="531539" cy="155710"/>
              <a:chOff x="1780525" y="2859350"/>
              <a:chExt cx="387250" cy="113450"/>
            </a:xfrm>
          </p:grpSpPr>
          <p:sp>
            <p:nvSpPr>
              <p:cNvPr id="2935" name="Google Shape;2935;p63"/>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6" name="Google Shape;2936;p63"/>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7" name="Google Shape;2937;p63"/>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38" name="Google Shape;2938;p63"/>
            <p:cNvGrpSpPr/>
            <p:nvPr/>
          </p:nvGrpSpPr>
          <p:grpSpPr>
            <a:xfrm flipH="1">
              <a:off x="8167932" y="2091783"/>
              <a:ext cx="531539" cy="155710"/>
              <a:chOff x="1780525" y="2859350"/>
              <a:chExt cx="387250" cy="113450"/>
            </a:xfrm>
          </p:grpSpPr>
          <p:sp>
            <p:nvSpPr>
              <p:cNvPr id="2939" name="Google Shape;2939;p63"/>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0" name="Google Shape;2940;p63"/>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1" name="Google Shape;2941;p63"/>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42" name="Google Shape;2942;p63"/>
            <p:cNvGrpSpPr/>
            <p:nvPr/>
          </p:nvGrpSpPr>
          <p:grpSpPr>
            <a:xfrm flipH="1">
              <a:off x="8167932" y="2385351"/>
              <a:ext cx="531539" cy="155710"/>
              <a:chOff x="1780525" y="2859350"/>
              <a:chExt cx="387250" cy="113450"/>
            </a:xfrm>
          </p:grpSpPr>
          <p:sp>
            <p:nvSpPr>
              <p:cNvPr id="2943" name="Google Shape;2943;p63"/>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4" name="Google Shape;2944;p63"/>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5" name="Google Shape;2945;p63"/>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46" name="Google Shape;2946;p63"/>
            <p:cNvGrpSpPr/>
            <p:nvPr/>
          </p:nvGrpSpPr>
          <p:grpSpPr>
            <a:xfrm flipH="1">
              <a:off x="8167932" y="2678918"/>
              <a:ext cx="531539" cy="155710"/>
              <a:chOff x="1780525" y="2859350"/>
              <a:chExt cx="387250" cy="113450"/>
            </a:xfrm>
          </p:grpSpPr>
          <p:sp>
            <p:nvSpPr>
              <p:cNvPr id="2947" name="Google Shape;2947;p63"/>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8" name="Google Shape;2948;p63"/>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9" name="Google Shape;2949;p63"/>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50" name="Google Shape;2950;p63"/>
            <p:cNvGrpSpPr/>
            <p:nvPr/>
          </p:nvGrpSpPr>
          <p:grpSpPr>
            <a:xfrm flipH="1">
              <a:off x="8167932" y="2972486"/>
              <a:ext cx="531539" cy="155710"/>
              <a:chOff x="1780525" y="2859350"/>
              <a:chExt cx="387250" cy="113450"/>
            </a:xfrm>
          </p:grpSpPr>
          <p:sp>
            <p:nvSpPr>
              <p:cNvPr id="2951" name="Google Shape;2951;p63"/>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2" name="Google Shape;2952;p63"/>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3" name="Google Shape;2953;p63"/>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54" name="Google Shape;2954;p63"/>
            <p:cNvGrpSpPr/>
            <p:nvPr/>
          </p:nvGrpSpPr>
          <p:grpSpPr>
            <a:xfrm flipH="1">
              <a:off x="8167932" y="3266054"/>
              <a:ext cx="531539" cy="155710"/>
              <a:chOff x="1780525" y="2859350"/>
              <a:chExt cx="387250" cy="113450"/>
            </a:xfrm>
          </p:grpSpPr>
          <p:sp>
            <p:nvSpPr>
              <p:cNvPr id="2955" name="Google Shape;2955;p63"/>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6" name="Google Shape;2956;p63"/>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7" name="Google Shape;2957;p63"/>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58" name="Google Shape;2958;p63"/>
            <p:cNvGrpSpPr/>
            <p:nvPr/>
          </p:nvGrpSpPr>
          <p:grpSpPr>
            <a:xfrm flipH="1">
              <a:off x="8167932" y="3559622"/>
              <a:ext cx="531539" cy="155710"/>
              <a:chOff x="1780525" y="2859350"/>
              <a:chExt cx="387250" cy="113450"/>
            </a:xfrm>
          </p:grpSpPr>
          <p:sp>
            <p:nvSpPr>
              <p:cNvPr id="2959" name="Google Shape;2959;p63"/>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0" name="Google Shape;2960;p63"/>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1" name="Google Shape;2961;p63"/>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62" name="Google Shape;2962;p63"/>
            <p:cNvGrpSpPr/>
            <p:nvPr/>
          </p:nvGrpSpPr>
          <p:grpSpPr>
            <a:xfrm flipH="1">
              <a:off x="8167932" y="3853189"/>
              <a:ext cx="531539" cy="155710"/>
              <a:chOff x="1780525" y="2859350"/>
              <a:chExt cx="387250" cy="113450"/>
            </a:xfrm>
          </p:grpSpPr>
          <p:sp>
            <p:nvSpPr>
              <p:cNvPr id="2963" name="Google Shape;2963;p63"/>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4" name="Google Shape;2964;p63"/>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5" name="Google Shape;2965;p63"/>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66" name="Google Shape;2966;p63"/>
            <p:cNvGrpSpPr/>
            <p:nvPr/>
          </p:nvGrpSpPr>
          <p:grpSpPr>
            <a:xfrm flipH="1">
              <a:off x="8167932" y="4146757"/>
              <a:ext cx="531539" cy="155710"/>
              <a:chOff x="1780525" y="2859350"/>
              <a:chExt cx="387250" cy="113450"/>
            </a:xfrm>
          </p:grpSpPr>
          <p:sp>
            <p:nvSpPr>
              <p:cNvPr id="2967" name="Google Shape;2967;p63"/>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8" name="Google Shape;2968;p63"/>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9" name="Google Shape;2969;p63"/>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70" name="Google Shape;2970;p63"/>
            <p:cNvGrpSpPr/>
            <p:nvPr/>
          </p:nvGrpSpPr>
          <p:grpSpPr>
            <a:xfrm flipH="1">
              <a:off x="8167932" y="4440325"/>
              <a:ext cx="531539" cy="155710"/>
              <a:chOff x="1780525" y="2859350"/>
              <a:chExt cx="387250" cy="113450"/>
            </a:xfrm>
          </p:grpSpPr>
          <p:sp>
            <p:nvSpPr>
              <p:cNvPr id="2971" name="Google Shape;2971;p63"/>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2" name="Google Shape;2972;p63"/>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3" name="Google Shape;2973;p63"/>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974" name="Google Shape;2974;p63"/>
          <p:cNvSpPr txBox="1">
            <a:spLocks noGrp="1"/>
          </p:cNvSpPr>
          <p:nvPr>
            <p:ph type="subTitle" idx="2"/>
          </p:nvPr>
        </p:nvSpPr>
        <p:spPr>
          <a:xfrm flipH="1">
            <a:off x="1236825" y="1489525"/>
            <a:ext cx="6957000" cy="402000"/>
          </a:xfrm>
          <a:prstGeom prst="rect">
            <a:avLst/>
          </a:prstGeom>
          <a:solidFill>
            <a:schemeClr val="accent1"/>
          </a:solidFill>
        </p:spPr>
        <p:txBody>
          <a:bodyPr spcFirstLastPara="1" wrap="square" lIns="91425" tIns="91425" rIns="91425" bIns="91425" anchor="ctr" anchorCtr="0">
            <a:noAutofit/>
          </a:bodyPr>
          <a:lstStyle/>
          <a:p>
            <a:pPr marL="0" lvl="0" indent="0" algn="l" rtl="0">
              <a:spcBef>
                <a:spcPts val="0"/>
              </a:spcBef>
              <a:spcAft>
                <a:spcPts val="0"/>
              </a:spcAft>
              <a:buNone/>
            </a:pPr>
            <a:r>
              <a:rPr lang="en"/>
              <a:t>Evaluation criteria</a:t>
            </a:r>
            <a:endParaRPr/>
          </a:p>
        </p:txBody>
      </p:sp>
      <p:sp>
        <p:nvSpPr>
          <p:cNvPr id="2975" name="Google Shape;2975;p63"/>
          <p:cNvSpPr/>
          <p:nvPr/>
        </p:nvSpPr>
        <p:spPr>
          <a:xfrm>
            <a:off x="5547800" y="3959250"/>
            <a:ext cx="3372900" cy="971700"/>
          </a:xfrm>
          <a:prstGeom prst="rect">
            <a:avLst/>
          </a:pr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76" name="Google Shape;2976;p63"/>
          <p:cNvGrpSpPr/>
          <p:nvPr/>
        </p:nvGrpSpPr>
        <p:grpSpPr>
          <a:xfrm>
            <a:off x="5946683" y="4134210"/>
            <a:ext cx="2575134" cy="621779"/>
            <a:chOff x="2525200" y="826325"/>
            <a:chExt cx="1399225" cy="337850"/>
          </a:xfrm>
        </p:grpSpPr>
        <p:sp>
          <p:nvSpPr>
            <p:cNvPr id="2977" name="Google Shape;2977;p63"/>
            <p:cNvSpPr/>
            <p:nvPr/>
          </p:nvSpPr>
          <p:spPr>
            <a:xfrm>
              <a:off x="2563450" y="898225"/>
              <a:ext cx="1149275" cy="85250"/>
            </a:xfrm>
            <a:custGeom>
              <a:avLst/>
              <a:gdLst/>
              <a:ahLst/>
              <a:cxnLst/>
              <a:rect l="l" t="t" r="r" b="b"/>
              <a:pathLst>
                <a:path w="45971" h="3410" extrusionOk="0">
                  <a:moveTo>
                    <a:pt x="17256" y="1507"/>
                  </a:moveTo>
                  <a:lnTo>
                    <a:pt x="17256" y="1507"/>
                  </a:lnTo>
                  <a:cubicBezTo>
                    <a:pt x="17256" y="1507"/>
                    <a:pt x="17279" y="1530"/>
                    <a:pt x="17279" y="1530"/>
                  </a:cubicBezTo>
                  <a:cubicBezTo>
                    <a:pt x="17279" y="1507"/>
                    <a:pt x="17256" y="1507"/>
                    <a:pt x="17256" y="1507"/>
                  </a:cubicBezTo>
                  <a:close/>
                  <a:moveTo>
                    <a:pt x="33690" y="2055"/>
                  </a:moveTo>
                  <a:cubicBezTo>
                    <a:pt x="33690" y="2055"/>
                    <a:pt x="33667" y="2055"/>
                    <a:pt x="33667" y="2078"/>
                  </a:cubicBezTo>
                  <a:cubicBezTo>
                    <a:pt x="33690" y="2055"/>
                    <a:pt x="33690" y="2055"/>
                    <a:pt x="33690" y="2055"/>
                  </a:cubicBezTo>
                  <a:close/>
                  <a:moveTo>
                    <a:pt x="32229" y="2580"/>
                  </a:moveTo>
                  <a:cubicBezTo>
                    <a:pt x="32218" y="2580"/>
                    <a:pt x="32212" y="2585"/>
                    <a:pt x="32207" y="2591"/>
                  </a:cubicBezTo>
                  <a:lnTo>
                    <a:pt x="32207" y="2591"/>
                  </a:lnTo>
                  <a:lnTo>
                    <a:pt x="32229" y="2580"/>
                  </a:lnTo>
                  <a:close/>
                  <a:moveTo>
                    <a:pt x="411" y="0"/>
                  </a:moveTo>
                  <a:cubicBezTo>
                    <a:pt x="365" y="0"/>
                    <a:pt x="320" y="0"/>
                    <a:pt x="274" y="23"/>
                  </a:cubicBezTo>
                  <a:cubicBezTo>
                    <a:pt x="183" y="46"/>
                    <a:pt x="114" y="115"/>
                    <a:pt x="69" y="206"/>
                  </a:cubicBezTo>
                  <a:cubicBezTo>
                    <a:pt x="23" y="297"/>
                    <a:pt x="0" y="411"/>
                    <a:pt x="46" y="503"/>
                  </a:cubicBezTo>
                  <a:cubicBezTo>
                    <a:pt x="69" y="617"/>
                    <a:pt x="137" y="662"/>
                    <a:pt x="228" y="731"/>
                  </a:cubicBezTo>
                  <a:cubicBezTo>
                    <a:pt x="685" y="1028"/>
                    <a:pt x="1141" y="1302"/>
                    <a:pt x="1621" y="1530"/>
                  </a:cubicBezTo>
                  <a:cubicBezTo>
                    <a:pt x="2054" y="1758"/>
                    <a:pt x="2511" y="1941"/>
                    <a:pt x="2990" y="2100"/>
                  </a:cubicBezTo>
                  <a:cubicBezTo>
                    <a:pt x="3796" y="2376"/>
                    <a:pt x="4640" y="2514"/>
                    <a:pt x="5506" y="2514"/>
                  </a:cubicBezTo>
                  <a:cubicBezTo>
                    <a:pt x="5573" y="2514"/>
                    <a:pt x="5640" y="2513"/>
                    <a:pt x="5706" y="2511"/>
                  </a:cubicBezTo>
                  <a:cubicBezTo>
                    <a:pt x="6642" y="2488"/>
                    <a:pt x="7578" y="2283"/>
                    <a:pt x="8491" y="2009"/>
                  </a:cubicBezTo>
                  <a:cubicBezTo>
                    <a:pt x="8993" y="1849"/>
                    <a:pt x="9495" y="1644"/>
                    <a:pt x="9975" y="1461"/>
                  </a:cubicBezTo>
                  <a:cubicBezTo>
                    <a:pt x="10477" y="1256"/>
                    <a:pt x="10979" y="1096"/>
                    <a:pt x="11481" y="1005"/>
                  </a:cubicBezTo>
                  <a:cubicBezTo>
                    <a:pt x="11827" y="955"/>
                    <a:pt x="12184" y="918"/>
                    <a:pt x="12536" y="918"/>
                  </a:cubicBezTo>
                  <a:cubicBezTo>
                    <a:pt x="12673" y="918"/>
                    <a:pt x="12808" y="924"/>
                    <a:pt x="12942" y="936"/>
                  </a:cubicBezTo>
                  <a:cubicBezTo>
                    <a:pt x="13558" y="1005"/>
                    <a:pt x="14152" y="1165"/>
                    <a:pt x="14745" y="1370"/>
                  </a:cubicBezTo>
                  <a:cubicBezTo>
                    <a:pt x="14700" y="1347"/>
                    <a:pt x="14677" y="1347"/>
                    <a:pt x="14654" y="1324"/>
                  </a:cubicBezTo>
                  <a:lnTo>
                    <a:pt x="14654" y="1324"/>
                  </a:lnTo>
                  <a:cubicBezTo>
                    <a:pt x="15499" y="1644"/>
                    <a:pt x="16343" y="2009"/>
                    <a:pt x="17210" y="2306"/>
                  </a:cubicBezTo>
                  <a:cubicBezTo>
                    <a:pt x="17690" y="2466"/>
                    <a:pt x="18146" y="2625"/>
                    <a:pt x="18648" y="2694"/>
                  </a:cubicBezTo>
                  <a:cubicBezTo>
                    <a:pt x="18865" y="2717"/>
                    <a:pt x="19082" y="2728"/>
                    <a:pt x="19299" y="2728"/>
                  </a:cubicBezTo>
                  <a:cubicBezTo>
                    <a:pt x="19516" y="2728"/>
                    <a:pt x="19733" y="2717"/>
                    <a:pt x="19949" y="2694"/>
                  </a:cubicBezTo>
                  <a:cubicBezTo>
                    <a:pt x="20771" y="2603"/>
                    <a:pt x="21547" y="2306"/>
                    <a:pt x="22300" y="1986"/>
                  </a:cubicBezTo>
                  <a:cubicBezTo>
                    <a:pt x="23031" y="1690"/>
                    <a:pt x="23784" y="1393"/>
                    <a:pt x="24560" y="1233"/>
                  </a:cubicBezTo>
                  <a:cubicBezTo>
                    <a:pt x="24834" y="1182"/>
                    <a:pt x="25108" y="1156"/>
                    <a:pt x="25382" y="1156"/>
                  </a:cubicBezTo>
                  <a:cubicBezTo>
                    <a:pt x="25473" y="1156"/>
                    <a:pt x="25564" y="1159"/>
                    <a:pt x="25656" y="1165"/>
                  </a:cubicBezTo>
                  <a:cubicBezTo>
                    <a:pt x="25975" y="1210"/>
                    <a:pt x="26318" y="1256"/>
                    <a:pt x="26637" y="1370"/>
                  </a:cubicBezTo>
                  <a:cubicBezTo>
                    <a:pt x="27322" y="1644"/>
                    <a:pt x="27938" y="2055"/>
                    <a:pt x="28577" y="2443"/>
                  </a:cubicBezTo>
                  <a:cubicBezTo>
                    <a:pt x="28897" y="2648"/>
                    <a:pt x="29217" y="2831"/>
                    <a:pt x="29559" y="2991"/>
                  </a:cubicBezTo>
                  <a:cubicBezTo>
                    <a:pt x="29924" y="3150"/>
                    <a:pt x="30335" y="3264"/>
                    <a:pt x="30723" y="3333"/>
                  </a:cubicBezTo>
                  <a:cubicBezTo>
                    <a:pt x="30997" y="3384"/>
                    <a:pt x="31284" y="3410"/>
                    <a:pt x="31564" y="3410"/>
                  </a:cubicBezTo>
                  <a:cubicBezTo>
                    <a:pt x="31657" y="3410"/>
                    <a:pt x="31750" y="3407"/>
                    <a:pt x="31841" y="3401"/>
                  </a:cubicBezTo>
                  <a:cubicBezTo>
                    <a:pt x="32184" y="3379"/>
                    <a:pt x="32503" y="3310"/>
                    <a:pt x="32823" y="3219"/>
                  </a:cubicBezTo>
                  <a:cubicBezTo>
                    <a:pt x="33485" y="3036"/>
                    <a:pt x="34101" y="2694"/>
                    <a:pt x="34695" y="2420"/>
                  </a:cubicBezTo>
                  <a:cubicBezTo>
                    <a:pt x="34672" y="2420"/>
                    <a:pt x="34649" y="2443"/>
                    <a:pt x="34603" y="2443"/>
                  </a:cubicBezTo>
                  <a:cubicBezTo>
                    <a:pt x="34946" y="2306"/>
                    <a:pt x="35288" y="2146"/>
                    <a:pt x="35630" y="2009"/>
                  </a:cubicBezTo>
                  <a:cubicBezTo>
                    <a:pt x="36018" y="1872"/>
                    <a:pt x="36429" y="1758"/>
                    <a:pt x="36863" y="1667"/>
                  </a:cubicBezTo>
                  <a:cubicBezTo>
                    <a:pt x="37310" y="1597"/>
                    <a:pt x="37758" y="1570"/>
                    <a:pt x="38205" y="1570"/>
                  </a:cubicBezTo>
                  <a:cubicBezTo>
                    <a:pt x="38488" y="1570"/>
                    <a:pt x="38771" y="1581"/>
                    <a:pt x="39054" y="1598"/>
                  </a:cubicBezTo>
                  <a:lnTo>
                    <a:pt x="39100" y="1598"/>
                  </a:lnTo>
                  <a:cubicBezTo>
                    <a:pt x="41268" y="1781"/>
                    <a:pt x="43391" y="2443"/>
                    <a:pt x="45605" y="2443"/>
                  </a:cubicBezTo>
                  <a:cubicBezTo>
                    <a:pt x="45811" y="2443"/>
                    <a:pt x="45970" y="2237"/>
                    <a:pt x="45970" y="2032"/>
                  </a:cubicBezTo>
                  <a:cubicBezTo>
                    <a:pt x="45947" y="1826"/>
                    <a:pt x="45765" y="1667"/>
                    <a:pt x="45559" y="1667"/>
                  </a:cubicBezTo>
                  <a:cubicBezTo>
                    <a:pt x="45466" y="1673"/>
                    <a:pt x="45372" y="1676"/>
                    <a:pt x="45279" y="1676"/>
                  </a:cubicBezTo>
                  <a:cubicBezTo>
                    <a:pt x="45053" y="1676"/>
                    <a:pt x="44827" y="1660"/>
                    <a:pt x="44601" y="1644"/>
                  </a:cubicBezTo>
                  <a:lnTo>
                    <a:pt x="44578" y="1644"/>
                  </a:lnTo>
                  <a:cubicBezTo>
                    <a:pt x="43619" y="1553"/>
                    <a:pt x="42683" y="1393"/>
                    <a:pt x="41748" y="1210"/>
                  </a:cubicBezTo>
                  <a:cubicBezTo>
                    <a:pt x="40789" y="1050"/>
                    <a:pt x="39830" y="891"/>
                    <a:pt x="38849" y="822"/>
                  </a:cubicBezTo>
                  <a:cubicBezTo>
                    <a:pt x="38667" y="814"/>
                    <a:pt x="38486" y="809"/>
                    <a:pt x="38305" y="809"/>
                  </a:cubicBezTo>
                  <a:cubicBezTo>
                    <a:pt x="37528" y="809"/>
                    <a:pt x="36754" y="893"/>
                    <a:pt x="35996" y="1096"/>
                  </a:cubicBezTo>
                  <a:cubicBezTo>
                    <a:pt x="35197" y="1302"/>
                    <a:pt x="34444" y="1690"/>
                    <a:pt x="33690" y="2055"/>
                  </a:cubicBezTo>
                  <a:cubicBezTo>
                    <a:pt x="33693" y="2055"/>
                    <a:pt x="33696" y="2054"/>
                    <a:pt x="33699" y="2054"/>
                  </a:cubicBezTo>
                  <a:lnTo>
                    <a:pt x="33699" y="2054"/>
                  </a:lnTo>
                  <a:cubicBezTo>
                    <a:pt x="33687" y="2061"/>
                    <a:pt x="33676" y="2069"/>
                    <a:pt x="33667" y="2078"/>
                  </a:cubicBezTo>
                  <a:cubicBezTo>
                    <a:pt x="33202" y="2299"/>
                    <a:pt x="32714" y="2478"/>
                    <a:pt x="32205" y="2593"/>
                  </a:cubicBezTo>
                  <a:lnTo>
                    <a:pt x="32205" y="2593"/>
                  </a:lnTo>
                  <a:cubicBezTo>
                    <a:pt x="32206" y="2592"/>
                    <a:pt x="32206" y="2592"/>
                    <a:pt x="32207" y="2591"/>
                  </a:cubicBezTo>
                  <a:lnTo>
                    <a:pt x="32207" y="2591"/>
                  </a:lnTo>
                  <a:lnTo>
                    <a:pt x="32202" y="2594"/>
                  </a:lnTo>
                  <a:lnTo>
                    <a:pt x="32202" y="2594"/>
                  </a:lnTo>
                  <a:cubicBezTo>
                    <a:pt x="32188" y="2597"/>
                    <a:pt x="32175" y="2600"/>
                    <a:pt x="32161" y="2603"/>
                  </a:cubicBezTo>
                  <a:cubicBezTo>
                    <a:pt x="31987" y="2629"/>
                    <a:pt x="31806" y="2640"/>
                    <a:pt x="31621" y="2640"/>
                  </a:cubicBezTo>
                  <a:cubicBezTo>
                    <a:pt x="31490" y="2640"/>
                    <a:pt x="31358" y="2635"/>
                    <a:pt x="31225" y="2625"/>
                  </a:cubicBezTo>
                  <a:cubicBezTo>
                    <a:pt x="30860" y="2603"/>
                    <a:pt x="30472" y="2511"/>
                    <a:pt x="30107" y="2397"/>
                  </a:cubicBezTo>
                  <a:cubicBezTo>
                    <a:pt x="29194" y="2055"/>
                    <a:pt x="28440" y="1416"/>
                    <a:pt x="27573" y="959"/>
                  </a:cubicBezTo>
                  <a:cubicBezTo>
                    <a:pt x="27139" y="731"/>
                    <a:pt x="26683" y="571"/>
                    <a:pt x="26204" y="480"/>
                  </a:cubicBezTo>
                  <a:cubicBezTo>
                    <a:pt x="25936" y="426"/>
                    <a:pt x="25669" y="404"/>
                    <a:pt x="25401" y="404"/>
                  </a:cubicBezTo>
                  <a:cubicBezTo>
                    <a:pt x="25212" y="404"/>
                    <a:pt x="25023" y="415"/>
                    <a:pt x="24834" y="434"/>
                  </a:cubicBezTo>
                  <a:cubicBezTo>
                    <a:pt x="23191" y="594"/>
                    <a:pt x="21775" y="1575"/>
                    <a:pt x="20155" y="1895"/>
                  </a:cubicBezTo>
                  <a:cubicBezTo>
                    <a:pt x="19864" y="1946"/>
                    <a:pt x="19586" y="1972"/>
                    <a:pt x="19301" y="1972"/>
                  </a:cubicBezTo>
                  <a:cubicBezTo>
                    <a:pt x="19206" y="1972"/>
                    <a:pt x="19111" y="1969"/>
                    <a:pt x="19014" y="1963"/>
                  </a:cubicBezTo>
                  <a:cubicBezTo>
                    <a:pt x="18420" y="1918"/>
                    <a:pt x="17850" y="1712"/>
                    <a:pt x="17279" y="1530"/>
                  </a:cubicBezTo>
                  <a:lnTo>
                    <a:pt x="17233" y="1507"/>
                  </a:lnTo>
                  <a:lnTo>
                    <a:pt x="17256" y="1507"/>
                  </a:lnTo>
                  <a:cubicBezTo>
                    <a:pt x="16457" y="1233"/>
                    <a:pt x="15681" y="891"/>
                    <a:pt x="14882" y="617"/>
                  </a:cubicBezTo>
                  <a:cubicBezTo>
                    <a:pt x="14517" y="480"/>
                    <a:pt x="14152" y="389"/>
                    <a:pt x="13764" y="297"/>
                  </a:cubicBezTo>
                  <a:cubicBezTo>
                    <a:pt x="13376" y="206"/>
                    <a:pt x="12965" y="160"/>
                    <a:pt x="12577" y="160"/>
                  </a:cubicBezTo>
                  <a:cubicBezTo>
                    <a:pt x="12535" y="159"/>
                    <a:pt x="12494" y="159"/>
                    <a:pt x="12453" y="159"/>
                  </a:cubicBezTo>
                  <a:cubicBezTo>
                    <a:pt x="11514" y="159"/>
                    <a:pt x="10599" y="403"/>
                    <a:pt x="9747" y="731"/>
                  </a:cubicBezTo>
                  <a:cubicBezTo>
                    <a:pt x="9495" y="822"/>
                    <a:pt x="9244" y="936"/>
                    <a:pt x="8993" y="1028"/>
                  </a:cubicBezTo>
                  <a:cubicBezTo>
                    <a:pt x="8742" y="1119"/>
                    <a:pt x="8491" y="1210"/>
                    <a:pt x="8263" y="1279"/>
                  </a:cubicBezTo>
                  <a:cubicBezTo>
                    <a:pt x="7829" y="1416"/>
                    <a:pt x="7373" y="1530"/>
                    <a:pt x="6916" y="1621"/>
                  </a:cubicBezTo>
                  <a:cubicBezTo>
                    <a:pt x="6425" y="1706"/>
                    <a:pt x="5922" y="1753"/>
                    <a:pt x="5424" y="1753"/>
                  </a:cubicBezTo>
                  <a:cubicBezTo>
                    <a:pt x="5251" y="1753"/>
                    <a:pt x="5079" y="1747"/>
                    <a:pt x="4908" y="1735"/>
                  </a:cubicBezTo>
                  <a:cubicBezTo>
                    <a:pt x="4268" y="1667"/>
                    <a:pt x="3652" y="1530"/>
                    <a:pt x="3036" y="1324"/>
                  </a:cubicBezTo>
                  <a:cubicBezTo>
                    <a:pt x="2169" y="1005"/>
                    <a:pt x="1347" y="571"/>
                    <a:pt x="571" y="46"/>
                  </a:cubicBezTo>
                  <a:cubicBezTo>
                    <a:pt x="525" y="23"/>
                    <a:pt x="479" y="0"/>
                    <a:pt x="4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8" name="Google Shape;2978;p63"/>
            <p:cNvSpPr/>
            <p:nvPr/>
          </p:nvSpPr>
          <p:spPr>
            <a:xfrm>
              <a:off x="2525200" y="1008350"/>
              <a:ext cx="1211475" cy="81275"/>
            </a:xfrm>
            <a:custGeom>
              <a:avLst/>
              <a:gdLst/>
              <a:ahLst/>
              <a:cxnLst/>
              <a:rect l="l" t="t" r="r" b="b"/>
              <a:pathLst>
                <a:path w="48459" h="3251" extrusionOk="0">
                  <a:moveTo>
                    <a:pt x="13947" y="1"/>
                  </a:moveTo>
                  <a:cubicBezTo>
                    <a:pt x="13673" y="1"/>
                    <a:pt x="13422" y="1"/>
                    <a:pt x="13148" y="46"/>
                  </a:cubicBezTo>
                  <a:cubicBezTo>
                    <a:pt x="12623" y="115"/>
                    <a:pt x="12121" y="252"/>
                    <a:pt x="11619" y="434"/>
                  </a:cubicBezTo>
                  <a:cubicBezTo>
                    <a:pt x="10615" y="845"/>
                    <a:pt x="9816" y="1599"/>
                    <a:pt x="8857" y="2078"/>
                  </a:cubicBezTo>
                  <a:cubicBezTo>
                    <a:pt x="8492" y="2238"/>
                    <a:pt x="8127" y="2352"/>
                    <a:pt x="7739" y="2420"/>
                  </a:cubicBezTo>
                  <a:cubicBezTo>
                    <a:pt x="7413" y="2472"/>
                    <a:pt x="7075" y="2497"/>
                    <a:pt x="6734" y="2497"/>
                  </a:cubicBezTo>
                  <a:cubicBezTo>
                    <a:pt x="6620" y="2497"/>
                    <a:pt x="6506" y="2494"/>
                    <a:pt x="6392" y="2489"/>
                  </a:cubicBezTo>
                  <a:cubicBezTo>
                    <a:pt x="5662" y="2420"/>
                    <a:pt x="4931" y="2238"/>
                    <a:pt x="4246" y="1987"/>
                  </a:cubicBezTo>
                  <a:cubicBezTo>
                    <a:pt x="2968" y="1530"/>
                    <a:pt x="1781" y="891"/>
                    <a:pt x="594" y="252"/>
                  </a:cubicBezTo>
                  <a:cubicBezTo>
                    <a:pt x="540" y="225"/>
                    <a:pt x="481" y="212"/>
                    <a:pt x="423" y="212"/>
                  </a:cubicBezTo>
                  <a:cubicBezTo>
                    <a:pt x="288" y="212"/>
                    <a:pt x="156" y="283"/>
                    <a:pt x="92" y="412"/>
                  </a:cubicBezTo>
                  <a:cubicBezTo>
                    <a:pt x="1" y="617"/>
                    <a:pt x="69" y="822"/>
                    <a:pt x="252" y="937"/>
                  </a:cubicBezTo>
                  <a:cubicBezTo>
                    <a:pt x="1165" y="1439"/>
                    <a:pt x="2101" y="1918"/>
                    <a:pt x="3037" y="2329"/>
                  </a:cubicBezTo>
                  <a:cubicBezTo>
                    <a:pt x="4041" y="2763"/>
                    <a:pt x="5091" y="3105"/>
                    <a:pt x="6164" y="3219"/>
                  </a:cubicBezTo>
                  <a:cubicBezTo>
                    <a:pt x="6400" y="3240"/>
                    <a:pt x="6631" y="3251"/>
                    <a:pt x="6860" y="3251"/>
                  </a:cubicBezTo>
                  <a:cubicBezTo>
                    <a:pt x="7140" y="3251"/>
                    <a:pt x="7417" y="3234"/>
                    <a:pt x="7693" y="3196"/>
                  </a:cubicBezTo>
                  <a:cubicBezTo>
                    <a:pt x="7967" y="3173"/>
                    <a:pt x="8241" y="3105"/>
                    <a:pt x="8492" y="3037"/>
                  </a:cubicBezTo>
                  <a:cubicBezTo>
                    <a:pt x="8743" y="2968"/>
                    <a:pt x="8971" y="2854"/>
                    <a:pt x="9199" y="2763"/>
                  </a:cubicBezTo>
                  <a:cubicBezTo>
                    <a:pt x="10090" y="2329"/>
                    <a:pt x="10820" y="1667"/>
                    <a:pt x="11710" y="1233"/>
                  </a:cubicBezTo>
                  <a:cubicBezTo>
                    <a:pt x="12121" y="1051"/>
                    <a:pt x="12555" y="914"/>
                    <a:pt x="13011" y="822"/>
                  </a:cubicBezTo>
                  <a:cubicBezTo>
                    <a:pt x="13306" y="778"/>
                    <a:pt x="13601" y="753"/>
                    <a:pt x="13896" y="753"/>
                  </a:cubicBezTo>
                  <a:cubicBezTo>
                    <a:pt x="14057" y="753"/>
                    <a:pt x="14219" y="761"/>
                    <a:pt x="14381" y="777"/>
                  </a:cubicBezTo>
                  <a:cubicBezTo>
                    <a:pt x="15066" y="822"/>
                    <a:pt x="15727" y="1005"/>
                    <a:pt x="16367" y="1233"/>
                  </a:cubicBezTo>
                  <a:cubicBezTo>
                    <a:pt x="17987" y="1804"/>
                    <a:pt x="19494" y="2648"/>
                    <a:pt x="21206" y="2900"/>
                  </a:cubicBezTo>
                  <a:cubicBezTo>
                    <a:pt x="21515" y="2944"/>
                    <a:pt x="21825" y="2969"/>
                    <a:pt x="22128" y="2969"/>
                  </a:cubicBezTo>
                  <a:cubicBezTo>
                    <a:pt x="22294" y="2969"/>
                    <a:pt x="22459" y="2961"/>
                    <a:pt x="22621" y="2945"/>
                  </a:cubicBezTo>
                  <a:cubicBezTo>
                    <a:pt x="23191" y="2922"/>
                    <a:pt x="23739" y="2808"/>
                    <a:pt x="24264" y="2648"/>
                  </a:cubicBezTo>
                  <a:cubicBezTo>
                    <a:pt x="25337" y="2352"/>
                    <a:pt x="26364" y="1895"/>
                    <a:pt x="27460" y="1690"/>
                  </a:cubicBezTo>
                  <a:cubicBezTo>
                    <a:pt x="27802" y="1638"/>
                    <a:pt x="28132" y="1613"/>
                    <a:pt x="28468" y="1613"/>
                  </a:cubicBezTo>
                  <a:cubicBezTo>
                    <a:pt x="28580" y="1613"/>
                    <a:pt x="28692" y="1616"/>
                    <a:pt x="28806" y="1621"/>
                  </a:cubicBezTo>
                  <a:cubicBezTo>
                    <a:pt x="29651" y="1713"/>
                    <a:pt x="30473" y="1964"/>
                    <a:pt x="31272" y="2215"/>
                  </a:cubicBezTo>
                  <a:cubicBezTo>
                    <a:pt x="31682" y="2329"/>
                    <a:pt x="32093" y="2443"/>
                    <a:pt x="32527" y="2534"/>
                  </a:cubicBezTo>
                  <a:cubicBezTo>
                    <a:pt x="32983" y="2648"/>
                    <a:pt x="33440" y="2694"/>
                    <a:pt x="33896" y="2717"/>
                  </a:cubicBezTo>
                  <a:cubicBezTo>
                    <a:pt x="34764" y="2717"/>
                    <a:pt x="35585" y="2489"/>
                    <a:pt x="36384" y="2169"/>
                  </a:cubicBezTo>
                  <a:cubicBezTo>
                    <a:pt x="37069" y="1872"/>
                    <a:pt x="37731" y="1553"/>
                    <a:pt x="38484" y="1416"/>
                  </a:cubicBezTo>
                  <a:cubicBezTo>
                    <a:pt x="38702" y="1382"/>
                    <a:pt x="38931" y="1361"/>
                    <a:pt x="39164" y="1361"/>
                  </a:cubicBezTo>
                  <a:cubicBezTo>
                    <a:pt x="39249" y="1361"/>
                    <a:pt x="39335" y="1364"/>
                    <a:pt x="39420" y="1370"/>
                  </a:cubicBezTo>
                  <a:cubicBezTo>
                    <a:pt x="39785" y="1393"/>
                    <a:pt x="40173" y="1484"/>
                    <a:pt x="40539" y="1621"/>
                  </a:cubicBezTo>
                  <a:cubicBezTo>
                    <a:pt x="41064" y="1804"/>
                    <a:pt x="41543" y="2055"/>
                    <a:pt x="42068" y="2283"/>
                  </a:cubicBezTo>
                  <a:cubicBezTo>
                    <a:pt x="42342" y="2397"/>
                    <a:pt x="42616" y="2512"/>
                    <a:pt x="42912" y="2580"/>
                  </a:cubicBezTo>
                  <a:cubicBezTo>
                    <a:pt x="43232" y="2671"/>
                    <a:pt x="43552" y="2694"/>
                    <a:pt x="43871" y="2717"/>
                  </a:cubicBezTo>
                  <a:cubicBezTo>
                    <a:pt x="43909" y="2718"/>
                    <a:pt x="43947" y="2719"/>
                    <a:pt x="43986" y="2719"/>
                  </a:cubicBezTo>
                  <a:cubicBezTo>
                    <a:pt x="44698" y="2719"/>
                    <a:pt x="45389" y="2519"/>
                    <a:pt x="46039" y="2238"/>
                  </a:cubicBezTo>
                  <a:cubicBezTo>
                    <a:pt x="46747" y="1941"/>
                    <a:pt x="47409" y="1599"/>
                    <a:pt x="48139" y="1393"/>
                  </a:cubicBezTo>
                  <a:cubicBezTo>
                    <a:pt x="48345" y="1347"/>
                    <a:pt x="48459" y="1119"/>
                    <a:pt x="48390" y="937"/>
                  </a:cubicBezTo>
                  <a:cubicBezTo>
                    <a:pt x="48336" y="772"/>
                    <a:pt x="48192" y="666"/>
                    <a:pt x="48032" y="666"/>
                  </a:cubicBezTo>
                  <a:cubicBezTo>
                    <a:pt x="47992" y="666"/>
                    <a:pt x="47952" y="672"/>
                    <a:pt x="47911" y="686"/>
                  </a:cubicBezTo>
                  <a:cubicBezTo>
                    <a:pt x="46770" y="982"/>
                    <a:pt x="45766" y="1667"/>
                    <a:pt x="44624" y="1895"/>
                  </a:cubicBezTo>
                  <a:cubicBezTo>
                    <a:pt x="44390" y="1929"/>
                    <a:pt x="44156" y="1950"/>
                    <a:pt x="43923" y="1950"/>
                  </a:cubicBezTo>
                  <a:cubicBezTo>
                    <a:pt x="43837" y="1950"/>
                    <a:pt x="43751" y="1947"/>
                    <a:pt x="43666" y="1941"/>
                  </a:cubicBezTo>
                  <a:cubicBezTo>
                    <a:pt x="43346" y="1918"/>
                    <a:pt x="43049" y="1827"/>
                    <a:pt x="42753" y="1735"/>
                  </a:cubicBezTo>
                  <a:cubicBezTo>
                    <a:pt x="42136" y="1507"/>
                    <a:pt x="41589" y="1210"/>
                    <a:pt x="40995" y="982"/>
                  </a:cubicBezTo>
                  <a:cubicBezTo>
                    <a:pt x="40653" y="845"/>
                    <a:pt x="40287" y="731"/>
                    <a:pt x="39922" y="663"/>
                  </a:cubicBezTo>
                  <a:cubicBezTo>
                    <a:pt x="39672" y="618"/>
                    <a:pt x="39421" y="593"/>
                    <a:pt x="39164" y="593"/>
                  </a:cubicBezTo>
                  <a:cubicBezTo>
                    <a:pt x="39024" y="593"/>
                    <a:pt x="38881" y="601"/>
                    <a:pt x="38735" y="617"/>
                  </a:cubicBezTo>
                  <a:cubicBezTo>
                    <a:pt x="38051" y="663"/>
                    <a:pt x="37389" y="914"/>
                    <a:pt x="36750" y="1188"/>
                  </a:cubicBezTo>
                  <a:cubicBezTo>
                    <a:pt x="36088" y="1462"/>
                    <a:pt x="35449" y="1735"/>
                    <a:pt x="34741" y="1872"/>
                  </a:cubicBezTo>
                  <a:cubicBezTo>
                    <a:pt x="34433" y="1924"/>
                    <a:pt x="34125" y="1949"/>
                    <a:pt x="33817" y="1949"/>
                  </a:cubicBezTo>
                  <a:cubicBezTo>
                    <a:pt x="33714" y="1949"/>
                    <a:pt x="33611" y="1947"/>
                    <a:pt x="33508" y="1941"/>
                  </a:cubicBezTo>
                  <a:cubicBezTo>
                    <a:pt x="32664" y="1850"/>
                    <a:pt x="31865" y="1599"/>
                    <a:pt x="31066" y="1347"/>
                  </a:cubicBezTo>
                  <a:cubicBezTo>
                    <a:pt x="30655" y="1233"/>
                    <a:pt x="30222" y="1119"/>
                    <a:pt x="29811" y="1005"/>
                  </a:cubicBezTo>
                  <a:cubicBezTo>
                    <a:pt x="29377" y="914"/>
                    <a:pt x="28920" y="868"/>
                    <a:pt x="28487" y="845"/>
                  </a:cubicBezTo>
                  <a:cubicBezTo>
                    <a:pt x="28448" y="844"/>
                    <a:pt x="28409" y="844"/>
                    <a:pt x="28370" y="844"/>
                  </a:cubicBezTo>
                  <a:cubicBezTo>
                    <a:pt x="27496" y="844"/>
                    <a:pt x="26624" y="1085"/>
                    <a:pt x="25793" y="1347"/>
                  </a:cubicBezTo>
                  <a:cubicBezTo>
                    <a:pt x="24949" y="1621"/>
                    <a:pt x="24104" y="1964"/>
                    <a:pt x="23214" y="2123"/>
                  </a:cubicBezTo>
                  <a:cubicBezTo>
                    <a:pt x="22864" y="2184"/>
                    <a:pt x="22524" y="2205"/>
                    <a:pt x="22188" y="2205"/>
                  </a:cubicBezTo>
                  <a:cubicBezTo>
                    <a:pt x="22020" y="2205"/>
                    <a:pt x="21852" y="2200"/>
                    <a:pt x="21685" y="2192"/>
                  </a:cubicBezTo>
                  <a:cubicBezTo>
                    <a:pt x="20977" y="2123"/>
                    <a:pt x="20293" y="1941"/>
                    <a:pt x="19608" y="1713"/>
                  </a:cubicBezTo>
                  <a:cubicBezTo>
                    <a:pt x="17964" y="1096"/>
                    <a:pt x="16367" y="206"/>
                    <a:pt x="14586" y="24"/>
                  </a:cubicBezTo>
                  <a:cubicBezTo>
                    <a:pt x="14381" y="1"/>
                    <a:pt x="14153" y="1"/>
                    <a:pt x="139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9" name="Google Shape;2979;p63"/>
            <p:cNvSpPr/>
            <p:nvPr/>
          </p:nvSpPr>
          <p:spPr>
            <a:xfrm>
              <a:off x="2525200" y="902800"/>
              <a:ext cx="113025" cy="133025"/>
            </a:xfrm>
            <a:custGeom>
              <a:avLst/>
              <a:gdLst/>
              <a:ahLst/>
              <a:cxnLst/>
              <a:rect l="l" t="t" r="r" b="b"/>
              <a:pathLst>
                <a:path w="4521" h="5321" extrusionOk="0">
                  <a:moveTo>
                    <a:pt x="1827" y="0"/>
                  </a:moveTo>
                  <a:cubicBezTo>
                    <a:pt x="1758" y="0"/>
                    <a:pt x="1690" y="0"/>
                    <a:pt x="1621" y="46"/>
                  </a:cubicBezTo>
                  <a:cubicBezTo>
                    <a:pt x="1462" y="160"/>
                    <a:pt x="1393" y="411"/>
                    <a:pt x="1530" y="571"/>
                  </a:cubicBezTo>
                  <a:cubicBezTo>
                    <a:pt x="2261" y="1621"/>
                    <a:pt x="2831" y="2762"/>
                    <a:pt x="3493" y="3858"/>
                  </a:cubicBezTo>
                  <a:cubicBezTo>
                    <a:pt x="2397" y="4017"/>
                    <a:pt x="1302" y="4109"/>
                    <a:pt x="275" y="4588"/>
                  </a:cubicBezTo>
                  <a:cubicBezTo>
                    <a:pt x="183" y="4634"/>
                    <a:pt x="115" y="4679"/>
                    <a:pt x="69" y="4771"/>
                  </a:cubicBezTo>
                  <a:cubicBezTo>
                    <a:pt x="24" y="4862"/>
                    <a:pt x="1" y="4953"/>
                    <a:pt x="46" y="5067"/>
                  </a:cubicBezTo>
                  <a:cubicBezTo>
                    <a:pt x="69" y="5159"/>
                    <a:pt x="138" y="5227"/>
                    <a:pt x="229" y="5273"/>
                  </a:cubicBezTo>
                  <a:cubicBezTo>
                    <a:pt x="271" y="5301"/>
                    <a:pt x="340" y="5320"/>
                    <a:pt x="402" y="5320"/>
                  </a:cubicBezTo>
                  <a:cubicBezTo>
                    <a:pt x="441" y="5320"/>
                    <a:pt x="477" y="5313"/>
                    <a:pt x="503" y="5296"/>
                  </a:cubicBezTo>
                  <a:cubicBezTo>
                    <a:pt x="1051" y="5067"/>
                    <a:pt x="1599" y="4908"/>
                    <a:pt x="2192" y="4816"/>
                  </a:cubicBezTo>
                  <a:lnTo>
                    <a:pt x="2078" y="4816"/>
                  </a:lnTo>
                  <a:cubicBezTo>
                    <a:pt x="2763" y="4702"/>
                    <a:pt x="3470" y="4656"/>
                    <a:pt x="4155" y="4542"/>
                  </a:cubicBezTo>
                  <a:cubicBezTo>
                    <a:pt x="4224" y="4542"/>
                    <a:pt x="4292" y="4519"/>
                    <a:pt x="4338" y="4474"/>
                  </a:cubicBezTo>
                  <a:cubicBezTo>
                    <a:pt x="4406" y="4428"/>
                    <a:pt x="4452" y="4383"/>
                    <a:pt x="4475" y="4337"/>
                  </a:cubicBezTo>
                  <a:cubicBezTo>
                    <a:pt x="4520" y="4200"/>
                    <a:pt x="4520" y="4063"/>
                    <a:pt x="4452" y="3949"/>
                  </a:cubicBezTo>
                  <a:cubicBezTo>
                    <a:pt x="3653" y="2716"/>
                    <a:pt x="3014" y="1370"/>
                    <a:pt x="2146" y="160"/>
                  </a:cubicBezTo>
                  <a:cubicBezTo>
                    <a:pt x="2078" y="46"/>
                    <a:pt x="1964" y="0"/>
                    <a:pt x="18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0" name="Google Shape;2980;p63"/>
            <p:cNvSpPr/>
            <p:nvPr/>
          </p:nvSpPr>
          <p:spPr>
            <a:xfrm>
              <a:off x="3687025" y="827475"/>
              <a:ext cx="26275" cy="133125"/>
            </a:xfrm>
            <a:custGeom>
              <a:avLst/>
              <a:gdLst/>
              <a:ahLst/>
              <a:cxnLst/>
              <a:rect l="l" t="t" r="r" b="b"/>
              <a:pathLst>
                <a:path w="1051" h="5325" extrusionOk="0">
                  <a:moveTo>
                    <a:pt x="365" y="0"/>
                  </a:moveTo>
                  <a:cubicBezTo>
                    <a:pt x="183" y="0"/>
                    <a:pt x="0" y="183"/>
                    <a:pt x="0" y="388"/>
                  </a:cubicBezTo>
                  <a:cubicBezTo>
                    <a:pt x="137" y="1917"/>
                    <a:pt x="274" y="3447"/>
                    <a:pt x="206" y="4976"/>
                  </a:cubicBezTo>
                  <a:cubicBezTo>
                    <a:pt x="206" y="5067"/>
                    <a:pt x="274" y="5159"/>
                    <a:pt x="343" y="5227"/>
                  </a:cubicBezTo>
                  <a:cubicBezTo>
                    <a:pt x="399" y="5283"/>
                    <a:pt x="471" y="5324"/>
                    <a:pt x="558" y="5324"/>
                  </a:cubicBezTo>
                  <a:cubicBezTo>
                    <a:pt x="577" y="5324"/>
                    <a:pt x="596" y="5322"/>
                    <a:pt x="616" y="5318"/>
                  </a:cubicBezTo>
                  <a:cubicBezTo>
                    <a:pt x="708" y="5318"/>
                    <a:pt x="799" y="5273"/>
                    <a:pt x="868" y="5204"/>
                  </a:cubicBezTo>
                  <a:cubicBezTo>
                    <a:pt x="936" y="5113"/>
                    <a:pt x="959" y="5022"/>
                    <a:pt x="959" y="4930"/>
                  </a:cubicBezTo>
                  <a:cubicBezTo>
                    <a:pt x="1050" y="3401"/>
                    <a:pt x="913" y="1872"/>
                    <a:pt x="776" y="365"/>
                  </a:cubicBezTo>
                  <a:cubicBezTo>
                    <a:pt x="753" y="160"/>
                    <a:pt x="594" y="0"/>
                    <a:pt x="3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1" name="Google Shape;2981;p63"/>
            <p:cNvSpPr/>
            <p:nvPr/>
          </p:nvSpPr>
          <p:spPr>
            <a:xfrm>
              <a:off x="3713825" y="1022625"/>
              <a:ext cx="21150" cy="136450"/>
            </a:xfrm>
            <a:custGeom>
              <a:avLst/>
              <a:gdLst/>
              <a:ahLst/>
              <a:cxnLst/>
              <a:rect l="l" t="t" r="r" b="b"/>
              <a:pathLst>
                <a:path w="846" h="5458" extrusionOk="0">
                  <a:moveTo>
                    <a:pt x="366" y="0"/>
                  </a:moveTo>
                  <a:cubicBezTo>
                    <a:pt x="161" y="0"/>
                    <a:pt x="1" y="183"/>
                    <a:pt x="1" y="388"/>
                  </a:cubicBezTo>
                  <a:cubicBezTo>
                    <a:pt x="24" y="1963"/>
                    <a:pt x="24" y="3538"/>
                    <a:pt x="92" y="5113"/>
                  </a:cubicBezTo>
                  <a:cubicBezTo>
                    <a:pt x="92" y="5306"/>
                    <a:pt x="252" y="5458"/>
                    <a:pt x="441" y="5458"/>
                  </a:cubicBezTo>
                  <a:cubicBezTo>
                    <a:pt x="454" y="5458"/>
                    <a:pt x="467" y="5457"/>
                    <a:pt x="480" y="5456"/>
                  </a:cubicBezTo>
                  <a:cubicBezTo>
                    <a:pt x="686" y="5456"/>
                    <a:pt x="845" y="5273"/>
                    <a:pt x="845" y="5068"/>
                  </a:cubicBezTo>
                  <a:cubicBezTo>
                    <a:pt x="777" y="3493"/>
                    <a:pt x="777" y="1918"/>
                    <a:pt x="777" y="366"/>
                  </a:cubicBezTo>
                  <a:cubicBezTo>
                    <a:pt x="777" y="160"/>
                    <a:pt x="572" y="0"/>
                    <a:pt x="3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2" name="Google Shape;2982;p63"/>
            <p:cNvSpPr/>
            <p:nvPr/>
          </p:nvSpPr>
          <p:spPr>
            <a:xfrm>
              <a:off x="3684725" y="826325"/>
              <a:ext cx="239700" cy="337850"/>
            </a:xfrm>
            <a:custGeom>
              <a:avLst/>
              <a:gdLst/>
              <a:ahLst/>
              <a:cxnLst/>
              <a:rect l="l" t="t" r="r" b="b"/>
              <a:pathLst>
                <a:path w="9588" h="13514" extrusionOk="0">
                  <a:moveTo>
                    <a:pt x="4249" y="2831"/>
                  </a:moveTo>
                  <a:cubicBezTo>
                    <a:pt x="4271" y="2846"/>
                    <a:pt x="4293" y="2861"/>
                    <a:pt x="4315" y="2876"/>
                  </a:cubicBezTo>
                  <a:cubicBezTo>
                    <a:pt x="4293" y="2855"/>
                    <a:pt x="4271" y="2833"/>
                    <a:pt x="4249" y="2831"/>
                  </a:cubicBezTo>
                  <a:close/>
                  <a:moveTo>
                    <a:pt x="412" y="0"/>
                  </a:moveTo>
                  <a:cubicBezTo>
                    <a:pt x="320" y="0"/>
                    <a:pt x="206" y="23"/>
                    <a:pt x="138" y="115"/>
                  </a:cubicBezTo>
                  <a:cubicBezTo>
                    <a:pt x="1" y="274"/>
                    <a:pt x="1" y="525"/>
                    <a:pt x="161" y="662"/>
                  </a:cubicBezTo>
                  <a:cubicBezTo>
                    <a:pt x="2717" y="2922"/>
                    <a:pt x="5707" y="4634"/>
                    <a:pt x="8515" y="6529"/>
                  </a:cubicBezTo>
                  <a:lnTo>
                    <a:pt x="8606" y="6597"/>
                  </a:lnTo>
                  <a:cubicBezTo>
                    <a:pt x="8378" y="6802"/>
                    <a:pt x="8149" y="7008"/>
                    <a:pt x="7898" y="7213"/>
                  </a:cubicBezTo>
                  <a:cubicBezTo>
                    <a:pt x="5707" y="9108"/>
                    <a:pt x="3288" y="10774"/>
                    <a:pt x="1256" y="12897"/>
                  </a:cubicBezTo>
                  <a:cubicBezTo>
                    <a:pt x="1119" y="13034"/>
                    <a:pt x="1142" y="13285"/>
                    <a:pt x="1279" y="13422"/>
                  </a:cubicBezTo>
                  <a:cubicBezTo>
                    <a:pt x="1352" y="13485"/>
                    <a:pt x="1445" y="13514"/>
                    <a:pt x="1537" y="13514"/>
                  </a:cubicBezTo>
                  <a:cubicBezTo>
                    <a:pt x="1645" y="13514"/>
                    <a:pt x="1753" y="13473"/>
                    <a:pt x="1827" y="13399"/>
                  </a:cubicBezTo>
                  <a:cubicBezTo>
                    <a:pt x="2466" y="12737"/>
                    <a:pt x="3128" y="12121"/>
                    <a:pt x="3813" y="11527"/>
                  </a:cubicBezTo>
                  <a:lnTo>
                    <a:pt x="3813" y="11527"/>
                  </a:lnTo>
                  <a:cubicBezTo>
                    <a:pt x="3790" y="11550"/>
                    <a:pt x="3767" y="11573"/>
                    <a:pt x="3744" y="11596"/>
                  </a:cubicBezTo>
                  <a:cubicBezTo>
                    <a:pt x="5639" y="9975"/>
                    <a:pt x="7670" y="8514"/>
                    <a:pt x="9496" y="6802"/>
                  </a:cubicBezTo>
                  <a:cubicBezTo>
                    <a:pt x="9565" y="6734"/>
                    <a:pt x="9587" y="6620"/>
                    <a:pt x="9587" y="6529"/>
                  </a:cubicBezTo>
                  <a:cubicBezTo>
                    <a:pt x="9587" y="6437"/>
                    <a:pt x="9542" y="6323"/>
                    <a:pt x="9473" y="6255"/>
                  </a:cubicBezTo>
                  <a:cubicBezTo>
                    <a:pt x="7739" y="5068"/>
                    <a:pt x="5958" y="3995"/>
                    <a:pt x="4246" y="2831"/>
                  </a:cubicBezTo>
                  <a:cubicBezTo>
                    <a:pt x="4247" y="2831"/>
                    <a:pt x="4248" y="2831"/>
                    <a:pt x="4249" y="2831"/>
                  </a:cubicBezTo>
                  <a:lnTo>
                    <a:pt x="4249" y="2831"/>
                  </a:lnTo>
                  <a:cubicBezTo>
                    <a:pt x="3016" y="1977"/>
                    <a:pt x="1807" y="1079"/>
                    <a:pt x="663" y="92"/>
                  </a:cubicBezTo>
                  <a:cubicBezTo>
                    <a:pt x="594" y="23"/>
                    <a:pt x="503" y="0"/>
                    <a:pt x="4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3" name="Google Shape;2983;p63"/>
            <p:cNvSpPr/>
            <p:nvPr/>
          </p:nvSpPr>
          <p:spPr>
            <a:xfrm>
              <a:off x="2796825" y="1068850"/>
              <a:ext cx="130700" cy="39125"/>
            </a:xfrm>
            <a:custGeom>
              <a:avLst/>
              <a:gdLst/>
              <a:ahLst/>
              <a:cxnLst/>
              <a:rect l="l" t="t" r="r" b="b"/>
              <a:pathLst>
                <a:path w="5228" h="1565" extrusionOk="0">
                  <a:moveTo>
                    <a:pt x="2489" y="0"/>
                  </a:moveTo>
                  <a:cubicBezTo>
                    <a:pt x="2078" y="0"/>
                    <a:pt x="1644" y="69"/>
                    <a:pt x="1279" y="251"/>
                  </a:cubicBezTo>
                  <a:cubicBezTo>
                    <a:pt x="822" y="434"/>
                    <a:pt x="434" y="731"/>
                    <a:pt x="92" y="1096"/>
                  </a:cubicBezTo>
                  <a:cubicBezTo>
                    <a:pt x="1" y="1210"/>
                    <a:pt x="23" y="1393"/>
                    <a:pt x="138" y="1507"/>
                  </a:cubicBezTo>
                  <a:cubicBezTo>
                    <a:pt x="188" y="1547"/>
                    <a:pt x="246" y="1565"/>
                    <a:pt x="306" y="1565"/>
                  </a:cubicBezTo>
                  <a:cubicBezTo>
                    <a:pt x="383" y="1565"/>
                    <a:pt x="462" y="1535"/>
                    <a:pt x="526" y="1484"/>
                  </a:cubicBezTo>
                  <a:cubicBezTo>
                    <a:pt x="617" y="1370"/>
                    <a:pt x="708" y="1301"/>
                    <a:pt x="800" y="1210"/>
                  </a:cubicBezTo>
                  <a:cubicBezTo>
                    <a:pt x="1005" y="1050"/>
                    <a:pt x="1210" y="913"/>
                    <a:pt x="1439" y="799"/>
                  </a:cubicBezTo>
                  <a:cubicBezTo>
                    <a:pt x="1644" y="708"/>
                    <a:pt x="1827" y="639"/>
                    <a:pt x="2032" y="594"/>
                  </a:cubicBezTo>
                  <a:cubicBezTo>
                    <a:pt x="2210" y="578"/>
                    <a:pt x="2387" y="561"/>
                    <a:pt x="2557" y="561"/>
                  </a:cubicBezTo>
                  <a:cubicBezTo>
                    <a:pt x="2627" y="561"/>
                    <a:pt x="2696" y="564"/>
                    <a:pt x="2763" y="571"/>
                  </a:cubicBezTo>
                  <a:cubicBezTo>
                    <a:pt x="3128" y="617"/>
                    <a:pt x="3493" y="685"/>
                    <a:pt x="3835" y="799"/>
                  </a:cubicBezTo>
                  <a:cubicBezTo>
                    <a:pt x="4155" y="913"/>
                    <a:pt x="4452" y="1050"/>
                    <a:pt x="4771" y="1187"/>
                  </a:cubicBezTo>
                  <a:cubicBezTo>
                    <a:pt x="4814" y="1208"/>
                    <a:pt x="4858" y="1219"/>
                    <a:pt x="4902" y="1219"/>
                  </a:cubicBezTo>
                  <a:cubicBezTo>
                    <a:pt x="4998" y="1219"/>
                    <a:pt x="5089" y="1168"/>
                    <a:pt x="5136" y="1073"/>
                  </a:cubicBezTo>
                  <a:cubicBezTo>
                    <a:pt x="5228" y="936"/>
                    <a:pt x="5159" y="753"/>
                    <a:pt x="5022" y="685"/>
                  </a:cubicBezTo>
                  <a:cubicBezTo>
                    <a:pt x="4223" y="297"/>
                    <a:pt x="3402" y="0"/>
                    <a:pt x="25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4" name="Google Shape;2984;p63"/>
            <p:cNvSpPr/>
            <p:nvPr/>
          </p:nvSpPr>
          <p:spPr>
            <a:xfrm>
              <a:off x="3256750" y="1076250"/>
              <a:ext cx="182075" cy="46825"/>
            </a:xfrm>
            <a:custGeom>
              <a:avLst/>
              <a:gdLst/>
              <a:ahLst/>
              <a:cxnLst/>
              <a:rect l="l" t="t" r="r" b="b"/>
              <a:pathLst>
                <a:path w="7283" h="1873" extrusionOk="0">
                  <a:moveTo>
                    <a:pt x="298" y="1"/>
                  </a:moveTo>
                  <a:cubicBezTo>
                    <a:pt x="183" y="1"/>
                    <a:pt x="92" y="69"/>
                    <a:pt x="24" y="161"/>
                  </a:cubicBezTo>
                  <a:cubicBezTo>
                    <a:pt x="1" y="229"/>
                    <a:pt x="1" y="321"/>
                    <a:pt x="24" y="389"/>
                  </a:cubicBezTo>
                  <a:cubicBezTo>
                    <a:pt x="47" y="457"/>
                    <a:pt x="92" y="503"/>
                    <a:pt x="161" y="549"/>
                  </a:cubicBezTo>
                  <a:cubicBezTo>
                    <a:pt x="1188" y="1188"/>
                    <a:pt x="2329" y="1667"/>
                    <a:pt x="3539" y="1827"/>
                  </a:cubicBezTo>
                  <a:cubicBezTo>
                    <a:pt x="3836" y="1850"/>
                    <a:pt x="4132" y="1873"/>
                    <a:pt x="4429" y="1873"/>
                  </a:cubicBezTo>
                  <a:cubicBezTo>
                    <a:pt x="4726" y="1850"/>
                    <a:pt x="5045" y="1804"/>
                    <a:pt x="5342" y="1758"/>
                  </a:cubicBezTo>
                  <a:cubicBezTo>
                    <a:pt x="5981" y="1644"/>
                    <a:pt x="6575" y="1370"/>
                    <a:pt x="7100" y="1051"/>
                  </a:cubicBezTo>
                  <a:cubicBezTo>
                    <a:pt x="7236" y="960"/>
                    <a:pt x="7282" y="777"/>
                    <a:pt x="7191" y="640"/>
                  </a:cubicBezTo>
                  <a:cubicBezTo>
                    <a:pt x="7133" y="568"/>
                    <a:pt x="7039" y="523"/>
                    <a:pt x="6948" y="523"/>
                  </a:cubicBezTo>
                  <a:cubicBezTo>
                    <a:pt x="6896" y="523"/>
                    <a:pt x="6845" y="538"/>
                    <a:pt x="6803" y="572"/>
                  </a:cubicBezTo>
                  <a:cubicBezTo>
                    <a:pt x="6643" y="663"/>
                    <a:pt x="6460" y="754"/>
                    <a:pt x="6301" y="845"/>
                  </a:cubicBezTo>
                  <a:cubicBezTo>
                    <a:pt x="5935" y="1005"/>
                    <a:pt x="5525" y="1142"/>
                    <a:pt x="5114" y="1234"/>
                  </a:cubicBezTo>
                  <a:cubicBezTo>
                    <a:pt x="4839" y="1277"/>
                    <a:pt x="4564" y="1293"/>
                    <a:pt x="4295" y="1293"/>
                  </a:cubicBezTo>
                  <a:cubicBezTo>
                    <a:pt x="4139" y="1293"/>
                    <a:pt x="3986" y="1288"/>
                    <a:pt x="3836" y="1279"/>
                  </a:cubicBezTo>
                  <a:cubicBezTo>
                    <a:pt x="3288" y="1234"/>
                    <a:pt x="2763" y="1097"/>
                    <a:pt x="2261" y="937"/>
                  </a:cubicBezTo>
                  <a:lnTo>
                    <a:pt x="2238" y="937"/>
                  </a:lnTo>
                  <a:cubicBezTo>
                    <a:pt x="2215" y="914"/>
                    <a:pt x="2215" y="914"/>
                    <a:pt x="2192" y="914"/>
                  </a:cubicBezTo>
                  <a:lnTo>
                    <a:pt x="2238" y="937"/>
                  </a:lnTo>
                  <a:cubicBezTo>
                    <a:pt x="1599" y="686"/>
                    <a:pt x="982" y="389"/>
                    <a:pt x="412" y="47"/>
                  </a:cubicBezTo>
                  <a:cubicBezTo>
                    <a:pt x="389" y="24"/>
                    <a:pt x="343" y="1"/>
                    <a:pt x="2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5" name="Google Shape;2985;p63"/>
            <p:cNvSpPr/>
            <p:nvPr/>
          </p:nvSpPr>
          <p:spPr>
            <a:xfrm>
              <a:off x="2976575" y="878250"/>
              <a:ext cx="149525" cy="42675"/>
            </a:xfrm>
            <a:custGeom>
              <a:avLst/>
              <a:gdLst/>
              <a:ahLst/>
              <a:cxnLst/>
              <a:rect l="l" t="t" r="r" b="b"/>
              <a:pathLst>
                <a:path w="5981" h="1707" extrusionOk="0">
                  <a:moveTo>
                    <a:pt x="5661" y="1"/>
                  </a:moveTo>
                  <a:cubicBezTo>
                    <a:pt x="5638" y="1"/>
                    <a:pt x="5616" y="23"/>
                    <a:pt x="5593" y="23"/>
                  </a:cubicBezTo>
                  <a:cubicBezTo>
                    <a:pt x="5342" y="138"/>
                    <a:pt x="5091" y="252"/>
                    <a:pt x="4840" y="389"/>
                  </a:cubicBezTo>
                  <a:cubicBezTo>
                    <a:pt x="4223" y="663"/>
                    <a:pt x="3607" y="959"/>
                    <a:pt x="2922" y="1096"/>
                  </a:cubicBezTo>
                  <a:cubicBezTo>
                    <a:pt x="2717" y="1142"/>
                    <a:pt x="2489" y="1142"/>
                    <a:pt x="2238" y="1142"/>
                  </a:cubicBezTo>
                  <a:cubicBezTo>
                    <a:pt x="2055" y="1119"/>
                    <a:pt x="1872" y="1073"/>
                    <a:pt x="1690" y="1005"/>
                  </a:cubicBezTo>
                  <a:cubicBezTo>
                    <a:pt x="1484" y="936"/>
                    <a:pt x="1302" y="822"/>
                    <a:pt x="1119" y="708"/>
                  </a:cubicBezTo>
                  <a:cubicBezTo>
                    <a:pt x="891" y="548"/>
                    <a:pt x="685" y="389"/>
                    <a:pt x="503" y="183"/>
                  </a:cubicBezTo>
                  <a:cubicBezTo>
                    <a:pt x="453" y="143"/>
                    <a:pt x="390" y="125"/>
                    <a:pt x="327" y="125"/>
                  </a:cubicBezTo>
                  <a:cubicBezTo>
                    <a:pt x="246" y="125"/>
                    <a:pt x="166" y="155"/>
                    <a:pt x="115" y="206"/>
                  </a:cubicBezTo>
                  <a:cubicBezTo>
                    <a:pt x="1" y="343"/>
                    <a:pt x="23" y="503"/>
                    <a:pt x="138" y="617"/>
                  </a:cubicBezTo>
                  <a:cubicBezTo>
                    <a:pt x="503" y="1005"/>
                    <a:pt x="936" y="1324"/>
                    <a:pt x="1416" y="1530"/>
                  </a:cubicBezTo>
                  <a:cubicBezTo>
                    <a:pt x="1744" y="1651"/>
                    <a:pt x="2073" y="1706"/>
                    <a:pt x="2411" y="1706"/>
                  </a:cubicBezTo>
                  <a:cubicBezTo>
                    <a:pt x="2519" y="1706"/>
                    <a:pt x="2629" y="1701"/>
                    <a:pt x="2740" y="1690"/>
                  </a:cubicBezTo>
                  <a:cubicBezTo>
                    <a:pt x="3173" y="1644"/>
                    <a:pt x="3630" y="1530"/>
                    <a:pt x="4041" y="1347"/>
                  </a:cubicBezTo>
                  <a:cubicBezTo>
                    <a:pt x="4520" y="1165"/>
                    <a:pt x="4999" y="936"/>
                    <a:pt x="5456" y="708"/>
                  </a:cubicBezTo>
                  <a:lnTo>
                    <a:pt x="5456" y="708"/>
                  </a:lnTo>
                  <a:cubicBezTo>
                    <a:pt x="5456" y="708"/>
                    <a:pt x="5456" y="708"/>
                    <a:pt x="5433" y="731"/>
                  </a:cubicBezTo>
                  <a:cubicBezTo>
                    <a:pt x="5547" y="663"/>
                    <a:pt x="5661" y="617"/>
                    <a:pt x="5775" y="571"/>
                  </a:cubicBezTo>
                  <a:cubicBezTo>
                    <a:pt x="5844" y="526"/>
                    <a:pt x="5890" y="503"/>
                    <a:pt x="5935" y="434"/>
                  </a:cubicBezTo>
                  <a:cubicBezTo>
                    <a:pt x="5981" y="366"/>
                    <a:pt x="5981" y="274"/>
                    <a:pt x="5958" y="206"/>
                  </a:cubicBezTo>
                  <a:cubicBezTo>
                    <a:pt x="5935" y="138"/>
                    <a:pt x="5867" y="69"/>
                    <a:pt x="5798" y="46"/>
                  </a:cubicBezTo>
                  <a:cubicBezTo>
                    <a:pt x="5775" y="23"/>
                    <a:pt x="5730" y="1"/>
                    <a:pt x="56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6" name="Google Shape;2986;p63"/>
            <p:cNvSpPr/>
            <p:nvPr/>
          </p:nvSpPr>
          <p:spPr>
            <a:xfrm>
              <a:off x="3380575" y="878825"/>
              <a:ext cx="261375" cy="56875"/>
            </a:xfrm>
            <a:custGeom>
              <a:avLst/>
              <a:gdLst/>
              <a:ahLst/>
              <a:cxnLst/>
              <a:rect l="l" t="t" r="r" b="b"/>
              <a:pathLst>
                <a:path w="10455" h="2275" extrusionOk="0">
                  <a:moveTo>
                    <a:pt x="9907" y="525"/>
                  </a:moveTo>
                  <a:cubicBezTo>
                    <a:pt x="9892" y="525"/>
                    <a:pt x="9877" y="525"/>
                    <a:pt x="9861" y="532"/>
                  </a:cubicBezTo>
                  <a:lnTo>
                    <a:pt x="9861" y="532"/>
                  </a:lnTo>
                  <a:cubicBezTo>
                    <a:pt x="9877" y="530"/>
                    <a:pt x="9892" y="528"/>
                    <a:pt x="9907" y="525"/>
                  </a:cubicBezTo>
                  <a:close/>
                  <a:moveTo>
                    <a:pt x="5502" y="0"/>
                  </a:moveTo>
                  <a:cubicBezTo>
                    <a:pt x="5137" y="0"/>
                    <a:pt x="4794" y="23"/>
                    <a:pt x="4452" y="69"/>
                  </a:cubicBezTo>
                  <a:cubicBezTo>
                    <a:pt x="2900" y="274"/>
                    <a:pt x="1462" y="936"/>
                    <a:pt x="161" y="1758"/>
                  </a:cubicBezTo>
                  <a:cubicBezTo>
                    <a:pt x="24" y="1826"/>
                    <a:pt x="1" y="2009"/>
                    <a:pt x="69" y="2146"/>
                  </a:cubicBezTo>
                  <a:cubicBezTo>
                    <a:pt x="128" y="2234"/>
                    <a:pt x="224" y="2275"/>
                    <a:pt x="322" y="2275"/>
                  </a:cubicBezTo>
                  <a:cubicBezTo>
                    <a:pt x="376" y="2275"/>
                    <a:pt x="431" y="2262"/>
                    <a:pt x="480" y="2237"/>
                  </a:cubicBezTo>
                  <a:cubicBezTo>
                    <a:pt x="937" y="1941"/>
                    <a:pt x="1393" y="1667"/>
                    <a:pt x="1895" y="1438"/>
                  </a:cubicBezTo>
                  <a:cubicBezTo>
                    <a:pt x="2626" y="1096"/>
                    <a:pt x="3379" y="845"/>
                    <a:pt x="4178" y="685"/>
                  </a:cubicBezTo>
                  <a:cubicBezTo>
                    <a:pt x="4599" y="607"/>
                    <a:pt x="5031" y="572"/>
                    <a:pt x="5459" y="572"/>
                  </a:cubicBezTo>
                  <a:cubicBezTo>
                    <a:pt x="5657" y="572"/>
                    <a:pt x="5855" y="579"/>
                    <a:pt x="6050" y="594"/>
                  </a:cubicBezTo>
                  <a:cubicBezTo>
                    <a:pt x="6369" y="617"/>
                    <a:pt x="6689" y="662"/>
                    <a:pt x="7008" y="731"/>
                  </a:cubicBezTo>
                  <a:cubicBezTo>
                    <a:pt x="7374" y="822"/>
                    <a:pt x="7739" y="936"/>
                    <a:pt x="8104" y="1005"/>
                  </a:cubicBezTo>
                  <a:cubicBezTo>
                    <a:pt x="8424" y="1096"/>
                    <a:pt x="8766" y="1142"/>
                    <a:pt x="9108" y="1165"/>
                  </a:cubicBezTo>
                  <a:cubicBezTo>
                    <a:pt x="9496" y="1165"/>
                    <a:pt x="9861" y="1119"/>
                    <a:pt x="10227" y="1028"/>
                  </a:cubicBezTo>
                  <a:cubicBezTo>
                    <a:pt x="10386" y="1005"/>
                    <a:pt x="10455" y="822"/>
                    <a:pt x="10409" y="685"/>
                  </a:cubicBezTo>
                  <a:cubicBezTo>
                    <a:pt x="10373" y="558"/>
                    <a:pt x="10264" y="489"/>
                    <a:pt x="10152" y="489"/>
                  </a:cubicBezTo>
                  <a:cubicBezTo>
                    <a:pt x="10124" y="489"/>
                    <a:pt x="10095" y="493"/>
                    <a:pt x="10067" y="503"/>
                  </a:cubicBezTo>
                  <a:cubicBezTo>
                    <a:pt x="9998" y="503"/>
                    <a:pt x="9907" y="525"/>
                    <a:pt x="9839" y="548"/>
                  </a:cubicBezTo>
                  <a:cubicBezTo>
                    <a:pt x="9846" y="541"/>
                    <a:pt x="9854" y="536"/>
                    <a:pt x="9861" y="532"/>
                  </a:cubicBezTo>
                  <a:lnTo>
                    <a:pt x="9861" y="532"/>
                  </a:lnTo>
                  <a:cubicBezTo>
                    <a:pt x="9658" y="562"/>
                    <a:pt x="9444" y="580"/>
                    <a:pt x="9228" y="580"/>
                  </a:cubicBezTo>
                  <a:cubicBezTo>
                    <a:pt x="9143" y="580"/>
                    <a:pt x="9057" y="577"/>
                    <a:pt x="8971" y="571"/>
                  </a:cubicBezTo>
                  <a:cubicBezTo>
                    <a:pt x="8606" y="548"/>
                    <a:pt x="8241" y="457"/>
                    <a:pt x="7876" y="366"/>
                  </a:cubicBezTo>
                  <a:cubicBezTo>
                    <a:pt x="7488" y="274"/>
                    <a:pt x="7122" y="160"/>
                    <a:pt x="6712" y="115"/>
                  </a:cubicBezTo>
                  <a:cubicBezTo>
                    <a:pt x="6324" y="23"/>
                    <a:pt x="5913" y="0"/>
                    <a:pt x="55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990"/>
        <p:cNvGrpSpPr/>
        <p:nvPr/>
      </p:nvGrpSpPr>
      <p:grpSpPr>
        <a:xfrm>
          <a:off x="0" y="0"/>
          <a:ext cx="0" cy="0"/>
          <a:chOff x="0" y="0"/>
          <a:chExt cx="0" cy="0"/>
        </a:xfrm>
      </p:grpSpPr>
      <p:sp>
        <p:nvSpPr>
          <p:cNvPr id="2991" name="Google Shape;2991;p64"/>
          <p:cNvSpPr txBox="1">
            <a:spLocks noGrp="1"/>
          </p:cNvSpPr>
          <p:nvPr>
            <p:ph type="ctrTitle"/>
          </p:nvPr>
        </p:nvSpPr>
        <p:spPr>
          <a:xfrm>
            <a:off x="713250" y="446075"/>
            <a:ext cx="7717500" cy="537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Learning situation example</a:t>
            </a:r>
            <a:endParaRPr/>
          </a:p>
        </p:txBody>
      </p:sp>
      <p:sp>
        <p:nvSpPr>
          <p:cNvPr id="2992" name="Google Shape;2992;p64"/>
          <p:cNvSpPr txBox="1">
            <a:spLocks noGrp="1"/>
          </p:cNvSpPr>
          <p:nvPr>
            <p:ph type="subTitle" idx="2"/>
          </p:nvPr>
        </p:nvSpPr>
        <p:spPr>
          <a:xfrm>
            <a:off x="1000526" y="1489532"/>
            <a:ext cx="3432900" cy="418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Operational descriptors</a:t>
            </a:r>
            <a:endParaRPr/>
          </a:p>
        </p:txBody>
      </p:sp>
      <p:sp>
        <p:nvSpPr>
          <p:cNvPr id="2993" name="Google Shape;2993;p64"/>
          <p:cNvSpPr txBox="1">
            <a:spLocks noGrp="1"/>
          </p:cNvSpPr>
          <p:nvPr>
            <p:ph type="subTitle" idx="1"/>
          </p:nvPr>
        </p:nvSpPr>
        <p:spPr>
          <a:xfrm>
            <a:off x="1000525" y="1907720"/>
            <a:ext cx="3432900" cy="112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write here…</a:t>
            </a:r>
            <a:endParaRPr/>
          </a:p>
        </p:txBody>
      </p:sp>
      <p:sp>
        <p:nvSpPr>
          <p:cNvPr id="2994" name="Google Shape;2994;p64"/>
          <p:cNvSpPr txBox="1">
            <a:spLocks noGrp="1"/>
          </p:cNvSpPr>
          <p:nvPr>
            <p:ph type="subTitle" idx="3"/>
          </p:nvPr>
        </p:nvSpPr>
        <p:spPr>
          <a:xfrm>
            <a:off x="1000525" y="3486750"/>
            <a:ext cx="3432900" cy="11202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a:t>You can write here…</a:t>
            </a:r>
            <a:endParaRPr/>
          </a:p>
        </p:txBody>
      </p:sp>
      <p:sp>
        <p:nvSpPr>
          <p:cNvPr id="2995" name="Google Shape;2995;p64"/>
          <p:cNvSpPr txBox="1">
            <a:spLocks noGrp="1"/>
          </p:cNvSpPr>
          <p:nvPr>
            <p:ph type="subTitle" idx="4"/>
          </p:nvPr>
        </p:nvSpPr>
        <p:spPr>
          <a:xfrm>
            <a:off x="1000526" y="3068527"/>
            <a:ext cx="3432900" cy="418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Key competencies</a:t>
            </a:r>
            <a:endParaRPr/>
          </a:p>
        </p:txBody>
      </p:sp>
      <p:sp>
        <p:nvSpPr>
          <p:cNvPr id="2996" name="Google Shape;2996;p64"/>
          <p:cNvSpPr txBox="1">
            <a:spLocks noGrp="1"/>
          </p:cNvSpPr>
          <p:nvPr>
            <p:ph type="subTitle" idx="5"/>
          </p:nvPr>
        </p:nvSpPr>
        <p:spPr>
          <a:xfrm>
            <a:off x="4584232" y="1907787"/>
            <a:ext cx="3432900" cy="11202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a:t>You can write here…</a:t>
            </a:r>
            <a:endParaRPr/>
          </a:p>
        </p:txBody>
      </p:sp>
      <p:sp>
        <p:nvSpPr>
          <p:cNvPr id="2997" name="Google Shape;2997;p64"/>
          <p:cNvSpPr txBox="1">
            <a:spLocks noGrp="1"/>
          </p:cNvSpPr>
          <p:nvPr>
            <p:ph type="subTitle" idx="6"/>
          </p:nvPr>
        </p:nvSpPr>
        <p:spPr>
          <a:xfrm>
            <a:off x="4584232" y="1489525"/>
            <a:ext cx="3432900" cy="418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Specific competencies</a:t>
            </a:r>
            <a:endParaRPr/>
          </a:p>
        </p:txBody>
      </p:sp>
      <p:grpSp>
        <p:nvGrpSpPr>
          <p:cNvPr id="2998" name="Google Shape;2998;p64"/>
          <p:cNvGrpSpPr/>
          <p:nvPr/>
        </p:nvGrpSpPr>
        <p:grpSpPr>
          <a:xfrm>
            <a:off x="8167932" y="1449335"/>
            <a:ext cx="531539" cy="3091388"/>
            <a:chOff x="8167932" y="1504647"/>
            <a:chExt cx="531539" cy="3091388"/>
          </a:xfrm>
        </p:grpSpPr>
        <p:grpSp>
          <p:nvGrpSpPr>
            <p:cNvPr id="2999" name="Google Shape;2999;p64"/>
            <p:cNvGrpSpPr/>
            <p:nvPr/>
          </p:nvGrpSpPr>
          <p:grpSpPr>
            <a:xfrm flipH="1">
              <a:off x="8167932" y="1504647"/>
              <a:ext cx="531539" cy="155710"/>
              <a:chOff x="1780525" y="2859350"/>
              <a:chExt cx="387250" cy="113450"/>
            </a:xfrm>
          </p:grpSpPr>
          <p:sp>
            <p:nvSpPr>
              <p:cNvPr id="3000" name="Google Shape;3000;p64"/>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1" name="Google Shape;3001;p64"/>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2" name="Google Shape;3002;p64"/>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03" name="Google Shape;3003;p64"/>
            <p:cNvGrpSpPr/>
            <p:nvPr/>
          </p:nvGrpSpPr>
          <p:grpSpPr>
            <a:xfrm flipH="1">
              <a:off x="8167932" y="1798215"/>
              <a:ext cx="531539" cy="155710"/>
              <a:chOff x="1780525" y="2859350"/>
              <a:chExt cx="387250" cy="113450"/>
            </a:xfrm>
          </p:grpSpPr>
          <p:sp>
            <p:nvSpPr>
              <p:cNvPr id="3004" name="Google Shape;3004;p64"/>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5" name="Google Shape;3005;p64"/>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6" name="Google Shape;3006;p64"/>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07" name="Google Shape;3007;p64"/>
            <p:cNvGrpSpPr/>
            <p:nvPr/>
          </p:nvGrpSpPr>
          <p:grpSpPr>
            <a:xfrm flipH="1">
              <a:off x="8167932" y="2091783"/>
              <a:ext cx="531539" cy="155710"/>
              <a:chOff x="1780525" y="2859350"/>
              <a:chExt cx="387250" cy="113450"/>
            </a:xfrm>
          </p:grpSpPr>
          <p:sp>
            <p:nvSpPr>
              <p:cNvPr id="3008" name="Google Shape;3008;p64"/>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9" name="Google Shape;3009;p64"/>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3010;p64"/>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11" name="Google Shape;3011;p64"/>
            <p:cNvGrpSpPr/>
            <p:nvPr/>
          </p:nvGrpSpPr>
          <p:grpSpPr>
            <a:xfrm flipH="1">
              <a:off x="8167932" y="2385351"/>
              <a:ext cx="531539" cy="155710"/>
              <a:chOff x="1780525" y="2859350"/>
              <a:chExt cx="387250" cy="113450"/>
            </a:xfrm>
          </p:grpSpPr>
          <p:sp>
            <p:nvSpPr>
              <p:cNvPr id="3012" name="Google Shape;3012;p64"/>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3013;p64"/>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4" name="Google Shape;3014;p64"/>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15" name="Google Shape;3015;p64"/>
            <p:cNvGrpSpPr/>
            <p:nvPr/>
          </p:nvGrpSpPr>
          <p:grpSpPr>
            <a:xfrm flipH="1">
              <a:off x="8167932" y="2678918"/>
              <a:ext cx="531539" cy="155710"/>
              <a:chOff x="1780525" y="2859350"/>
              <a:chExt cx="387250" cy="113450"/>
            </a:xfrm>
          </p:grpSpPr>
          <p:sp>
            <p:nvSpPr>
              <p:cNvPr id="3016" name="Google Shape;3016;p64"/>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3017;p64"/>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3018;p64"/>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19" name="Google Shape;3019;p64"/>
            <p:cNvGrpSpPr/>
            <p:nvPr/>
          </p:nvGrpSpPr>
          <p:grpSpPr>
            <a:xfrm flipH="1">
              <a:off x="8167932" y="2972486"/>
              <a:ext cx="531539" cy="155710"/>
              <a:chOff x="1780525" y="2859350"/>
              <a:chExt cx="387250" cy="113450"/>
            </a:xfrm>
          </p:grpSpPr>
          <p:sp>
            <p:nvSpPr>
              <p:cNvPr id="3020" name="Google Shape;3020;p64"/>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3021;p64"/>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3022;p64"/>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23" name="Google Shape;3023;p64"/>
            <p:cNvGrpSpPr/>
            <p:nvPr/>
          </p:nvGrpSpPr>
          <p:grpSpPr>
            <a:xfrm flipH="1">
              <a:off x="8167932" y="3266054"/>
              <a:ext cx="531539" cy="155710"/>
              <a:chOff x="1780525" y="2859350"/>
              <a:chExt cx="387250" cy="113450"/>
            </a:xfrm>
          </p:grpSpPr>
          <p:sp>
            <p:nvSpPr>
              <p:cNvPr id="3024" name="Google Shape;3024;p64"/>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3025;p64"/>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6" name="Google Shape;3026;p64"/>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27" name="Google Shape;3027;p64"/>
            <p:cNvGrpSpPr/>
            <p:nvPr/>
          </p:nvGrpSpPr>
          <p:grpSpPr>
            <a:xfrm flipH="1">
              <a:off x="8167932" y="3559622"/>
              <a:ext cx="531539" cy="155710"/>
              <a:chOff x="1780525" y="2859350"/>
              <a:chExt cx="387250" cy="113450"/>
            </a:xfrm>
          </p:grpSpPr>
          <p:sp>
            <p:nvSpPr>
              <p:cNvPr id="3028" name="Google Shape;3028;p64"/>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9" name="Google Shape;3029;p64"/>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0" name="Google Shape;3030;p64"/>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31" name="Google Shape;3031;p64"/>
            <p:cNvGrpSpPr/>
            <p:nvPr/>
          </p:nvGrpSpPr>
          <p:grpSpPr>
            <a:xfrm flipH="1">
              <a:off x="8167932" y="3853189"/>
              <a:ext cx="531539" cy="155710"/>
              <a:chOff x="1780525" y="2859350"/>
              <a:chExt cx="387250" cy="113450"/>
            </a:xfrm>
          </p:grpSpPr>
          <p:sp>
            <p:nvSpPr>
              <p:cNvPr id="3032" name="Google Shape;3032;p64"/>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3" name="Google Shape;3033;p64"/>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4" name="Google Shape;3034;p64"/>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35" name="Google Shape;3035;p64"/>
            <p:cNvGrpSpPr/>
            <p:nvPr/>
          </p:nvGrpSpPr>
          <p:grpSpPr>
            <a:xfrm flipH="1">
              <a:off x="8167932" y="4146757"/>
              <a:ext cx="531539" cy="155710"/>
              <a:chOff x="1780525" y="2859350"/>
              <a:chExt cx="387250" cy="113450"/>
            </a:xfrm>
          </p:grpSpPr>
          <p:sp>
            <p:nvSpPr>
              <p:cNvPr id="3036" name="Google Shape;3036;p64"/>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7" name="Google Shape;3037;p64"/>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8" name="Google Shape;3038;p64"/>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39" name="Google Shape;3039;p64"/>
            <p:cNvGrpSpPr/>
            <p:nvPr/>
          </p:nvGrpSpPr>
          <p:grpSpPr>
            <a:xfrm flipH="1">
              <a:off x="8167932" y="4440325"/>
              <a:ext cx="531539" cy="155710"/>
              <a:chOff x="1780525" y="2859350"/>
              <a:chExt cx="387250" cy="113450"/>
            </a:xfrm>
          </p:grpSpPr>
          <p:sp>
            <p:nvSpPr>
              <p:cNvPr id="3040" name="Google Shape;3040;p64"/>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1" name="Google Shape;3041;p64"/>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2" name="Google Shape;3042;p64"/>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043" name="Google Shape;3043;p64"/>
          <p:cNvSpPr/>
          <p:nvPr/>
        </p:nvSpPr>
        <p:spPr>
          <a:xfrm>
            <a:off x="5890375" y="3591525"/>
            <a:ext cx="3073800" cy="1365600"/>
          </a:xfrm>
          <a:prstGeom prst="rect">
            <a:avLst/>
          </a:pr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44" name="Google Shape;3044;p64"/>
          <p:cNvGrpSpPr/>
          <p:nvPr/>
        </p:nvGrpSpPr>
        <p:grpSpPr>
          <a:xfrm>
            <a:off x="6463890" y="3796971"/>
            <a:ext cx="1926766" cy="954720"/>
            <a:chOff x="5010950" y="3680700"/>
            <a:chExt cx="948025" cy="469750"/>
          </a:xfrm>
        </p:grpSpPr>
        <p:sp>
          <p:nvSpPr>
            <p:cNvPr id="3045" name="Google Shape;3045;p64"/>
            <p:cNvSpPr/>
            <p:nvPr/>
          </p:nvSpPr>
          <p:spPr>
            <a:xfrm>
              <a:off x="5490275" y="3680700"/>
              <a:ext cx="468700" cy="464925"/>
            </a:xfrm>
            <a:custGeom>
              <a:avLst/>
              <a:gdLst/>
              <a:ahLst/>
              <a:cxnLst/>
              <a:rect l="l" t="t" r="r" b="b"/>
              <a:pathLst>
                <a:path w="18748" h="18597" extrusionOk="0">
                  <a:moveTo>
                    <a:pt x="10652" y="624"/>
                  </a:moveTo>
                  <a:cubicBezTo>
                    <a:pt x="11229" y="649"/>
                    <a:pt x="11755" y="800"/>
                    <a:pt x="12306" y="1025"/>
                  </a:cubicBezTo>
                  <a:cubicBezTo>
                    <a:pt x="12206" y="1301"/>
                    <a:pt x="12106" y="1527"/>
                    <a:pt x="12006" y="1752"/>
                  </a:cubicBezTo>
                  <a:cubicBezTo>
                    <a:pt x="11805" y="2228"/>
                    <a:pt x="11855" y="2404"/>
                    <a:pt x="12256" y="2679"/>
                  </a:cubicBezTo>
                  <a:cubicBezTo>
                    <a:pt x="12482" y="2830"/>
                    <a:pt x="12733" y="2980"/>
                    <a:pt x="12983" y="3131"/>
                  </a:cubicBezTo>
                  <a:cubicBezTo>
                    <a:pt x="13153" y="3216"/>
                    <a:pt x="13269" y="3260"/>
                    <a:pt x="13373" y="3260"/>
                  </a:cubicBezTo>
                  <a:cubicBezTo>
                    <a:pt x="13514" y="3260"/>
                    <a:pt x="13633" y="3178"/>
                    <a:pt x="13835" y="3005"/>
                  </a:cubicBezTo>
                  <a:cubicBezTo>
                    <a:pt x="14086" y="2780"/>
                    <a:pt x="14337" y="2529"/>
                    <a:pt x="14637" y="2253"/>
                  </a:cubicBezTo>
                  <a:cubicBezTo>
                    <a:pt x="15063" y="2554"/>
                    <a:pt x="15489" y="2955"/>
                    <a:pt x="15941" y="3431"/>
                  </a:cubicBezTo>
                  <a:cubicBezTo>
                    <a:pt x="15640" y="3707"/>
                    <a:pt x="15389" y="3958"/>
                    <a:pt x="15113" y="4233"/>
                  </a:cubicBezTo>
                  <a:cubicBezTo>
                    <a:pt x="14712" y="4634"/>
                    <a:pt x="14712" y="4735"/>
                    <a:pt x="15063" y="5186"/>
                  </a:cubicBezTo>
                  <a:cubicBezTo>
                    <a:pt x="15239" y="5436"/>
                    <a:pt x="15414" y="5687"/>
                    <a:pt x="15615" y="5913"/>
                  </a:cubicBezTo>
                  <a:cubicBezTo>
                    <a:pt x="15786" y="6115"/>
                    <a:pt x="15890" y="6202"/>
                    <a:pt x="16040" y="6202"/>
                  </a:cubicBezTo>
                  <a:cubicBezTo>
                    <a:pt x="16132" y="6202"/>
                    <a:pt x="16240" y="6170"/>
                    <a:pt x="16392" y="6113"/>
                  </a:cubicBezTo>
                  <a:cubicBezTo>
                    <a:pt x="16718" y="5988"/>
                    <a:pt x="17018" y="5862"/>
                    <a:pt x="17394" y="5712"/>
                  </a:cubicBezTo>
                  <a:cubicBezTo>
                    <a:pt x="17745" y="6364"/>
                    <a:pt x="17921" y="7040"/>
                    <a:pt x="18046" y="7817"/>
                  </a:cubicBezTo>
                  <a:cubicBezTo>
                    <a:pt x="17645" y="7893"/>
                    <a:pt x="17294" y="7943"/>
                    <a:pt x="16918" y="7993"/>
                  </a:cubicBezTo>
                  <a:cubicBezTo>
                    <a:pt x="16392" y="8043"/>
                    <a:pt x="16342" y="8118"/>
                    <a:pt x="16342" y="8644"/>
                  </a:cubicBezTo>
                  <a:cubicBezTo>
                    <a:pt x="16367" y="9096"/>
                    <a:pt x="16367" y="9572"/>
                    <a:pt x="16417" y="10023"/>
                  </a:cubicBezTo>
                  <a:cubicBezTo>
                    <a:pt x="16417" y="10248"/>
                    <a:pt x="16492" y="10474"/>
                    <a:pt x="16517" y="10750"/>
                  </a:cubicBezTo>
                  <a:lnTo>
                    <a:pt x="18096" y="10750"/>
                  </a:lnTo>
                  <a:cubicBezTo>
                    <a:pt x="17946" y="11301"/>
                    <a:pt x="17820" y="11802"/>
                    <a:pt x="17670" y="12404"/>
                  </a:cubicBezTo>
                  <a:cubicBezTo>
                    <a:pt x="17269" y="12203"/>
                    <a:pt x="16968" y="12028"/>
                    <a:pt x="16642" y="11877"/>
                  </a:cubicBezTo>
                  <a:cubicBezTo>
                    <a:pt x="16485" y="11813"/>
                    <a:pt x="16362" y="11775"/>
                    <a:pt x="16256" y="11775"/>
                  </a:cubicBezTo>
                  <a:cubicBezTo>
                    <a:pt x="16076" y="11775"/>
                    <a:pt x="15948" y="11884"/>
                    <a:pt x="15790" y="12153"/>
                  </a:cubicBezTo>
                  <a:cubicBezTo>
                    <a:pt x="15640" y="12479"/>
                    <a:pt x="15464" y="12805"/>
                    <a:pt x="15339" y="13156"/>
                  </a:cubicBezTo>
                  <a:cubicBezTo>
                    <a:pt x="15189" y="13532"/>
                    <a:pt x="15264" y="13732"/>
                    <a:pt x="15615" y="13983"/>
                  </a:cubicBezTo>
                  <a:cubicBezTo>
                    <a:pt x="15865" y="14183"/>
                    <a:pt x="16116" y="14359"/>
                    <a:pt x="16467" y="14584"/>
                  </a:cubicBezTo>
                  <a:cubicBezTo>
                    <a:pt x="16066" y="15035"/>
                    <a:pt x="15715" y="15411"/>
                    <a:pt x="15339" y="15837"/>
                  </a:cubicBezTo>
                  <a:cubicBezTo>
                    <a:pt x="15063" y="15537"/>
                    <a:pt x="14863" y="15311"/>
                    <a:pt x="14637" y="15086"/>
                  </a:cubicBezTo>
                  <a:cubicBezTo>
                    <a:pt x="14421" y="14842"/>
                    <a:pt x="14270" y="14730"/>
                    <a:pt x="14098" y="14730"/>
                  </a:cubicBezTo>
                  <a:cubicBezTo>
                    <a:pt x="13951" y="14730"/>
                    <a:pt x="13790" y="14811"/>
                    <a:pt x="13560" y="14960"/>
                  </a:cubicBezTo>
                  <a:cubicBezTo>
                    <a:pt x="13334" y="15111"/>
                    <a:pt x="13134" y="15261"/>
                    <a:pt x="12908" y="15411"/>
                  </a:cubicBezTo>
                  <a:cubicBezTo>
                    <a:pt x="12482" y="15737"/>
                    <a:pt x="12457" y="15862"/>
                    <a:pt x="12657" y="16339"/>
                  </a:cubicBezTo>
                  <a:cubicBezTo>
                    <a:pt x="12733" y="16489"/>
                    <a:pt x="12808" y="16639"/>
                    <a:pt x="12883" y="16765"/>
                  </a:cubicBezTo>
                  <a:cubicBezTo>
                    <a:pt x="12933" y="16915"/>
                    <a:pt x="13008" y="17065"/>
                    <a:pt x="13083" y="17291"/>
                  </a:cubicBezTo>
                  <a:cubicBezTo>
                    <a:pt x="12457" y="17642"/>
                    <a:pt x="11780" y="17817"/>
                    <a:pt x="11003" y="17968"/>
                  </a:cubicBezTo>
                  <a:cubicBezTo>
                    <a:pt x="10978" y="17642"/>
                    <a:pt x="10953" y="17366"/>
                    <a:pt x="10928" y="17091"/>
                  </a:cubicBezTo>
                  <a:cubicBezTo>
                    <a:pt x="10903" y="16514"/>
                    <a:pt x="10828" y="16439"/>
                    <a:pt x="10251" y="16439"/>
                  </a:cubicBezTo>
                  <a:cubicBezTo>
                    <a:pt x="10118" y="16431"/>
                    <a:pt x="9981" y="16428"/>
                    <a:pt x="9844" y="16428"/>
                  </a:cubicBezTo>
                  <a:cubicBezTo>
                    <a:pt x="9569" y="16428"/>
                    <a:pt x="9291" y="16439"/>
                    <a:pt x="9023" y="16439"/>
                  </a:cubicBezTo>
                  <a:cubicBezTo>
                    <a:pt x="8372" y="16489"/>
                    <a:pt x="8296" y="16564"/>
                    <a:pt x="8221" y="17241"/>
                  </a:cubicBezTo>
                  <a:cubicBezTo>
                    <a:pt x="8171" y="17466"/>
                    <a:pt x="8171" y="17717"/>
                    <a:pt x="8146" y="17993"/>
                  </a:cubicBezTo>
                  <a:cubicBezTo>
                    <a:pt x="8108" y="17994"/>
                    <a:pt x="8069" y="17995"/>
                    <a:pt x="8032" y="17995"/>
                  </a:cubicBezTo>
                  <a:cubicBezTo>
                    <a:pt x="7480" y="17995"/>
                    <a:pt x="7006" y="17828"/>
                    <a:pt x="6467" y="17617"/>
                  </a:cubicBezTo>
                  <a:cubicBezTo>
                    <a:pt x="6567" y="17291"/>
                    <a:pt x="6692" y="16990"/>
                    <a:pt x="6793" y="16690"/>
                  </a:cubicBezTo>
                  <a:cubicBezTo>
                    <a:pt x="6943" y="16213"/>
                    <a:pt x="6918" y="16063"/>
                    <a:pt x="6492" y="15762"/>
                  </a:cubicBezTo>
                  <a:cubicBezTo>
                    <a:pt x="6191" y="15562"/>
                    <a:pt x="5840" y="15386"/>
                    <a:pt x="5514" y="15186"/>
                  </a:cubicBezTo>
                  <a:cubicBezTo>
                    <a:pt x="5409" y="15128"/>
                    <a:pt x="5303" y="15100"/>
                    <a:pt x="5199" y="15100"/>
                  </a:cubicBezTo>
                  <a:cubicBezTo>
                    <a:pt x="5034" y="15100"/>
                    <a:pt x="4876" y="15172"/>
                    <a:pt x="4737" y="15311"/>
                  </a:cubicBezTo>
                  <a:cubicBezTo>
                    <a:pt x="4587" y="15461"/>
                    <a:pt x="4437" y="15587"/>
                    <a:pt x="4286" y="15712"/>
                  </a:cubicBezTo>
                  <a:cubicBezTo>
                    <a:pt x="4161" y="15862"/>
                    <a:pt x="4011" y="15988"/>
                    <a:pt x="3785" y="16188"/>
                  </a:cubicBezTo>
                  <a:cubicBezTo>
                    <a:pt x="3309" y="15687"/>
                    <a:pt x="2858" y="15236"/>
                    <a:pt x="2331" y="14685"/>
                  </a:cubicBezTo>
                  <a:cubicBezTo>
                    <a:pt x="2657" y="14459"/>
                    <a:pt x="2933" y="14284"/>
                    <a:pt x="3184" y="14108"/>
                  </a:cubicBezTo>
                  <a:cubicBezTo>
                    <a:pt x="3560" y="13857"/>
                    <a:pt x="3585" y="13732"/>
                    <a:pt x="3459" y="13306"/>
                  </a:cubicBezTo>
                  <a:cubicBezTo>
                    <a:pt x="3359" y="13055"/>
                    <a:pt x="3284" y="12805"/>
                    <a:pt x="3184" y="12554"/>
                  </a:cubicBezTo>
                  <a:cubicBezTo>
                    <a:pt x="3035" y="12128"/>
                    <a:pt x="2915" y="11976"/>
                    <a:pt x="2629" y="11976"/>
                  </a:cubicBezTo>
                  <a:cubicBezTo>
                    <a:pt x="2528" y="11976"/>
                    <a:pt x="2407" y="11995"/>
                    <a:pt x="2256" y="12028"/>
                  </a:cubicBezTo>
                  <a:cubicBezTo>
                    <a:pt x="1880" y="12128"/>
                    <a:pt x="1504" y="12203"/>
                    <a:pt x="1053" y="12329"/>
                  </a:cubicBezTo>
                  <a:cubicBezTo>
                    <a:pt x="903" y="11702"/>
                    <a:pt x="753" y="11101"/>
                    <a:pt x="577" y="10399"/>
                  </a:cubicBezTo>
                  <a:lnTo>
                    <a:pt x="1504" y="10399"/>
                  </a:lnTo>
                  <a:cubicBezTo>
                    <a:pt x="2081" y="10374"/>
                    <a:pt x="2231" y="10198"/>
                    <a:pt x="2281" y="9647"/>
                  </a:cubicBezTo>
                  <a:cubicBezTo>
                    <a:pt x="2331" y="9171"/>
                    <a:pt x="2382" y="8720"/>
                    <a:pt x="2382" y="8243"/>
                  </a:cubicBezTo>
                  <a:cubicBezTo>
                    <a:pt x="2407" y="7842"/>
                    <a:pt x="2331" y="7767"/>
                    <a:pt x="1905" y="7742"/>
                  </a:cubicBezTo>
                  <a:cubicBezTo>
                    <a:pt x="1529" y="7692"/>
                    <a:pt x="1154" y="7692"/>
                    <a:pt x="753" y="7667"/>
                  </a:cubicBezTo>
                  <a:cubicBezTo>
                    <a:pt x="853" y="6890"/>
                    <a:pt x="1078" y="6213"/>
                    <a:pt x="1429" y="5562"/>
                  </a:cubicBezTo>
                  <a:cubicBezTo>
                    <a:pt x="1730" y="5687"/>
                    <a:pt x="2006" y="5787"/>
                    <a:pt x="2306" y="5887"/>
                  </a:cubicBezTo>
                  <a:cubicBezTo>
                    <a:pt x="2421" y="5928"/>
                    <a:pt x="2530" y="5951"/>
                    <a:pt x="2634" y="5951"/>
                  </a:cubicBezTo>
                  <a:cubicBezTo>
                    <a:pt x="2848" y="5951"/>
                    <a:pt x="3040" y="5856"/>
                    <a:pt x="3209" y="5637"/>
                  </a:cubicBezTo>
                  <a:cubicBezTo>
                    <a:pt x="3484" y="5236"/>
                    <a:pt x="3810" y="4885"/>
                    <a:pt x="4111" y="4509"/>
                  </a:cubicBezTo>
                  <a:cubicBezTo>
                    <a:pt x="4387" y="4158"/>
                    <a:pt x="4387" y="4008"/>
                    <a:pt x="4061" y="3682"/>
                  </a:cubicBezTo>
                  <a:cubicBezTo>
                    <a:pt x="3810" y="3456"/>
                    <a:pt x="3560" y="3231"/>
                    <a:pt x="3259" y="2955"/>
                  </a:cubicBezTo>
                  <a:cubicBezTo>
                    <a:pt x="3610" y="2679"/>
                    <a:pt x="3910" y="2404"/>
                    <a:pt x="4236" y="2128"/>
                  </a:cubicBezTo>
                  <a:cubicBezTo>
                    <a:pt x="4437" y="2429"/>
                    <a:pt x="4612" y="2679"/>
                    <a:pt x="4763" y="2930"/>
                  </a:cubicBezTo>
                  <a:cubicBezTo>
                    <a:pt x="4966" y="3211"/>
                    <a:pt x="5110" y="3337"/>
                    <a:pt x="5306" y="3337"/>
                  </a:cubicBezTo>
                  <a:cubicBezTo>
                    <a:pt x="5424" y="3337"/>
                    <a:pt x="5561" y="3291"/>
                    <a:pt x="5740" y="3206"/>
                  </a:cubicBezTo>
                  <a:cubicBezTo>
                    <a:pt x="6918" y="2679"/>
                    <a:pt x="6943" y="2629"/>
                    <a:pt x="6467" y="1426"/>
                  </a:cubicBezTo>
                  <a:cubicBezTo>
                    <a:pt x="6442" y="1326"/>
                    <a:pt x="6392" y="1226"/>
                    <a:pt x="6342" y="1050"/>
                  </a:cubicBezTo>
                  <a:cubicBezTo>
                    <a:pt x="6692" y="925"/>
                    <a:pt x="7043" y="825"/>
                    <a:pt x="7419" y="699"/>
                  </a:cubicBezTo>
                  <a:cubicBezTo>
                    <a:pt x="7469" y="1050"/>
                    <a:pt x="7494" y="1326"/>
                    <a:pt x="7545" y="1602"/>
                  </a:cubicBezTo>
                  <a:cubicBezTo>
                    <a:pt x="7595" y="1978"/>
                    <a:pt x="7695" y="2103"/>
                    <a:pt x="8096" y="2103"/>
                  </a:cubicBezTo>
                  <a:cubicBezTo>
                    <a:pt x="8773" y="2103"/>
                    <a:pt x="9449" y="2078"/>
                    <a:pt x="10126" y="2028"/>
                  </a:cubicBezTo>
                  <a:cubicBezTo>
                    <a:pt x="10527" y="2003"/>
                    <a:pt x="10602" y="1877"/>
                    <a:pt x="10627" y="1476"/>
                  </a:cubicBezTo>
                  <a:cubicBezTo>
                    <a:pt x="10627" y="1326"/>
                    <a:pt x="10627" y="1201"/>
                    <a:pt x="10627" y="1050"/>
                  </a:cubicBezTo>
                  <a:cubicBezTo>
                    <a:pt x="10627" y="925"/>
                    <a:pt x="10627" y="800"/>
                    <a:pt x="10652" y="624"/>
                  </a:cubicBezTo>
                  <a:close/>
                  <a:moveTo>
                    <a:pt x="10438" y="0"/>
                  </a:moveTo>
                  <a:cubicBezTo>
                    <a:pt x="10189" y="0"/>
                    <a:pt x="10116" y="136"/>
                    <a:pt x="10076" y="499"/>
                  </a:cubicBezTo>
                  <a:cubicBezTo>
                    <a:pt x="10051" y="800"/>
                    <a:pt x="10076" y="1126"/>
                    <a:pt x="10076" y="1476"/>
                  </a:cubicBezTo>
                  <a:cubicBezTo>
                    <a:pt x="9374" y="1527"/>
                    <a:pt x="8722" y="1552"/>
                    <a:pt x="8096" y="1602"/>
                  </a:cubicBezTo>
                  <a:cubicBezTo>
                    <a:pt x="8046" y="1201"/>
                    <a:pt x="7996" y="900"/>
                    <a:pt x="7971" y="574"/>
                  </a:cubicBezTo>
                  <a:cubicBezTo>
                    <a:pt x="7916" y="225"/>
                    <a:pt x="7874" y="105"/>
                    <a:pt x="7678" y="105"/>
                  </a:cubicBezTo>
                  <a:cubicBezTo>
                    <a:pt x="7607" y="105"/>
                    <a:pt x="7515" y="121"/>
                    <a:pt x="7394" y="148"/>
                  </a:cubicBezTo>
                  <a:cubicBezTo>
                    <a:pt x="6993" y="223"/>
                    <a:pt x="6617" y="349"/>
                    <a:pt x="6241" y="474"/>
                  </a:cubicBezTo>
                  <a:cubicBezTo>
                    <a:pt x="5715" y="674"/>
                    <a:pt x="5640" y="850"/>
                    <a:pt x="5865" y="1401"/>
                  </a:cubicBezTo>
                  <a:cubicBezTo>
                    <a:pt x="5991" y="1677"/>
                    <a:pt x="6091" y="1978"/>
                    <a:pt x="6216" y="2304"/>
                  </a:cubicBezTo>
                  <a:cubicBezTo>
                    <a:pt x="5890" y="2479"/>
                    <a:pt x="5640" y="2629"/>
                    <a:pt x="5339" y="2805"/>
                  </a:cubicBezTo>
                  <a:cubicBezTo>
                    <a:pt x="5138" y="2504"/>
                    <a:pt x="4988" y="2278"/>
                    <a:pt x="4838" y="2053"/>
                  </a:cubicBezTo>
                  <a:cubicBezTo>
                    <a:pt x="4631" y="1799"/>
                    <a:pt x="4435" y="1666"/>
                    <a:pt x="4211" y="1666"/>
                  </a:cubicBezTo>
                  <a:cubicBezTo>
                    <a:pt x="4081" y="1666"/>
                    <a:pt x="3941" y="1710"/>
                    <a:pt x="3785" y="1802"/>
                  </a:cubicBezTo>
                  <a:cubicBezTo>
                    <a:pt x="3334" y="2078"/>
                    <a:pt x="2908" y="2429"/>
                    <a:pt x="2582" y="2930"/>
                  </a:cubicBezTo>
                  <a:cubicBezTo>
                    <a:pt x="2933" y="3331"/>
                    <a:pt x="3309" y="3757"/>
                    <a:pt x="3660" y="4158"/>
                  </a:cubicBezTo>
                  <a:cubicBezTo>
                    <a:pt x="3534" y="4309"/>
                    <a:pt x="3409" y="4459"/>
                    <a:pt x="3309" y="4584"/>
                  </a:cubicBezTo>
                  <a:cubicBezTo>
                    <a:pt x="3058" y="4860"/>
                    <a:pt x="2858" y="5261"/>
                    <a:pt x="2582" y="5336"/>
                  </a:cubicBezTo>
                  <a:cubicBezTo>
                    <a:pt x="2534" y="5352"/>
                    <a:pt x="2484" y="5359"/>
                    <a:pt x="2432" y="5359"/>
                  </a:cubicBezTo>
                  <a:cubicBezTo>
                    <a:pt x="2161" y="5359"/>
                    <a:pt x="1849" y="5166"/>
                    <a:pt x="1555" y="5060"/>
                  </a:cubicBezTo>
                  <a:cubicBezTo>
                    <a:pt x="1467" y="5025"/>
                    <a:pt x="1379" y="5005"/>
                    <a:pt x="1296" y="5005"/>
                  </a:cubicBezTo>
                  <a:cubicBezTo>
                    <a:pt x="1143" y="5005"/>
                    <a:pt x="1009" y="5073"/>
                    <a:pt x="928" y="5236"/>
                  </a:cubicBezTo>
                  <a:cubicBezTo>
                    <a:pt x="577" y="5963"/>
                    <a:pt x="226" y="6715"/>
                    <a:pt x="226" y="7567"/>
                  </a:cubicBezTo>
                  <a:cubicBezTo>
                    <a:pt x="226" y="8068"/>
                    <a:pt x="352" y="8168"/>
                    <a:pt x="828" y="8218"/>
                  </a:cubicBezTo>
                  <a:cubicBezTo>
                    <a:pt x="1179" y="8243"/>
                    <a:pt x="1504" y="8243"/>
                    <a:pt x="1880" y="8268"/>
                  </a:cubicBezTo>
                  <a:cubicBezTo>
                    <a:pt x="1805" y="8820"/>
                    <a:pt x="1780" y="9321"/>
                    <a:pt x="1730" y="9822"/>
                  </a:cubicBezTo>
                  <a:cubicBezTo>
                    <a:pt x="1529" y="9847"/>
                    <a:pt x="1379" y="9872"/>
                    <a:pt x="1204" y="9898"/>
                  </a:cubicBezTo>
                  <a:cubicBezTo>
                    <a:pt x="1053" y="9923"/>
                    <a:pt x="903" y="9923"/>
                    <a:pt x="727" y="9948"/>
                  </a:cubicBezTo>
                  <a:cubicBezTo>
                    <a:pt x="176" y="10048"/>
                    <a:pt x="1" y="10273"/>
                    <a:pt x="101" y="10825"/>
                  </a:cubicBezTo>
                  <a:cubicBezTo>
                    <a:pt x="201" y="11301"/>
                    <a:pt x="301" y="11777"/>
                    <a:pt x="452" y="12228"/>
                  </a:cubicBezTo>
                  <a:cubicBezTo>
                    <a:pt x="556" y="12624"/>
                    <a:pt x="643" y="12743"/>
                    <a:pt x="957" y="12743"/>
                  </a:cubicBezTo>
                  <a:cubicBezTo>
                    <a:pt x="1021" y="12743"/>
                    <a:pt x="1094" y="12738"/>
                    <a:pt x="1179" y="12730"/>
                  </a:cubicBezTo>
                  <a:cubicBezTo>
                    <a:pt x="1630" y="12705"/>
                    <a:pt x="2056" y="12629"/>
                    <a:pt x="2582" y="12554"/>
                  </a:cubicBezTo>
                  <a:cubicBezTo>
                    <a:pt x="2707" y="12905"/>
                    <a:pt x="2833" y="13231"/>
                    <a:pt x="2933" y="13532"/>
                  </a:cubicBezTo>
                  <a:cubicBezTo>
                    <a:pt x="2607" y="13807"/>
                    <a:pt x="2331" y="14008"/>
                    <a:pt x="2106" y="14233"/>
                  </a:cubicBezTo>
                  <a:cubicBezTo>
                    <a:pt x="1755" y="14584"/>
                    <a:pt x="1730" y="14810"/>
                    <a:pt x="2056" y="15186"/>
                  </a:cubicBezTo>
                  <a:cubicBezTo>
                    <a:pt x="2432" y="15612"/>
                    <a:pt x="2833" y="16038"/>
                    <a:pt x="3259" y="16439"/>
                  </a:cubicBezTo>
                  <a:cubicBezTo>
                    <a:pt x="3453" y="16621"/>
                    <a:pt x="3600" y="16709"/>
                    <a:pt x="3748" y="16709"/>
                  </a:cubicBezTo>
                  <a:cubicBezTo>
                    <a:pt x="3906" y="16709"/>
                    <a:pt x="4066" y="16608"/>
                    <a:pt x="4286" y="16414"/>
                  </a:cubicBezTo>
                  <a:cubicBezTo>
                    <a:pt x="4587" y="16163"/>
                    <a:pt x="4863" y="15913"/>
                    <a:pt x="5189" y="15662"/>
                  </a:cubicBezTo>
                  <a:cubicBezTo>
                    <a:pt x="5590" y="15862"/>
                    <a:pt x="6016" y="15988"/>
                    <a:pt x="6291" y="16389"/>
                  </a:cubicBezTo>
                  <a:cubicBezTo>
                    <a:pt x="6166" y="16690"/>
                    <a:pt x="6066" y="16990"/>
                    <a:pt x="5966" y="17316"/>
                  </a:cubicBezTo>
                  <a:cubicBezTo>
                    <a:pt x="5790" y="17943"/>
                    <a:pt x="5840" y="18043"/>
                    <a:pt x="6442" y="18243"/>
                  </a:cubicBezTo>
                  <a:cubicBezTo>
                    <a:pt x="6893" y="18369"/>
                    <a:pt x="7344" y="18469"/>
                    <a:pt x="7795" y="18569"/>
                  </a:cubicBezTo>
                  <a:cubicBezTo>
                    <a:pt x="7892" y="18587"/>
                    <a:pt x="7979" y="18596"/>
                    <a:pt x="8057" y="18596"/>
                  </a:cubicBezTo>
                  <a:cubicBezTo>
                    <a:pt x="8422" y="18596"/>
                    <a:pt x="8590" y="18397"/>
                    <a:pt x="8672" y="17943"/>
                  </a:cubicBezTo>
                  <a:cubicBezTo>
                    <a:pt x="8722" y="17642"/>
                    <a:pt x="8748" y="17316"/>
                    <a:pt x="8798" y="16990"/>
                  </a:cubicBezTo>
                  <a:lnTo>
                    <a:pt x="10326" y="16990"/>
                  </a:lnTo>
                  <a:cubicBezTo>
                    <a:pt x="10377" y="17316"/>
                    <a:pt x="10427" y="17642"/>
                    <a:pt x="10477" y="17943"/>
                  </a:cubicBezTo>
                  <a:cubicBezTo>
                    <a:pt x="10553" y="18362"/>
                    <a:pt x="10673" y="18549"/>
                    <a:pt x="10956" y="18549"/>
                  </a:cubicBezTo>
                  <a:cubicBezTo>
                    <a:pt x="11046" y="18549"/>
                    <a:pt x="11152" y="18530"/>
                    <a:pt x="11279" y="18494"/>
                  </a:cubicBezTo>
                  <a:cubicBezTo>
                    <a:pt x="11931" y="18344"/>
                    <a:pt x="12582" y="18118"/>
                    <a:pt x="13209" y="17867"/>
                  </a:cubicBezTo>
                  <a:cubicBezTo>
                    <a:pt x="13685" y="17692"/>
                    <a:pt x="13735" y="17492"/>
                    <a:pt x="13560" y="17015"/>
                  </a:cubicBezTo>
                  <a:cubicBezTo>
                    <a:pt x="13409" y="16664"/>
                    <a:pt x="13259" y="16314"/>
                    <a:pt x="13083" y="15963"/>
                  </a:cubicBezTo>
                  <a:cubicBezTo>
                    <a:pt x="13459" y="15712"/>
                    <a:pt x="13760" y="15512"/>
                    <a:pt x="14086" y="15311"/>
                  </a:cubicBezTo>
                  <a:cubicBezTo>
                    <a:pt x="14362" y="15637"/>
                    <a:pt x="14612" y="15888"/>
                    <a:pt x="14863" y="16163"/>
                  </a:cubicBezTo>
                  <a:cubicBezTo>
                    <a:pt x="15066" y="16367"/>
                    <a:pt x="15199" y="16473"/>
                    <a:pt x="15332" y="16473"/>
                  </a:cubicBezTo>
                  <a:cubicBezTo>
                    <a:pt x="15462" y="16473"/>
                    <a:pt x="15593" y="16373"/>
                    <a:pt x="15790" y="16163"/>
                  </a:cubicBezTo>
                  <a:cubicBezTo>
                    <a:pt x="16166" y="15787"/>
                    <a:pt x="16517" y="15411"/>
                    <a:pt x="16843" y="15010"/>
                  </a:cubicBezTo>
                  <a:cubicBezTo>
                    <a:pt x="17169" y="14584"/>
                    <a:pt x="17169" y="14509"/>
                    <a:pt x="16743" y="14158"/>
                  </a:cubicBezTo>
                  <a:cubicBezTo>
                    <a:pt x="16442" y="13933"/>
                    <a:pt x="16141" y="13707"/>
                    <a:pt x="15815" y="13431"/>
                  </a:cubicBezTo>
                  <a:cubicBezTo>
                    <a:pt x="15966" y="13081"/>
                    <a:pt x="16141" y="12730"/>
                    <a:pt x="16291" y="12404"/>
                  </a:cubicBezTo>
                  <a:cubicBezTo>
                    <a:pt x="16893" y="12579"/>
                    <a:pt x="17394" y="12955"/>
                    <a:pt x="18021" y="12955"/>
                  </a:cubicBezTo>
                  <a:cubicBezTo>
                    <a:pt x="18347" y="12278"/>
                    <a:pt x="18522" y="11552"/>
                    <a:pt x="18647" y="10825"/>
                  </a:cubicBezTo>
                  <a:cubicBezTo>
                    <a:pt x="18723" y="10399"/>
                    <a:pt x="18672" y="10349"/>
                    <a:pt x="18221" y="10273"/>
                  </a:cubicBezTo>
                  <a:cubicBezTo>
                    <a:pt x="17845" y="10223"/>
                    <a:pt x="17444" y="10198"/>
                    <a:pt x="16993" y="10148"/>
                  </a:cubicBezTo>
                  <a:cubicBezTo>
                    <a:pt x="16968" y="9622"/>
                    <a:pt x="16918" y="9096"/>
                    <a:pt x="16893" y="8544"/>
                  </a:cubicBezTo>
                  <a:cubicBezTo>
                    <a:pt x="17369" y="8469"/>
                    <a:pt x="17795" y="8419"/>
                    <a:pt x="18196" y="8369"/>
                  </a:cubicBezTo>
                  <a:cubicBezTo>
                    <a:pt x="18622" y="8294"/>
                    <a:pt x="18748" y="8193"/>
                    <a:pt x="18647" y="7767"/>
                  </a:cubicBezTo>
                  <a:cubicBezTo>
                    <a:pt x="18447" y="7040"/>
                    <a:pt x="18246" y="6339"/>
                    <a:pt x="17996" y="5637"/>
                  </a:cubicBezTo>
                  <a:cubicBezTo>
                    <a:pt x="17892" y="5293"/>
                    <a:pt x="17789" y="5161"/>
                    <a:pt x="17573" y="5161"/>
                  </a:cubicBezTo>
                  <a:cubicBezTo>
                    <a:pt x="17474" y="5161"/>
                    <a:pt x="17351" y="5189"/>
                    <a:pt x="17194" y="5236"/>
                  </a:cubicBezTo>
                  <a:cubicBezTo>
                    <a:pt x="16818" y="5361"/>
                    <a:pt x="16467" y="5486"/>
                    <a:pt x="16091" y="5637"/>
                  </a:cubicBezTo>
                  <a:cubicBezTo>
                    <a:pt x="15840" y="5311"/>
                    <a:pt x="15640" y="5035"/>
                    <a:pt x="15389" y="4735"/>
                  </a:cubicBezTo>
                  <a:cubicBezTo>
                    <a:pt x="15715" y="4409"/>
                    <a:pt x="16016" y="4133"/>
                    <a:pt x="16291" y="3882"/>
                  </a:cubicBezTo>
                  <a:cubicBezTo>
                    <a:pt x="16667" y="3532"/>
                    <a:pt x="16692" y="3381"/>
                    <a:pt x="16342" y="3030"/>
                  </a:cubicBezTo>
                  <a:cubicBezTo>
                    <a:pt x="15966" y="2629"/>
                    <a:pt x="15565" y="2253"/>
                    <a:pt x="15139" y="1902"/>
                  </a:cubicBezTo>
                  <a:cubicBezTo>
                    <a:pt x="14927" y="1726"/>
                    <a:pt x="14776" y="1638"/>
                    <a:pt x="14632" y="1638"/>
                  </a:cubicBezTo>
                  <a:cubicBezTo>
                    <a:pt x="14468" y="1638"/>
                    <a:pt x="14312" y="1751"/>
                    <a:pt x="14086" y="1978"/>
                  </a:cubicBezTo>
                  <a:cubicBezTo>
                    <a:pt x="13835" y="2203"/>
                    <a:pt x="13610" y="2454"/>
                    <a:pt x="13359" y="2730"/>
                  </a:cubicBezTo>
                  <a:cubicBezTo>
                    <a:pt x="13033" y="2504"/>
                    <a:pt x="12758" y="2329"/>
                    <a:pt x="12457" y="2128"/>
                  </a:cubicBezTo>
                  <a:cubicBezTo>
                    <a:pt x="12582" y="1827"/>
                    <a:pt x="12733" y="1577"/>
                    <a:pt x="12833" y="1301"/>
                  </a:cubicBezTo>
                  <a:cubicBezTo>
                    <a:pt x="13033" y="875"/>
                    <a:pt x="12983" y="674"/>
                    <a:pt x="12532" y="524"/>
                  </a:cubicBezTo>
                  <a:cubicBezTo>
                    <a:pt x="11905" y="298"/>
                    <a:pt x="11279" y="148"/>
                    <a:pt x="10652" y="23"/>
                  </a:cubicBezTo>
                  <a:cubicBezTo>
                    <a:pt x="10569" y="8"/>
                    <a:pt x="10498" y="0"/>
                    <a:pt x="104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6" name="Google Shape;3046;p64"/>
            <p:cNvSpPr/>
            <p:nvPr/>
          </p:nvSpPr>
          <p:spPr>
            <a:xfrm>
              <a:off x="5661950" y="3852925"/>
              <a:ext cx="132250" cy="131000"/>
            </a:xfrm>
            <a:custGeom>
              <a:avLst/>
              <a:gdLst/>
              <a:ahLst/>
              <a:cxnLst/>
              <a:rect l="l" t="t" r="r" b="b"/>
              <a:pathLst>
                <a:path w="5290" h="5240" extrusionOk="0">
                  <a:moveTo>
                    <a:pt x="2657" y="603"/>
                  </a:moveTo>
                  <a:cubicBezTo>
                    <a:pt x="3810" y="603"/>
                    <a:pt x="4688" y="1505"/>
                    <a:pt x="4688" y="2633"/>
                  </a:cubicBezTo>
                  <a:cubicBezTo>
                    <a:pt x="4688" y="3746"/>
                    <a:pt x="3784" y="4688"/>
                    <a:pt x="2676" y="4688"/>
                  </a:cubicBezTo>
                  <a:cubicBezTo>
                    <a:pt x="2661" y="4688"/>
                    <a:pt x="2647" y="4688"/>
                    <a:pt x="2632" y="4688"/>
                  </a:cubicBezTo>
                  <a:cubicBezTo>
                    <a:pt x="1505" y="4663"/>
                    <a:pt x="602" y="3760"/>
                    <a:pt x="602" y="2633"/>
                  </a:cubicBezTo>
                  <a:cubicBezTo>
                    <a:pt x="602" y="1480"/>
                    <a:pt x="1505" y="603"/>
                    <a:pt x="2657" y="603"/>
                  </a:cubicBezTo>
                  <a:close/>
                  <a:moveTo>
                    <a:pt x="2607" y="1"/>
                  </a:moveTo>
                  <a:cubicBezTo>
                    <a:pt x="1154" y="26"/>
                    <a:pt x="1" y="1204"/>
                    <a:pt x="26" y="2658"/>
                  </a:cubicBezTo>
                  <a:cubicBezTo>
                    <a:pt x="51" y="4096"/>
                    <a:pt x="1179" y="5240"/>
                    <a:pt x="2611" y="5240"/>
                  </a:cubicBezTo>
                  <a:cubicBezTo>
                    <a:pt x="2626" y="5240"/>
                    <a:pt x="2642" y="5239"/>
                    <a:pt x="2657" y="5239"/>
                  </a:cubicBezTo>
                  <a:cubicBezTo>
                    <a:pt x="4111" y="5239"/>
                    <a:pt x="5289" y="4086"/>
                    <a:pt x="5289" y="2633"/>
                  </a:cubicBezTo>
                  <a:cubicBezTo>
                    <a:pt x="5289" y="1154"/>
                    <a:pt x="4086" y="1"/>
                    <a:pt x="26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7" name="Google Shape;3047;p64"/>
            <p:cNvSpPr/>
            <p:nvPr/>
          </p:nvSpPr>
          <p:spPr>
            <a:xfrm>
              <a:off x="5010950" y="3760875"/>
              <a:ext cx="392250" cy="389575"/>
            </a:xfrm>
            <a:custGeom>
              <a:avLst/>
              <a:gdLst/>
              <a:ahLst/>
              <a:cxnLst/>
              <a:rect l="l" t="t" r="r" b="b"/>
              <a:pathLst>
                <a:path w="15690" h="15583" extrusionOk="0">
                  <a:moveTo>
                    <a:pt x="8923" y="525"/>
                  </a:moveTo>
                  <a:cubicBezTo>
                    <a:pt x="9399" y="550"/>
                    <a:pt x="9850" y="675"/>
                    <a:pt x="10326" y="876"/>
                  </a:cubicBezTo>
                  <a:cubicBezTo>
                    <a:pt x="10226" y="1102"/>
                    <a:pt x="10126" y="1277"/>
                    <a:pt x="10051" y="1477"/>
                  </a:cubicBezTo>
                  <a:cubicBezTo>
                    <a:pt x="9900" y="1878"/>
                    <a:pt x="9925" y="2029"/>
                    <a:pt x="10276" y="2254"/>
                  </a:cubicBezTo>
                  <a:cubicBezTo>
                    <a:pt x="10452" y="2405"/>
                    <a:pt x="10677" y="2505"/>
                    <a:pt x="10878" y="2630"/>
                  </a:cubicBezTo>
                  <a:cubicBezTo>
                    <a:pt x="11027" y="2705"/>
                    <a:pt x="11122" y="2743"/>
                    <a:pt x="11205" y="2743"/>
                  </a:cubicBezTo>
                  <a:cubicBezTo>
                    <a:pt x="11317" y="2743"/>
                    <a:pt x="11407" y="2674"/>
                    <a:pt x="11580" y="2530"/>
                  </a:cubicBezTo>
                  <a:cubicBezTo>
                    <a:pt x="11805" y="2330"/>
                    <a:pt x="12006" y="2129"/>
                    <a:pt x="12256" y="1904"/>
                  </a:cubicBezTo>
                  <a:cubicBezTo>
                    <a:pt x="12632" y="2154"/>
                    <a:pt x="12983" y="2480"/>
                    <a:pt x="13334" y="2881"/>
                  </a:cubicBezTo>
                  <a:cubicBezTo>
                    <a:pt x="13108" y="3107"/>
                    <a:pt x="12883" y="3332"/>
                    <a:pt x="12657" y="3558"/>
                  </a:cubicBezTo>
                  <a:cubicBezTo>
                    <a:pt x="12331" y="3883"/>
                    <a:pt x="12306" y="3984"/>
                    <a:pt x="12607" y="4360"/>
                  </a:cubicBezTo>
                  <a:cubicBezTo>
                    <a:pt x="12758" y="4560"/>
                    <a:pt x="12908" y="4761"/>
                    <a:pt x="13083" y="4961"/>
                  </a:cubicBezTo>
                  <a:cubicBezTo>
                    <a:pt x="13225" y="5135"/>
                    <a:pt x="13318" y="5209"/>
                    <a:pt x="13448" y="5209"/>
                  </a:cubicBezTo>
                  <a:cubicBezTo>
                    <a:pt x="13524" y="5209"/>
                    <a:pt x="13614" y="5183"/>
                    <a:pt x="13735" y="5137"/>
                  </a:cubicBezTo>
                  <a:cubicBezTo>
                    <a:pt x="14011" y="5036"/>
                    <a:pt x="14261" y="4911"/>
                    <a:pt x="14562" y="4786"/>
                  </a:cubicBezTo>
                  <a:cubicBezTo>
                    <a:pt x="14863" y="5337"/>
                    <a:pt x="15013" y="5914"/>
                    <a:pt x="15113" y="6565"/>
                  </a:cubicBezTo>
                  <a:cubicBezTo>
                    <a:pt x="14788" y="6615"/>
                    <a:pt x="14487" y="6665"/>
                    <a:pt x="14161" y="6716"/>
                  </a:cubicBezTo>
                  <a:cubicBezTo>
                    <a:pt x="13735" y="6766"/>
                    <a:pt x="13685" y="6816"/>
                    <a:pt x="13710" y="7242"/>
                  </a:cubicBezTo>
                  <a:cubicBezTo>
                    <a:pt x="13710" y="7643"/>
                    <a:pt x="13710" y="8019"/>
                    <a:pt x="13735" y="8395"/>
                  </a:cubicBezTo>
                  <a:cubicBezTo>
                    <a:pt x="13760" y="8595"/>
                    <a:pt x="13810" y="8796"/>
                    <a:pt x="13835" y="8996"/>
                  </a:cubicBezTo>
                  <a:lnTo>
                    <a:pt x="15164" y="8996"/>
                  </a:lnTo>
                  <a:cubicBezTo>
                    <a:pt x="15038" y="9472"/>
                    <a:pt x="14938" y="9899"/>
                    <a:pt x="14813" y="10400"/>
                  </a:cubicBezTo>
                  <a:cubicBezTo>
                    <a:pt x="14487" y="10224"/>
                    <a:pt x="14211" y="10099"/>
                    <a:pt x="13936" y="9974"/>
                  </a:cubicBezTo>
                  <a:cubicBezTo>
                    <a:pt x="13807" y="9909"/>
                    <a:pt x="13705" y="9875"/>
                    <a:pt x="13618" y="9875"/>
                  </a:cubicBezTo>
                  <a:cubicBezTo>
                    <a:pt x="13468" y="9875"/>
                    <a:pt x="13361" y="9977"/>
                    <a:pt x="13234" y="10199"/>
                  </a:cubicBezTo>
                  <a:cubicBezTo>
                    <a:pt x="13083" y="10450"/>
                    <a:pt x="12958" y="10751"/>
                    <a:pt x="12858" y="11026"/>
                  </a:cubicBezTo>
                  <a:cubicBezTo>
                    <a:pt x="12732" y="11352"/>
                    <a:pt x="12783" y="11503"/>
                    <a:pt x="13083" y="11728"/>
                  </a:cubicBezTo>
                  <a:cubicBezTo>
                    <a:pt x="13284" y="11879"/>
                    <a:pt x="13509" y="12029"/>
                    <a:pt x="13785" y="12229"/>
                  </a:cubicBezTo>
                  <a:cubicBezTo>
                    <a:pt x="13459" y="12605"/>
                    <a:pt x="13184" y="12931"/>
                    <a:pt x="12858" y="13282"/>
                  </a:cubicBezTo>
                  <a:cubicBezTo>
                    <a:pt x="12632" y="13031"/>
                    <a:pt x="12457" y="12831"/>
                    <a:pt x="12281" y="12630"/>
                  </a:cubicBezTo>
                  <a:cubicBezTo>
                    <a:pt x="12092" y="12441"/>
                    <a:pt x="11962" y="12347"/>
                    <a:pt x="11815" y="12347"/>
                  </a:cubicBezTo>
                  <a:cubicBezTo>
                    <a:pt x="11689" y="12347"/>
                    <a:pt x="11551" y="12416"/>
                    <a:pt x="11354" y="12555"/>
                  </a:cubicBezTo>
                  <a:cubicBezTo>
                    <a:pt x="11179" y="12681"/>
                    <a:pt x="11003" y="12806"/>
                    <a:pt x="10828" y="12931"/>
                  </a:cubicBezTo>
                  <a:cubicBezTo>
                    <a:pt x="10477" y="13207"/>
                    <a:pt x="10452" y="13282"/>
                    <a:pt x="10602" y="13708"/>
                  </a:cubicBezTo>
                  <a:cubicBezTo>
                    <a:pt x="10652" y="13808"/>
                    <a:pt x="10727" y="13934"/>
                    <a:pt x="10778" y="14059"/>
                  </a:cubicBezTo>
                  <a:cubicBezTo>
                    <a:pt x="10828" y="14184"/>
                    <a:pt x="10878" y="14310"/>
                    <a:pt x="10953" y="14485"/>
                  </a:cubicBezTo>
                  <a:cubicBezTo>
                    <a:pt x="10427" y="14786"/>
                    <a:pt x="9850" y="14936"/>
                    <a:pt x="9224" y="15062"/>
                  </a:cubicBezTo>
                  <a:cubicBezTo>
                    <a:pt x="9199" y="14786"/>
                    <a:pt x="9174" y="14560"/>
                    <a:pt x="9149" y="14310"/>
                  </a:cubicBezTo>
                  <a:cubicBezTo>
                    <a:pt x="9123" y="13833"/>
                    <a:pt x="9073" y="13783"/>
                    <a:pt x="8572" y="13783"/>
                  </a:cubicBezTo>
                  <a:cubicBezTo>
                    <a:pt x="8409" y="13771"/>
                    <a:pt x="8240" y="13765"/>
                    <a:pt x="8071" y="13765"/>
                  </a:cubicBezTo>
                  <a:cubicBezTo>
                    <a:pt x="7902" y="13765"/>
                    <a:pt x="7732" y="13771"/>
                    <a:pt x="7570" y="13783"/>
                  </a:cubicBezTo>
                  <a:cubicBezTo>
                    <a:pt x="7018" y="13808"/>
                    <a:pt x="6943" y="13884"/>
                    <a:pt x="6868" y="14435"/>
                  </a:cubicBezTo>
                  <a:cubicBezTo>
                    <a:pt x="6843" y="14635"/>
                    <a:pt x="6843" y="14836"/>
                    <a:pt x="6818" y="15087"/>
                  </a:cubicBezTo>
                  <a:cubicBezTo>
                    <a:pt x="6341" y="15087"/>
                    <a:pt x="5890" y="14936"/>
                    <a:pt x="5414" y="14761"/>
                  </a:cubicBezTo>
                  <a:cubicBezTo>
                    <a:pt x="5514" y="14485"/>
                    <a:pt x="5615" y="14259"/>
                    <a:pt x="5690" y="14009"/>
                  </a:cubicBezTo>
                  <a:cubicBezTo>
                    <a:pt x="5815" y="13583"/>
                    <a:pt x="5790" y="13457"/>
                    <a:pt x="5439" y="13232"/>
                  </a:cubicBezTo>
                  <a:cubicBezTo>
                    <a:pt x="5189" y="13031"/>
                    <a:pt x="4913" y="12881"/>
                    <a:pt x="4612" y="12731"/>
                  </a:cubicBezTo>
                  <a:cubicBezTo>
                    <a:pt x="4527" y="12683"/>
                    <a:pt x="4442" y="12661"/>
                    <a:pt x="4359" y="12661"/>
                  </a:cubicBezTo>
                  <a:cubicBezTo>
                    <a:pt x="4223" y="12661"/>
                    <a:pt x="4095" y="12722"/>
                    <a:pt x="3986" y="12831"/>
                  </a:cubicBezTo>
                  <a:cubicBezTo>
                    <a:pt x="3860" y="12956"/>
                    <a:pt x="3735" y="13056"/>
                    <a:pt x="3610" y="13182"/>
                  </a:cubicBezTo>
                  <a:cubicBezTo>
                    <a:pt x="3484" y="13282"/>
                    <a:pt x="3359" y="13407"/>
                    <a:pt x="3184" y="13558"/>
                  </a:cubicBezTo>
                  <a:cubicBezTo>
                    <a:pt x="2783" y="13157"/>
                    <a:pt x="2407" y="12756"/>
                    <a:pt x="1955" y="12330"/>
                  </a:cubicBezTo>
                  <a:cubicBezTo>
                    <a:pt x="2231" y="12129"/>
                    <a:pt x="2457" y="11979"/>
                    <a:pt x="2657" y="11828"/>
                  </a:cubicBezTo>
                  <a:cubicBezTo>
                    <a:pt x="2983" y="11603"/>
                    <a:pt x="3008" y="11528"/>
                    <a:pt x="2883" y="11152"/>
                  </a:cubicBezTo>
                  <a:cubicBezTo>
                    <a:pt x="2833" y="10951"/>
                    <a:pt x="2757" y="10751"/>
                    <a:pt x="2682" y="10525"/>
                  </a:cubicBezTo>
                  <a:cubicBezTo>
                    <a:pt x="2555" y="10180"/>
                    <a:pt x="2454" y="10045"/>
                    <a:pt x="2217" y="10045"/>
                  </a:cubicBezTo>
                  <a:cubicBezTo>
                    <a:pt x="2127" y="10045"/>
                    <a:pt x="2018" y="10065"/>
                    <a:pt x="1880" y="10099"/>
                  </a:cubicBezTo>
                  <a:cubicBezTo>
                    <a:pt x="1580" y="10149"/>
                    <a:pt x="1254" y="10249"/>
                    <a:pt x="878" y="10325"/>
                  </a:cubicBezTo>
                  <a:cubicBezTo>
                    <a:pt x="752" y="9798"/>
                    <a:pt x="627" y="9297"/>
                    <a:pt x="502" y="8721"/>
                  </a:cubicBezTo>
                  <a:lnTo>
                    <a:pt x="1279" y="8721"/>
                  </a:lnTo>
                  <a:cubicBezTo>
                    <a:pt x="1755" y="8696"/>
                    <a:pt x="1880" y="8570"/>
                    <a:pt x="1905" y="8094"/>
                  </a:cubicBezTo>
                  <a:cubicBezTo>
                    <a:pt x="1955" y="7693"/>
                    <a:pt x="1981" y="7317"/>
                    <a:pt x="2006" y="6916"/>
                  </a:cubicBezTo>
                  <a:cubicBezTo>
                    <a:pt x="2031" y="6565"/>
                    <a:pt x="1955" y="6515"/>
                    <a:pt x="1605" y="6490"/>
                  </a:cubicBezTo>
                  <a:cubicBezTo>
                    <a:pt x="1304" y="6465"/>
                    <a:pt x="978" y="6440"/>
                    <a:pt x="627" y="6440"/>
                  </a:cubicBezTo>
                  <a:cubicBezTo>
                    <a:pt x="702" y="5788"/>
                    <a:pt x="903" y="5212"/>
                    <a:pt x="1179" y="4660"/>
                  </a:cubicBezTo>
                  <a:cubicBezTo>
                    <a:pt x="1454" y="4761"/>
                    <a:pt x="1680" y="4861"/>
                    <a:pt x="1930" y="4936"/>
                  </a:cubicBezTo>
                  <a:cubicBezTo>
                    <a:pt x="2033" y="4979"/>
                    <a:pt x="2129" y="5001"/>
                    <a:pt x="2220" y="5001"/>
                  </a:cubicBezTo>
                  <a:cubicBezTo>
                    <a:pt x="2396" y="5001"/>
                    <a:pt x="2550" y="4917"/>
                    <a:pt x="2682" y="4736"/>
                  </a:cubicBezTo>
                  <a:cubicBezTo>
                    <a:pt x="2933" y="4410"/>
                    <a:pt x="3209" y="4109"/>
                    <a:pt x="3459" y="3783"/>
                  </a:cubicBezTo>
                  <a:cubicBezTo>
                    <a:pt x="3685" y="3508"/>
                    <a:pt x="3660" y="3357"/>
                    <a:pt x="3384" y="3107"/>
                  </a:cubicBezTo>
                  <a:cubicBezTo>
                    <a:pt x="3184" y="2906"/>
                    <a:pt x="2983" y="2706"/>
                    <a:pt x="2732" y="2480"/>
                  </a:cubicBezTo>
                  <a:cubicBezTo>
                    <a:pt x="3008" y="2254"/>
                    <a:pt x="3284" y="2029"/>
                    <a:pt x="3560" y="1803"/>
                  </a:cubicBezTo>
                  <a:cubicBezTo>
                    <a:pt x="3735" y="2054"/>
                    <a:pt x="3860" y="2254"/>
                    <a:pt x="4011" y="2480"/>
                  </a:cubicBezTo>
                  <a:cubicBezTo>
                    <a:pt x="4169" y="2702"/>
                    <a:pt x="4288" y="2804"/>
                    <a:pt x="4455" y="2804"/>
                  </a:cubicBezTo>
                  <a:cubicBezTo>
                    <a:pt x="4552" y="2804"/>
                    <a:pt x="4666" y="2770"/>
                    <a:pt x="4813" y="2706"/>
                  </a:cubicBezTo>
                  <a:cubicBezTo>
                    <a:pt x="5815" y="2254"/>
                    <a:pt x="5815" y="2229"/>
                    <a:pt x="5414" y="1202"/>
                  </a:cubicBezTo>
                  <a:cubicBezTo>
                    <a:pt x="5389" y="1127"/>
                    <a:pt x="5364" y="1026"/>
                    <a:pt x="5314" y="876"/>
                  </a:cubicBezTo>
                  <a:cubicBezTo>
                    <a:pt x="5615" y="801"/>
                    <a:pt x="5890" y="701"/>
                    <a:pt x="6216" y="600"/>
                  </a:cubicBezTo>
                  <a:cubicBezTo>
                    <a:pt x="6266" y="901"/>
                    <a:pt x="6291" y="1127"/>
                    <a:pt x="6316" y="1352"/>
                  </a:cubicBezTo>
                  <a:cubicBezTo>
                    <a:pt x="6367" y="1678"/>
                    <a:pt x="6442" y="1778"/>
                    <a:pt x="6768" y="1778"/>
                  </a:cubicBezTo>
                  <a:cubicBezTo>
                    <a:pt x="7344" y="1778"/>
                    <a:pt x="7920" y="1753"/>
                    <a:pt x="8497" y="1703"/>
                  </a:cubicBezTo>
                  <a:cubicBezTo>
                    <a:pt x="8823" y="1678"/>
                    <a:pt x="8873" y="1603"/>
                    <a:pt x="8898" y="1252"/>
                  </a:cubicBezTo>
                  <a:cubicBezTo>
                    <a:pt x="8898" y="1127"/>
                    <a:pt x="8898" y="1001"/>
                    <a:pt x="8898" y="901"/>
                  </a:cubicBezTo>
                  <a:cubicBezTo>
                    <a:pt x="8898" y="801"/>
                    <a:pt x="8898" y="701"/>
                    <a:pt x="8923" y="525"/>
                  </a:cubicBezTo>
                  <a:close/>
                  <a:moveTo>
                    <a:pt x="8739" y="1"/>
                  </a:moveTo>
                  <a:cubicBezTo>
                    <a:pt x="8535" y="1"/>
                    <a:pt x="8467" y="125"/>
                    <a:pt x="8447" y="425"/>
                  </a:cubicBezTo>
                  <a:cubicBezTo>
                    <a:pt x="8422" y="675"/>
                    <a:pt x="8447" y="951"/>
                    <a:pt x="8447" y="1252"/>
                  </a:cubicBezTo>
                  <a:cubicBezTo>
                    <a:pt x="7845" y="1277"/>
                    <a:pt x="7319" y="1327"/>
                    <a:pt x="6768" y="1352"/>
                  </a:cubicBezTo>
                  <a:cubicBezTo>
                    <a:pt x="6742" y="1026"/>
                    <a:pt x="6692" y="751"/>
                    <a:pt x="6667" y="500"/>
                  </a:cubicBezTo>
                  <a:cubicBezTo>
                    <a:pt x="6629" y="198"/>
                    <a:pt x="6592" y="95"/>
                    <a:pt x="6414" y="95"/>
                  </a:cubicBezTo>
                  <a:cubicBezTo>
                    <a:pt x="6356" y="95"/>
                    <a:pt x="6283" y="106"/>
                    <a:pt x="6191" y="124"/>
                  </a:cubicBezTo>
                  <a:cubicBezTo>
                    <a:pt x="5865" y="199"/>
                    <a:pt x="5539" y="300"/>
                    <a:pt x="5239" y="400"/>
                  </a:cubicBezTo>
                  <a:cubicBezTo>
                    <a:pt x="4788" y="575"/>
                    <a:pt x="4737" y="726"/>
                    <a:pt x="4913" y="1177"/>
                  </a:cubicBezTo>
                  <a:cubicBezTo>
                    <a:pt x="5013" y="1427"/>
                    <a:pt x="5113" y="1678"/>
                    <a:pt x="5214" y="1954"/>
                  </a:cubicBezTo>
                  <a:cubicBezTo>
                    <a:pt x="4938" y="2104"/>
                    <a:pt x="4712" y="2229"/>
                    <a:pt x="4487" y="2355"/>
                  </a:cubicBezTo>
                  <a:cubicBezTo>
                    <a:pt x="4311" y="2129"/>
                    <a:pt x="4186" y="1929"/>
                    <a:pt x="4036" y="1728"/>
                  </a:cubicBezTo>
                  <a:cubicBezTo>
                    <a:pt x="3881" y="1511"/>
                    <a:pt x="3725" y="1399"/>
                    <a:pt x="3547" y="1399"/>
                  </a:cubicBezTo>
                  <a:cubicBezTo>
                    <a:pt x="3436" y="1399"/>
                    <a:pt x="3317" y="1442"/>
                    <a:pt x="3184" y="1528"/>
                  </a:cubicBezTo>
                  <a:cubicBezTo>
                    <a:pt x="2783" y="1753"/>
                    <a:pt x="2432" y="2029"/>
                    <a:pt x="2156" y="2455"/>
                  </a:cubicBezTo>
                  <a:cubicBezTo>
                    <a:pt x="2457" y="2806"/>
                    <a:pt x="2757" y="3157"/>
                    <a:pt x="3058" y="3482"/>
                  </a:cubicBezTo>
                  <a:cubicBezTo>
                    <a:pt x="2958" y="3633"/>
                    <a:pt x="2858" y="3758"/>
                    <a:pt x="2757" y="3858"/>
                  </a:cubicBezTo>
                  <a:cubicBezTo>
                    <a:pt x="2582" y="4084"/>
                    <a:pt x="2407" y="4435"/>
                    <a:pt x="2156" y="4485"/>
                  </a:cubicBezTo>
                  <a:cubicBezTo>
                    <a:pt x="2118" y="4496"/>
                    <a:pt x="2078" y="4502"/>
                    <a:pt x="2037" y="4502"/>
                  </a:cubicBezTo>
                  <a:cubicBezTo>
                    <a:pt x="1807" y="4502"/>
                    <a:pt x="1538" y="4344"/>
                    <a:pt x="1304" y="4259"/>
                  </a:cubicBezTo>
                  <a:cubicBezTo>
                    <a:pt x="1220" y="4222"/>
                    <a:pt x="1143" y="4202"/>
                    <a:pt x="1073" y="4202"/>
                  </a:cubicBezTo>
                  <a:cubicBezTo>
                    <a:pt x="955" y="4202"/>
                    <a:pt x="856" y="4259"/>
                    <a:pt x="778" y="4385"/>
                  </a:cubicBezTo>
                  <a:cubicBezTo>
                    <a:pt x="477" y="5011"/>
                    <a:pt x="201" y="5638"/>
                    <a:pt x="201" y="6365"/>
                  </a:cubicBezTo>
                  <a:cubicBezTo>
                    <a:pt x="201" y="6766"/>
                    <a:pt x="276" y="6841"/>
                    <a:pt x="702" y="6891"/>
                  </a:cubicBezTo>
                  <a:cubicBezTo>
                    <a:pt x="978" y="6916"/>
                    <a:pt x="1254" y="6916"/>
                    <a:pt x="1580" y="6941"/>
                  </a:cubicBezTo>
                  <a:cubicBezTo>
                    <a:pt x="1529" y="7392"/>
                    <a:pt x="1479" y="7818"/>
                    <a:pt x="1454" y="8244"/>
                  </a:cubicBezTo>
                  <a:cubicBezTo>
                    <a:pt x="1279" y="8269"/>
                    <a:pt x="1153" y="8295"/>
                    <a:pt x="1028" y="8295"/>
                  </a:cubicBezTo>
                  <a:cubicBezTo>
                    <a:pt x="878" y="8320"/>
                    <a:pt x="752" y="8320"/>
                    <a:pt x="627" y="8345"/>
                  </a:cubicBezTo>
                  <a:cubicBezTo>
                    <a:pt x="151" y="8420"/>
                    <a:pt x="1" y="8595"/>
                    <a:pt x="101" y="9071"/>
                  </a:cubicBezTo>
                  <a:cubicBezTo>
                    <a:pt x="176" y="9472"/>
                    <a:pt x="276" y="9874"/>
                    <a:pt x="377" y="10249"/>
                  </a:cubicBezTo>
                  <a:cubicBezTo>
                    <a:pt x="485" y="10597"/>
                    <a:pt x="556" y="10681"/>
                    <a:pt x="850" y="10681"/>
                  </a:cubicBezTo>
                  <a:cubicBezTo>
                    <a:pt x="895" y="10681"/>
                    <a:pt x="946" y="10679"/>
                    <a:pt x="1003" y="10676"/>
                  </a:cubicBezTo>
                  <a:cubicBezTo>
                    <a:pt x="1354" y="10650"/>
                    <a:pt x="1730" y="10575"/>
                    <a:pt x="2181" y="10525"/>
                  </a:cubicBezTo>
                  <a:cubicBezTo>
                    <a:pt x="2281" y="10826"/>
                    <a:pt x="2382" y="11102"/>
                    <a:pt x="2457" y="11352"/>
                  </a:cubicBezTo>
                  <a:cubicBezTo>
                    <a:pt x="2206" y="11578"/>
                    <a:pt x="1955" y="11728"/>
                    <a:pt x="1755" y="11929"/>
                  </a:cubicBezTo>
                  <a:cubicBezTo>
                    <a:pt x="1479" y="12229"/>
                    <a:pt x="1454" y="12405"/>
                    <a:pt x="1730" y="12731"/>
                  </a:cubicBezTo>
                  <a:cubicBezTo>
                    <a:pt x="2031" y="13107"/>
                    <a:pt x="2382" y="13457"/>
                    <a:pt x="2732" y="13783"/>
                  </a:cubicBezTo>
                  <a:cubicBezTo>
                    <a:pt x="2901" y="13940"/>
                    <a:pt x="3023" y="14015"/>
                    <a:pt x="3147" y="14015"/>
                  </a:cubicBezTo>
                  <a:cubicBezTo>
                    <a:pt x="3280" y="14015"/>
                    <a:pt x="3414" y="13927"/>
                    <a:pt x="3610" y="13758"/>
                  </a:cubicBezTo>
                  <a:cubicBezTo>
                    <a:pt x="3835" y="13533"/>
                    <a:pt x="4086" y="13332"/>
                    <a:pt x="4336" y="13132"/>
                  </a:cubicBezTo>
                  <a:cubicBezTo>
                    <a:pt x="4687" y="13282"/>
                    <a:pt x="5038" y="13382"/>
                    <a:pt x="5264" y="13733"/>
                  </a:cubicBezTo>
                  <a:cubicBezTo>
                    <a:pt x="5164" y="14009"/>
                    <a:pt x="5088" y="14259"/>
                    <a:pt x="5013" y="14510"/>
                  </a:cubicBezTo>
                  <a:cubicBezTo>
                    <a:pt x="4838" y="15036"/>
                    <a:pt x="4888" y="15137"/>
                    <a:pt x="5389" y="15287"/>
                  </a:cubicBezTo>
                  <a:cubicBezTo>
                    <a:pt x="5765" y="15387"/>
                    <a:pt x="6141" y="15488"/>
                    <a:pt x="6517" y="15563"/>
                  </a:cubicBezTo>
                  <a:cubicBezTo>
                    <a:pt x="6601" y="15576"/>
                    <a:pt x="6675" y="15583"/>
                    <a:pt x="6742" y="15583"/>
                  </a:cubicBezTo>
                  <a:cubicBezTo>
                    <a:pt x="7053" y="15583"/>
                    <a:pt x="7186" y="15429"/>
                    <a:pt x="7269" y="15036"/>
                  </a:cubicBezTo>
                  <a:cubicBezTo>
                    <a:pt x="7294" y="14786"/>
                    <a:pt x="7344" y="14510"/>
                    <a:pt x="7369" y="14234"/>
                  </a:cubicBezTo>
                  <a:lnTo>
                    <a:pt x="8647" y="14234"/>
                  </a:lnTo>
                  <a:cubicBezTo>
                    <a:pt x="8697" y="14535"/>
                    <a:pt x="8722" y="14786"/>
                    <a:pt x="8773" y="15062"/>
                  </a:cubicBezTo>
                  <a:cubicBezTo>
                    <a:pt x="8850" y="15409"/>
                    <a:pt x="8942" y="15548"/>
                    <a:pt x="9186" y="15548"/>
                  </a:cubicBezTo>
                  <a:cubicBezTo>
                    <a:pt x="9259" y="15548"/>
                    <a:pt x="9345" y="15536"/>
                    <a:pt x="9449" y="15513"/>
                  </a:cubicBezTo>
                  <a:cubicBezTo>
                    <a:pt x="10001" y="15362"/>
                    <a:pt x="10552" y="15187"/>
                    <a:pt x="11078" y="14986"/>
                  </a:cubicBezTo>
                  <a:cubicBezTo>
                    <a:pt x="11454" y="14836"/>
                    <a:pt x="11504" y="14660"/>
                    <a:pt x="11354" y="14259"/>
                  </a:cubicBezTo>
                  <a:cubicBezTo>
                    <a:pt x="11229" y="13984"/>
                    <a:pt x="11103" y="13683"/>
                    <a:pt x="10978" y="13382"/>
                  </a:cubicBezTo>
                  <a:cubicBezTo>
                    <a:pt x="11279" y="13182"/>
                    <a:pt x="11529" y="13006"/>
                    <a:pt x="11780" y="12831"/>
                  </a:cubicBezTo>
                  <a:cubicBezTo>
                    <a:pt x="12031" y="13107"/>
                    <a:pt x="12231" y="13332"/>
                    <a:pt x="12457" y="13558"/>
                  </a:cubicBezTo>
                  <a:cubicBezTo>
                    <a:pt x="12623" y="13724"/>
                    <a:pt x="12730" y="13812"/>
                    <a:pt x="12842" y="13812"/>
                  </a:cubicBezTo>
                  <a:cubicBezTo>
                    <a:pt x="12950" y="13812"/>
                    <a:pt x="13062" y="13730"/>
                    <a:pt x="13234" y="13558"/>
                  </a:cubicBezTo>
                  <a:cubicBezTo>
                    <a:pt x="13534" y="13232"/>
                    <a:pt x="13835" y="12906"/>
                    <a:pt x="14111" y="12580"/>
                  </a:cubicBezTo>
                  <a:cubicBezTo>
                    <a:pt x="14387" y="12229"/>
                    <a:pt x="14362" y="12154"/>
                    <a:pt x="14036" y="11879"/>
                  </a:cubicBezTo>
                  <a:cubicBezTo>
                    <a:pt x="13785" y="11678"/>
                    <a:pt x="13534" y="11478"/>
                    <a:pt x="13234" y="11277"/>
                  </a:cubicBezTo>
                  <a:cubicBezTo>
                    <a:pt x="13384" y="10976"/>
                    <a:pt x="13509" y="10676"/>
                    <a:pt x="13635" y="10400"/>
                  </a:cubicBezTo>
                  <a:cubicBezTo>
                    <a:pt x="14161" y="10550"/>
                    <a:pt x="14562" y="10851"/>
                    <a:pt x="15088" y="10851"/>
                  </a:cubicBezTo>
                  <a:cubicBezTo>
                    <a:pt x="15364" y="10275"/>
                    <a:pt x="15514" y="9673"/>
                    <a:pt x="15615" y="9071"/>
                  </a:cubicBezTo>
                  <a:cubicBezTo>
                    <a:pt x="15690" y="8721"/>
                    <a:pt x="15640" y="8670"/>
                    <a:pt x="15264" y="8620"/>
                  </a:cubicBezTo>
                  <a:cubicBezTo>
                    <a:pt x="14938" y="8570"/>
                    <a:pt x="14612" y="8545"/>
                    <a:pt x="14236" y="8520"/>
                  </a:cubicBezTo>
                  <a:cubicBezTo>
                    <a:pt x="14211" y="8069"/>
                    <a:pt x="14186" y="7643"/>
                    <a:pt x="14161" y="7167"/>
                  </a:cubicBezTo>
                  <a:cubicBezTo>
                    <a:pt x="14562" y="7117"/>
                    <a:pt x="14888" y="7066"/>
                    <a:pt x="15239" y="7016"/>
                  </a:cubicBezTo>
                  <a:cubicBezTo>
                    <a:pt x="15615" y="6966"/>
                    <a:pt x="15690" y="6866"/>
                    <a:pt x="15615" y="6515"/>
                  </a:cubicBezTo>
                  <a:cubicBezTo>
                    <a:pt x="15464" y="5914"/>
                    <a:pt x="15289" y="5312"/>
                    <a:pt x="15088" y="4736"/>
                  </a:cubicBezTo>
                  <a:cubicBezTo>
                    <a:pt x="14987" y="4449"/>
                    <a:pt x="14897" y="4344"/>
                    <a:pt x="14720" y="4344"/>
                  </a:cubicBezTo>
                  <a:cubicBezTo>
                    <a:pt x="14633" y="4344"/>
                    <a:pt x="14526" y="4369"/>
                    <a:pt x="14387" y="4410"/>
                  </a:cubicBezTo>
                  <a:cubicBezTo>
                    <a:pt x="14086" y="4510"/>
                    <a:pt x="13785" y="4610"/>
                    <a:pt x="13484" y="4736"/>
                  </a:cubicBezTo>
                  <a:cubicBezTo>
                    <a:pt x="13284" y="4460"/>
                    <a:pt x="13108" y="4234"/>
                    <a:pt x="12908" y="3984"/>
                  </a:cubicBezTo>
                  <a:cubicBezTo>
                    <a:pt x="13184" y="3708"/>
                    <a:pt x="13409" y="3482"/>
                    <a:pt x="13660" y="3257"/>
                  </a:cubicBezTo>
                  <a:cubicBezTo>
                    <a:pt x="13961" y="2981"/>
                    <a:pt x="13986" y="2856"/>
                    <a:pt x="13685" y="2530"/>
                  </a:cubicBezTo>
                  <a:cubicBezTo>
                    <a:pt x="13359" y="2204"/>
                    <a:pt x="13033" y="1904"/>
                    <a:pt x="12682" y="1603"/>
                  </a:cubicBezTo>
                  <a:cubicBezTo>
                    <a:pt x="12508" y="1452"/>
                    <a:pt x="12382" y="1376"/>
                    <a:pt x="12259" y="1376"/>
                  </a:cubicBezTo>
                  <a:cubicBezTo>
                    <a:pt x="12118" y="1376"/>
                    <a:pt x="11981" y="1477"/>
                    <a:pt x="11780" y="1678"/>
                  </a:cubicBezTo>
                  <a:cubicBezTo>
                    <a:pt x="11580" y="1853"/>
                    <a:pt x="11404" y="2079"/>
                    <a:pt x="11179" y="2305"/>
                  </a:cubicBezTo>
                  <a:cubicBezTo>
                    <a:pt x="10903" y="2104"/>
                    <a:pt x="10677" y="1954"/>
                    <a:pt x="10427" y="1778"/>
                  </a:cubicBezTo>
                  <a:cubicBezTo>
                    <a:pt x="10552" y="1528"/>
                    <a:pt x="10652" y="1327"/>
                    <a:pt x="10753" y="1102"/>
                  </a:cubicBezTo>
                  <a:cubicBezTo>
                    <a:pt x="10903" y="751"/>
                    <a:pt x="10878" y="575"/>
                    <a:pt x="10477" y="450"/>
                  </a:cubicBezTo>
                  <a:cubicBezTo>
                    <a:pt x="9976" y="274"/>
                    <a:pt x="9449" y="149"/>
                    <a:pt x="8923" y="24"/>
                  </a:cubicBezTo>
                  <a:cubicBezTo>
                    <a:pt x="8852" y="9"/>
                    <a:pt x="8791" y="1"/>
                    <a:pt x="87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8" name="Google Shape;3048;p64"/>
            <p:cNvSpPr/>
            <p:nvPr/>
          </p:nvSpPr>
          <p:spPr>
            <a:xfrm>
              <a:off x="5155075" y="3905550"/>
              <a:ext cx="110300" cy="109700"/>
            </a:xfrm>
            <a:custGeom>
              <a:avLst/>
              <a:gdLst/>
              <a:ahLst/>
              <a:cxnLst/>
              <a:rect l="l" t="t" r="r" b="b"/>
              <a:pathLst>
                <a:path w="4412" h="4388" extrusionOk="0">
                  <a:moveTo>
                    <a:pt x="2185" y="502"/>
                  </a:moveTo>
                  <a:cubicBezTo>
                    <a:pt x="2200" y="502"/>
                    <a:pt x="2215" y="502"/>
                    <a:pt x="2231" y="503"/>
                  </a:cubicBezTo>
                  <a:cubicBezTo>
                    <a:pt x="3183" y="503"/>
                    <a:pt x="3910" y="1254"/>
                    <a:pt x="3935" y="2182"/>
                  </a:cubicBezTo>
                  <a:cubicBezTo>
                    <a:pt x="3935" y="3120"/>
                    <a:pt x="3157" y="3912"/>
                    <a:pt x="2248" y="3912"/>
                  </a:cubicBezTo>
                  <a:cubicBezTo>
                    <a:pt x="2234" y="3912"/>
                    <a:pt x="2220" y="3911"/>
                    <a:pt x="2206" y="3911"/>
                  </a:cubicBezTo>
                  <a:cubicBezTo>
                    <a:pt x="1253" y="3911"/>
                    <a:pt x="501" y="3134"/>
                    <a:pt x="501" y="2207"/>
                  </a:cubicBezTo>
                  <a:cubicBezTo>
                    <a:pt x="477" y="1269"/>
                    <a:pt x="1229" y="502"/>
                    <a:pt x="2185" y="502"/>
                  </a:cubicBezTo>
                  <a:close/>
                  <a:moveTo>
                    <a:pt x="2226" y="1"/>
                  </a:moveTo>
                  <a:cubicBezTo>
                    <a:pt x="2211" y="1"/>
                    <a:pt x="2196" y="1"/>
                    <a:pt x="2180" y="1"/>
                  </a:cubicBezTo>
                  <a:cubicBezTo>
                    <a:pt x="952" y="26"/>
                    <a:pt x="0" y="1004"/>
                    <a:pt x="25" y="2232"/>
                  </a:cubicBezTo>
                  <a:cubicBezTo>
                    <a:pt x="25" y="3420"/>
                    <a:pt x="978" y="4388"/>
                    <a:pt x="2184" y="4388"/>
                  </a:cubicBezTo>
                  <a:cubicBezTo>
                    <a:pt x="2200" y="4388"/>
                    <a:pt x="2215" y="4388"/>
                    <a:pt x="2231" y="4387"/>
                  </a:cubicBezTo>
                  <a:cubicBezTo>
                    <a:pt x="3434" y="4387"/>
                    <a:pt x="4411" y="3410"/>
                    <a:pt x="4411" y="2207"/>
                  </a:cubicBezTo>
                  <a:cubicBezTo>
                    <a:pt x="4411" y="994"/>
                    <a:pt x="3433" y="1"/>
                    <a:pt x="22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52"/>
        <p:cNvGrpSpPr/>
        <p:nvPr/>
      </p:nvGrpSpPr>
      <p:grpSpPr>
        <a:xfrm>
          <a:off x="0" y="0"/>
          <a:ext cx="0" cy="0"/>
          <a:chOff x="0" y="0"/>
          <a:chExt cx="0" cy="0"/>
        </a:xfrm>
      </p:grpSpPr>
      <p:sp>
        <p:nvSpPr>
          <p:cNvPr id="3053" name="Google Shape;3053;p65"/>
          <p:cNvSpPr txBox="1">
            <a:spLocks noGrp="1"/>
          </p:cNvSpPr>
          <p:nvPr>
            <p:ph type="subTitle" idx="1"/>
          </p:nvPr>
        </p:nvSpPr>
        <p:spPr>
          <a:xfrm>
            <a:off x="1236849" y="2447922"/>
            <a:ext cx="2213700" cy="203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write here…</a:t>
            </a:r>
            <a:endParaRPr/>
          </a:p>
        </p:txBody>
      </p:sp>
      <p:sp>
        <p:nvSpPr>
          <p:cNvPr id="3054" name="Google Shape;3054;p65"/>
          <p:cNvSpPr txBox="1">
            <a:spLocks noGrp="1"/>
          </p:cNvSpPr>
          <p:nvPr>
            <p:ph type="subTitle" idx="2"/>
          </p:nvPr>
        </p:nvSpPr>
        <p:spPr>
          <a:xfrm>
            <a:off x="1236825" y="1489539"/>
            <a:ext cx="2213700" cy="849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Resources</a:t>
            </a:r>
            <a:endParaRPr/>
          </a:p>
        </p:txBody>
      </p:sp>
      <p:sp>
        <p:nvSpPr>
          <p:cNvPr id="3055" name="Google Shape;3055;p65"/>
          <p:cNvSpPr txBox="1">
            <a:spLocks noGrp="1"/>
          </p:cNvSpPr>
          <p:nvPr>
            <p:ph type="subTitle" idx="3"/>
          </p:nvPr>
        </p:nvSpPr>
        <p:spPr>
          <a:xfrm>
            <a:off x="5929852" y="2447960"/>
            <a:ext cx="2213700" cy="2037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a:t>You can write here…</a:t>
            </a:r>
            <a:endParaRPr/>
          </a:p>
        </p:txBody>
      </p:sp>
      <p:sp>
        <p:nvSpPr>
          <p:cNvPr id="3056" name="Google Shape;3056;p65"/>
          <p:cNvSpPr txBox="1">
            <a:spLocks noGrp="1"/>
          </p:cNvSpPr>
          <p:nvPr>
            <p:ph type="subTitle" idx="4"/>
          </p:nvPr>
        </p:nvSpPr>
        <p:spPr>
          <a:xfrm>
            <a:off x="5929849" y="1489530"/>
            <a:ext cx="2213700" cy="849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Project fundamentals</a:t>
            </a:r>
            <a:endParaRPr/>
          </a:p>
        </p:txBody>
      </p:sp>
      <p:sp>
        <p:nvSpPr>
          <p:cNvPr id="3057" name="Google Shape;3057;p65"/>
          <p:cNvSpPr txBox="1">
            <a:spLocks noGrp="1"/>
          </p:cNvSpPr>
          <p:nvPr>
            <p:ph type="subTitle" idx="5"/>
          </p:nvPr>
        </p:nvSpPr>
        <p:spPr>
          <a:xfrm>
            <a:off x="3583351" y="2448027"/>
            <a:ext cx="2213700" cy="2037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a:t>You can write here…</a:t>
            </a:r>
            <a:endParaRPr/>
          </a:p>
        </p:txBody>
      </p:sp>
      <p:sp>
        <p:nvSpPr>
          <p:cNvPr id="3058" name="Google Shape;3058;p65"/>
          <p:cNvSpPr txBox="1">
            <a:spLocks noGrp="1"/>
          </p:cNvSpPr>
          <p:nvPr>
            <p:ph type="subTitle" idx="6"/>
          </p:nvPr>
        </p:nvSpPr>
        <p:spPr>
          <a:xfrm>
            <a:off x="3583337" y="1489525"/>
            <a:ext cx="2213700" cy="849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ICT Tools</a:t>
            </a:r>
            <a:endParaRPr/>
          </a:p>
        </p:txBody>
      </p:sp>
      <p:sp>
        <p:nvSpPr>
          <p:cNvPr id="3059" name="Google Shape;3059;p65"/>
          <p:cNvSpPr txBox="1">
            <a:spLocks noGrp="1"/>
          </p:cNvSpPr>
          <p:nvPr>
            <p:ph type="ctrTitle"/>
          </p:nvPr>
        </p:nvSpPr>
        <p:spPr>
          <a:xfrm>
            <a:off x="713250" y="446075"/>
            <a:ext cx="7717500" cy="537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Learning situation example</a:t>
            </a:r>
            <a:endParaRPr/>
          </a:p>
        </p:txBody>
      </p:sp>
      <p:grpSp>
        <p:nvGrpSpPr>
          <p:cNvPr id="3060" name="Google Shape;3060;p65"/>
          <p:cNvGrpSpPr/>
          <p:nvPr/>
        </p:nvGrpSpPr>
        <p:grpSpPr>
          <a:xfrm flipH="1">
            <a:off x="415757" y="1449335"/>
            <a:ext cx="531539" cy="3091388"/>
            <a:chOff x="8167932" y="1504647"/>
            <a:chExt cx="531539" cy="3091388"/>
          </a:xfrm>
        </p:grpSpPr>
        <p:grpSp>
          <p:nvGrpSpPr>
            <p:cNvPr id="3061" name="Google Shape;3061;p65"/>
            <p:cNvGrpSpPr/>
            <p:nvPr/>
          </p:nvGrpSpPr>
          <p:grpSpPr>
            <a:xfrm flipH="1">
              <a:off x="8167932" y="1504647"/>
              <a:ext cx="531539" cy="155710"/>
              <a:chOff x="1780525" y="2859350"/>
              <a:chExt cx="387250" cy="113450"/>
            </a:xfrm>
          </p:grpSpPr>
          <p:sp>
            <p:nvSpPr>
              <p:cNvPr id="3062" name="Google Shape;3062;p65"/>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65"/>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3064;p65"/>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65" name="Google Shape;3065;p65"/>
            <p:cNvGrpSpPr/>
            <p:nvPr/>
          </p:nvGrpSpPr>
          <p:grpSpPr>
            <a:xfrm flipH="1">
              <a:off x="8167932" y="1798215"/>
              <a:ext cx="531539" cy="155710"/>
              <a:chOff x="1780525" y="2859350"/>
              <a:chExt cx="387250" cy="113450"/>
            </a:xfrm>
          </p:grpSpPr>
          <p:sp>
            <p:nvSpPr>
              <p:cNvPr id="3066" name="Google Shape;3066;p65"/>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3067;p65"/>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3068;p65"/>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69" name="Google Shape;3069;p65"/>
            <p:cNvGrpSpPr/>
            <p:nvPr/>
          </p:nvGrpSpPr>
          <p:grpSpPr>
            <a:xfrm flipH="1">
              <a:off x="8167932" y="2091783"/>
              <a:ext cx="531539" cy="155710"/>
              <a:chOff x="1780525" y="2859350"/>
              <a:chExt cx="387250" cy="113450"/>
            </a:xfrm>
          </p:grpSpPr>
          <p:sp>
            <p:nvSpPr>
              <p:cNvPr id="3070" name="Google Shape;3070;p65"/>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3071;p65"/>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2" name="Google Shape;3072;p65"/>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73" name="Google Shape;3073;p65"/>
            <p:cNvGrpSpPr/>
            <p:nvPr/>
          </p:nvGrpSpPr>
          <p:grpSpPr>
            <a:xfrm flipH="1">
              <a:off x="8167932" y="2385351"/>
              <a:ext cx="531539" cy="155710"/>
              <a:chOff x="1780525" y="2859350"/>
              <a:chExt cx="387250" cy="113450"/>
            </a:xfrm>
          </p:grpSpPr>
          <p:sp>
            <p:nvSpPr>
              <p:cNvPr id="3074" name="Google Shape;3074;p65"/>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5" name="Google Shape;3075;p65"/>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6" name="Google Shape;3076;p65"/>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77" name="Google Shape;3077;p65"/>
            <p:cNvGrpSpPr/>
            <p:nvPr/>
          </p:nvGrpSpPr>
          <p:grpSpPr>
            <a:xfrm flipH="1">
              <a:off x="8167932" y="2678918"/>
              <a:ext cx="531539" cy="155710"/>
              <a:chOff x="1780525" y="2859350"/>
              <a:chExt cx="387250" cy="113450"/>
            </a:xfrm>
          </p:grpSpPr>
          <p:sp>
            <p:nvSpPr>
              <p:cNvPr id="3078" name="Google Shape;3078;p65"/>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9" name="Google Shape;3079;p65"/>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0" name="Google Shape;3080;p65"/>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81" name="Google Shape;3081;p65"/>
            <p:cNvGrpSpPr/>
            <p:nvPr/>
          </p:nvGrpSpPr>
          <p:grpSpPr>
            <a:xfrm flipH="1">
              <a:off x="8167932" y="2972486"/>
              <a:ext cx="531539" cy="155710"/>
              <a:chOff x="1780525" y="2859350"/>
              <a:chExt cx="387250" cy="113450"/>
            </a:xfrm>
          </p:grpSpPr>
          <p:sp>
            <p:nvSpPr>
              <p:cNvPr id="3082" name="Google Shape;3082;p65"/>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3" name="Google Shape;3083;p65"/>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4" name="Google Shape;3084;p65"/>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85" name="Google Shape;3085;p65"/>
            <p:cNvGrpSpPr/>
            <p:nvPr/>
          </p:nvGrpSpPr>
          <p:grpSpPr>
            <a:xfrm flipH="1">
              <a:off x="8167932" y="3266054"/>
              <a:ext cx="531539" cy="155710"/>
              <a:chOff x="1780525" y="2859350"/>
              <a:chExt cx="387250" cy="113450"/>
            </a:xfrm>
          </p:grpSpPr>
          <p:sp>
            <p:nvSpPr>
              <p:cNvPr id="3086" name="Google Shape;3086;p65"/>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7" name="Google Shape;3087;p65"/>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8" name="Google Shape;3088;p65"/>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89" name="Google Shape;3089;p65"/>
            <p:cNvGrpSpPr/>
            <p:nvPr/>
          </p:nvGrpSpPr>
          <p:grpSpPr>
            <a:xfrm flipH="1">
              <a:off x="8167932" y="3559622"/>
              <a:ext cx="531539" cy="155710"/>
              <a:chOff x="1780525" y="2859350"/>
              <a:chExt cx="387250" cy="113450"/>
            </a:xfrm>
          </p:grpSpPr>
          <p:sp>
            <p:nvSpPr>
              <p:cNvPr id="3090" name="Google Shape;3090;p65"/>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1" name="Google Shape;3091;p65"/>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2" name="Google Shape;3092;p65"/>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93" name="Google Shape;3093;p65"/>
            <p:cNvGrpSpPr/>
            <p:nvPr/>
          </p:nvGrpSpPr>
          <p:grpSpPr>
            <a:xfrm flipH="1">
              <a:off x="8167932" y="3853189"/>
              <a:ext cx="531539" cy="155710"/>
              <a:chOff x="1780525" y="2859350"/>
              <a:chExt cx="387250" cy="113450"/>
            </a:xfrm>
          </p:grpSpPr>
          <p:sp>
            <p:nvSpPr>
              <p:cNvPr id="3094" name="Google Shape;3094;p65"/>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5" name="Google Shape;3095;p65"/>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65"/>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97" name="Google Shape;3097;p65"/>
            <p:cNvGrpSpPr/>
            <p:nvPr/>
          </p:nvGrpSpPr>
          <p:grpSpPr>
            <a:xfrm flipH="1">
              <a:off x="8167932" y="4146757"/>
              <a:ext cx="531539" cy="155710"/>
              <a:chOff x="1780525" y="2859350"/>
              <a:chExt cx="387250" cy="113450"/>
            </a:xfrm>
          </p:grpSpPr>
          <p:sp>
            <p:nvSpPr>
              <p:cNvPr id="3098" name="Google Shape;3098;p65"/>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65"/>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65"/>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01" name="Google Shape;3101;p65"/>
            <p:cNvGrpSpPr/>
            <p:nvPr/>
          </p:nvGrpSpPr>
          <p:grpSpPr>
            <a:xfrm flipH="1">
              <a:off x="8167932" y="4440325"/>
              <a:ext cx="531539" cy="155710"/>
              <a:chOff x="1780525" y="2859350"/>
              <a:chExt cx="387250" cy="113450"/>
            </a:xfrm>
          </p:grpSpPr>
          <p:sp>
            <p:nvSpPr>
              <p:cNvPr id="3102" name="Google Shape;3102;p65"/>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3" name="Google Shape;3103;p65"/>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4" name="Google Shape;3104;p65"/>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108"/>
        <p:cNvGrpSpPr/>
        <p:nvPr/>
      </p:nvGrpSpPr>
      <p:grpSpPr>
        <a:xfrm>
          <a:off x="0" y="0"/>
          <a:ext cx="0" cy="0"/>
          <a:chOff x="0" y="0"/>
          <a:chExt cx="0" cy="0"/>
        </a:xfrm>
      </p:grpSpPr>
      <p:grpSp>
        <p:nvGrpSpPr>
          <p:cNvPr id="3109" name="Google Shape;3109;p66"/>
          <p:cNvGrpSpPr/>
          <p:nvPr/>
        </p:nvGrpSpPr>
        <p:grpSpPr>
          <a:xfrm>
            <a:off x="4195887" y="1566425"/>
            <a:ext cx="3722617" cy="3006499"/>
            <a:chOff x="4195887" y="1466925"/>
            <a:chExt cx="3722617" cy="3006499"/>
          </a:xfrm>
        </p:grpSpPr>
        <p:grpSp>
          <p:nvGrpSpPr>
            <p:cNvPr id="3110" name="Google Shape;3110;p66"/>
            <p:cNvGrpSpPr/>
            <p:nvPr/>
          </p:nvGrpSpPr>
          <p:grpSpPr>
            <a:xfrm>
              <a:off x="4195887" y="1466925"/>
              <a:ext cx="3722617" cy="3006499"/>
              <a:chOff x="3713115" y="1401687"/>
              <a:chExt cx="4067100" cy="3284715"/>
            </a:xfrm>
          </p:grpSpPr>
          <p:sp>
            <p:nvSpPr>
              <p:cNvPr id="3111" name="Google Shape;3111;p66"/>
              <p:cNvSpPr/>
              <p:nvPr/>
            </p:nvSpPr>
            <p:spPr>
              <a:xfrm rot="10800000">
                <a:off x="4881981" y="3956340"/>
                <a:ext cx="1729214" cy="730061"/>
              </a:xfrm>
              <a:prstGeom prst="flowChartManualOperation">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2" name="Google Shape;3112;p66"/>
              <p:cNvSpPr/>
              <p:nvPr/>
            </p:nvSpPr>
            <p:spPr>
              <a:xfrm>
                <a:off x="3713115" y="1401687"/>
                <a:ext cx="4067100" cy="2716200"/>
              </a:xfrm>
              <a:prstGeom prst="roundRect">
                <a:avLst>
                  <a:gd name="adj" fmla="val 0"/>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3" name="Google Shape;3113;p66"/>
              <p:cNvSpPr/>
              <p:nvPr/>
            </p:nvSpPr>
            <p:spPr>
              <a:xfrm>
                <a:off x="7202419" y="3854517"/>
                <a:ext cx="85500" cy="85500"/>
              </a:xfrm>
              <a:prstGeom prst="ellipse">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14" name="Google Shape;3114;p66"/>
            <p:cNvSpPr/>
            <p:nvPr/>
          </p:nvSpPr>
          <p:spPr>
            <a:xfrm>
              <a:off x="7698697" y="3712001"/>
              <a:ext cx="78300" cy="78300"/>
            </a:xfrm>
            <a:prstGeom prst="ellipse">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15" name="Google Shape;3115;p66"/>
          <p:cNvSpPr txBox="1">
            <a:spLocks noGrp="1"/>
          </p:cNvSpPr>
          <p:nvPr>
            <p:ph type="subTitle" idx="1"/>
          </p:nvPr>
        </p:nvSpPr>
        <p:spPr>
          <a:xfrm>
            <a:off x="1180550" y="1799451"/>
            <a:ext cx="2481000" cy="11568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You can replace the image on the screen with your own work. Just right-click on it and select “Replace image”</a:t>
            </a:r>
            <a:endParaRPr/>
          </a:p>
        </p:txBody>
      </p:sp>
      <p:sp>
        <p:nvSpPr>
          <p:cNvPr id="3116" name="Google Shape;3116;p66"/>
          <p:cNvSpPr txBox="1">
            <a:spLocks noGrp="1"/>
          </p:cNvSpPr>
          <p:nvPr>
            <p:ph type="ctrTitle"/>
          </p:nvPr>
        </p:nvSpPr>
        <p:spPr>
          <a:xfrm>
            <a:off x="713250" y="446075"/>
            <a:ext cx="7717500" cy="537000"/>
          </a:xfrm>
          <a:prstGeom prst="rect">
            <a:avLst/>
          </a:prstGeom>
          <a:effectLst>
            <a:outerShdw blurRad="57150" dist="381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a:t>Computer mockup</a:t>
            </a:r>
            <a:endParaRPr/>
          </a:p>
        </p:txBody>
      </p:sp>
      <p:pic>
        <p:nvPicPr>
          <p:cNvPr id="3117" name="Google Shape;3117;p66"/>
          <p:cNvPicPr preferRelativeResize="0"/>
          <p:nvPr/>
        </p:nvPicPr>
        <p:blipFill rotWithShape="1">
          <a:blip r:embed="rId3">
            <a:alphaModFix/>
          </a:blip>
          <a:srcRect/>
          <a:stretch/>
        </p:blipFill>
        <p:spPr>
          <a:xfrm>
            <a:off x="4337450" y="1714612"/>
            <a:ext cx="3439500" cy="1934725"/>
          </a:xfrm>
          <a:prstGeom prst="rect">
            <a:avLst/>
          </a:prstGeom>
          <a:noFill/>
          <a:ln w="28575" cap="flat" cmpd="sng">
            <a:solidFill>
              <a:schemeClr val="dk1"/>
            </a:solidFill>
            <a:prstDash val="solid"/>
            <a:round/>
            <a:headEnd type="none" w="sm" len="sm"/>
            <a:tailEnd type="none" w="sm" len="sm"/>
          </a:ln>
        </p:spPr>
      </p:pic>
      <p:sp>
        <p:nvSpPr>
          <p:cNvPr id="3118" name="Google Shape;3118;p66"/>
          <p:cNvSpPr/>
          <p:nvPr/>
        </p:nvSpPr>
        <p:spPr>
          <a:xfrm>
            <a:off x="584644" y="3194618"/>
            <a:ext cx="3125700" cy="1704600"/>
          </a:xfrm>
          <a:prstGeom prst="rect">
            <a:avLst/>
          </a:pr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19" name="Google Shape;3119;p66"/>
          <p:cNvGrpSpPr/>
          <p:nvPr/>
        </p:nvGrpSpPr>
        <p:grpSpPr>
          <a:xfrm>
            <a:off x="836359" y="3397688"/>
            <a:ext cx="1249925" cy="1298392"/>
            <a:chOff x="929375" y="3503438"/>
            <a:chExt cx="1046400" cy="1086975"/>
          </a:xfrm>
        </p:grpSpPr>
        <p:sp>
          <p:nvSpPr>
            <p:cNvPr id="3120" name="Google Shape;3120;p66"/>
            <p:cNvSpPr/>
            <p:nvPr/>
          </p:nvSpPr>
          <p:spPr>
            <a:xfrm>
              <a:off x="1716350" y="4406188"/>
              <a:ext cx="59525" cy="28225"/>
            </a:xfrm>
            <a:custGeom>
              <a:avLst/>
              <a:gdLst/>
              <a:ahLst/>
              <a:cxnLst/>
              <a:rect l="l" t="t" r="r" b="b"/>
              <a:pathLst>
                <a:path w="2381" h="1129" extrusionOk="0">
                  <a:moveTo>
                    <a:pt x="1779" y="0"/>
                  </a:moveTo>
                  <a:cubicBezTo>
                    <a:pt x="1504" y="25"/>
                    <a:pt x="1253" y="50"/>
                    <a:pt x="977" y="100"/>
                  </a:cubicBezTo>
                  <a:cubicBezTo>
                    <a:pt x="677" y="251"/>
                    <a:pt x="351" y="401"/>
                    <a:pt x="0" y="526"/>
                  </a:cubicBezTo>
                  <a:lnTo>
                    <a:pt x="1253" y="1053"/>
                  </a:lnTo>
                  <a:cubicBezTo>
                    <a:pt x="1364" y="1104"/>
                    <a:pt x="1483" y="1129"/>
                    <a:pt x="1600" y="1129"/>
                  </a:cubicBezTo>
                  <a:cubicBezTo>
                    <a:pt x="1828" y="1129"/>
                    <a:pt x="2048" y="1034"/>
                    <a:pt x="2180" y="852"/>
                  </a:cubicBezTo>
                  <a:cubicBezTo>
                    <a:pt x="2381" y="602"/>
                    <a:pt x="2281" y="251"/>
                    <a:pt x="1955" y="100"/>
                  </a:cubicBezTo>
                  <a:lnTo>
                    <a:pt x="177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1" name="Google Shape;3121;p66"/>
            <p:cNvSpPr/>
            <p:nvPr/>
          </p:nvSpPr>
          <p:spPr>
            <a:xfrm>
              <a:off x="1635500" y="4425588"/>
              <a:ext cx="151050" cy="70725"/>
            </a:xfrm>
            <a:custGeom>
              <a:avLst/>
              <a:gdLst/>
              <a:ahLst/>
              <a:cxnLst/>
              <a:rect l="l" t="t" r="r" b="b"/>
              <a:pathLst>
                <a:path w="6042" h="2829" extrusionOk="0">
                  <a:moveTo>
                    <a:pt x="2432" y="1"/>
                  </a:moveTo>
                  <a:cubicBezTo>
                    <a:pt x="2006" y="126"/>
                    <a:pt x="1580" y="227"/>
                    <a:pt x="1154" y="302"/>
                  </a:cubicBezTo>
                  <a:cubicBezTo>
                    <a:pt x="778" y="402"/>
                    <a:pt x="402" y="502"/>
                    <a:pt x="1" y="602"/>
                  </a:cubicBezTo>
                  <a:lnTo>
                    <a:pt x="4913" y="2758"/>
                  </a:lnTo>
                  <a:cubicBezTo>
                    <a:pt x="5018" y="2806"/>
                    <a:pt x="5132" y="2829"/>
                    <a:pt x="5247" y="2829"/>
                  </a:cubicBezTo>
                  <a:cubicBezTo>
                    <a:pt x="5489" y="2829"/>
                    <a:pt x="5729" y="2728"/>
                    <a:pt x="5866" y="2557"/>
                  </a:cubicBezTo>
                  <a:cubicBezTo>
                    <a:pt x="6041" y="2307"/>
                    <a:pt x="5966" y="1956"/>
                    <a:pt x="5640" y="1780"/>
                  </a:cubicBezTo>
                  <a:lnTo>
                    <a:pt x="243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2" name="Google Shape;3122;p66"/>
            <p:cNvSpPr/>
            <p:nvPr/>
          </p:nvSpPr>
          <p:spPr>
            <a:xfrm>
              <a:off x="1148050" y="4386238"/>
              <a:ext cx="632850" cy="204175"/>
            </a:xfrm>
            <a:custGeom>
              <a:avLst/>
              <a:gdLst/>
              <a:ahLst/>
              <a:cxnLst/>
              <a:rect l="l" t="t" r="r" b="b"/>
              <a:pathLst>
                <a:path w="25314" h="8167" extrusionOk="0">
                  <a:moveTo>
                    <a:pt x="1303" y="1"/>
                  </a:moveTo>
                  <a:cubicBezTo>
                    <a:pt x="1069" y="1"/>
                    <a:pt x="846" y="101"/>
                    <a:pt x="727" y="272"/>
                  </a:cubicBezTo>
                  <a:cubicBezTo>
                    <a:pt x="526" y="522"/>
                    <a:pt x="602" y="848"/>
                    <a:pt x="902" y="1024"/>
                  </a:cubicBezTo>
                  <a:lnTo>
                    <a:pt x="6341" y="4106"/>
                  </a:lnTo>
                  <a:lnTo>
                    <a:pt x="6341" y="4106"/>
                  </a:lnTo>
                  <a:lnTo>
                    <a:pt x="1429" y="2252"/>
                  </a:lnTo>
                  <a:cubicBezTo>
                    <a:pt x="1334" y="2215"/>
                    <a:pt x="1234" y="2198"/>
                    <a:pt x="1136" y="2198"/>
                  </a:cubicBezTo>
                  <a:cubicBezTo>
                    <a:pt x="898" y="2198"/>
                    <a:pt x="668" y="2300"/>
                    <a:pt x="526" y="2477"/>
                  </a:cubicBezTo>
                  <a:cubicBezTo>
                    <a:pt x="351" y="2728"/>
                    <a:pt x="426" y="3054"/>
                    <a:pt x="727" y="3229"/>
                  </a:cubicBezTo>
                  <a:lnTo>
                    <a:pt x="3734" y="5034"/>
                  </a:lnTo>
                  <a:lnTo>
                    <a:pt x="3734" y="5034"/>
                  </a:lnTo>
                  <a:lnTo>
                    <a:pt x="1078" y="4081"/>
                  </a:lnTo>
                  <a:cubicBezTo>
                    <a:pt x="992" y="4055"/>
                    <a:pt x="903" y="4042"/>
                    <a:pt x="815" y="4042"/>
                  </a:cubicBezTo>
                  <a:cubicBezTo>
                    <a:pt x="568" y="4042"/>
                    <a:pt x="330" y="4141"/>
                    <a:pt x="201" y="4307"/>
                  </a:cubicBezTo>
                  <a:cubicBezTo>
                    <a:pt x="0" y="4557"/>
                    <a:pt x="75" y="4858"/>
                    <a:pt x="351" y="5059"/>
                  </a:cubicBezTo>
                  <a:lnTo>
                    <a:pt x="1479" y="5786"/>
                  </a:lnTo>
                  <a:lnTo>
                    <a:pt x="1479" y="5786"/>
                  </a:lnTo>
                  <a:lnTo>
                    <a:pt x="1228" y="5710"/>
                  </a:lnTo>
                  <a:cubicBezTo>
                    <a:pt x="1151" y="5691"/>
                    <a:pt x="1071" y="5682"/>
                    <a:pt x="992" y="5682"/>
                  </a:cubicBezTo>
                  <a:cubicBezTo>
                    <a:pt x="760" y="5682"/>
                    <a:pt x="532" y="5762"/>
                    <a:pt x="401" y="5911"/>
                  </a:cubicBezTo>
                  <a:cubicBezTo>
                    <a:pt x="201" y="6111"/>
                    <a:pt x="226" y="6412"/>
                    <a:pt x="426" y="6588"/>
                  </a:cubicBezTo>
                  <a:lnTo>
                    <a:pt x="1554" y="7740"/>
                  </a:lnTo>
                  <a:cubicBezTo>
                    <a:pt x="1697" y="7870"/>
                    <a:pt x="1907" y="7941"/>
                    <a:pt x="2116" y="7941"/>
                  </a:cubicBezTo>
                  <a:cubicBezTo>
                    <a:pt x="2272" y="7941"/>
                    <a:pt x="2428" y="7901"/>
                    <a:pt x="2556" y="7816"/>
                  </a:cubicBezTo>
                  <a:cubicBezTo>
                    <a:pt x="2707" y="7715"/>
                    <a:pt x="2782" y="7565"/>
                    <a:pt x="2807" y="7415"/>
                  </a:cubicBezTo>
                  <a:lnTo>
                    <a:pt x="5038" y="8116"/>
                  </a:lnTo>
                  <a:cubicBezTo>
                    <a:pt x="5113" y="8141"/>
                    <a:pt x="5188" y="8166"/>
                    <a:pt x="5288" y="8166"/>
                  </a:cubicBezTo>
                  <a:cubicBezTo>
                    <a:pt x="5514" y="8166"/>
                    <a:pt x="5765" y="8066"/>
                    <a:pt x="5890" y="7866"/>
                  </a:cubicBezTo>
                  <a:cubicBezTo>
                    <a:pt x="6065" y="7640"/>
                    <a:pt x="5990" y="7339"/>
                    <a:pt x="5739" y="7164"/>
                  </a:cubicBezTo>
                  <a:lnTo>
                    <a:pt x="5113" y="6738"/>
                  </a:lnTo>
                  <a:lnTo>
                    <a:pt x="8797" y="8041"/>
                  </a:lnTo>
                  <a:cubicBezTo>
                    <a:pt x="8883" y="8068"/>
                    <a:pt x="8972" y="8080"/>
                    <a:pt x="9060" y="8080"/>
                  </a:cubicBezTo>
                  <a:cubicBezTo>
                    <a:pt x="9307" y="8080"/>
                    <a:pt x="9545" y="7982"/>
                    <a:pt x="9674" y="7816"/>
                  </a:cubicBezTo>
                  <a:cubicBezTo>
                    <a:pt x="9850" y="7565"/>
                    <a:pt x="9775" y="7239"/>
                    <a:pt x="9499" y="7064"/>
                  </a:cubicBezTo>
                  <a:lnTo>
                    <a:pt x="7068" y="5610"/>
                  </a:lnTo>
                  <a:lnTo>
                    <a:pt x="12983" y="7841"/>
                  </a:lnTo>
                  <a:cubicBezTo>
                    <a:pt x="13078" y="7877"/>
                    <a:pt x="13179" y="7895"/>
                    <a:pt x="13280" y="7895"/>
                  </a:cubicBezTo>
                  <a:cubicBezTo>
                    <a:pt x="13523" y="7895"/>
                    <a:pt x="13761" y="7793"/>
                    <a:pt x="13885" y="7615"/>
                  </a:cubicBezTo>
                  <a:cubicBezTo>
                    <a:pt x="14060" y="7364"/>
                    <a:pt x="13985" y="7039"/>
                    <a:pt x="13684" y="6863"/>
                  </a:cubicBezTo>
                  <a:lnTo>
                    <a:pt x="9900" y="4733"/>
                  </a:lnTo>
                  <a:lnTo>
                    <a:pt x="17444" y="7841"/>
                  </a:lnTo>
                  <a:cubicBezTo>
                    <a:pt x="17539" y="7877"/>
                    <a:pt x="17640" y="7895"/>
                    <a:pt x="17742" y="7895"/>
                  </a:cubicBezTo>
                  <a:cubicBezTo>
                    <a:pt x="17987" y="7895"/>
                    <a:pt x="18229" y="7793"/>
                    <a:pt x="18371" y="7615"/>
                  </a:cubicBezTo>
                  <a:cubicBezTo>
                    <a:pt x="18572" y="7364"/>
                    <a:pt x="18471" y="7039"/>
                    <a:pt x="18171" y="6863"/>
                  </a:cubicBezTo>
                  <a:lnTo>
                    <a:pt x="11454" y="3054"/>
                  </a:lnTo>
                  <a:lnTo>
                    <a:pt x="22256" y="7665"/>
                  </a:lnTo>
                  <a:cubicBezTo>
                    <a:pt x="22368" y="7713"/>
                    <a:pt x="22486" y="7736"/>
                    <a:pt x="22600" y="7736"/>
                  </a:cubicBezTo>
                  <a:cubicBezTo>
                    <a:pt x="22843" y="7736"/>
                    <a:pt x="23072" y="7635"/>
                    <a:pt x="23208" y="7465"/>
                  </a:cubicBezTo>
                  <a:cubicBezTo>
                    <a:pt x="23384" y="7189"/>
                    <a:pt x="23283" y="6863"/>
                    <a:pt x="22983" y="6688"/>
                  </a:cubicBezTo>
                  <a:lnTo>
                    <a:pt x="15790" y="2903"/>
                  </a:lnTo>
                  <a:lnTo>
                    <a:pt x="24186" y="6487"/>
                  </a:lnTo>
                  <a:cubicBezTo>
                    <a:pt x="24290" y="6535"/>
                    <a:pt x="24402" y="6558"/>
                    <a:pt x="24513" y="6558"/>
                  </a:cubicBezTo>
                  <a:cubicBezTo>
                    <a:pt x="24748" y="6558"/>
                    <a:pt x="24977" y="6457"/>
                    <a:pt x="25113" y="6287"/>
                  </a:cubicBezTo>
                  <a:cubicBezTo>
                    <a:pt x="25314" y="6036"/>
                    <a:pt x="25213" y="5685"/>
                    <a:pt x="24912" y="5535"/>
                  </a:cubicBezTo>
                  <a:lnTo>
                    <a:pt x="18973" y="2277"/>
                  </a:lnTo>
                  <a:cubicBezTo>
                    <a:pt x="18333" y="2397"/>
                    <a:pt x="17701" y="2453"/>
                    <a:pt x="17072" y="2453"/>
                  </a:cubicBezTo>
                  <a:cubicBezTo>
                    <a:pt x="16518" y="2453"/>
                    <a:pt x="15966" y="2409"/>
                    <a:pt x="15414" y="2327"/>
                  </a:cubicBezTo>
                  <a:cubicBezTo>
                    <a:pt x="14545" y="2594"/>
                    <a:pt x="13620" y="2739"/>
                    <a:pt x="12670" y="2739"/>
                  </a:cubicBezTo>
                  <a:cubicBezTo>
                    <a:pt x="12195" y="2739"/>
                    <a:pt x="11713" y="2703"/>
                    <a:pt x="11228" y="2628"/>
                  </a:cubicBezTo>
                  <a:cubicBezTo>
                    <a:pt x="9775" y="2377"/>
                    <a:pt x="8321" y="2001"/>
                    <a:pt x="6917" y="1500"/>
                  </a:cubicBezTo>
                  <a:cubicBezTo>
                    <a:pt x="6642" y="1475"/>
                    <a:pt x="6341" y="1425"/>
                    <a:pt x="6065" y="1349"/>
                  </a:cubicBezTo>
                  <a:lnTo>
                    <a:pt x="6065" y="1349"/>
                  </a:lnTo>
                  <a:lnTo>
                    <a:pt x="9374" y="3229"/>
                  </a:lnTo>
                  <a:lnTo>
                    <a:pt x="1629" y="71"/>
                  </a:lnTo>
                  <a:cubicBezTo>
                    <a:pt x="1525" y="23"/>
                    <a:pt x="1413" y="1"/>
                    <a:pt x="13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3" name="Google Shape;3123;p66"/>
            <p:cNvSpPr/>
            <p:nvPr/>
          </p:nvSpPr>
          <p:spPr>
            <a:xfrm>
              <a:off x="1068475" y="3503438"/>
              <a:ext cx="755650" cy="1019500"/>
            </a:xfrm>
            <a:custGeom>
              <a:avLst/>
              <a:gdLst/>
              <a:ahLst/>
              <a:cxnLst/>
              <a:rect l="l" t="t" r="r" b="b"/>
              <a:pathLst>
                <a:path w="30226" h="40780" extrusionOk="0">
                  <a:moveTo>
                    <a:pt x="15034" y="601"/>
                  </a:moveTo>
                  <a:cubicBezTo>
                    <a:pt x="18532" y="601"/>
                    <a:pt x="21610" y="1833"/>
                    <a:pt x="24161" y="4406"/>
                  </a:cubicBezTo>
                  <a:cubicBezTo>
                    <a:pt x="26341" y="6586"/>
                    <a:pt x="27419" y="9243"/>
                    <a:pt x="27444" y="12050"/>
                  </a:cubicBezTo>
                  <a:cubicBezTo>
                    <a:pt x="27419" y="15007"/>
                    <a:pt x="26542" y="17338"/>
                    <a:pt x="24913" y="19443"/>
                  </a:cubicBezTo>
                  <a:cubicBezTo>
                    <a:pt x="24537" y="19945"/>
                    <a:pt x="24060" y="20270"/>
                    <a:pt x="23459" y="20521"/>
                  </a:cubicBezTo>
                  <a:cubicBezTo>
                    <a:pt x="20978" y="21523"/>
                    <a:pt x="18522" y="22551"/>
                    <a:pt x="16040" y="23579"/>
                  </a:cubicBezTo>
                  <a:cubicBezTo>
                    <a:pt x="15849" y="23667"/>
                    <a:pt x="15667" y="23703"/>
                    <a:pt x="15478" y="23703"/>
                  </a:cubicBezTo>
                  <a:cubicBezTo>
                    <a:pt x="15345" y="23703"/>
                    <a:pt x="15208" y="23685"/>
                    <a:pt x="15063" y="23654"/>
                  </a:cubicBezTo>
                  <a:cubicBezTo>
                    <a:pt x="12532" y="22977"/>
                    <a:pt x="9975" y="22351"/>
                    <a:pt x="7444" y="21724"/>
                  </a:cubicBezTo>
                  <a:cubicBezTo>
                    <a:pt x="7118" y="21624"/>
                    <a:pt x="6842" y="21523"/>
                    <a:pt x="6642" y="21248"/>
                  </a:cubicBezTo>
                  <a:cubicBezTo>
                    <a:pt x="6466" y="21047"/>
                    <a:pt x="6241" y="20897"/>
                    <a:pt x="6065" y="20721"/>
                  </a:cubicBezTo>
                  <a:cubicBezTo>
                    <a:pt x="1078" y="16035"/>
                    <a:pt x="1153" y="8416"/>
                    <a:pt x="6266" y="3854"/>
                  </a:cubicBezTo>
                  <a:cubicBezTo>
                    <a:pt x="8421" y="1924"/>
                    <a:pt x="10978" y="847"/>
                    <a:pt x="13860" y="646"/>
                  </a:cubicBezTo>
                  <a:cubicBezTo>
                    <a:pt x="14256" y="616"/>
                    <a:pt x="14648" y="601"/>
                    <a:pt x="15034" y="601"/>
                  </a:cubicBezTo>
                  <a:close/>
                  <a:moveTo>
                    <a:pt x="1556" y="27887"/>
                  </a:moveTo>
                  <a:cubicBezTo>
                    <a:pt x="1733" y="27887"/>
                    <a:pt x="1896" y="28007"/>
                    <a:pt x="2005" y="28240"/>
                  </a:cubicBezTo>
                  <a:cubicBezTo>
                    <a:pt x="2130" y="28466"/>
                    <a:pt x="2156" y="28691"/>
                    <a:pt x="2206" y="28942"/>
                  </a:cubicBezTo>
                  <a:cubicBezTo>
                    <a:pt x="2231" y="29443"/>
                    <a:pt x="1980" y="29794"/>
                    <a:pt x="1654" y="30095"/>
                  </a:cubicBezTo>
                  <a:cubicBezTo>
                    <a:pt x="1522" y="30214"/>
                    <a:pt x="1404" y="30277"/>
                    <a:pt x="1288" y="30277"/>
                  </a:cubicBezTo>
                  <a:cubicBezTo>
                    <a:pt x="1185" y="30277"/>
                    <a:pt x="1084" y="30227"/>
                    <a:pt x="978" y="30120"/>
                  </a:cubicBezTo>
                  <a:cubicBezTo>
                    <a:pt x="877" y="30020"/>
                    <a:pt x="777" y="29894"/>
                    <a:pt x="752" y="29769"/>
                  </a:cubicBezTo>
                  <a:cubicBezTo>
                    <a:pt x="602" y="29168"/>
                    <a:pt x="702" y="28616"/>
                    <a:pt x="1103" y="28140"/>
                  </a:cubicBezTo>
                  <a:cubicBezTo>
                    <a:pt x="1251" y="27970"/>
                    <a:pt x="1409" y="27887"/>
                    <a:pt x="1556" y="27887"/>
                  </a:cubicBezTo>
                  <a:close/>
                  <a:moveTo>
                    <a:pt x="28629" y="28229"/>
                  </a:moveTo>
                  <a:cubicBezTo>
                    <a:pt x="28817" y="28229"/>
                    <a:pt x="28990" y="28349"/>
                    <a:pt x="29098" y="28591"/>
                  </a:cubicBezTo>
                  <a:cubicBezTo>
                    <a:pt x="29223" y="28867"/>
                    <a:pt x="29299" y="29168"/>
                    <a:pt x="29374" y="29443"/>
                  </a:cubicBezTo>
                  <a:cubicBezTo>
                    <a:pt x="29273" y="29769"/>
                    <a:pt x="29198" y="30095"/>
                    <a:pt x="29073" y="30371"/>
                  </a:cubicBezTo>
                  <a:cubicBezTo>
                    <a:pt x="28967" y="30582"/>
                    <a:pt x="28800" y="30682"/>
                    <a:pt x="28624" y="30682"/>
                  </a:cubicBezTo>
                  <a:cubicBezTo>
                    <a:pt x="28466" y="30682"/>
                    <a:pt x="28301" y="30600"/>
                    <a:pt x="28171" y="30446"/>
                  </a:cubicBezTo>
                  <a:cubicBezTo>
                    <a:pt x="27820" y="29995"/>
                    <a:pt x="27820" y="28942"/>
                    <a:pt x="28146" y="28491"/>
                  </a:cubicBezTo>
                  <a:cubicBezTo>
                    <a:pt x="28296" y="28317"/>
                    <a:pt x="28468" y="28229"/>
                    <a:pt x="28629" y="28229"/>
                  </a:cubicBezTo>
                  <a:close/>
                  <a:moveTo>
                    <a:pt x="2882" y="21148"/>
                  </a:moveTo>
                  <a:cubicBezTo>
                    <a:pt x="7043" y="22200"/>
                    <a:pt x="11178" y="23253"/>
                    <a:pt x="15263" y="24305"/>
                  </a:cubicBezTo>
                  <a:cubicBezTo>
                    <a:pt x="15238" y="28917"/>
                    <a:pt x="15188" y="33478"/>
                    <a:pt x="15138" y="38115"/>
                  </a:cubicBezTo>
                  <a:cubicBezTo>
                    <a:pt x="10702" y="36962"/>
                    <a:pt x="6291" y="35834"/>
                    <a:pt x="1855" y="34681"/>
                  </a:cubicBezTo>
                  <a:cubicBezTo>
                    <a:pt x="1855" y="33854"/>
                    <a:pt x="1855" y="33052"/>
                    <a:pt x="1855" y="32250"/>
                  </a:cubicBezTo>
                  <a:cubicBezTo>
                    <a:pt x="1855" y="32025"/>
                    <a:pt x="1880" y="31774"/>
                    <a:pt x="1880" y="31524"/>
                  </a:cubicBezTo>
                  <a:cubicBezTo>
                    <a:pt x="1880" y="31022"/>
                    <a:pt x="1980" y="30596"/>
                    <a:pt x="2281" y="30145"/>
                  </a:cubicBezTo>
                  <a:cubicBezTo>
                    <a:pt x="2782" y="29443"/>
                    <a:pt x="2757" y="28616"/>
                    <a:pt x="2356" y="27839"/>
                  </a:cubicBezTo>
                  <a:cubicBezTo>
                    <a:pt x="2256" y="27664"/>
                    <a:pt x="2156" y="27438"/>
                    <a:pt x="2181" y="27238"/>
                  </a:cubicBezTo>
                  <a:cubicBezTo>
                    <a:pt x="2381" y="25258"/>
                    <a:pt x="2582" y="23303"/>
                    <a:pt x="2807" y="21348"/>
                  </a:cubicBezTo>
                  <a:cubicBezTo>
                    <a:pt x="2807" y="21298"/>
                    <a:pt x="2832" y="21273"/>
                    <a:pt x="2882" y="21148"/>
                  </a:cubicBezTo>
                  <a:close/>
                  <a:moveTo>
                    <a:pt x="27920" y="19318"/>
                  </a:moveTo>
                  <a:cubicBezTo>
                    <a:pt x="27945" y="19518"/>
                    <a:pt x="27995" y="19669"/>
                    <a:pt x="27995" y="19844"/>
                  </a:cubicBezTo>
                  <a:cubicBezTo>
                    <a:pt x="28045" y="21022"/>
                    <a:pt x="28070" y="22175"/>
                    <a:pt x="28121" y="23353"/>
                  </a:cubicBezTo>
                  <a:cubicBezTo>
                    <a:pt x="28146" y="24581"/>
                    <a:pt x="28196" y="25809"/>
                    <a:pt x="28246" y="27037"/>
                  </a:cubicBezTo>
                  <a:cubicBezTo>
                    <a:pt x="28246" y="27363"/>
                    <a:pt x="28196" y="27639"/>
                    <a:pt x="27945" y="27915"/>
                  </a:cubicBezTo>
                  <a:cubicBezTo>
                    <a:pt x="27469" y="28441"/>
                    <a:pt x="27319" y="29118"/>
                    <a:pt x="27369" y="29819"/>
                  </a:cubicBezTo>
                  <a:cubicBezTo>
                    <a:pt x="27394" y="30471"/>
                    <a:pt x="27770" y="30897"/>
                    <a:pt x="28321" y="31223"/>
                  </a:cubicBezTo>
                  <a:lnTo>
                    <a:pt x="28321" y="36010"/>
                  </a:lnTo>
                  <a:cubicBezTo>
                    <a:pt x="27945" y="36110"/>
                    <a:pt x="27544" y="36235"/>
                    <a:pt x="27143" y="36336"/>
                  </a:cubicBezTo>
                  <a:cubicBezTo>
                    <a:pt x="24136" y="37012"/>
                    <a:pt x="21103" y="37539"/>
                    <a:pt x="18045" y="37915"/>
                  </a:cubicBezTo>
                  <a:cubicBezTo>
                    <a:pt x="17318" y="37990"/>
                    <a:pt x="16617" y="38115"/>
                    <a:pt x="15815" y="38240"/>
                  </a:cubicBezTo>
                  <a:cubicBezTo>
                    <a:pt x="15790" y="37814"/>
                    <a:pt x="15765" y="37463"/>
                    <a:pt x="15740" y="37087"/>
                  </a:cubicBezTo>
                  <a:cubicBezTo>
                    <a:pt x="15740" y="35208"/>
                    <a:pt x="15714" y="33303"/>
                    <a:pt x="15714" y="31423"/>
                  </a:cubicBezTo>
                  <a:cubicBezTo>
                    <a:pt x="15740" y="29243"/>
                    <a:pt x="15815" y="27062"/>
                    <a:pt x="15840" y="24882"/>
                  </a:cubicBezTo>
                  <a:cubicBezTo>
                    <a:pt x="15840" y="24456"/>
                    <a:pt x="15965" y="24205"/>
                    <a:pt x="16416" y="24030"/>
                  </a:cubicBezTo>
                  <a:cubicBezTo>
                    <a:pt x="20100" y="22526"/>
                    <a:pt x="23785" y="20997"/>
                    <a:pt x="27469" y="19468"/>
                  </a:cubicBezTo>
                  <a:cubicBezTo>
                    <a:pt x="27594" y="19418"/>
                    <a:pt x="27720" y="19368"/>
                    <a:pt x="27920" y="19318"/>
                  </a:cubicBezTo>
                  <a:close/>
                  <a:moveTo>
                    <a:pt x="14960" y="1"/>
                  </a:moveTo>
                  <a:cubicBezTo>
                    <a:pt x="11674" y="1"/>
                    <a:pt x="8374" y="1158"/>
                    <a:pt x="5815" y="3503"/>
                  </a:cubicBezTo>
                  <a:cubicBezTo>
                    <a:pt x="3359" y="5759"/>
                    <a:pt x="1955" y="8566"/>
                    <a:pt x="1830" y="11899"/>
                  </a:cubicBezTo>
                  <a:cubicBezTo>
                    <a:pt x="1679" y="15283"/>
                    <a:pt x="2857" y="18190"/>
                    <a:pt x="5188" y="20671"/>
                  </a:cubicBezTo>
                  <a:cubicBezTo>
                    <a:pt x="5338" y="20822"/>
                    <a:pt x="5489" y="20972"/>
                    <a:pt x="5739" y="21223"/>
                  </a:cubicBezTo>
                  <a:cubicBezTo>
                    <a:pt x="5464" y="21173"/>
                    <a:pt x="5313" y="21173"/>
                    <a:pt x="5188" y="21122"/>
                  </a:cubicBezTo>
                  <a:cubicBezTo>
                    <a:pt x="4461" y="20947"/>
                    <a:pt x="3709" y="20747"/>
                    <a:pt x="2958" y="20571"/>
                  </a:cubicBezTo>
                  <a:cubicBezTo>
                    <a:pt x="2845" y="20546"/>
                    <a:pt x="2751" y="20532"/>
                    <a:pt x="2672" y="20532"/>
                  </a:cubicBezTo>
                  <a:cubicBezTo>
                    <a:pt x="2437" y="20532"/>
                    <a:pt x="2343" y="20659"/>
                    <a:pt x="2306" y="20997"/>
                  </a:cubicBezTo>
                  <a:cubicBezTo>
                    <a:pt x="2181" y="21774"/>
                    <a:pt x="2105" y="22551"/>
                    <a:pt x="2005" y="23328"/>
                  </a:cubicBezTo>
                  <a:cubicBezTo>
                    <a:pt x="1880" y="24531"/>
                    <a:pt x="1755" y="25734"/>
                    <a:pt x="1629" y="26937"/>
                  </a:cubicBezTo>
                  <a:cubicBezTo>
                    <a:pt x="1629" y="27112"/>
                    <a:pt x="1604" y="27288"/>
                    <a:pt x="1379" y="27363"/>
                  </a:cubicBezTo>
                  <a:cubicBezTo>
                    <a:pt x="602" y="27614"/>
                    <a:pt x="301" y="28215"/>
                    <a:pt x="176" y="28942"/>
                  </a:cubicBezTo>
                  <a:cubicBezTo>
                    <a:pt x="0" y="29744"/>
                    <a:pt x="276" y="30621"/>
                    <a:pt x="1203" y="30872"/>
                  </a:cubicBezTo>
                  <a:cubicBezTo>
                    <a:pt x="1228" y="30872"/>
                    <a:pt x="1253" y="30922"/>
                    <a:pt x="1303" y="30947"/>
                  </a:cubicBezTo>
                  <a:cubicBezTo>
                    <a:pt x="1303" y="31097"/>
                    <a:pt x="1328" y="31248"/>
                    <a:pt x="1303" y="31423"/>
                  </a:cubicBezTo>
                  <a:cubicBezTo>
                    <a:pt x="1278" y="32476"/>
                    <a:pt x="1253" y="33504"/>
                    <a:pt x="1203" y="34556"/>
                  </a:cubicBezTo>
                  <a:cubicBezTo>
                    <a:pt x="1203" y="35108"/>
                    <a:pt x="1203" y="35108"/>
                    <a:pt x="1729" y="35258"/>
                  </a:cubicBezTo>
                  <a:cubicBezTo>
                    <a:pt x="2331" y="35408"/>
                    <a:pt x="2958" y="35559"/>
                    <a:pt x="3559" y="35734"/>
                  </a:cubicBezTo>
                  <a:cubicBezTo>
                    <a:pt x="3684" y="35759"/>
                    <a:pt x="3835" y="35834"/>
                    <a:pt x="3985" y="35884"/>
                  </a:cubicBezTo>
                  <a:cubicBezTo>
                    <a:pt x="3960" y="36060"/>
                    <a:pt x="3935" y="36210"/>
                    <a:pt x="3935" y="36336"/>
                  </a:cubicBezTo>
                  <a:cubicBezTo>
                    <a:pt x="3810" y="37438"/>
                    <a:pt x="3684" y="38541"/>
                    <a:pt x="3584" y="39644"/>
                  </a:cubicBezTo>
                  <a:cubicBezTo>
                    <a:pt x="3561" y="40118"/>
                    <a:pt x="3641" y="40328"/>
                    <a:pt x="3822" y="40328"/>
                  </a:cubicBezTo>
                  <a:cubicBezTo>
                    <a:pt x="3842" y="40328"/>
                    <a:pt x="3863" y="40326"/>
                    <a:pt x="3885" y="40321"/>
                  </a:cubicBezTo>
                  <a:cubicBezTo>
                    <a:pt x="4261" y="40245"/>
                    <a:pt x="4110" y="39920"/>
                    <a:pt x="4135" y="39669"/>
                  </a:cubicBezTo>
                  <a:cubicBezTo>
                    <a:pt x="4236" y="38566"/>
                    <a:pt x="4336" y="37488"/>
                    <a:pt x="4461" y="36386"/>
                  </a:cubicBezTo>
                  <a:cubicBezTo>
                    <a:pt x="4461" y="36260"/>
                    <a:pt x="4536" y="36135"/>
                    <a:pt x="4587" y="36010"/>
                  </a:cubicBezTo>
                  <a:cubicBezTo>
                    <a:pt x="4837" y="36060"/>
                    <a:pt x="5038" y="36110"/>
                    <a:pt x="5213" y="36160"/>
                  </a:cubicBezTo>
                  <a:cubicBezTo>
                    <a:pt x="7995" y="36862"/>
                    <a:pt x="10777" y="37539"/>
                    <a:pt x="13534" y="38316"/>
                  </a:cubicBezTo>
                  <a:cubicBezTo>
                    <a:pt x="14361" y="38538"/>
                    <a:pt x="15178" y="38710"/>
                    <a:pt x="16004" y="38710"/>
                  </a:cubicBezTo>
                  <a:cubicBezTo>
                    <a:pt x="16480" y="38710"/>
                    <a:pt x="16959" y="38653"/>
                    <a:pt x="17444" y="38516"/>
                  </a:cubicBezTo>
                  <a:lnTo>
                    <a:pt x="17569" y="38516"/>
                  </a:lnTo>
                  <a:cubicBezTo>
                    <a:pt x="20527" y="38215"/>
                    <a:pt x="23459" y="37714"/>
                    <a:pt x="26366" y="37087"/>
                  </a:cubicBezTo>
                  <a:cubicBezTo>
                    <a:pt x="26542" y="37062"/>
                    <a:pt x="26692" y="37062"/>
                    <a:pt x="26867" y="37037"/>
                  </a:cubicBezTo>
                  <a:cubicBezTo>
                    <a:pt x="27143" y="38040"/>
                    <a:pt x="27243" y="39042"/>
                    <a:pt x="27268" y="40045"/>
                  </a:cubicBezTo>
                  <a:cubicBezTo>
                    <a:pt x="27268" y="40170"/>
                    <a:pt x="27268" y="40321"/>
                    <a:pt x="27268" y="40471"/>
                  </a:cubicBezTo>
                  <a:cubicBezTo>
                    <a:pt x="27291" y="40605"/>
                    <a:pt x="27333" y="40780"/>
                    <a:pt x="27485" y="40780"/>
                  </a:cubicBezTo>
                  <a:cubicBezTo>
                    <a:pt x="27503" y="40780"/>
                    <a:pt x="27523" y="40777"/>
                    <a:pt x="27544" y="40772"/>
                  </a:cubicBezTo>
                  <a:cubicBezTo>
                    <a:pt x="27644" y="40747"/>
                    <a:pt x="27745" y="40596"/>
                    <a:pt x="27795" y="40496"/>
                  </a:cubicBezTo>
                  <a:cubicBezTo>
                    <a:pt x="27845" y="40371"/>
                    <a:pt x="27820" y="40245"/>
                    <a:pt x="27820" y="40120"/>
                  </a:cubicBezTo>
                  <a:cubicBezTo>
                    <a:pt x="27745" y="39393"/>
                    <a:pt x="27669" y="38641"/>
                    <a:pt x="27594" y="37915"/>
                  </a:cubicBezTo>
                  <a:cubicBezTo>
                    <a:pt x="27569" y="37564"/>
                    <a:pt x="27469" y="37238"/>
                    <a:pt x="27419" y="36887"/>
                  </a:cubicBezTo>
                  <a:cubicBezTo>
                    <a:pt x="27694" y="36787"/>
                    <a:pt x="27920" y="36737"/>
                    <a:pt x="28146" y="36661"/>
                  </a:cubicBezTo>
                  <a:cubicBezTo>
                    <a:pt x="28847" y="36436"/>
                    <a:pt x="28898" y="36386"/>
                    <a:pt x="28898" y="35659"/>
                  </a:cubicBezTo>
                  <a:cubicBezTo>
                    <a:pt x="28898" y="34356"/>
                    <a:pt x="28923" y="33077"/>
                    <a:pt x="28898" y="31774"/>
                  </a:cubicBezTo>
                  <a:cubicBezTo>
                    <a:pt x="28898" y="31423"/>
                    <a:pt x="28973" y="31173"/>
                    <a:pt x="29273" y="30897"/>
                  </a:cubicBezTo>
                  <a:cubicBezTo>
                    <a:pt x="30226" y="30070"/>
                    <a:pt x="30101" y="28416"/>
                    <a:pt x="29023" y="27714"/>
                  </a:cubicBezTo>
                  <a:cubicBezTo>
                    <a:pt x="28797" y="27589"/>
                    <a:pt x="28797" y="27413"/>
                    <a:pt x="28797" y="27213"/>
                  </a:cubicBezTo>
                  <a:cubicBezTo>
                    <a:pt x="28747" y="26135"/>
                    <a:pt x="28697" y="25032"/>
                    <a:pt x="28672" y="23955"/>
                  </a:cubicBezTo>
                  <a:cubicBezTo>
                    <a:pt x="28597" y="22451"/>
                    <a:pt x="28572" y="20922"/>
                    <a:pt x="28497" y="19418"/>
                  </a:cubicBezTo>
                  <a:cubicBezTo>
                    <a:pt x="28465" y="18835"/>
                    <a:pt x="28433" y="18608"/>
                    <a:pt x="28202" y="18608"/>
                  </a:cubicBezTo>
                  <a:cubicBezTo>
                    <a:pt x="28066" y="18608"/>
                    <a:pt x="27860" y="18687"/>
                    <a:pt x="27544" y="18817"/>
                  </a:cubicBezTo>
                  <a:cubicBezTo>
                    <a:pt x="26918" y="19067"/>
                    <a:pt x="26291" y="19343"/>
                    <a:pt x="25664" y="19594"/>
                  </a:cubicBezTo>
                  <a:cubicBezTo>
                    <a:pt x="25639" y="19569"/>
                    <a:pt x="25614" y="19544"/>
                    <a:pt x="25614" y="19518"/>
                  </a:cubicBezTo>
                  <a:cubicBezTo>
                    <a:pt x="25715" y="19343"/>
                    <a:pt x="25815" y="19193"/>
                    <a:pt x="25915" y="19017"/>
                  </a:cubicBezTo>
                  <a:cubicBezTo>
                    <a:pt x="27143" y="17213"/>
                    <a:pt x="27870" y="15233"/>
                    <a:pt x="27995" y="13052"/>
                  </a:cubicBezTo>
                  <a:cubicBezTo>
                    <a:pt x="28196" y="9669"/>
                    <a:pt x="27093" y="6711"/>
                    <a:pt x="24787" y="4205"/>
                  </a:cubicBezTo>
                  <a:cubicBezTo>
                    <a:pt x="22208" y="1415"/>
                    <a:pt x="18592" y="1"/>
                    <a:pt x="149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4" name="Google Shape;3124;p66"/>
            <p:cNvSpPr/>
            <p:nvPr/>
          </p:nvSpPr>
          <p:spPr>
            <a:xfrm>
              <a:off x="935625" y="3705038"/>
              <a:ext cx="119075" cy="47450"/>
            </a:xfrm>
            <a:custGeom>
              <a:avLst/>
              <a:gdLst/>
              <a:ahLst/>
              <a:cxnLst/>
              <a:rect l="l" t="t" r="r" b="b"/>
              <a:pathLst>
                <a:path w="4763" h="1898" extrusionOk="0">
                  <a:moveTo>
                    <a:pt x="226" y="1"/>
                  </a:moveTo>
                  <a:cubicBezTo>
                    <a:pt x="151" y="51"/>
                    <a:pt x="26" y="101"/>
                    <a:pt x="26" y="151"/>
                  </a:cubicBezTo>
                  <a:cubicBezTo>
                    <a:pt x="1" y="251"/>
                    <a:pt x="51" y="402"/>
                    <a:pt x="101" y="452"/>
                  </a:cubicBezTo>
                  <a:cubicBezTo>
                    <a:pt x="201" y="552"/>
                    <a:pt x="352" y="602"/>
                    <a:pt x="502" y="627"/>
                  </a:cubicBezTo>
                  <a:cubicBezTo>
                    <a:pt x="1680" y="1028"/>
                    <a:pt x="2858" y="1404"/>
                    <a:pt x="4036" y="1805"/>
                  </a:cubicBezTo>
                  <a:cubicBezTo>
                    <a:pt x="4159" y="1833"/>
                    <a:pt x="4305" y="1897"/>
                    <a:pt x="4428" y="1897"/>
                  </a:cubicBezTo>
                  <a:cubicBezTo>
                    <a:pt x="4530" y="1897"/>
                    <a:pt x="4617" y="1853"/>
                    <a:pt x="4662" y="1705"/>
                  </a:cubicBezTo>
                  <a:cubicBezTo>
                    <a:pt x="4763" y="1354"/>
                    <a:pt x="4437" y="1329"/>
                    <a:pt x="4211" y="1254"/>
                  </a:cubicBezTo>
                  <a:cubicBezTo>
                    <a:pt x="2983" y="853"/>
                    <a:pt x="1730" y="477"/>
                    <a:pt x="477" y="76"/>
                  </a:cubicBezTo>
                  <a:cubicBezTo>
                    <a:pt x="402" y="51"/>
                    <a:pt x="327" y="26"/>
                    <a:pt x="2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5" name="Google Shape;3125;p66"/>
            <p:cNvSpPr/>
            <p:nvPr/>
          </p:nvSpPr>
          <p:spPr>
            <a:xfrm>
              <a:off x="1855425" y="3689113"/>
              <a:ext cx="120350" cy="29750"/>
            </a:xfrm>
            <a:custGeom>
              <a:avLst/>
              <a:gdLst/>
              <a:ahLst/>
              <a:cxnLst/>
              <a:rect l="l" t="t" r="r" b="b"/>
              <a:pathLst>
                <a:path w="4814" h="1190" extrusionOk="0">
                  <a:moveTo>
                    <a:pt x="4446" y="1"/>
                  </a:moveTo>
                  <a:cubicBezTo>
                    <a:pt x="4349" y="1"/>
                    <a:pt x="4243" y="19"/>
                    <a:pt x="4136" y="36"/>
                  </a:cubicBezTo>
                  <a:cubicBezTo>
                    <a:pt x="3610" y="111"/>
                    <a:pt x="3059" y="162"/>
                    <a:pt x="2532" y="262"/>
                  </a:cubicBezTo>
                  <a:cubicBezTo>
                    <a:pt x="1805" y="387"/>
                    <a:pt x="1079" y="512"/>
                    <a:pt x="352" y="663"/>
                  </a:cubicBezTo>
                  <a:cubicBezTo>
                    <a:pt x="176" y="688"/>
                    <a:pt x="1" y="763"/>
                    <a:pt x="76" y="989"/>
                  </a:cubicBezTo>
                  <a:cubicBezTo>
                    <a:pt x="101" y="1089"/>
                    <a:pt x="252" y="1139"/>
                    <a:pt x="302" y="1189"/>
                  </a:cubicBezTo>
                  <a:cubicBezTo>
                    <a:pt x="427" y="1189"/>
                    <a:pt x="452" y="1164"/>
                    <a:pt x="502" y="1164"/>
                  </a:cubicBezTo>
                  <a:cubicBezTo>
                    <a:pt x="1755" y="964"/>
                    <a:pt x="3034" y="788"/>
                    <a:pt x="4312" y="588"/>
                  </a:cubicBezTo>
                  <a:cubicBezTo>
                    <a:pt x="4437" y="563"/>
                    <a:pt x="4562" y="563"/>
                    <a:pt x="4663" y="487"/>
                  </a:cubicBezTo>
                  <a:cubicBezTo>
                    <a:pt x="4738" y="437"/>
                    <a:pt x="4813" y="287"/>
                    <a:pt x="4813" y="212"/>
                  </a:cubicBezTo>
                  <a:cubicBezTo>
                    <a:pt x="4788" y="137"/>
                    <a:pt x="4663" y="36"/>
                    <a:pt x="4562" y="11"/>
                  </a:cubicBezTo>
                  <a:cubicBezTo>
                    <a:pt x="4526" y="4"/>
                    <a:pt x="4487" y="1"/>
                    <a:pt x="44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6" name="Google Shape;3126;p66"/>
            <p:cNvSpPr/>
            <p:nvPr/>
          </p:nvSpPr>
          <p:spPr>
            <a:xfrm>
              <a:off x="1007700" y="3553288"/>
              <a:ext cx="94625" cy="80425"/>
            </a:xfrm>
            <a:custGeom>
              <a:avLst/>
              <a:gdLst/>
              <a:ahLst/>
              <a:cxnLst/>
              <a:rect l="l" t="t" r="r" b="b"/>
              <a:pathLst>
                <a:path w="3785" h="3217" extrusionOk="0">
                  <a:moveTo>
                    <a:pt x="386" y="1"/>
                  </a:moveTo>
                  <a:cubicBezTo>
                    <a:pt x="336" y="1"/>
                    <a:pt x="283" y="23"/>
                    <a:pt x="226" y="81"/>
                  </a:cubicBezTo>
                  <a:cubicBezTo>
                    <a:pt x="0" y="306"/>
                    <a:pt x="201" y="482"/>
                    <a:pt x="351" y="657"/>
                  </a:cubicBezTo>
                  <a:cubicBezTo>
                    <a:pt x="351" y="657"/>
                    <a:pt x="376" y="682"/>
                    <a:pt x="401" y="682"/>
                  </a:cubicBezTo>
                  <a:cubicBezTo>
                    <a:pt x="1278" y="1459"/>
                    <a:pt x="2155" y="2236"/>
                    <a:pt x="3033" y="2988"/>
                  </a:cubicBezTo>
                  <a:cubicBezTo>
                    <a:pt x="3158" y="3088"/>
                    <a:pt x="3308" y="3189"/>
                    <a:pt x="3434" y="3214"/>
                  </a:cubicBezTo>
                  <a:cubicBezTo>
                    <a:pt x="3442" y="3216"/>
                    <a:pt x="3451" y="3217"/>
                    <a:pt x="3461" y="3217"/>
                  </a:cubicBezTo>
                  <a:cubicBezTo>
                    <a:pt x="3556" y="3217"/>
                    <a:pt x="3670" y="3105"/>
                    <a:pt x="3785" y="3013"/>
                  </a:cubicBezTo>
                  <a:cubicBezTo>
                    <a:pt x="3659" y="2888"/>
                    <a:pt x="3609" y="2788"/>
                    <a:pt x="3509" y="2712"/>
                  </a:cubicBezTo>
                  <a:cubicBezTo>
                    <a:pt x="2581" y="1885"/>
                    <a:pt x="1654" y="1058"/>
                    <a:pt x="727" y="231"/>
                  </a:cubicBezTo>
                  <a:cubicBezTo>
                    <a:pt x="619" y="142"/>
                    <a:pt x="512" y="1"/>
                    <a:pt x="3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7" name="Google Shape;3127;p66"/>
            <p:cNvSpPr/>
            <p:nvPr/>
          </p:nvSpPr>
          <p:spPr>
            <a:xfrm>
              <a:off x="1859200" y="3807188"/>
              <a:ext cx="109050" cy="41375"/>
            </a:xfrm>
            <a:custGeom>
              <a:avLst/>
              <a:gdLst/>
              <a:ahLst/>
              <a:cxnLst/>
              <a:rect l="l" t="t" r="r" b="b"/>
              <a:pathLst>
                <a:path w="4362" h="1655" extrusionOk="0">
                  <a:moveTo>
                    <a:pt x="251" y="0"/>
                  </a:moveTo>
                  <a:cubicBezTo>
                    <a:pt x="176" y="0"/>
                    <a:pt x="50" y="75"/>
                    <a:pt x="25" y="150"/>
                  </a:cubicBezTo>
                  <a:cubicBezTo>
                    <a:pt x="0" y="226"/>
                    <a:pt x="50" y="351"/>
                    <a:pt x="101" y="401"/>
                  </a:cubicBezTo>
                  <a:cubicBezTo>
                    <a:pt x="151" y="476"/>
                    <a:pt x="226" y="501"/>
                    <a:pt x="301" y="526"/>
                  </a:cubicBezTo>
                  <a:cubicBezTo>
                    <a:pt x="1479" y="877"/>
                    <a:pt x="2657" y="1253"/>
                    <a:pt x="3835" y="1604"/>
                  </a:cubicBezTo>
                  <a:cubicBezTo>
                    <a:pt x="3885" y="1604"/>
                    <a:pt x="3935" y="1629"/>
                    <a:pt x="4111" y="1654"/>
                  </a:cubicBezTo>
                  <a:cubicBezTo>
                    <a:pt x="4161" y="1579"/>
                    <a:pt x="4311" y="1504"/>
                    <a:pt x="4336" y="1378"/>
                  </a:cubicBezTo>
                  <a:cubicBezTo>
                    <a:pt x="4361" y="1328"/>
                    <a:pt x="4211" y="1178"/>
                    <a:pt x="4136" y="1103"/>
                  </a:cubicBezTo>
                  <a:cubicBezTo>
                    <a:pt x="4086" y="1053"/>
                    <a:pt x="4010" y="1078"/>
                    <a:pt x="3960" y="1053"/>
                  </a:cubicBezTo>
                  <a:cubicBezTo>
                    <a:pt x="2858" y="752"/>
                    <a:pt x="1755" y="426"/>
                    <a:pt x="652" y="100"/>
                  </a:cubicBezTo>
                  <a:cubicBezTo>
                    <a:pt x="527" y="50"/>
                    <a:pt x="376" y="0"/>
                    <a:pt x="2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8" name="Google Shape;3128;p66"/>
            <p:cNvSpPr/>
            <p:nvPr/>
          </p:nvSpPr>
          <p:spPr>
            <a:xfrm>
              <a:off x="929375" y="3858913"/>
              <a:ext cx="113425" cy="14700"/>
            </a:xfrm>
            <a:custGeom>
              <a:avLst/>
              <a:gdLst/>
              <a:ahLst/>
              <a:cxnLst/>
              <a:rect l="l" t="t" r="r" b="b"/>
              <a:pathLst>
                <a:path w="4537" h="588" extrusionOk="0">
                  <a:moveTo>
                    <a:pt x="4059" y="0"/>
                  </a:moveTo>
                  <a:cubicBezTo>
                    <a:pt x="4024" y="0"/>
                    <a:pt x="3985" y="11"/>
                    <a:pt x="3935" y="11"/>
                  </a:cubicBezTo>
                  <a:cubicBezTo>
                    <a:pt x="2832" y="11"/>
                    <a:pt x="1730" y="36"/>
                    <a:pt x="627" y="61"/>
                  </a:cubicBezTo>
                  <a:cubicBezTo>
                    <a:pt x="451" y="61"/>
                    <a:pt x="301" y="61"/>
                    <a:pt x="151" y="111"/>
                  </a:cubicBezTo>
                  <a:cubicBezTo>
                    <a:pt x="75" y="137"/>
                    <a:pt x="0" y="262"/>
                    <a:pt x="0" y="337"/>
                  </a:cubicBezTo>
                  <a:cubicBezTo>
                    <a:pt x="0" y="412"/>
                    <a:pt x="75" y="538"/>
                    <a:pt x="151" y="563"/>
                  </a:cubicBezTo>
                  <a:cubicBezTo>
                    <a:pt x="251" y="588"/>
                    <a:pt x="401" y="588"/>
                    <a:pt x="501" y="588"/>
                  </a:cubicBezTo>
                  <a:lnTo>
                    <a:pt x="2156" y="588"/>
                  </a:lnTo>
                  <a:lnTo>
                    <a:pt x="2156" y="563"/>
                  </a:lnTo>
                  <a:lnTo>
                    <a:pt x="4136" y="563"/>
                  </a:lnTo>
                  <a:cubicBezTo>
                    <a:pt x="4336" y="563"/>
                    <a:pt x="4537" y="487"/>
                    <a:pt x="4461" y="237"/>
                  </a:cubicBezTo>
                  <a:cubicBezTo>
                    <a:pt x="4436" y="137"/>
                    <a:pt x="4236" y="61"/>
                    <a:pt x="4110" y="11"/>
                  </a:cubicBezTo>
                  <a:cubicBezTo>
                    <a:pt x="4094" y="3"/>
                    <a:pt x="4077" y="0"/>
                    <a:pt x="40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9" name="Google Shape;3129;p66"/>
            <p:cNvSpPr/>
            <p:nvPr/>
          </p:nvSpPr>
          <p:spPr>
            <a:xfrm>
              <a:off x="1818475" y="3564063"/>
              <a:ext cx="73325" cy="68325"/>
            </a:xfrm>
            <a:custGeom>
              <a:avLst/>
              <a:gdLst/>
              <a:ahLst/>
              <a:cxnLst/>
              <a:rect l="l" t="t" r="r" b="b"/>
              <a:pathLst>
                <a:path w="2933" h="2733" extrusionOk="0">
                  <a:moveTo>
                    <a:pt x="2557" y="1"/>
                  </a:moveTo>
                  <a:cubicBezTo>
                    <a:pt x="2507" y="26"/>
                    <a:pt x="2456" y="76"/>
                    <a:pt x="2406" y="126"/>
                  </a:cubicBezTo>
                  <a:cubicBezTo>
                    <a:pt x="1679" y="753"/>
                    <a:pt x="953" y="1404"/>
                    <a:pt x="251" y="2056"/>
                  </a:cubicBezTo>
                  <a:cubicBezTo>
                    <a:pt x="151" y="2131"/>
                    <a:pt x="50" y="2256"/>
                    <a:pt x="25" y="2382"/>
                  </a:cubicBezTo>
                  <a:cubicBezTo>
                    <a:pt x="0" y="2482"/>
                    <a:pt x="126" y="2607"/>
                    <a:pt x="201" y="2732"/>
                  </a:cubicBezTo>
                  <a:cubicBezTo>
                    <a:pt x="351" y="2632"/>
                    <a:pt x="451" y="2557"/>
                    <a:pt x="552" y="2482"/>
                  </a:cubicBezTo>
                  <a:cubicBezTo>
                    <a:pt x="1278" y="1855"/>
                    <a:pt x="2005" y="1229"/>
                    <a:pt x="2732" y="577"/>
                  </a:cubicBezTo>
                  <a:cubicBezTo>
                    <a:pt x="2782" y="527"/>
                    <a:pt x="2882" y="477"/>
                    <a:pt x="2882" y="427"/>
                  </a:cubicBezTo>
                  <a:cubicBezTo>
                    <a:pt x="2933" y="276"/>
                    <a:pt x="2933" y="126"/>
                    <a:pt x="29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0" name="Google Shape;3130;p66"/>
            <p:cNvSpPr/>
            <p:nvPr/>
          </p:nvSpPr>
          <p:spPr>
            <a:xfrm>
              <a:off x="1340400" y="3875438"/>
              <a:ext cx="228725" cy="95300"/>
            </a:xfrm>
            <a:custGeom>
              <a:avLst/>
              <a:gdLst/>
              <a:ahLst/>
              <a:cxnLst/>
              <a:rect l="l" t="t" r="r" b="b"/>
              <a:pathLst>
                <a:path w="9149" h="3812" extrusionOk="0">
                  <a:moveTo>
                    <a:pt x="8761" y="0"/>
                  </a:moveTo>
                  <a:cubicBezTo>
                    <a:pt x="8475" y="0"/>
                    <a:pt x="8521" y="286"/>
                    <a:pt x="8497" y="503"/>
                  </a:cubicBezTo>
                  <a:cubicBezTo>
                    <a:pt x="8371" y="1856"/>
                    <a:pt x="7569" y="2633"/>
                    <a:pt x="6341" y="3034"/>
                  </a:cubicBezTo>
                  <a:cubicBezTo>
                    <a:pt x="5896" y="3176"/>
                    <a:pt x="5436" y="3243"/>
                    <a:pt x="4978" y="3243"/>
                  </a:cubicBezTo>
                  <a:cubicBezTo>
                    <a:pt x="3094" y="3243"/>
                    <a:pt x="1252" y="2116"/>
                    <a:pt x="627" y="503"/>
                  </a:cubicBezTo>
                  <a:cubicBezTo>
                    <a:pt x="602" y="428"/>
                    <a:pt x="577" y="328"/>
                    <a:pt x="527" y="278"/>
                  </a:cubicBezTo>
                  <a:cubicBezTo>
                    <a:pt x="445" y="216"/>
                    <a:pt x="331" y="139"/>
                    <a:pt x="237" y="139"/>
                  </a:cubicBezTo>
                  <a:cubicBezTo>
                    <a:pt x="215" y="139"/>
                    <a:pt x="195" y="143"/>
                    <a:pt x="176" y="152"/>
                  </a:cubicBezTo>
                  <a:cubicBezTo>
                    <a:pt x="101" y="177"/>
                    <a:pt x="0" y="403"/>
                    <a:pt x="25" y="478"/>
                  </a:cubicBezTo>
                  <a:cubicBezTo>
                    <a:pt x="201" y="879"/>
                    <a:pt x="351" y="1280"/>
                    <a:pt x="577" y="1606"/>
                  </a:cubicBezTo>
                  <a:cubicBezTo>
                    <a:pt x="1655" y="3085"/>
                    <a:pt x="3158" y="3736"/>
                    <a:pt x="4687" y="3811"/>
                  </a:cubicBezTo>
                  <a:cubicBezTo>
                    <a:pt x="5965" y="3811"/>
                    <a:pt x="6918" y="3586"/>
                    <a:pt x="7720" y="2959"/>
                  </a:cubicBezTo>
                  <a:cubicBezTo>
                    <a:pt x="8522" y="2383"/>
                    <a:pt x="8998" y="1581"/>
                    <a:pt x="9048" y="578"/>
                  </a:cubicBezTo>
                  <a:cubicBezTo>
                    <a:pt x="9073" y="353"/>
                    <a:pt x="9148" y="27"/>
                    <a:pt x="8797" y="2"/>
                  </a:cubicBezTo>
                  <a:cubicBezTo>
                    <a:pt x="8785" y="1"/>
                    <a:pt x="8772" y="0"/>
                    <a:pt x="8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1" name="Google Shape;3131;p66"/>
            <p:cNvSpPr/>
            <p:nvPr/>
          </p:nvSpPr>
          <p:spPr>
            <a:xfrm>
              <a:off x="1546550" y="3799613"/>
              <a:ext cx="38225" cy="40175"/>
            </a:xfrm>
            <a:custGeom>
              <a:avLst/>
              <a:gdLst/>
              <a:ahLst/>
              <a:cxnLst/>
              <a:rect l="l" t="t" r="r" b="b"/>
              <a:pathLst>
                <a:path w="1529" h="1607" extrusionOk="0">
                  <a:moveTo>
                    <a:pt x="842" y="1"/>
                  </a:moveTo>
                  <a:cubicBezTo>
                    <a:pt x="829" y="1"/>
                    <a:pt x="816" y="1"/>
                    <a:pt x="802" y="2"/>
                  </a:cubicBezTo>
                  <a:cubicBezTo>
                    <a:pt x="376" y="2"/>
                    <a:pt x="0" y="353"/>
                    <a:pt x="0" y="754"/>
                  </a:cubicBezTo>
                  <a:cubicBezTo>
                    <a:pt x="0" y="1180"/>
                    <a:pt x="376" y="1606"/>
                    <a:pt x="777" y="1606"/>
                  </a:cubicBezTo>
                  <a:cubicBezTo>
                    <a:pt x="1153" y="1606"/>
                    <a:pt x="1529" y="1180"/>
                    <a:pt x="1504" y="729"/>
                  </a:cubicBezTo>
                  <a:cubicBezTo>
                    <a:pt x="1504" y="342"/>
                    <a:pt x="1223" y="1"/>
                    <a:pt x="8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2" name="Google Shape;3132;p66"/>
            <p:cNvSpPr/>
            <p:nvPr/>
          </p:nvSpPr>
          <p:spPr>
            <a:xfrm>
              <a:off x="1315950" y="3802163"/>
              <a:ext cx="33250" cy="38250"/>
            </a:xfrm>
            <a:custGeom>
              <a:avLst/>
              <a:gdLst/>
              <a:ahLst/>
              <a:cxnLst/>
              <a:rect l="l" t="t" r="r" b="b"/>
              <a:pathLst>
                <a:path w="1330" h="1530" extrusionOk="0">
                  <a:moveTo>
                    <a:pt x="627" y="1"/>
                  </a:moveTo>
                  <a:cubicBezTo>
                    <a:pt x="277" y="26"/>
                    <a:pt x="26" y="351"/>
                    <a:pt x="26" y="777"/>
                  </a:cubicBezTo>
                  <a:cubicBezTo>
                    <a:pt x="1" y="1204"/>
                    <a:pt x="277" y="1529"/>
                    <a:pt x="627" y="1529"/>
                  </a:cubicBezTo>
                  <a:cubicBezTo>
                    <a:pt x="1028" y="1529"/>
                    <a:pt x="1329" y="1178"/>
                    <a:pt x="1329" y="777"/>
                  </a:cubicBezTo>
                  <a:cubicBezTo>
                    <a:pt x="1329" y="351"/>
                    <a:pt x="1003" y="1"/>
                    <a:pt x="6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33" name="Google Shape;3133;p66"/>
          <p:cNvGrpSpPr/>
          <p:nvPr/>
        </p:nvGrpSpPr>
        <p:grpSpPr>
          <a:xfrm>
            <a:off x="2167196" y="3416442"/>
            <a:ext cx="1200502" cy="1260884"/>
            <a:chOff x="2146588" y="3519138"/>
            <a:chExt cx="1005025" cy="1055575"/>
          </a:xfrm>
        </p:grpSpPr>
        <p:sp>
          <p:nvSpPr>
            <p:cNvPr id="3134" name="Google Shape;3134;p66"/>
            <p:cNvSpPr/>
            <p:nvPr/>
          </p:nvSpPr>
          <p:spPr>
            <a:xfrm flipH="1">
              <a:off x="2406613" y="4079638"/>
              <a:ext cx="638500" cy="495075"/>
            </a:xfrm>
            <a:custGeom>
              <a:avLst/>
              <a:gdLst/>
              <a:ahLst/>
              <a:cxnLst/>
              <a:rect l="l" t="t" r="r" b="b"/>
              <a:pathLst>
                <a:path w="25540" h="19803" extrusionOk="0">
                  <a:moveTo>
                    <a:pt x="18597" y="0"/>
                  </a:moveTo>
                  <a:cubicBezTo>
                    <a:pt x="18322" y="0"/>
                    <a:pt x="18061" y="123"/>
                    <a:pt x="17946" y="329"/>
                  </a:cubicBezTo>
                  <a:cubicBezTo>
                    <a:pt x="17821" y="555"/>
                    <a:pt x="17896" y="830"/>
                    <a:pt x="18121" y="1006"/>
                  </a:cubicBezTo>
                  <a:lnTo>
                    <a:pt x="18848" y="1507"/>
                  </a:lnTo>
                  <a:lnTo>
                    <a:pt x="18848" y="1507"/>
                  </a:lnTo>
                  <a:lnTo>
                    <a:pt x="16643" y="1006"/>
                  </a:lnTo>
                  <a:cubicBezTo>
                    <a:pt x="16595" y="999"/>
                    <a:pt x="16546" y="995"/>
                    <a:pt x="16498" y="995"/>
                  </a:cubicBezTo>
                  <a:cubicBezTo>
                    <a:pt x="16218" y="995"/>
                    <a:pt x="15947" y="1114"/>
                    <a:pt x="15841" y="1307"/>
                  </a:cubicBezTo>
                  <a:cubicBezTo>
                    <a:pt x="15690" y="1557"/>
                    <a:pt x="15765" y="1858"/>
                    <a:pt x="16041" y="2008"/>
                  </a:cubicBezTo>
                  <a:lnTo>
                    <a:pt x="17470" y="2835"/>
                  </a:lnTo>
                  <a:lnTo>
                    <a:pt x="17470" y="2835"/>
                  </a:lnTo>
                  <a:lnTo>
                    <a:pt x="13510" y="1908"/>
                  </a:lnTo>
                  <a:cubicBezTo>
                    <a:pt x="13428" y="1885"/>
                    <a:pt x="13344" y="1874"/>
                    <a:pt x="13262" y="1874"/>
                  </a:cubicBezTo>
                  <a:cubicBezTo>
                    <a:pt x="12995" y="1874"/>
                    <a:pt x="12748" y="1992"/>
                    <a:pt x="12633" y="2184"/>
                  </a:cubicBezTo>
                  <a:cubicBezTo>
                    <a:pt x="12482" y="2460"/>
                    <a:pt x="12608" y="2760"/>
                    <a:pt x="12908" y="2911"/>
                  </a:cubicBezTo>
                  <a:lnTo>
                    <a:pt x="14613" y="3663"/>
                  </a:lnTo>
                  <a:lnTo>
                    <a:pt x="14613" y="3663"/>
                  </a:lnTo>
                  <a:lnTo>
                    <a:pt x="5214" y="1106"/>
                  </a:lnTo>
                  <a:cubicBezTo>
                    <a:pt x="5127" y="1073"/>
                    <a:pt x="5034" y="1057"/>
                    <a:pt x="4942" y="1057"/>
                  </a:cubicBezTo>
                  <a:cubicBezTo>
                    <a:pt x="4691" y="1057"/>
                    <a:pt x="4447" y="1173"/>
                    <a:pt x="4337" y="1357"/>
                  </a:cubicBezTo>
                  <a:cubicBezTo>
                    <a:pt x="4161" y="1632"/>
                    <a:pt x="4287" y="1958"/>
                    <a:pt x="4587" y="2109"/>
                  </a:cubicBezTo>
                  <a:cubicBezTo>
                    <a:pt x="6016" y="2785"/>
                    <a:pt x="8698" y="3437"/>
                    <a:pt x="10527" y="4289"/>
                  </a:cubicBezTo>
                  <a:cubicBezTo>
                    <a:pt x="7745" y="3236"/>
                    <a:pt x="4663" y="2610"/>
                    <a:pt x="4462" y="2510"/>
                  </a:cubicBezTo>
                  <a:lnTo>
                    <a:pt x="4462" y="2535"/>
                  </a:lnTo>
                  <a:cubicBezTo>
                    <a:pt x="4264" y="2451"/>
                    <a:pt x="4110" y="2407"/>
                    <a:pt x="3977" y="2407"/>
                  </a:cubicBezTo>
                  <a:cubicBezTo>
                    <a:pt x="3790" y="2407"/>
                    <a:pt x="3646" y="2495"/>
                    <a:pt x="3485" y="2685"/>
                  </a:cubicBezTo>
                  <a:cubicBezTo>
                    <a:pt x="3284" y="2936"/>
                    <a:pt x="3359" y="3287"/>
                    <a:pt x="3685" y="3462"/>
                  </a:cubicBezTo>
                  <a:cubicBezTo>
                    <a:pt x="3760" y="3487"/>
                    <a:pt x="6793" y="4414"/>
                    <a:pt x="9550" y="5868"/>
                  </a:cubicBezTo>
                  <a:lnTo>
                    <a:pt x="3760" y="3938"/>
                  </a:lnTo>
                  <a:cubicBezTo>
                    <a:pt x="3650" y="3887"/>
                    <a:pt x="3527" y="3862"/>
                    <a:pt x="3406" y="3862"/>
                  </a:cubicBezTo>
                  <a:cubicBezTo>
                    <a:pt x="3171" y="3862"/>
                    <a:pt x="2940" y="3957"/>
                    <a:pt x="2808" y="4139"/>
                  </a:cubicBezTo>
                  <a:cubicBezTo>
                    <a:pt x="2607" y="4389"/>
                    <a:pt x="2708" y="4715"/>
                    <a:pt x="3008" y="4891"/>
                  </a:cubicBezTo>
                  <a:lnTo>
                    <a:pt x="13034" y="9703"/>
                  </a:lnTo>
                  <a:lnTo>
                    <a:pt x="13034" y="9703"/>
                  </a:lnTo>
                  <a:lnTo>
                    <a:pt x="2958" y="5893"/>
                  </a:lnTo>
                  <a:cubicBezTo>
                    <a:pt x="2854" y="5845"/>
                    <a:pt x="2739" y="5822"/>
                    <a:pt x="2626" y="5822"/>
                  </a:cubicBezTo>
                  <a:cubicBezTo>
                    <a:pt x="2385" y="5822"/>
                    <a:pt x="2150" y="5923"/>
                    <a:pt x="2031" y="6094"/>
                  </a:cubicBezTo>
                  <a:cubicBezTo>
                    <a:pt x="1831" y="6369"/>
                    <a:pt x="1906" y="6695"/>
                    <a:pt x="2232" y="6871"/>
                  </a:cubicBezTo>
                  <a:lnTo>
                    <a:pt x="13460" y="12284"/>
                  </a:lnTo>
                  <a:lnTo>
                    <a:pt x="2783" y="7723"/>
                  </a:lnTo>
                  <a:cubicBezTo>
                    <a:pt x="2688" y="7686"/>
                    <a:pt x="2584" y="7669"/>
                    <a:pt x="2481" y="7669"/>
                  </a:cubicBezTo>
                  <a:cubicBezTo>
                    <a:pt x="2230" y="7669"/>
                    <a:pt x="1980" y="7771"/>
                    <a:pt x="1856" y="7948"/>
                  </a:cubicBezTo>
                  <a:cubicBezTo>
                    <a:pt x="1655" y="8199"/>
                    <a:pt x="1755" y="8550"/>
                    <a:pt x="2081" y="8700"/>
                  </a:cubicBezTo>
                  <a:lnTo>
                    <a:pt x="9099" y="12384"/>
                  </a:lnTo>
                  <a:lnTo>
                    <a:pt x="9099" y="12384"/>
                  </a:lnTo>
                  <a:lnTo>
                    <a:pt x="2332" y="9502"/>
                  </a:lnTo>
                  <a:cubicBezTo>
                    <a:pt x="2228" y="9462"/>
                    <a:pt x="2116" y="9443"/>
                    <a:pt x="2006" y="9443"/>
                  </a:cubicBezTo>
                  <a:cubicBezTo>
                    <a:pt x="1771" y="9443"/>
                    <a:pt x="1541" y="9532"/>
                    <a:pt x="1404" y="9703"/>
                  </a:cubicBezTo>
                  <a:cubicBezTo>
                    <a:pt x="1229" y="9953"/>
                    <a:pt x="1304" y="10304"/>
                    <a:pt x="1605" y="10480"/>
                  </a:cubicBezTo>
                  <a:lnTo>
                    <a:pt x="9374" y="14891"/>
                  </a:lnTo>
                  <a:lnTo>
                    <a:pt x="9374" y="14891"/>
                  </a:lnTo>
                  <a:lnTo>
                    <a:pt x="1630" y="11708"/>
                  </a:lnTo>
                  <a:cubicBezTo>
                    <a:pt x="1526" y="11660"/>
                    <a:pt x="1413" y="11637"/>
                    <a:pt x="1303" y="11637"/>
                  </a:cubicBezTo>
                  <a:cubicBezTo>
                    <a:pt x="1068" y="11637"/>
                    <a:pt x="839" y="11738"/>
                    <a:pt x="703" y="11908"/>
                  </a:cubicBezTo>
                  <a:cubicBezTo>
                    <a:pt x="527" y="12159"/>
                    <a:pt x="602" y="12510"/>
                    <a:pt x="903" y="12660"/>
                  </a:cubicBezTo>
                  <a:lnTo>
                    <a:pt x="6342" y="15743"/>
                  </a:lnTo>
                  <a:lnTo>
                    <a:pt x="6342" y="15743"/>
                  </a:lnTo>
                  <a:lnTo>
                    <a:pt x="1430" y="13888"/>
                  </a:lnTo>
                  <a:cubicBezTo>
                    <a:pt x="1334" y="13852"/>
                    <a:pt x="1233" y="13834"/>
                    <a:pt x="1132" y="13834"/>
                  </a:cubicBezTo>
                  <a:cubicBezTo>
                    <a:pt x="889" y="13834"/>
                    <a:pt x="651" y="13936"/>
                    <a:pt x="527" y="14114"/>
                  </a:cubicBezTo>
                  <a:cubicBezTo>
                    <a:pt x="352" y="14364"/>
                    <a:pt x="427" y="14690"/>
                    <a:pt x="703" y="14866"/>
                  </a:cubicBezTo>
                  <a:lnTo>
                    <a:pt x="3735" y="16670"/>
                  </a:lnTo>
                  <a:lnTo>
                    <a:pt x="3735" y="16670"/>
                  </a:lnTo>
                  <a:lnTo>
                    <a:pt x="1054" y="15743"/>
                  </a:lnTo>
                  <a:cubicBezTo>
                    <a:pt x="966" y="15706"/>
                    <a:pt x="872" y="15689"/>
                    <a:pt x="777" y="15689"/>
                  </a:cubicBezTo>
                  <a:cubicBezTo>
                    <a:pt x="548" y="15689"/>
                    <a:pt x="318" y="15791"/>
                    <a:pt x="176" y="15968"/>
                  </a:cubicBezTo>
                  <a:cubicBezTo>
                    <a:pt x="1" y="16194"/>
                    <a:pt x="51" y="16520"/>
                    <a:pt x="327" y="16695"/>
                  </a:cubicBezTo>
                  <a:lnTo>
                    <a:pt x="1455" y="17422"/>
                  </a:lnTo>
                  <a:lnTo>
                    <a:pt x="1204" y="17347"/>
                  </a:lnTo>
                  <a:cubicBezTo>
                    <a:pt x="1127" y="17328"/>
                    <a:pt x="1049" y="17318"/>
                    <a:pt x="971" y="17318"/>
                  </a:cubicBezTo>
                  <a:cubicBezTo>
                    <a:pt x="745" y="17318"/>
                    <a:pt x="526" y="17398"/>
                    <a:pt x="377" y="17547"/>
                  </a:cubicBezTo>
                  <a:cubicBezTo>
                    <a:pt x="201" y="17748"/>
                    <a:pt x="201" y="18049"/>
                    <a:pt x="402" y="18249"/>
                  </a:cubicBezTo>
                  <a:lnTo>
                    <a:pt x="1555" y="19377"/>
                  </a:lnTo>
                  <a:cubicBezTo>
                    <a:pt x="1694" y="19516"/>
                    <a:pt x="1887" y="19586"/>
                    <a:pt x="2083" y="19586"/>
                  </a:cubicBezTo>
                  <a:cubicBezTo>
                    <a:pt x="2240" y="19586"/>
                    <a:pt x="2399" y="19541"/>
                    <a:pt x="2532" y="19452"/>
                  </a:cubicBezTo>
                  <a:cubicBezTo>
                    <a:pt x="2708" y="19352"/>
                    <a:pt x="2783" y="19227"/>
                    <a:pt x="2808" y="19076"/>
                  </a:cubicBezTo>
                  <a:lnTo>
                    <a:pt x="5014" y="19753"/>
                  </a:lnTo>
                  <a:cubicBezTo>
                    <a:pt x="5114" y="19778"/>
                    <a:pt x="5189" y="19803"/>
                    <a:pt x="5264" y="19803"/>
                  </a:cubicBezTo>
                  <a:cubicBezTo>
                    <a:pt x="5515" y="19803"/>
                    <a:pt x="5740" y="19703"/>
                    <a:pt x="5891" y="19527"/>
                  </a:cubicBezTo>
                  <a:cubicBezTo>
                    <a:pt x="6066" y="19277"/>
                    <a:pt x="5991" y="18976"/>
                    <a:pt x="5715" y="18800"/>
                  </a:cubicBezTo>
                  <a:lnTo>
                    <a:pt x="5114" y="18399"/>
                  </a:lnTo>
                  <a:lnTo>
                    <a:pt x="8773" y="19678"/>
                  </a:lnTo>
                  <a:cubicBezTo>
                    <a:pt x="8868" y="19714"/>
                    <a:pt x="8970" y="19732"/>
                    <a:pt x="9070" y="19732"/>
                  </a:cubicBezTo>
                  <a:cubicBezTo>
                    <a:pt x="9314" y="19732"/>
                    <a:pt x="9551" y="19630"/>
                    <a:pt x="9675" y="19452"/>
                  </a:cubicBezTo>
                  <a:cubicBezTo>
                    <a:pt x="9851" y="19201"/>
                    <a:pt x="9775" y="18876"/>
                    <a:pt x="9475" y="18700"/>
                  </a:cubicBezTo>
                  <a:lnTo>
                    <a:pt x="7069" y="17272"/>
                  </a:lnTo>
                  <a:lnTo>
                    <a:pt x="7069" y="17272"/>
                  </a:lnTo>
                  <a:lnTo>
                    <a:pt x="12983" y="19477"/>
                  </a:lnTo>
                  <a:cubicBezTo>
                    <a:pt x="13079" y="19514"/>
                    <a:pt x="13178" y="19531"/>
                    <a:pt x="13276" y="19531"/>
                  </a:cubicBezTo>
                  <a:cubicBezTo>
                    <a:pt x="13514" y="19531"/>
                    <a:pt x="13744" y="19429"/>
                    <a:pt x="13886" y="19252"/>
                  </a:cubicBezTo>
                  <a:cubicBezTo>
                    <a:pt x="14061" y="19001"/>
                    <a:pt x="13961" y="18675"/>
                    <a:pt x="13685" y="18500"/>
                  </a:cubicBezTo>
                  <a:lnTo>
                    <a:pt x="9901" y="16369"/>
                  </a:lnTo>
                  <a:lnTo>
                    <a:pt x="17445" y="19477"/>
                  </a:lnTo>
                  <a:cubicBezTo>
                    <a:pt x="17540" y="19514"/>
                    <a:pt x="17641" y="19531"/>
                    <a:pt x="17742" y="19531"/>
                  </a:cubicBezTo>
                  <a:cubicBezTo>
                    <a:pt x="17988" y="19531"/>
                    <a:pt x="18230" y="19429"/>
                    <a:pt x="18372" y="19252"/>
                  </a:cubicBezTo>
                  <a:cubicBezTo>
                    <a:pt x="18547" y="19001"/>
                    <a:pt x="18472" y="18675"/>
                    <a:pt x="18171" y="18500"/>
                  </a:cubicBezTo>
                  <a:lnTo>
                    <a:pt x="11455" y="14690"/>
                  </a:lnTo>
                  <a:lnTo>
                    <a:pt x="22257" y="19302"/>
                  </a:lnTo>
                  <a:cubicBezTo>
                    <a:pt x="22361" y="19350"/>
                    <a:pt x="22476" y="19372"/>
                    <a:pt x="22589" y="19372"/>
                  </a:cubicBezTo>
                  <a:cubicBezTo>
                    <a:pt x="22830" y="19372"/>
                    <a:pt x="23065" y="19272"/>
                    <a:pt x="23184" y="19101"/>
                  </a:cubicBezTo>
                  <a:cubicBezTo>
                    <a:pt x="23385" y="18826"/>
                    <a:pt x="23284" y="18500"/>
                    <a:pt x="22958" y="18324"/>
                  </a:cubicBezTo>
                  <a:lnTo>
                    <a:pt x="15765" y="14540"/>
                  </a:lnTo>
                  <a:lnTo>
                    <a:pt x="15765" y="14540"/>
                  </a:lnTo>
                  <a:lnTo>
                    <a:pt x="24187" y="18124"/>
                  </a:lnTo>
                  <a:cubicBezTo>
                    <a:pt x="24291" y="18172"/>
                    <a:pt x="24403" y="18194"/>
                    <a:pt x="24514" y="18194"/>
                  </a:cubicBezTo>
                  <a:cubicBezTo>
                    <a:pt x="24749" y="18194"/>
                    <a:pt x="24978" y="18094"/>
                    <a:pt x="25114" y="17923"/>
                  </a:cubicBezTo>
                  <a:cubicBezTo>
                    <a:pt x="25289" y="17673"/>
                    <a:pt x="25214" y="17347"/>
                    <a:pt x="24888" y="17171"/>
                  </a:cubicBezTo>
                  <a:lnTo>
                    <a:pt x="15791" y="12209"/>
                  </a:lnTo>
                  <a:lnTo>
                    <a:pt x="15791" y="12209"/>
                  </a:lnTo>
                  <a:lnTo>
                    <a:pt x="24412" y="15968"/>
                  </a:lnTo>
                  <a:cubicBezTo>
                    <a:pt x="24517" y="16017"/>
                    <a:pt x="24629" y="16039"/>
                    <a:pt x="24740" y="16039"/>
                  </a:cubicBezTo>
                  <a:cubicBezTo>
                    <a:pt x="24974" y="16039"/>
                    <a:pt x="25203" y="15938"/>
                    <a:pt x="25339" y="15768"/>
                  </a:cubicBezTo>
                  <a:cubicBezTo>
                    <a:pt x="25540" y="15517"/>
                    <a:pt x="25440" y="15166"/>
                    <a:pt x="25139" y="15016"/>
                  </a:cubicBezTo>
                  <a:lnTo>
                    <a:pt x="16292" y="10129"/>
                  </a:lnTo>
                  <a:lnTo>
                    <a:pt x="23961" y="13512"/>
                  </a:lnTo>
                  <a:cubicBezTo>
                    <a:pt x="24071" y="13551"/>
                    <a:pt x="24185" y="13571"/>
                    <a:pt x="24297" y="13571"/>
                  </a:cubicBezTo>
                  <a:cubicBezTo>
                    <a:pt x="24543" y="13571"/>
                    <a:pt x="24776" y="13476"/>
                    <a:pt x="24913" y="13287"/>
                  </a:cubicBezTo>
                  <a:cubicBezTo>
                    <a:pt x="25114" y="13036"/>
                    <a:pt x="25014" y="12710"/>
                    <a:pt x="24688" y="12535"/>
                  </a:cubicBezTo>
                  <a:lnTo>
                    <a:pt x="14161" y="6971"/>
                  </a:lnTo>
                  <a:lnTo>
                    <a:pt x="14161" y="6971"/>
                  </a:lnTo>
                  <a:cubicBezTo>
                    <a:pt x="16066" y="7698"/>
                    <a:pt x="18347" y="8575"/>
                    <a:pt x="21054" y="9602"/>
                  </a:cubicBezTo>
                  <a:cubicBezTo>
                    <a:pt x="22482" y="10154"/>
                    <a:pt x="23410" y="10505"/>
                    <a:pt x="23460" y="10530"/>
                  </a:cubicBezTo>
                  <a:cubicBezTo>
                    <a:pt x="23562" y="10566"/>
                    <a:pt x="23669" y="10584"/>
                    <a:pt x="23773" y="10584"/>
                  </a:cubicBezTo>
                  <a:cubicBezTo>
                    <a:pt x="24026" y="10584"/>
                    <a:pt x="24263" y="10482"/>
                    <a:pt x="24387" y="10304"/>
                  </a:cubicBezTo>
                  <a:cubicBezTo>
                    <a:pt x="24613" y="9953"/>
                    <a:pt x="24512" y="9778"/>
                    <a:pt x="24086" y="9527"/>
                  </a:cubicBezTo>
                  <a:cubicBezTo>
                    <a:pt x="24086" y="9527"/>
                    <a:pt x="24061" y="9502"/>
                    <a:pt x="24011" y="9502"/>
                  </a:cubicBezTo>
                  <a:cubicBezTo>
                    <a:pt x="23861" y="9402"/>
                    <a:pt x="23635" y="9302"/>
                    <a:pt x="23385" y="9176"/>
                  </a:cubicBezTo>
                  <a:lnTo>
                    <a:pt x="21354" y="8199"/>
                  </a:lnTo>
                  <a:cubicBezTo>
                    <a:pt x="19675" y="7372"/>
                    <a:pt x="17445" y="6319"/>
                    <a:pt x="15189" y="5242"/>
                  </a:cubicBezTo>
                  <a:lnTo>
                    <a:pt x="14161" y="4740"/>
                  </a:lnTo>
                  <a:lnTo>
                    <a:pt x="22958" y="7472"/>
                  </a:lnTo>
                  <a:cubicBezTo>
                    <a:pt x="23051" y="7505"/>
                    <a:pt x="23145" y="7521"/>
                    <a:pt x="23237" y="7521"/>
                  </a:cubicBezTo>
                  <a:cubicBezTo>
                    <a:pt x="23494" y="7521"/>
                    <a:pt x="23732" y="7399"/>
                    <a:pt x="23861" y="7196"/>
                  </a:cubicBezTo>
                  <a:cubicBezTo>
                    <a:pt x="24011" y="6946"/>
                    <a:pt x="23911" y="6620"/>
                    <a:pt x="23585" y="6470"/>
                  </a:cubicBezTo>
                  <a:lnTo>
                    <a:pt x="19199" y="4565"/>
                  </a:lnTo>
                  <a:lnTo>
                    <a:pt x="22106" y="5292"/>
                  </a:lnTo>
                  <a:cubicBezTo>
                    <a:pt x="22183" y="5315"/>
                    <a:pt x="22262" y="5326"/>
                    <a:pt x="22340" y="5326"/>
                  </a:cubicBezTo>
                  <a:cubicBezTo>
                    <a:pt x="22596" y="5326"/>
                    <a:pt x="22843" y="5208"/>
                    <a:pt x="22958" y="5016"/>
                  </a:cubicBezTo>
                  <a:cubicBezTo>
                    <a:pt x="23134" y="4765"/>
                    <a:pt x="23034" y="4465"/>
                    <a:pt x="22758" y="4289"/>
                  </a:cubicBezTo>
                  <a:lnTo>
                    <a:pt x="20402" y="2911"/>
                  </a:lnTo>
                  <a:lnTo>
                    <a:pt x="21906" y="3236"/>
                  </a:lnTo>
                  <a:cubicBezTo>
                    <a:pt x="21965" y="3251"/>
                    <a:pt x="22026" y="3258"/>
                    <a:pt x="22088" y="3258"/>
                  </a:cubicBezTo>
                  <a:cubicBezTo>
                    <a:pt x="22337" y="3258"/>
                    <a:pt x="22587" y="3142"/>
                    <a:pt x="22708" y="2961"/>
                  </a:cubicBezTo>
                  <a:cubicBezTo>
                    <a:pt x="22858" y="2735"/>
                    <a:pt x="22783" y="2434"/>
                    <a:pt x="22532" y="2259"/>
                  </a:cubicBezTo>
                  <a:lnTo>
                    <a:pt x="21129" y="1307"/>
                  </a:lnTo>
                  <a:cubicBezTo>
                    <a:pt x="21354" y="1231"/>
                    <a:pt x="21505" y="1056"/>
                    <a:pt x="21530" y="856"/>
                  </a:cubicBezTo>
                  <a:cubicBezTo>
                    <a:pt x="21605" y="555"/>
                    <a:pt x="21329" y="254"/>
                    <a:pt x="20953" y="229"/>
                  </a:cubicBezTo>
                  <a:lnTo>
                    <a:pt x="18673" y="3"/>
                  </a:lnTo>
                  <a:cubicBezTo>
                    <a:pt x="18647" y="1"/>
                    <a:pt x="18622" y="0"/>
                    <a:pt x="185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5" name="Google Shape;3135;p66"/>
            <p:cNvSpPr/>
            <p:nvPr/>
          </p:nvSpPr>
          <p:spPr>
            <a:xfrm flipH="1">
              <a:off x="2146588" y="3519138"/>
              <a:ext cx="1005025" cy="1034575"/>
            </a:xfrm>
            <a:custGeom>
              <a:avLst/>
              <a:gdLst/>
              <a:ahLst/>
              <a:cxnLst/>
              <a:rect l="l" t="t" r="r" b="b"/>
              <a:pathLst>
                <a:path w="40201" h="41383" extrusionOk="0">
                  <a:moveTo>
                    <a:pt x="39524" y="14303"/>
                  </a:moveTo>
                  <a:lnTo>
                    <a:pt x="39524" y="14303"/>
                  </a:lnTo>
                  <a:cubicBezTo>
                    <a:pt x="38873" y="15205"/>
                    <a:pt x="37995" y="15531"/>
                    <a:pt x="36993" y="15782"/>
                  </a:cubicBezTo>
                  <a:cubicBezTo>
                    <a:pt x="37319" y="15155"/>
                    <a:pt x="38522" y="14428"/>
                    <a:pt x="39524" y="14303"/>
                  </a:cubicBezTo>
                  <a:close/>
                  <a:moveTo>
                    <a:pt x="7695" y="24579"/>
                  </a:moveTo>
                  <a:lnTo>
                    <a:pt x="7695" y="24579"/>
                  </a:lnTo>
                  <a:cubicBezTo>
                    <a:pt x="6492" y="28213"/>
                    <a:pt x="5013" y="31722"/>
                    <a:pt x="4411" y="35531"/>
                  </a:cubicBezTo>
                  <a:cubicBezTo>
                    <a:pt x="3158" y="34880"/>
                    <a:pt x="2055" y="34103"/>
                    <a:pt x="1253" y="32925"/>
                  </a:cubicBezTo>
                  <a:cubicBezTo>
                    <a:pt x="602" y="31972"/>
                    <a:pt x="577" y="30870"/>
                    <a:pt x="1304" y="29942"/>
                  </a:cubicBezTo>
                  <a:cubicBezTo>
                    <a:pt x="1905" y="29190"/>
                    <a:pt x="2582" y="28489"/>
                    <a:pt x="3334" y="27862"/>
                  </a:cubicBezTo>
                  <a:cubicBezTo>
                    <a:pt x="4687" y="26734"/>
                    <a:pt x="6116" y="25707"/>
                    <a:pt x="7544" y="24629"/>
                  </a:cubicBezTo>
                  <a:cubicBezTo>
                    <a:pt x="7569" y="24604"/>
                    <a:pt x="7594" y="24604"/>
                    <a:pt x="7695" y="24579"/>
                  </a:cubicBezTo>
                  <a:close/>
                  <a:moveTo>
                    <a:pt x="4010" y="36609"/>
                  </a:moveTo>
                  <a:lnTo>
                    <a:pt x="4010" y="36609"/>
                  </a:lnTo>
                  <a:cubicBezTo>
                    <a:pt x="3910" y="37436"/>
                    <a:pt x="3735" y="38063"/>
                    <a:pt x="3183" y="38514"/>
                  </a:cubicBezTo>
                  <a:cubicBezTo>
                    <a:pt x="3158" y="37787"/>
                    <a:pt x="3459" y="37236"/>
                    <a:pt x="4010" y="36609"/>
                  </a:cubicBezTo>
                  <a:close/>
                  <a:moveTo>
                    <a:pt x="15617" y="1"/>
                  </a:moveTo>
                  <a:cubicBezTo>
                    <a:pt x="15399" y="1"/>
                    <a:pt x="15181" y="7"/>
                    <a:pt x="14963" y="17"/>
                  </a:cubicBezTo>
                  <a:cubicBezTo>
                    <a:pt x="14863" y="17"/>
                    <a:pt x="14762" y="218"/>
                    <a:pt x="14637" y="293"/>
                  </a:cubicBezTo>
                  <a:cubicBezTo>
                    <a:pt x="14737" y="393"/>
                    <a:pt x="14837" y="519"/>
                    <a:pt x="14938" y="569"/>
                  </a:cubicBezTo>
                  <a:cubicBezTo>
                    <a:pt x="14979" y="577"/>
                    <a:pt x="15021" y="580"/>
                    <a:pt x="15063" y="580"/>
                  </a:cubicBezTo>
                  <a:cubicBezTo>
                    <a:pt x="15147" y="580"/>
                    <a:pt x="15230" y="569"/>
                    <a:pt x="15314" y="569"/>
                  </a:cubicBezTo>
                  <a:cubicBezTo>
                    <a:pt x="15815" y="594"/>
                    <a:pt x="16316" y="594"/>
                    <a:pt x="16817" y="644"/>
                  </a:cubicBezTo>
                  <a:cubicBezTo>
                    <a:pt x="23534" y="1471"/>
                    <a:pt x="28246" y="7661"/>
                    <a:pt x="27269" y="14353"/>
                  </a:cubicBezTo>
                  <a:cubicBezTo>
                    <a:pt x="26417" y="20318"/>
                    <a:pt x="21251" y="24637"/>
                    <a:pt x="15398" y="24637"/>
                  </a:cubicBezTo>
                  <a:cubicBezTo>
                    <a:pt x="14709" y="24637"/>
                    <a:pt x="14011" y="24578"/>
                    <a:pt x="13309" y="24453"/>
                  </a:cubicBezTo>
                  <a:cubicBezTo>
                    <a:pt x="4687" y="22950"/>
                    <a:pt x="502" y="13150"/>
                    <a:pt x="5389" y="5882"/>
                  </a:cubicBezTo>
                  <a:cubicBezTo>
                    <a:pt x="7319" y="3000"/>
                    <a:pt x="10076" y="1295"/>
                    <a:pt x="13509" y="719"/>
                  </a:cubicBezTo>
                  <a:cubicBezTo>
                    <a:pt x="13760" y="669"/>
                    <a:pt x="13985" y="669"/>
                    <a:pt x="14211" y="594"/>
                  </a:cubicBezTo>
                  <a:cubicBezTo>
                    <a:pt x="14311" y="569"/>
                    <a:pt x="14386" y="393"/>
                    <a:pt x="14386" y="318"/>
                  </a:cubicBezTo>
                  <a:cubicBezTo>
                    <a:pt x="14386" y="218"/>
                    <a:pt x="14261" y="118"/>
                    <a:pt x="14161" y="92"/>
                  </a:cubicBezTo>
                  <a:cubicBezTo>
                    <a:pt x="14122" y="77"/>
                    <a:pt x="14081" y="71"/>
                    <a:pt x="14038" y="71"/>
                  </a:cubicBezTo>
                  <a:cubicBezTo>
                    <a:pt x="13942" y="71"/>
                    <a:pt x="13838" y="100"/>
                    <a:pt x="13735" y="118"/>
                  </a:cubicBezTo>
                  <a:cubicBezTo>
                    <a:pt x="8196" y="794"/>
                    <a:pt x="3208" y="5280"/>
                    <a:pt x="2782" y="11747"/>
                  </a:cubicBezTo>
                  <a:cubicBezTo>
                    <a:pt x="2507" y="16333"/>
                    <a:pt x="4311" y="20017"/>
                    <a:pt x="7945" y="22824"/>
                  </a:cubicBezTo>
                  <a:cubicBezTo>
                    <a:pt x="8096" y="22925"/>
                    <a:pt x="8246" y="23025"/>
                    <a:pt x="8371" y="23150"/>
                  </a:cubicBezTo>
                  <a:cubicBezTo>
                    <a:pt x="8321" y="23225"/>
                    <a:pt x="8321" y="23301"/>
                    <a:pt x="8271" y="23326"/>
                  </a:cubicBezTo>
                  <a:cubicBezTo>
                    <a:pt x="7644" y="23827"/>
                    <a:pt x="6993" y="24303"/>
                    <a:pt x="6366" y="24804"/>
                  </a:cubicBezTo>
                  <a:cubicBezTo>
                    <a:pt x="5238" y="25656"/>
                    <a:pt x="4111" y="26484"/>
                    <a:pt x="3008" y="27361"/>
                  </a:cubicBezTo>
                  <a:cubicBezTo>
                    <a:pt x="2181" y="28037"/>
                    <a:pt x="1429" y="28739"/>
                    <a:pt x="827" y="29616"/>
                  </a:cubicBezTo>
                  <a:cubicBezTo>
                    <a:pt x="0" y="30769"/>
                    <a:pt x="0" y="32123"/>
                    <a:pt x="802" y="33276"/>
                  </a:cubicBezTo>
                  <a:cubicBezTo>
                    <a:pt x="1454" y="34228"/>
                    <a:pt x="2306" y="34955"/>
                    <a:pt x="3284" y="35556"/>
                  </a:cubicBezTo>
                  <a:cubicBezTo>
                    <a:pt x="3459" y="35657"/>
                    <a:pt x="3634" y="35782"/>
                    <a:pt x="3810" y="35907"/>
                  </a:cubicBezTo>
                  <a:cubicBezTo>
                    <a:pt x="3509" y="36308"/>
                    <a:pt x="3183" y="36659"/>
                    <a:pt x="2983" y="37060"/>
                  </a:cubicBezTo>
                  <a:cubicBezTo>
                    <a:pt x="2757" y="37486"/>
                    <a:pt x="2632" y="37962"/>
                    <a:pt x="2507" y="38439"/>
                  </a:cubicBezTo>
                  <a:cubicBezTo>
                    <a:pt x="2456" y="38689"/>
                    <a:pt x="2557" y="38940"/>
                    <a:pt x="2807" y="39090"/>
                  </a:cubicBezTo>
                  <a:cubicBezTo>
                    <a:pt x="2913" y="39148"/>
                    <a:pt x="3014" y="39172"/>
                    <a:pt x="3112" y="39172"/>
                  </a:cubicBezTo>
                  <a:cubicBezTo>
                    <a:pt x="3271" y="39172"/>
                    <a:pt x="3420" y="39108"/>
                    <a:pt x="3559" y="39015"/>
                  </a:cubicBezTo>
                  <a:cubicBezTo>
                    <a:pt x="3710" y="38915"/>
                    <a:pt x="3810" y="38764"/>
                    <a:pt x="3935" y="38639"/>
                  </a:cubicBezTo>
                  <a:cubicBezTo>
                    <a:pt x="4035" y="38539"/>
                    <a:pt x="4111" y="38439"/>
                    <a:pt x="4261" y="38213"/>
                  </a:cubicBezTo>
                  <a:cubicBezTo>
                    <a:pt x="4286" y="38890"/>
                    <a:pt x="4286" y="39466"/>
                    <a:pt x="4336" y="40017"/>
                  </a:cubicBezTo>
                  <a:cubicBezTo>
                    <a:pt x="4386" y="40393"/>
                    <a:pt x="4436" y="40769"/>
                    <a:pt x="4512" y="41145"/>
                  </a:cubicBezTo>
                  <a:cubicBezTo>
                    <a:pt x="4554" y="41273"/>
                    <a:pt x="4650" y="41382"/>
                    <a:pt x="4801" y="41382"/>
                  </a:cubicBezTo>
                  <a:cubicBezTo>
                    <a:pt x="4828" y="41382"/>
                    <a:pt x="4857" y="41379"/>
                    <a:pt x="4888" y="41371"/>
                  </a:cubicBezTo>
                  <a:cubicBezTo>
                    <a:pt x="5088" y="41296"/>
                    <a:pt x="5113" y="41145"/>
                    <a:pt x="5088" y="40970"/>
                  </a:cubicBezTo>
                  <a:cubicBezTo>
                    <a:pt x="5013" y="40494"/>
                    <a:pt x="4938" y="39992"/>
                    <a:pt x="4888" y="39491"/>
                  </a:cubicBezTo>
                  <a:cubicBezTo>
                    <a:pt x="4737" y="37511"/>
                    <a:pt x="4913" y="35531"/>
                    <a:pt x="5389" y="33601"/>
                  </a:cubicBezTo>
                  <a:cubicBezTo>
                    <a:pt x="5765" y="32098"/>
                    <a:pt x="6241" y="30594"/>
                    <a:pt x="6742" y="29115"/>
                  </a:cubicBezTo>
                  <a:cubicBezTo>
                    <a:pt x="7268" y="27511"/>
                    <a:pt x="7870" y="25907"/>
                    <a:pt x="8421" y="24328"/>
                  </a:cubicBezTo>
                  <a:cubicBezTo>
                    <a:pt x="8547" y="24027"/>
                    <a:pt x="8697" y="23752"/>
                    <a:pt x="8822" y="23476"/>
                  </a:cubicBezTo>
                  <a:cubicBezTo>
                    <a:pt x="11118" y="24639"/>
                    <a:pt x="13335" y="25221"/>
                    <a:pt x="15477" y="25221"/>
                  </a:cubicBezTo>
                  <a:cubicBezTo>
                    <a:pt x="18595" y="25221"/>
                    <a:pt x="21553" y="23988"/>
                    <a:pt x="24361" y="21521"/>
                  </a:cubicBezTo>
                  <a:cubicBezTo>
                    <a:pt x="24487" y="21697"/>
                    <a:pt x="24587" y="21847"/>
                    <a:pt x="24662" y="21997"/>
                  </a:cubicBezTo>
                  <a:cubicBezTo>
                    <a:pt x="25138" y="23025"/>
                    <a:pt x="25665" y="24027"/>
                    <a:pt x="26091" y="25080"/>
                  </a:cubicBezTo>
                  <a:cubicBezTo>
                    <a:pt x="26843" y="26910"/>
                    <a:pt x="27444" y="28814"/>
                    <a:pt x="27970" y="30744"/>
                  </a:cubicBezTo>
                  <a:cubicBezTo>
                    <a:pt x="28848" y="34078"/>
                    <a:pt x="29148" y="37436"/>
                    <a:pt x="28647" y="40845"/>
                  </a:cubicBezTo>
                  <a:cubicBezTo>
                    <a:pt x="28622" y="41070"/>
                    <a:pt x="28622" y="41271"/>
                    <a:pt x="28873" y="41321"/>
                  </a:cubicBezTo>
                  <a:cubicBezTo>
                    <a:pt x="28910" y="41331"/>
                    <a:pt x="28943" y="41336"/>
                    <a:pt x="28974" y="41336"/>
                  </a:cubicBezTo>
                  <a:cubicBezTo>
                    <a:pt x="29168" y="41336"/>
                    <a:pt x="29227" y="41143"/>
                    <a:pt x="29249" y="40970"/>
                  </a:cubicBezTo>
                  <a:cubicBezTo>
                    <a:pt x="29299" y="40318"/>
                    <a:pt x="29424" y="39692"/>
                    <a:pt x="29449" y="39040"/>
                  </a:cubicBezTo>
                  <a:cubicBezTo>
                    <a:pt x="29524" y="36734"/>
                    <a:pt x="29424" y="34454"/>
                    <a:pt x="28898" y="32198"/>
                  </a:cubicBezTo>
                  <a:cubicBezTo>
                    <a:pt x="28271" y="29391"/>
                    <a:pt x="27444" y="26659"/>
                    <a:pt x="26266" y="24052"/>
                  </a:cubicBezTo>
                  <a:cubicBezTo>
                    <a:pt x="26216" y="23927"/>
                    <a:pt x="26166" y="23802"/>
                    <a:pt x="26116" y="23677"/>
                  </a:cubicBezTo>
                  <a:lnTo>
                    <a:pt x="26116" y="23677"/>
                  </a:lnTo>
                  <a:cubicBezTo>
                    <a:pt x="26341" y="23752"/>
                    <a:pt x="26467" y="23877"/>
                    <a:pt x="26617" y="24002"/>
                  </a:cubicBezTo>
                  <a:cubicBezTo>
                    <a:pt x="27469" y="24754"/>
                    <a:pt x="28371" y="25481"/>
                    <a:pt x="29424" y="25957"/>
                  </a:cubicBezTo>
                  <a:cubicBezTo>
                    <a:pt x="29839" y="26152"/>
                    <a:pt x="30223" y="26250"/>
                    <a:pt x="30578" y="26250"/>
                  </a:cubicBezTo>
                  <a:cubicBezTo>
                    <a:pt x="31273" y="26250"/>
                    <a:pt x="31859" y="25877"/>
                    <a:pt x="32356" y="25130"/>
                  </a:cubicBezTo>
                  <a:cubicBezTo>
                    <a:pt x="32707" y="24629"/>
                    <a:pt x="33008" y="24103"/>
                    <a:pt x="33259" y="23551"/>
                  </a:cubicBezTo>
                  <a:cubicBezTo>
                    <a:pt x="34311" y="21321"/>
                    <a:pt x="35339" y="19065"/>
                    <a:pt x="36366" y="16809"/>
                  </a:cubicBezTo>
                  <a:cubicBezTo>
                    <a:pt x="36492" y="16509"/>
                    <a:pt x="36642" y="16383"/>
                    <a:pt x="36968" y="16333"/>
                  </a:cubicBezTo>
                  <a:cubicBezTo>
                    <a:pt x="37945" y="16208"/>
                    <a:pt x="38823" y="15832"/>
                    <a:pt x="39549" y="15155"/>
                  </a:cubicBezTo>
                  <a:cubicBezTo>
                    <a:pt x="39750" y="14980"/>
                    <a:pt x="39925" y="14754"/>
                    <a:pt x="40026" y="14529"/>
                  </a:cubicBezTo>
                  <a:cubicBezTo>
                    <a:pt x="40201" y="14103"/>
                    <a:pt x="39925" y="13702"/>
                    <a:pt x="39474" y="13702"/>
                  </a:cubicBezTo>
                  <a:cubicBezTo>
                    <a:pt x="39324" y="13702"/>
                    <a:pt x="39198" y="13727"/>
                    <a:pt x="39048" y="13752"/>
                  </a:cubicBezTo>
                  <a:cubicBezTo>
                    <a:pt x="37995" y="14052"/>
                    <a:pt x="37118" y="14654"/>
                    <a:pt x="36366" y="15431"/>
                  </a:cubicBezTo>
                  <a:cubicBezTo>
                    <a:pt x="36266" y="15531"/>
                    <a:pt x="36191" y="15656"/>
                    <a:pt x="36141" y="15782"/>
                  </a:cubicBezTo>
                  <a:cubicBezTo>
                    <a:pt x="35690" y="16859"/>
                    <a:pt x="35264" y="17937"/>
                    <a:pt x="34787" y="18990"/>
                  </a:cubicBezTo>
                  <a:cubicBezTo>
                    <a:pt x="33935" y="20794"/>
                    <a:pt x="33033" y="22599"/>
                    <a:pt x="32156" y="24378"/>
                  </a:cubicBezTo>
                  <a:cubicBezTo>
                    <a:pt x="32005" y="24654"/>
                    <a:pt x="31805" y="24930"/>
                    <a:pt x="31604" y="25155"/>
                  </a:cubicBezTo>
                  <a:cubicBezTo>
                    <a:pt x="31297" y="25497"/>
                    <a:pt x="30932" y="25675"/>
                    <a:pt x="30532" y="25675"/>
                  </a:cubicBezTo>
                  <a:cubicBezTo>
                    <a:pt x="30345" y="25675"/>
                    <a:pt x="30150" y="25636"/>
                    <a:pt x="29950" y="25556"/>
                  </a:cubicBezTo>
                  <a:cubicBezTo>
                    <a:pt x="29650" y="25406"/>
                    <a:pt x="29324" y="25281"/>
                    <a:pt x="29023" y="25105"/>
                  </a:cubicBezTo>
                  <a:cubicBezTo>
                    <a:pt x="27619" y="24228"/>
                    <a:pt x="26366" y="23150"/>
                    <a:pt x="25314" y="21847"/>
                  </a:cubicBezTo>
                  <a:cubicBezTo>
                    <a:pt x="25113" y="21621"/>
                    <a:pt x="24913" y="21371"/>
                    <a:pt x="24737" y="21145"/>
                  </a:cubicBezTo>
                  <a:cubicBezTo>
                    <a:pt x="24762" y="21070"/>
                    <a:pt x="24762" y="21045"/>
                    <a:pt x="24762" y="21020"/>
                  </a:cubicBezTo>
                  <a:cubicBezTo>
                    <a:pt x="24888" y="20895"/>
                    <a:pt x="24988" y="20744"/>
                    <a:pt x="25113" y="20619"/>
                  </a:cubicBezTo>
                  <a:cubicBezTo>
                    <a:pt x="27544" y="17536"/>
                    <a:pt x="28472" y="14027"/>
                    <a:pt x="27720" y="10168"/>
                  </a:cubicBezTo>
                  <a:cubicBezTo>
                    <a:pt x="26667" y="4654"/>
                    <a:pt x="22106" y="594"/>
                    <a:pt x="16542" y="42"/>
                  </a:cubicBezTo>
                  <a:cubicBezTo>
                    <a:pt x="16233" y="13"/>
                    <a:pt x="15925" y="1"/>
                    <a:pt x="156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3136;p66"/>
            <p:cNvSpPr/>
            <p:nvPr/>
          </p:nvSpPr>
          <p:spPr>
            <a:xfrm flipH="1">
              <a:off x="2588938" y="3825863"/>
              <a:ext cx="233100" cy="128550"/>
            </a:xfrm>
            <a:custGeom>
              <a:avLst/>
              <a:gdLst/>
              <a:ahLst/>
              <a:cxnLst/>
              <a:rect l="l" t="t" r="r" b="b"/>
              <a:pathLst>
                <a:path w="9324" h="5142" extrusionOk="0">
                  <a:moveTo>
                    <a:pt x="9053" y="0"/>
                  </a:moveTo>
                  <a:cubicBezTo>
                    <a:pt x="8987" y="0"/>
                    <a:pt x="8842" y="87"/>
                    <a:pt x="8797" y="154"/>
                  </a:cubicBezTo>
                  <a:cubicBezTo>
                    <a:pt x="8722" y="305"/>
                    <a:pt x="8697" y="455"/>
                    <a:pt x="8647" y="605"/>
                  </a:cubicBezTo>
                  <a:cubicBezTo>
                    <a:pt x="8321" y="1683"/>
                    <a:pt x="7845" y="2686"/>
                    <a:pt x="7018" y="3463"/>
                  </a:cubicBezTo>
                  <a:cubicBezTo>
                    <a:pt x="6280" y="4186"/>
                    <a:pt x="5416" y="4551"/>
                    <a:pt x="4524" y="4551"/>
                  </a:cubicBezTo>
                  <a:cubicBezTo>
                    <a:pt x="3871" y="4551"/>
                    <a:pt x="3203" y="4356"/>
                    <a:pt x="2557" y="3964"/>
                  </a:cubicBezTo>
                  <a:cubicBezTo>
                    <a:pt x="1805" y="3513"/>
                    <a:pt x="1203" y="2861"/>
                    <a:pt x="727" y="2159"/>
                  </a:cubicBezTo>
                  <a:cubicBezTo>
                    <a:pt x="627" y="2009"/>
                    <a:pt x="552" y="1859"/>
                    <a:pt x="426" y="1758"/>
                  </a:cubicBezTo>
                  <a:cubicBezTo>
                    <a:pt x="380" y="1727"/>
                    <a:pt x="305" y="1706"/>
                    <a:pt x="236" y="1706"/>
                  </a:cubicBezTo>
                  <a:cubicBezTo>
                    <a:pt x="194" y="1706"/>
                    <a:pt x="154" y="1714"/>
                    <a:pt x="126" y="1733"/>
                  </a:cubicBezTo>
                  <a:cubicBezTo>
                    <a:pt x="50" y="1783"/>
                    <a:pt x="0" y="1934"/>
                    <a:pt x="0" y="2034"/>
                  </a:cubicBezTo>
                  <a:cubicBezTo>
                    <a:pt x="0" y="2109"/>
                    <a:pt x="50" y="2184"/>
                    <a:pt x="101" y="2260"/>
                  </a:cubicBezTo>
                  <a:cubicBezTo>
                    <a:pt x="727" y="3237"/>
                    <a:pt x="1504" y="4064"/>
                    <a:pt x="2557" y="4616"/>
                  </a:cubicBezTo>
                  <a:cubicBezTo>
                    <a:pt x="3158" y="4941"/>
                    <a:pt x="3810" y="5117"/>
                    <a:pt x="4512" y="5142"/>
                  </a:cubicBezTo>
                  <a:cubicBezTo>
                    <a:pt x="5690" y="5092"/>
                    <a:pt x="6692" y="4641"/>
                    <a:pt x="7519" y="3788"/>
                  </a:cubicBezTo>
                  <a:cubicBezTo>
                    <a:pt x="8396" y="2886"/>
                    <a:pt x="8923" y="1783"/>
                    <a:pt x="9248" y="580"/>
                  </a:cubicBezTo>
                  <a:cubicBezTo>
                    <a:pt x="9274" y="505"/>
                    <a:pt x="9324" y="380"/>
                    <a:pt x="9299" y="305"/>
                  </a:cubicBezTo>
                  <a:cubicBezTo>
                    <a:pt x="9248" y="179"/>
                    <a:pt x="9173" y="54"/>
                    <a:pt x="9073" y="4"/>
                  </a:cubicBezTo>
                  <a:cubicBezTo>
                    <a:pt x="9068" y="1"/>
                    <a:pt x="9061" y="0"/>
                    <a:pt x="90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7" name="Google Shape;3137;p66"/>
            <p:cNvSpPr/>
            <p:nvPr/>
          </p:nvSpPr>
          <p:spPr>
            <a:xfrm flipH="1">
              <a:off x="2833913" y="3800238"/>
              <a:ext cx="34500" cy="33875"/>
            </a:xfrm>
            <a:custGeom>
              <a:avLst/>
              <a:gdLst/>
              <a:ahLst/>
              <a:cxnLst/>
              <a:rect l="l" t="t" r="r" b="b"/>
              <a:pathLst>
                <a:path w="1380" h="1355" extrusionOk="0">
                  <a:moveTo>
                    <a:pt x="668" y="0"/>
                  </a:moveTo>
                  <a:cubicBezTo>
                    <a:pt x="654" y="0"/>
                    <a:pt x="641" y="0"/>
                    <a:pt x="627" y="1"/>
                  </a:cubicBezTo>
                  <a:cubicBezTo>
                    <a:pt x="276" y="1"/>
                    <a:pt x="1" y="327"/>
                    <a:pt x="26" y="728"/>
                  </a:cubicBezTo>
                  <a:cubicBezTo>
                    <a:pt x="26" y="1129"/>
                    <a:pt x="251" y="1355"/>
                    <a:pt x="652" y="1355"/>
                  </a:cubicBezTo>
                  <a:cubicBezTo>
                    <a:pt x="1103" y="1330"/>
                    <a:pt x="1379" y="1079"/>
                    <a:pt x="1354" y="703"/>
                  </a:cubicBezTo>
                  <a:cubicBezTo>
                    <a:pt x="1354" y="317"/>
                    <a:pt x="1028" y="0"/>
                    <a:pt x="6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8" name="Google Shape;3138;p66"/>
            <p:cNvSpPr/>
            <p:nvPr/>
          </p:nvSpPr>
          <p:spPr>
            <a:xfrm flipH="1">
              <a:off x="2595188" y="3757663"/>
              <a:ext cx="30100" cy="31350"/>
            </a:xfrm>
            <a:custGeom>
              <a:avLst/>
              <a:gdLst/>
              <a:ahLst/>
              <a:cxnLst/>
              <a:rect l="l" t="t" r="r" b="b"/>
              <a:pathLst>
                <a:path w="1204" h="1254" extrusionOk="0">
                  <a:moveTo>
                    <a:pt x="627" y="0"/>
                  </a:moveTo>
                  <a:cubicBezTo>
                    <a:pt x="301" y="0"/>
                    <a:pt x="0" y="326"/>
                    <a:pt x="0" y="702"/>
                  </a:cubicBezTo>
                  <a:cubicBezTo>
                    <a:pt x="25" y="1028"/>
                    <a:pt x="276" y="1253"/>
                    <a:pt x="652" y="1253"/>
                  </a:cubicBezTo>
                  <a:cubicBezTo>
                    <a:pt x="1003" y="1253"/>
                    <a:pt x="1203" y="1028"/>
                    <a:pt x="1178" y="652"/>
                  </a:cubicBezTo>
                  <a:cubicBezTo>
                    <a:pt x="1178" y="301"/>
                    <a:pt x="927" y="0"/>
                    <a:pt x="6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142"/>
        <p:cNvGrpSpPr/>
        <p:nvPr/>
      </p:nvGrpSpPr>
      <p:grpSpPr>
        <a:xfrm>
          <a:off x="0" y="0"/>
          <a:ext cx="0" cy="0"/>
          <a:chOff x="0" y="0"/>
          <a:chExt cx="0" cy="0"/>
        </a:xfrm>
      </p:grpSpPr>
      <p:sp>
        <p:nvSpPr>
          <p:cNvPr id="3143" name="Google Shape;3143;p67"/>
          <p:cNvSpPr/>
          <p:nvPr/>
        </p:nvSpPr>
        <p:spPr>
          <a:xfrm>
            <a:off x="715625" y="530575"/>
            <a:ext cx="3223200" cy="3109500"/>
          </a:xfrm>
          <a:prstGeom prst="rect">
            <a:avLst/>
          </a:prstGeom>
          <a:solidFill>
            <a:schemeClr val="dk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44" name="Google Shape;3144;p67"/>
          <p:cNvGrpSpPr/>
          <p:nvPr/>
        </p:nvGrpSpPr>
        <p:grpSpPr>
          <a:xfrm rot="-1187531">
            <a:off x="1488570" y="1378026"/>
            <a:ext cx="366365" cy="368064"/>
            <a:chOff x="5375525" y="755000"/>
            <a:chExt cx="366375" cy="368075"/>
          </a:xfrm>
        </p:grpSpPr>
        <p:sp>
          <p:nvSpPr>
            <p:cNvPr id="3145" name="Google Shape;3145;p67"/>
            <p:cNvSpPr/>
            <p:nvPr/>
          </p:nvSpPr>
          <p:spPr>
            <a:xfrm>
              <a:off x="5380650" y="755000"/>
              <a:ext cx="361250" cy="210050"/>
            </a:xfrm>
            <a:custGeom>
              <a:avLst/>
              <a:gdLst/>
              <a:ahLst/>
              <a:cxnLst/>
              <a:rect l="l" t="t" r="r" b="b"/>
              <a:pathLst>
                <a:path w="14450" h="8402" extrusionOk="0">
                  <a:moveTo>
                    <a:pt x="2717" y="0"/>
                  </a:moveTo>
                  <a:cubicBezTo>
                    <a:pt x="1918" y="0"/>
                    <a:pt x="1142" y="46"/>
                    <a:pt x="366" y="137"/>
                  </a:cubicBezTo>
                  <a:cubicBezTo>
                    <a:pt x="275" y="137"/>
                    <a:pt x="183" y="160"/>
                    <a:pt x="115" y="229"/>
                  </a:cubicBezTo>
                  <a:cubicBezTo>
                    <a:pt x="23" y="320"/>
                    <a:pt x="1" y="411"/>
                    <a:pt x="1" y="502"/>
                  </a:cubicBezTo>
                  <a:cubicBezTo>
                    <a:pt x="1" y="617"/>
                    <a:pt x="23" y="708"/>
                    <a:pt x="115" y="776"/>
                  </a:cubicBezTo>
                  <a:cubicBezTo>
                    <a:pt x="160" y="845"/>
                    <a:pt x="275" y="891"/>
                    <a:pt x="366" y="891"/>
                  </a:cubicBezTo>
                  <a:cubicBezTo>
                    <a:pt x="1167" y="794"/>
                    <a:pt x="1971" y="759"/>
                    <a:pt x="2775" y="759"/>
                  </a:cubicBezTo>
                  <a:cubicBezTo>
                    <a:pt x="3873" y="759"/>
                    <a:pt x="4969" y="825"/>
                    <a:pt x="6049" y="891"/>
                  </a:cubicBezTo>
                  <a:cubicBezTo>
                    <a:pt x="7008" y="936"/>
                    <a:pt x="7967" y="982"/>
                    <a:pt x="8903" y="982"/>
                  </a:cubicBezTo>
                  <a:cubicBezTo>
                    <a:pt x="9496" y="982"/>
                    <a:pt x="10089" y="891"/>
                    <a:pt x="10683" y="868"/>
                  </a:cubicBezTo>
                  <a:lnTo>
                    <a:pt x="10683" y="868"/>
                  </a:lnTo>
                  <a:cubicBezTo>
                    <a:pt x="10021" y="1530"/>
                    <a:pt x="9313" y="2123"/>
                    <a:pt x="8583" y="2694"/>
                  </a:cubicBezTo>
                  <a:lnTo>
                    <a:pt x="8583" y="2694"/>
                  </a:lnTo>
                  <a:lnTo>
                    <a:pt x="8583" y="2694"/>
                  </a:lnTo>
                  <a:cubicBezTo>
                    <a:pt x="8570" y="2694"/>
                    <a:pt x="8564" y="2701"/>
                    <a:pt x="8558" y="2712"/>
                  </a:cubicBezTo>
                  <a:lnTo>
                    <a:pt x="8558" y="2712"/>
                  </a:lnTo>
                  <a:cubicBezTo>
                    <a:pt x="8543" y="2720"/>
                    <a:pt x="8529" y="2725"/>
                    <a:pt x="8515" y="2739"/>
                  </a:cubicBezTo>
                  <a:cubicBezTo>
                    <a:pt x="8012" y="3127"/>
                    <a:pt x="7510" y="3493"/>
                    <a:pt x="7008" y="3881"/>
                  </a:cubicBezTo>
                  <a:cubicBezTo>
                    <a:pt x="6894" y="3949"/>
                    <a:pt x="6803" y="4063"/>
                    <a:pt x="6803" y="4200"/>
                  </a:cubicBezTo>
                  <a:cubicBezTo>
                    <a:pt x="6803" y="4360"/>
                    <a:pt x="6917" y="4520"/>
                    <a:pt x="7099" y="4565"/>
                  </a:cubicBezTo>
                  <a:cubicBezTo>
                    <a:pt x="8378" y="4885"/>
                    <a:pt x="9610" y="5319"/>
                    <a:pt x="10820" y="5844"/>
                  </a:cubicBezTo>
                  <a:cubicBezTo>
                    <a:pt x="10815" y="5839"/>
                    <a:pt x="10809" y="5834"/>
                    <a:pt x="10802" y="5829"/>
                  </a:cubicBezTo>
                  <a:lnTo>
                    <a:pt x="10802" y="5829"/>
                  </a:lnTo>
                  <a:cubicBezTo>
                    <a:pt x="11484" y="6117"/>
                    <a:pt x="12145" y="6425"/>
                    <a:pt x="12806" y="6734"/>
                  </a:cubicBezTo>
                  <a:cubicBezTo>
                    <a:pt x="12532" y="6779"/>
                    <a:pt x="12235" y="6825"/>
                    <a:pt x="11961" y="6848"/>
                  </a:cubicBezTo>
                  <a:cubicBezTo>
                    <a:pt x="8286" y="7350"/>
                    <a:pt x="4589" y="7396"/>
                    <a:pt x="891" y="7647"/>
                  </a:cubicBezTo>
                  <a:cubicBezTo>
                    <a:pt x="685" y="7670"/>
                    <a:pt x="526" y="7807"/>
                    <a:pt x="526" y="8035"/>
                  </a:cubicBezTo>
                  <a:cubicBezTo>
                    <a:pt x="526" y="8208"/>
                    <a:pt x="669" y="8402"/>
                    <a:pt x="860" y="8402"/>
                  </a:cubicBezTo>
                  <a:cubicBezTo>
                    <a:pt x="870" y="8402"/>
                    <a:pt x="880" y="8401"/>
                    <a:pt x="891" y="8400"/>
                  </a:cubicBezTo>
                  <a:cubicBezTo>
                    <a:pt x="5319" y="8103"/>
                    <a:pt x="9770" y="8103"/>
                    <a:pt x="14152" y="7282"/>
                  </a:cubicBezTo>
                  <a:cubicBezTo>
                    <a:pt x="14266" y="7259"/>
                    <a:pt x="14381" y="7122"/>
                    <a:pt x="14403" y="7008"/>
                  </a:cubicBezTo>
                  <a:cubicBezTo>
                    <a:pt x="14449" y="6848"/>
                    <a:pt x="14381" y="6642"/>
                    <a:pt x="14244" y="6574"/>
                  </a:cubicBezTo>
                  <a:cubicBezTo>
                    <a:pt x="12235" y="5615"/>
                    <a:pt x="10204" y="4634"/>
                    <a:pt x="8058" y="4040"/>
                  </a:cubicBezTo>
                  <a:cubicBezTo>
                    <a:pt x="8629" y="3607"/>
                    <a:pt x="9199" y="3173"/>
                    <a:pt x="9747" y="2739"/>
                  </a:cubicBezTo>
                  <a:cubicBezTo>
                    <a:pt x="10477" y="2123"/>
                    <a:pt x="11208" y="1484"/>
                    <a:pt x="11824" y="731"/>
                  </a:cubicBezTo>
                  <a:cubicBezTo>
                    <a:pt x="11915" y="639"/>
                    <a:pt x="11961" y="502"/>
                    <a:pt x="11915" y="366"/>
                  </a:cubicBezTo>
                  <a:cubicBezTo>
                    <a:pt x="11870" y="206"/>
                    <a:pt x="11733" y="92"/>
                    <a:pt x="11550" y="92"/>
                  </a:cubicBezTo>
                  <a:cubicBezTo>
                    <a:pt x="11434" y="86"/>
                    <a:pt x="11318" y="83"/>
                    <a:pt x="11202" y="83"/>
                  </a:cubicBezTo>
                  <a:cubicBezTo>
                    <a:pt x="10884" y="83"/>
                    <a:pt x="10567" y="104"/>
                    <a:pt x="10249" y="137"/>
                  </a:cubicBezTo>
                  <a:cubicBezTo>
                    <a:pt x="9793" y="183"/>
                    <a:pt x="9359" y="206"/>
                    <a:pt x="8903" y="229"/>
                  </a:cubicBezTo>
                  <a:cubicBezTo>
                    <a:pt x="7967" y="229"/>
                    <a:pt x="7008" y="183"/>
                    <a:pt x="6049" y="137"/>
                  </a:cubicBezTo>
                  <a:cubicBezTo>
                    <a:pt x="4954" y="69"/>
                    <a:pt x="3835" y="0"/>
                    <a:pt x="27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6" name="Google Shape;3146;p67"/>
            <p:cNvSpPr/>
            <p:nvPr/>
          </p:nvSpPr>
          <p:spPr>
            <a:xfrm>
              <a:off x="5375525" y="755575"/>
              <a:ext cx="29125" cy="367500"/>
            </a:xfrm>
            <a:custGeom>
              <a:avLst/>
              <a:gdLst/>
              <a:ahLst/>
              <a:cxnLst/>
              <a:rect l="l" t="t" r="r" b="b"/>
              <a:pathLst>
                <a:path w="1165" h="14700" extrusionOk="0">
                  <a:moveTo>
                    <a:pt x="502" y="0"/>
                  </a:moveTo>
                  <a:cubicBezTo>
                    <a:pt x="320" y="0"/>
                    <a:pt x="114" y="160"/>
                    <a:pt x="137" y="365"/>
                  </a:cubicBezTo>
                  <a:cubicBezTo>
                    <a:pt x="365" y="5022"/>
                    <a:pt x="411" y="9678"/>
                    <a:pt x="23" y="14334"/>
                  </a:cubicBezTo>
                  <a:cubicBezTo>
                    <a:pt x="0" y="14540"/>
                    <a:pt x="206" y="14700"/>
                    <a:pt x="411" y="14700"/>
                  </a:cubicBezTo>
                  <a:cubicBezTo>
                    <a:pt x="502" y="14700"/>
                    <a:pt x="617" y="14654"/>
                    <a:pt x="685" y="14585"/>
                  </a:cubicBezTo>
                  <a:cubicBezTo>
                    <a:pt x="753" y="14517"/>
                    <a:pt x="776" y="14426"/>
                    <a:pt x="799" y="14334"/>
                  </a:cubicBezTo>
                  <a:cubicBezTo>
                    <a:pt x="1164" y="9678"/>
                    <a:pt x="1141" y="5022"/>
                    <a:pt x="890" y="365"/>
                  </a:cubicBezTo>
                  <a:cubicBezTo>
                    <a:pt x="890" y="160"/>
                    <a:pt x="731" y="0"/>
                    <a:pt x="5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7" name="Google Shape;3147;p67"/>
            <p:cNvSpPr/>
            <p:nvPr/>
          </p:nvSpPr>
          <p:spPr>
            <a:xfrm>
              <a:off x="5428575" y="798375"/>
              <a:ext cx="125575" cy="19975"/>
            </a:xfrm>
            <a:custGeom>
              <a:avLst/>
              <a:gdLst/>
              <a:ahLst/>
              <a:cxnLst/>
              <a:rect l="l" t="t" r="r" b="b"/>
              <a:pathLst>
                <a:path w="5023" h="799" extrusionOk="0">
                  <a:moveTo>
                    <a:pt x="4703" y="0"/>
                  </a:moveTo>
                  <a:cubicBezTo>
                    <a:pt x="3242" y="69"/>
                    <a:pt x="1759" y="205"/>
                    <a:pt x="275" y="228"/>
                  </a:cubicBezTo>
                  <a:cubicBezTo>
                    <a:pt x="115" y="228"/>
                    <a:pt x="1" y="365"/>
                    <a:pt x="1" y="525"/>
                  </a:cubicBezTo>
                  <a:cubicBezTo>
                    <a:pt x="1" y="685"/>
                    <a:pt x="138" y="799"/>
                    <a:pt x="298" y="799"/>
                  </a:cubicBezTo>
                  <a:cubicBezTo>
                    <a:pt x="1781" y="776"/>
                    <a:pt x="3265" y="639"/>
                    <a:pt x="4749" y="571"/>
                  </a:cubicBezTo>
                  <a:cubicBezTo>
                    <a:pt x="4886" y="571"/>
                    <a:pt x="5023" y="434"/>
                    <a:pt x="5000" y="274"/>
                  </a:cubicBezTo>
                  <a:cubicBezTo>
                    <a:pt x="5000" y="114"/>
                    <a:pt x="4886" y="0"/>
                    <a:pt x="47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48" name="Google Shape;3148;p67"/>
          <p:cNvSpPr/>
          <p:nvPr/>
        </p:nvSpPr>
        <p:spPr>
          <a:xfrm>
            <a:off x="4147500" y="434550"/>
            <a:ext cx="4401300" cy="4274400"/>
          </a:xfrm>
          <a:prstGeom prst="rect">
            <a:avLst/>
          </a:pr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9" name="Google Shape;3149;p67"/>
          <p:cNvSpPr/>
          <p:nvPr/>
        </p:nvSpPr>
        <p:spPr>
          <a:xfrm>
            <a:off x="5340252" y="3555000"/>
            <a:ext cx="753900" cy="657900"/>
          </a:xfrm>
          <a:prstGeom prst="rect">
            <a:avLst/>
          </a:pr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0" name="Google Shape;3150;p67"/>
          <p:cNvSpPr/>
          <p:nvPr/>
        </p:nvSpPr>
        <p:spPr>
          <a:xfrm>
            <a:off x="7101154" y="3555000"/>
            <a:ext cx="753900" cy="657900"/>
          </a:xfrm>
          <a:prstGeom prst="rect">
            <a:avLst/>
          </a:pr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1" name="Google Shape;3151;p67"/>
          <p:cNvSpPr/>
          <p:nvPr/>
        </p:nvSpPr>
        <p:spPr>
          <a:xfrm>
            <a:off x="6220703" y="3555000"/>
            <a:ext cx="753900" cy="657900"/>
          </a:xfrm>
          <a:prstGeom prst="rect">
            <a:avLst/>
          </a:pr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2" name="Google Shape;3152;p67"/>
          <p:cNvSpPr/>
          <p:nvPr/>
        </p:nvSpPr>
        <p:spPr>
          <a:xfrm>
            <a:off x="4459801" y="3555000"/>
            <a:ext cx="753900" cy="657900"/>
          </a:xfrm>
          <a:prstGeom prst="rect">
            <a:avLst/>
          </a:pr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3" name="Google Shape;3153;p67"/>
          <p:cNvSpPr txBox="1">
            <a:spLocks noGrp="1"/>
          </p:cNvSpPr>
          <p:nvPr>
            <p:ph type="ctrTitle"/>
          </p:nvPr>
        </p:nvSpPr>
        <p:spPr>
          <a:xfrm>
            <a:off x="4375690" y="851375"/>
            <a:ext cx="3577800" cy="780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Thanks</a:t>
            </a:r>
            <a:endParaRPr/>
          </a:p>
        </p:txBody>
      </p:sp>
      <p:sp>
        <p:nvSpPr>
          <p:cNvPr id="3154" name="Google Shape;3154;p67"/>
          <p:cNvSpPr txBox="1">
            <a:spLocks noGrp="1"/>
          </p:cNvSpPr>
          <p:nvPr>
            <p:ph type="subTitle" idx="1"/>
          </p:nvPr>
        </p:nvSpPr>
        <p:spPr>
          <a:xfrm>
            <a:off x="4375690" y="1683875"/>
            <a:ext cx="3577800" cy="1287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lt1"/>
              </a:buClr>
              <a:buSzPts val="1100"/>
              <a:buFont typeface="Arial"/>
              <a:buNone/>
            </a:pPr>
            <a:r>
              <a:rPr lang="en" sz="2200">
                <a:latin typeface="Jua"/>
                <a:ea typeface="Jua"/>
                <a:cs typeface="Jua"/>
                <a:sym typeface="Jua"/>
              </a:rPr>
              <a:t>Do you have any questions?</a:t>
            </a:r>
            <a:endParaRPr sz="2200">
              <a:latin typeface="Jua"/>
              <a:ea typeface="Jua"/>
              <a:cs typeface="Jua"/>
              <a:sym typeface="Jua"/>
            </a:endParaRPr>
          </a:p>
          <a:p>
            <a:pPr marL="0" lvl="0" indent="0" algn="l" rtl="0">
              <a:spcBef>
                <a:spcPts val="1000"/>
              </a:spcBef>
              <a:spcAft>
                <a:spcPts val="0"/>
              </a:spcAft>
              <a:buClr>
                <a:schemeClr val="lt1"/>
              </a:buClr>
              <a:buSzPts val="1100"/>
              <a:buFont typeface="Arial"/>
              <a:buNone/>
            </a:pPr>
            <a:r>
              <a:rPr lang="en" sz="1400"/>
              <a:t>youremail@freepik.com </a:t>
            </a:r>
            <a:endParaRPr sz="1400"/>
          </a:p>
          <a:p>
            <a:pPr marL="0" lvl="0" indent="0" algn="l" rtl="0">
              <a:spcBef>
                <a:spcPts val="0"/>
              </a:spcBef>
              <a:spcAft>
                <a:spcPts val="0"/>
              </a:spcAft>
              <a:buClr>
                <a:schemeClr val="lt1"/>
              </a:buClr>
              <a:buSzPts val="1100"/>
              <a:buFont typeface="Arial"/>
              <a:buNone/>
            </a:pPr>
            <a:r>
              <a:rPr lang="en" sz="1400"/>
              <a:t>+91  620 421 838 </a:t>
            </a:r>
            <a:endParaRPr sz="1400"/>
          </a:p>
          <a:p>
            <a:pPr marL="0" lvl="0" indent="0" algn="l" rtl="0">
              <a:spcBef>
                <a:spcPts val="0"/>
              </a:spcBef>
              <a:spcAft>
                <a:spcPts val="0"/>
              </a:spcAft>
              <a:buNone/>
            </a:pPr>
            <a:r>
              <a:rPr lang="en" sz="1400"/>
              <a:t>yourwebsite.com</a:t>
            </a:r>
            <a:endParaRPr sz="1400">
              <a:solidFill>
                <a:srgbClr val="191919"/>
              </a:solidFill>
            </a:endParaRPr>
          </a:p>
        </p:txBody>
      </p:sp>
      <p:sp>
        <p:nvSpPr>
          <p:cNvPr id="3155" name="Google Shape;3155;p67"/>
          <p:cNvSpPr txBox="1"/>
          <p:nvPr/>
        </p:nvSpPr>
        <p:spPr>
          <a:xfrm>
            <a:off x="4375500" y="2938425"/>
            <a:ext cx="3577800" cy="3876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100">
                <a:solidFill>
                  <a:schemeClr val="dk1"/>
                </a:solidFill>
                <a:latin typeface="Nunito"/>
                <a:ea typeface="Nunito"/>
                <a:cs typeface="Nunito"/>
                <a:sym typeface="Nunito"/>
              </a:rPr>
              <a:t>Please keep this slide for attribution</a:t>
            </a:r>
            <a:endParaRPr sz="1100">
              <a:solidFill>
                <a:schemeClr val="dk1"/>
              </a:solidFill>
              <a:latin typeface="Nunito"/>
              <a:ea typeface="Nunito"/>
              <a:cs typeface="Nunito"/>
              <a:sym typeface="Nunito"/>
            </a:endParaRPr>
          </a:p>
        </p:txBody>
      </p:sp>
      <p:grpSp>
        <p:nvGrpSpPr>
          <p:cNvPr id="3156" name="Google Shape;3156;p67"/>
          <p:cNvGrpSpPr/>
          <p:nvPr/>
        </p:nvGrpSpPr>
        <p:grpSpPr>
          <a:xfrm>
            <a:off x="2074858" y="775761"/>
            <a:ext cx="1675627" cy="1662756"/>
            <a:chOff x="3418075" y="689950"/>
            <a:chExt cx="1070825" cy="1062600"/>
          </a:xfrm>
        </p:grpSpPr>
        <p:sp>
          <p:nvSpPr>
            <p:cNvPr id="3157" name="Google Shape;3157;p67"/>
            <p:cNvSpPr/>
            <p:nvPr/>
          </p:nvSpPr>
          <p:spPr>
            <a:xfrm>
              <a:off x="3529600" y="1257925"/>
              <a:ext cx="638500" cy="494625"/>
            </a:xfrm>
            <a:custGeom>
              <a:avLst/>
              <a:gdLst/>
              <a:ahLst/>
              <a:cxnLst/>
              <a:rect l="l" t="t" r="r" b="b"/>
              <a:pathLst>
                <a:path w="25540" h="19785" extrusionOk="0">
                  <a:moveTo>
                    <a:pt x="18571" y="1"/>
                  </a:moveTo>
                  <a:cubicBezTo>
                    <a:pt x="18296" y="1"/>
                    <a:pt x="18054" y="140"/>
                    <a:pt x="17945" y="336"/>
                  </a:cubicBezTo>
                  <a:cubicBezTo>
                    <a:pt x="17820" y="562"/>
                    <a:pt x="17895" y="837"/>
                    <a:pt x="18121" y="988"/>
                  </a:cubicBezTo>
                  <a:lnTo>
                    <a:pt x="18848" y="1489"/>
                  </a:lnTo>
                  <a:lnTo>
                    <a:pt x="16667" y="1013"/>
                  </a:lnTo>
                  <a:cubicBezTo>
                    <a:pt x="16599" y="998"/>
                    <a:pt x="16532" y="991"/>
                    <a:pt x="16466" y="991"/>
                  </a:cubicBezTo>
                  <a:cubicBezTo>
                    <a:pt x="16196" y="991"/>
                    <a:pt x="15961" y="1112"/>
                    <a:pt x="15840" y="1313"/>
                  </a:cubicBezTo>
                  <a:cubicBezTo>
                    <a:pt x="15690" y="1564"/>
                    <a:pt x="15790" y="1865"/>
                    <a:pt x="16066" y="2015"/>
                  </a:cubicBezTo>
                  <a:lnTo>
                    <a:pt x="17469" y="2842"/>
                  </a:lnTo>
                  <a:lnTo>
                    <a:pt x="13509" y="1890"/>
                  </a:lnTo>
                  <a:cubicBezTo>
                    <a:pt x="13434" y="1867"/>
                    <a:pt x="13356" y="1856"/>
                    <a:pt x="13278" y="1856"/>
                  </a:cubicBezTo>
                  <a:cubicBezTo>
                    <a:pt x="13020" y="1856"/>
                    <a:pt x="12767" y="1979"/>
                    <a:pt x="12632" y="2191"/>
                  </a:cubicBezTo>
                  <a:cubicBezTo>
                    <a:pt x="12482" y="2441"/>
                    <a:pt x="12607" y="2767"/>
                    <a:pt x="12908" y="2918"/>
                  </a:cubicBezTo>
                  <a:lnTo>
                    <a:pt x="14612" y="3644"/>
                  </a:lnTo>
                  <a:lnTo>
                    <a:pt x="14612" y="3644"/>
                  </a:lnTo>
                  <a:lnTo>
                    <a:pt x="5239" y="1088"/>
                  </a:lnTo>
                  <a:cubicBezTo>
                    <a:pt x="5149" y="1062"/>
                    <a:pt x="5057" y="1050"/>
                    <a:pt x="4966" y="1050"/>
                  </a:cubicBezTo>
                  <a:cubicBezTo>
                    <a:pt x="4700" y="1050"/>
                    <a:pt x="4448" y="1158"/>
                    <a:pt x="4336" y="1364"/>
                  </a:cubicBezTo>
                  <a:cubicBezTo>
                    <a:pt x="4161" y="1639"/>
                    <a:pt x="4286" y="1940"/>
                    <a:pt x="4612" y="2090"/>
                  </a:cubicBezTo>
                  <a:cubicBezTo>
                    <a:pt x="6041" y="2792"/>
                    <a:pt x="8697" y="3419"/>
                    <a:pt x="10527" y="4296"/>
                  </a:cubicBezTo>
                  <a:cubicBezTo>
                    <a:pt x="7770" y="3243"/>
                    <a:pt x="4662" y="2592"/>
                    <a:pt x="4462" y="2517"/>
                  </a:cubicBezTo>
                  <a:cubicBezTo>
                    <a:pt x="4264" y="2433"/>
                    <a:pt x="4109" y="2389"/>
                    <a:pt x="3976" y="2389"/>
                  </a:cubicBezTo>
                  <a:cubicBezTo>
                    <a:pt x="3789" y="2389"/>
                    <a:pt x="3645" y="2476"/>
                    <a:pt x="3484" y="2667"/>
                  </a:cubicBezTo>
                  <a:cubicBezTo>
                    <a:pt x="3284" y="2918"/>
                    <a:pt x="3359" y="3268"/>
                    <a:pt x="3685" y="3444"/>
                  </a:cubicBezTo>
                  <a:cubicBezTo>
                    <a:pt x="3685" y="3444"/>
                    <a:pt x="3710" y="3444"/>
                    <a:pt x="3710" y="3469"/>
                  </a:cubicBezTo>
                  <a:cubicBezTo>
                    <a:pt x="3785" y="3494"/>
                    <a:pt x="6792" y="4396"/>
                    <a:pt x="9574" y="5875"/>
                  </a:cubicBezTo>
                  <a:lnTo>
                    <a:pt x="3760" y="3920"/>
                  </a:lnTo>
                  <a:cubicBezTo>
                    <a:pt x="3655" y="3872"/>
                    <a:pt x="3541" y="3849"/>
                    <a:pt x="3427" y="3849"/>
                  </a:cubicBezTo>
                  <a:cubicBezTo>
                    <a:pt x="3187" y="3849"/>
                    <a:pt x="2952" y="3950"/>
                    <a:pt x="2833" y="4121"/>
                  </a:cubicBezTo>
                  <a:cubicBezTo>
                    <a:pt x="2632" y="4371"/>
                    <a:pt x="2707" y="4722"/>
                    <a:pt x="3033" y="4897"/>
                  </a:cubicBezTo>
                  <a:lnTo>
                    <a:pt x="13058" y="9710"/>
                  </a:lnTo>
                  <a:lnTo>
                    <a:pt x="2958" y="5900"/>
                  </a:lnTo>
                  <a:cubicBezTo>
                    <a:pt x="2847" y="5849"/>
                    <a:pt x="2728" y="5824"/>
                    <a:pt x="2611" y="5824"/>
                  </a:cubicBezTo>
                  <a:cubicBezTo>
                    <a:pt x="2383" y="5824"/>
                    <a:pt x="2163" y="5918"/>
                    <a:pt x="2030" y="6100"/>
                  </a:cubicBezTo>
                  <a:cubicBezTo>
                    <a:pt x="1830" y="6351"/>
                    <a:pt x="1930" y="6677"/>
                    <a:pt x="2231" y="6852"/>
                  </a:cubicBezTo>
                  <a:lnTo>
                    <a:pt x="13459" y="12291"/>
                  </a:lnTo>
                  <a:lnTo>
                    <a:pt x="2782" y="7730"/>
                  </a:lnTo>
                  <a:cubicBezTo>
                    <a:pt x="2678" y="7681"/>
                    <a:pt x="2566" y="7659"/>
                    <a:pt x="2455" y="7659"/>
                  </a:cubicBezTo>
                  <a:cubicBezTo>
                    <a:pt x="2220" y="7659"/>
                    <a:pt x="1991" y="7760"/>
                    <a:pt x="1855" y="7930"/>
                  </a:cubicBezTo>
                  <a:cubicBezTo>
                    <a:pt x="1680" y="8206"/>
                    <a:pt x="1755" y="8532"/>
                    <a:pt x="2081" y="8707"/>
                  </a:cubicBezTo>
                  <a:lnTo>
                    <a:pt x="9098" y="12391"/>
                  </a:lnTo>
                  <a:lnTo>
                    <a:pt x="9098" y="12391"/>
                  </a:lnTo>
                  <a:lnTo>
                    <a:pt x="2356" y="9509"/>
                  </a:lnTo>
                  <a:cubicBezTo>
                    <a:pt x="2252" y="9461"/>
                    <a:pt x="2140" y="9438"/>
                    <a:pt x="2029" y="9438"/>
                  </a:cubicBezTo>
                  <a:cubicBezTo>
                    <a:pt x="1794" y="9438"/>
                    <a:pt x="1565" y="9539"/>
                    <a:pt x="1429" y="9710"/>
                  </a:cubicBezTo>
                  <a:cubicBezTo>
                    <a:pt x="1228" y="9960"/>
                    <a:pt x="1304" y="10286"/>
                    <a:pt x="1629" y="10461"/>
                  </a:cubicBezTo>
                  <a:lnTo>
                    <a:pt x="9374" y="14872"/>
                  </a:lnTo>
                  <a:lnTo>
                    <a:pt x="1629" y="11689"/>
                  </a:lnTo>
                  <a:cubicBezTo>
                    <a:pt x="1534" y="11653"/>
                    <a:pt x="1433" y="11636"/>
                    <a:pt x="1332" y="11636"/>
                  </a:cubicBezTo>
                  <a:cubicBezTo>
                    <a:pt x="1089" y="11636"/>
                    <a:pt x="851" y="11738"/>
                    <a:pt x="727" y="11915"/>
                  </a:cubicBezTo>
                  <a:cubicBezTo>
                    <a:pt x="527" y="12166"/>
                    <a:pt x="602" y="12491"/>
                    <a:pt x="903" y="12667"/>
                  </a:cubicBezTo>
                  <a:lnTo>
                    <a:pt x="6341" y="15725"/>
                  </a:lnTo>
                  <a:lnTo>
                    <a:pt x="1429" y="13895"/>
                  </a:lnTo>
                  <a:cubicBezTo>
                    <a:pt x="1334" y="13858"/>
                    <a:pt x="1234" y="13841"/>
                    <a:pt x="1136" y="13841"/>
                  </a:cubicBezTo>
                  <a:cubicBezTo>
                    <a:pt x="899" y="13841"/>
                    <a:pt x="669" y="13943"/>
                    <a:pt x="527" y="14121"/>
                  </a:cubicBezTo>
                  <a:cubicBezTo>
                    <a:pt x="351" y="14371"/>
                    <a:pt x="426" y="14672"/>
                    <a:pt x="727" y="14847"/>
                  </a:cubicBezTo>
                  <a:lnTo>
                    <a:pt x="3735" y="16677"/>
                  </a:lnTo>
                  <a:lnTo>
                    <a:pt x="1078" y="15725"/>
                  </a:lnTo>
                  <a:cubicBezTo>
                    <a:pt x="985" y="15696"/>
                    <a:pt x="888" y="15682"/>
                    <a:pt x="792" y="15682"/>
                  </a:cubicBezTo>
                  <a:cubicBezTo>
                    <a:pt x="554" y="15682"/>
                    <a:pt x="326" y="15771"/>
                    <a:pt x="201" y="15950"/>
                  </a:cubicBezTo>
                  <a:cubicBezTo>
                    <a:pt x="0" y="16201"/>
                    <a:pt x="76" y="16502"/>
                    <a:pt x="351" y="16677"/>
                  </a:cubicBezTo>
                  <a:lnTo>
                    <a:pt x="1479" y="17429"/>
                  </a:lnTo>
                  <a:lnTo>
                    <a:pt x="1479" y="17429"/>
                  </a:lnTo>
                  <a:lnTo>
                    <a:pt x="1228" y="17354"/>
                  </a:lnTo>
                  <a:cubicBezTo>
                    <a:pt x="1141" y="17324"/>
                    <a:pt x="1049" y="17310"/>
                    <a:pt x="958" y="17310"/>
                  </a:cubicBezTo>
                  <a:cubicBezTo>
                    <a:pt x="738" y="17310"/>
                    <a:pt x="526" y="17394"/>
                    <a:pt x="401" y="17554"/>
                  </a:cubicBezTo>
                  <a:cubicBezTo>
                    <a:pt x="201" y="17755"/>
                    <a:pt x="226" y="18030"/>
                    <a:pt x="426" y="18231"/>
                  </a:cubicBezTo>
                  <a:lnTo>
                    <a:pt x="1554" y="19359"/>
                  </a:lnTo>
                  <a:cubicBezTo>
                    <a:pt x="1700" y="19505"/>
                    <a:pt x="1914" y="19583"/>
                    <a:pt x="2127" y="19583"/>
                  </a:cubicBezTo>
                  <a:cubicBezTo>
                    <a:pt x="2280" y="19583"/>
                    <a:pt x="2431" y="19543"/>
                    <a:pt x="2557" y="19459"/>
                  </a:cubicBezTo>
                  <a:cubicBezTo>
                    <a:pt x="2707" y="19359"/>
                    <a:pt x="2782" y="19208"/>
                    <a:pt x="2807" y="19058"/>
                  </a:cubicBezTo>
                  <a:lnTo>
                    <a:pt x="5038" y="19760"/>
                  </a:lnTo>
                  <a:cubicBezTo>
                    <a:pt x="5113" y="19785"/>
                    <a:pt x="5188" y="19785"/>
                    <a:pt x="5289" y="19785"/>
                  </a:cubicBezTo>
                  <a:cubicBezTo>
                    <a:pt x="5514" y="19785"/>
                    <a:pt x="5765" y="19685"/>
                    <a:pt x="5890" y="19509"/>
                  </a:cubicBezTo>
                  <a:cubicBezTo>
                    <a:pt x="6066" y="19284"/>
                    <a:pt x="5990" y="18958"/>
                    <a:pt x="5740" y="18782"/>
                  </a:cubicBezTo>
                  <a:lnTo>
                    <a:pt x="5113" y="18381"/>
                  </a:lnTo>
                  <a:lnTo>
                    <a:pt x="8797" y="19685"/>
                  </a:lnTo>
                  <a:cubicBezTo>
                    <a:pt x="8882" y="19710"/>
                    <a:pt x="8969" y="19723"/>
                    <a:pt x="9056" y="19723"/>
                  </a:cubicBezTo>
                  <a:cubicBezTo>
                    <a:pt x="9304" y="19723"/>
                    <a:pt x="9545" y="19620"/>
                    <a:pt x="9675" y="19434"/>
                  </a:cubicBezTo>
                  <a:cubicBezTo>
                    <a:pt x="9850" y="19183"/>
                    <a:pt x="9775" y="18883"/>
                    <a:pt x="9499" y="18707"/>
                  </a:cubicBezTo>
                  <a:lnTo>
                    <a:pt x="7068" y="17253"/>
                  </a:lnTo>
                  <a:lnTo>
                    <a:pt x="12983" y="19484"/>
                  </a:lnTo>
                  <a:cubicBezTo>
                    <a:pt x="13076" y="19520"/>
                    <a:pt x="13176" y="19537"/>
                    <a:pt x="13275" y="19537"/>
                  </a:cubicBezTo>
                  <a:cubicBezTo>
                    <a:pt x="13520" y="19537"/>
                    <a:pt x="13760" y="19430"/>
                    <a:pt x="13885" y="19233"/>
                  </a:cubicBezTo>
                  <a:cubicBezTo>
                    <a:pt x="14061" y="18983"/>
                    <a:pt x="13985" y="18657"/>
                    <a:pt x="13685" y="18507"/>
                  </a:cubicBezTo>
                  <a:lnTo>
                    <a:pt x="9900" y="16376"/>
                  </a:lnTo>
                  <a:lnTo>
                    <a:pt x="17444" y="19459"/>
                  </a:lnTo>
                  <a:cubicBezTo>
                    <a:pt x="17549" y="19507"/>
                    <a:pt x="17661" y="19530"/>
                    <a:pt x="17772" y="19530"/>
                  </a:cubicBezTo>
                  <a:cubicBezTo>
                    <a:pt x="18006" y="19530"/>
                    <a:pt x="18235" y="19429"/>
                    <a:pt x="18371" y="19258"/>
                  </a:cubicBezTo>
                  <a:cubicBezTo>
                    <a:pt x="18572" y="19008"/>
                    <a:pt x="18472" y="18682"/>
                    <a:pt x="18171" y="18507"/>
                  </a:cubicBezTo>
                  <a:lnTo>
                    <a:pt x="11454" y="14672"/>
                  </a:lnTo>
                  <a:lnTo>
                    <a:pt x="22256" y="19309"/>
                  </a:lnTo>
                  <a:cubicBezTo>
                    <a:pt x="22366" y="19348"/>
                    <a:pt x="22480" y="19367"/>
                    <a:pt x="22592" y="19367"/>
                  </a:cubicBezTo>
                  <a:cubicBezTo>
                    <a:pt x="22838" y="19367"/>
                    <a:pt x="23071" y="19273"/>
                    <a:pt x="23209" y="19083"/>
                  </a:cubicBezTo>
                  <a:cubicBezTo>
                    <a:pt x="23384" y="18832"/>
                    <a:pt x="23284" y="18482"/>
                    <a:pt x="22983" y="18331"/>
                  </a:cubicBezTo>
                  <a:lnTo>
                    <a:pt x="15790" y="14547"/>
                  </a:lnTo>
                  <a:lnTo>
                    <a:pt x="24186" y="18131"/>
                  </a:lnTo>
                  <a:cubicBezTo>
                    <a:pt x="24290" y="18179"/>
                    <a:pt x="24403" y="18201"/>
                    <a:pt x="24513" y="18201"/>
                  </a:cubicBezTo>
                  <a:cubicBezTo>
                    <a:pt x="24748" y="18201"/>
                    <a:pt x="24977" y="18100"/>
                    <a:pt x="25113" y="17930"/>
                  </a:cubicBezTo>
                  <a:cubicBezTo>
                    <a:pt x="25314" y="17654"/>
                    <a:pt x="25214" y="17329"/>
                    <a:pt x="24913" y="17153"/>
                  </a:cubicBezTo>
                  <a:lnTo>
                    <a:pt x="15815" y="12191"/>
                  </a:lnTo>
                  <a:lnTo>
                    <a:pt x="15815" y="12191"/>
                  </a:lnTo>
                  <a:lnTo>
                    <a:pt x="24412" y="15975"/>
                  </a:lnTo>
                  <a:cubicBezTo>
                    <a:pt x="24513" y="16014"/>
                    <a:pt x="24625" y="16034"/>
                    <a:pt x="24736" y="16034"/>
                  </a:cubicBezTo>
                  <a:cubicBezTo>
                    <a:pt x="24982" y="16034"/>
                    <a:pt x="25226" y="15939"/>
                    <a:pt x="25364" y="15750"/>
                  </a:cubicBezTo>
                  <a:cubicBezTo>
                    <a:pt x="25539" y="15499"/>
                    <a:pt x="25464" y="15173"/>
                    <a:pt x="25138" y="14998"/>
                  </a:cubicBezTo>
                  <a:lnTo>
                    <a:pt x="16291" y="10111"/>
                  </a:lnTo>
                  <a:lnTo>
                    <a:pt x="23986" y="13494"/>
                  </a:lnTo>
                  <a:cubicBezTo>
                    <a:pt x="24090" y="13542"/>
                    <a:pt x="24202" y="13565"/>
                    <a:pt x="24313" y="13565"/>
                  </a:cubicBezTo>
                  <a:cubicBezTo>
                    <a:pt x="24548" y="13565"/>
                    <a:pt x="24777" y="13464"/>
                    <a:pt x="24913" y="13294"/>
                  </a:cubicBezTo>
                  <a:cubicBezTo>
                    <a:pt x="25113" y="13043"/>
                    <a:pt x="25013" y="12692"/>
                    <a:pt x="24687" y="12517"/>
                  </a:cubicBezTo>
                  <a:lnTo>
                    <a:pt x="14186" y="6953"/>
                  </a:lnTo>
                  <a:lnTo>
                    <a:pt x="14186" y="6953"/>
                  </a:lnTo>
                  <a:cubicBezTo>
                    <a:pt x="16066" y="7679"/>
                    <a:pt x="18346" y="8557"/>
                    <a:pt x="21078" y="9609"/>
                  </a:cubicBezTo>
                  <a:cubicBezTo>
                    <a:pt x="22482" y="10136"/>
                    <a:pt x="23409" y="10512"/>
                    <a:pt x="23459" y="10537"/>
                  </a:cubicBezTo>
                  <a:cubicBezTo>
                    <a:pt x="23560" y="10573"/>
                    <a:pt x="23665" y="10590"/>
                    <a:pt x="23768" y="10590"/>
                  </a:cubicBezTo>
                  <a:cubicBezTo>
                    <a:pt x="24024" y="10590"/>
                    <a:pt x="24269" y="10483"/>
                    <a:pt x="24412" y="10286"/>
                  </a:cubicBezTo>
                  <a:cubicBezTo>
                    <a:pt x="24637" y="9960"/>
                    <a:pt x="24537" y="9760"/>
                    <a:pt x="24086" y="9534"/>
                  </a:cubicBezTo>
                  <a:lnTo>
                    <a:pt x="24111" y="9509"/>
                  </a:lnTo>
                  <a:cubicBezTo>
                    <a:pt x="24086" y="9509"/>
                    <a:pt x="24061" y="9509"/>
                    <a:pt x="24036" y="9484"/>
                  </a:cubicBezTo>
                  <a:cubicBezTo>
                    <a:pt x="23860" y="9384"/>
                    <a:pt x="23635" y="9283"/>
                    <a:pt x="23384" y="9158"/>
                  </a:cubicBezTo>
                  <a:lnTo>
                    <a:pt x="21354" y="8181"/>
                  </a:lnTo>
                  <a:cubicBezTo>
                    <a:pt x="19675" y="7379"/>
                    <a:pt x="17444" y="6301"/>
                    <a:pt x="15214" y="5223"/>
                  </a:cubicBezTo>
                  <a:lnTo>
                    <a:pt x="14186" y="4747"/>
                  </a:lnTo>
                  <a:lnTo>
                    <a:pt x="22958" y="7479"/>
                  </a:lnTo>
                  <a:cubicBezTo>
                    <a:pt x="23047" y="7504"/>
                    <a:pt x="23139" y="7517"/>
                    <a:pt x="23230" y="7517"/>
                  </a:cubicBezTo>
                  <a:cubicBezTo>
                    <a:pt x="23496" y="7517"/>
                    <a:pt x="23748" y="7409"/>
                    <a:pt x="23860" y="7203"/>
                  </a:cubicBezTo>
                  <a:cubicBezTo>
                    <a:pt x="24036" y="6928"/>
                    <a:pt x="23910" y="6627"/>
                    <a:pt x="23584" y="6476"/>
                  </a:cubicBezTo>
                  <a:lnTo>
                    <a:pt x="19199" y="4547"/>
                  </a:lnTo>
                  <a:lnTo>
                    <a:pt x="22106" y="5273"/>
                  </a:lnTo>
                  <a:cubicBezTo>
                    <a:pt x="22190" y="5299"/>
                    <a:pt x="22277" y="5312"/>
                    <a:pt x="22364" y="5312"/>
                  </a:cubicBezTo>
                  <a:cubicBezTo>
                    <a:pt x="22612" y="5312"/>
                    <a:pt x="22853" y="5209"/>
                    <a:pt x="22983" y="5023"/>
                  </a:cubicBezTo>
                  <a:cubicBezTo>
                    <a:pt x="23133" y="4772"/>
                    <a:pt x="23058" y="4471"/>
                    <a:pt x="22757" y="4296"/>
                  </a:cubicBezTo>
                  <a:lnTo>
                    <a:pt x="20402" y="2918"/>
                  </a:lnTo>
                  <a:lnTo>
                    <a:pt x="20402" y="2918"/>
                  </a:lnTo>
                  <a:lnTo>
                    <a:pt x="21905" y="3243"/>
                  </a:lnTo>
                  <a:cubicBezTo>
                    <a:pt x="21970" y="3258"/>
                    <a:pt x="22034" y="3265"/>
                    <a:pt x="22097" y="3265"/>
                  </a:cubicBezTo>
                  <a:cubicBezTo>
                    <a:pt x="22353" y="3265"/>
                    <a:pt x="22587" y="3149"/>
                    <a:pt x="22707" y="2968"/>
                  </a:cubicBezTo>
                  <a:cubicBezTo>
                    <a:pt x="22858" y="2717"/>
                    <a:pt x="22782" y="2441"/>
                    <a:pt x="22557" y="2266"/>
                  </a:cubicBezTo>
                  <a:lnTo>
                    <a:pt x="21128" y="1288"/>
                  </a:lnTo>
                  <a:cubicBezTo>
                    <a:pt x="21354" y="1213"/>
                    <a:pt x="21504" y="1063"/>
                    <a:pt x="21554" y="862"/>
                  </a:cubicBezTo>
                  <a:cubicBezTo>
                    <a:pt x="21605" y="537"/>
                    <a:pt x="21329" y="261"/>
                    <a:pt x="20953" y="211"/>
                  </a:cubicBezTo>
                  <a:lnTo>
                    <a:pt x="18697" y="10"/>
                  </a:lnTo>
                  <a:cubicBezTo>
                    <a:pt x="18655" y="4"/>
                    <a:pt x="18613" y="1"/>
                    <a:pt x="185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8" name="Google Shape;3158;p67"/>
            <p:cNvSpPr/>
            <p:nvPr/>
          </p:nvSpPr>
          <p:spPr>
            <a:xfrm>
              <a:off x="3418075" y="689950"/>
              <a:ext cx="1070825" cy="1012700"/>
            </a:xfrm>
            <a:custGeom>
              <a:avLst/>
              <a:gdLst/>
              <a:ahLst/>
              <a:cxnLst/>
              <a:rect l="l" t="t" r="r" b="b"/>
              <a:pathLst>
                <a:path w="42833" h="40508" extrusionOk="0">
                  <a:moveTo>
                    <a:pt x="40752" y="1225"/>
                  </a:moveTo>
                  <a:cubicBezTo>
                    <a:pt x="40953" y="1401"/>
                    <a:pt x="41178" y="1551"/>
                    <a:pt x="41329" y="1752"/>
                  </a:cubicBezTo>
                  <a:cubicBezTo>
                    <a:pt x="42256" y="3130"/>
                    <a:pt x="42457" y="4609"/>
                    <a:pt x="42031" y="6213"/>
                  </a:cubicBezTo>
                  <a:cubicBezTo>
                    <a:pt x="42005" y="6238"/>
                    <a:pt x="41955" y="6288"/>
                    <a:pt x="41855" y="6388"/>
                  </a:cubicBezTo>
                  <a:cubicBezTo>
                    <a:pt x="41980" y="4534"/>
                    <a:pt x="41755" y="2829"/>
                    <a:pt x="40627" y="1326"/>
                  </a:cubicBezTo>
                  <a:cubicBezTo>
                    <a:pt x="40677" y="1301"/>
                    <a:pt x="40702" y="1250"/>
                    <a:pt x="40752" y="1225"/>
                  </a:cubicBezTo>
                  <a:close/>
                  <a:moveTo>
                    <a:pt x="39825" y="1376"/>
                  </a:moveTo>
                  <a:cubicBezTo>
                    <a:pt x="41178" y="2328"/>
                    <a:pt x="41755" y="5511"/>
                    <a:pt x="40953" y="7341"/>
                  </a:cubicBezTo>
                  <a:cubicBezTo>
                    <a:pt x="40477" y="7265"/>
                    <a:pt x="40201" y="6965"/>
                    <a:pt x="39975" y="6639"/>
                  </a:cubicBezTo>
                  <a:cubicBezTo>
                    <a:pt x="39599" y="6113"/>
                    <a:pt x="39399" y="5486"/>
                    <a:pt x="39274" y="4859"/>
                  </a:cubicBezTo>
                  <a:cubicBezTo>
                    <a:pt x="39123" y="4007"/>
                    <a:pt x="39098" y="3180"/>
                    <a:pt x="39374" y="2353"/>
                  </a:cubicBezTo>
                  <a:cubicBezTo>
                    <a:pt x="39474" y="2027"/>
                    <a:pt x="39650" y="1727"/>
                    <a:pt x="39825" y="1376"/>
                  </a:cubicBezTo>
                  <a:close/>
                  <a:moveTo>
                    <a:pt x="38923" y="1727"/>
                  </a:moveTo>
                  <a:lnTo>
                    <a:pt x="38923" y="1727"/>
                  </a:lnTo>
                  <a:cubicBezTo>
                    <a:pt x="38196" y="4108"/>
                    <a:pt x="38647" y="6062"/>
                    <a:pt x="40326" y="7867"/>
                  </a:cubicBezTo>
                  <a:cubicBezTo>
                    <a:pt x="39625" y="8093"/>
                    <a:pt x="38973" y="8343"/>
                    <a:pt x="38321" y="8544"/>
                  </a:cubicBezTo>
                  <a:cubicBezTo>
                    <a:pt x="38304" y="8547"/>
                    <a:pt x="38286" y="8549"/>
                    <a:pt x="38267" y="8549"/>
                  </a:cubicBezTo>
                  <a:cubicBezTo>
                    <a:pt x="38144" y="8549"/>
                    <a:pt x="37982" y="8483"/>
                    <a:pt x="37895" y="8418"/>
                  </a:cubicBezTo>
                  <a:cubicBezTo>
                    <a:pt x="37619" y="8118"/>
                    <a:pt x="37319" y="7842"/>
                    <a:pt x="37118" y="7491"/>
                  </a:cubicBezTo>
                  <a:cubicBezTo>
                    <a:pt x="36366" y="6238"/>
                    <a:pt x="35990" y="4885"/>
                    <a:pt x="35915" y="3431"/>
                  </a:cubicBezTo>
                  <a:cubicBezTo>
                    <a:pt x="35915" y="3080"/>
                    <a:pt x="35990" y="2879"/>
                    <a:pt x="36341" y="2729"/>
                  </a:cubicBezTo>
                  <a:cubicBezTo>
                    <a:pt x="37093" y="2478"/>
                    <a:pt x="37795" y="2153"/>
                    <a:pt x="38522" y="1852"/>
                  </a:cubicBezTo>
                  <a:cubicBezTo>
                    <a:pt x="38622" y="1802"/>
                    <a:pt x="38747" y="1777"/>
                    <a:pt x="38923" y="1727"/>
                  </a:cubicBezTo>
                  <a:close/>
                  <a:moveTo>
                    <a:pt x="35339" y="3180"/>
                  </a:moveTo>
                  <a:cubicBezTo>
                    <a:pt x="35364" y="3506"/>
                    <a:pt x="35414" y="3782"/>
                    <a:pt x="35439" y="4083"/>
                  </a:cubicBezTo>
                  <a:cubicBezTo>
                    <a:pt x="35564" y="5185"/>
                    <a:pt x="35790" y="6263"/>
                    <a:pt x="36341" y="7240"/>
                  </a:cubicBezTo>
                  <a:cubicBezTo>
                    <a:pt x="36617" y="7792"/>
                    <a:pt x="36993" y="8293"/>
                    <a:pt x="37344" y="8844"/>
                  </a:cubicBezTo>
                  <a:cubicBezTo>
                    <a:pt x="37244" y="8895"/>
                    <a:pt x="37168" y="8920"/>
                    <a:pt x="37068" y="8945"/>
                  </a:cubicBezTo>
                  <a:cubicBezTo>
                    <a:pt x="36918" y="8995"/>
                    <a:pt x="36742" y="9020"/>
                    <a:pt x="36617" y="9070"/>
                  </a:cubicBezTo>
                  <a:cubicBezTo>
                    <a:pt x="35414" y="8168"/>
                    <a:pt x="34361" y="5386"/>
                    <a:pt x="34512" y="3506"/>
                  </a:cubicBezTo>
                  <a:cubicBezTo>
                    <a:pt x="34737" y="3406"/>
                    <a:pt x="34988" y="3306"/>
                    <a:pt x="35339" y="3180"/>
                  </a:cubicBezTo>
                  <a:close/>
                  <a:moveTo>
                    <a:pt x="33910" y="4358"/>
                  </a:moveTo>
                  <a:cubicBezTo>
                    <a:pt x="34010" y="5962"/>
                    <a:pt x="34637" y="7316"/>
                    <a:pt x="35464" y="8644"/>
                  </a:cubicBezTo>
                  <a:cubicBezTo>
                    <a:pt x="35289" y="8719"/>
                    <a:pt x="35188" y="8794"/>
                    <a:pt x="35063" y="8819"/>
                  </a:cubicBezTo>
                  <a:cubicBezTo>
                    <a:pt x="33384" y="9346"/>
                    <a:pt x="31705" y="9872"/>
                    <a:pt x="30051" y="10398"/>
                  </a:cubicBezTo>
                  <a:cubicBezTo>
                    <a:pt x="29975" y="10423"/>
                    <a:pt x="29875" y="10423"/>
                    <a:pt x="29800" y="10448"/>
                  </a:cubicBezTo>
                  <a:cubicBezTo>
                    <a:pt x="29613" y="10499"/>
                    <a:pt x="29481" y="10530"/>
                    <a:pt x="29375" y="10530"/>
                  </a:cubicBezTo>
                  <a:cubicBezTo>
                    <a:pt x="29169" y="10530"/>
                    <a:pt x="29063" y="10413"/>
                    <a:pt x="28848" y="10098"/>
                  </a:cubicBezTo>
                  <a:cubicBezTo>
                    <a:pt x="28346" y="9371"/>
                    <a:pt x="27995" y="8594"/>
                    <a:pt x="27845" y="7717"/>
                  </a:cubicBezTo>
                  <a:cubicBezTo>
                    <a:pt x="27770" y="7291"/>
                    <a:pt x="27770" y="6864"/>
                    <a:pt x="27720" y="6363"/>
                  </a:cubicBezTo>
                  <a:cubicBezTo>
                    <a:pt x="29825" y="5687"/>
                    <a:pt x="31830" y="5035"/>
                    <a:pt x="33910" y="4358"/>
                  </a:cubicBezTo>
                  <a:close/>
                  <a:moveTo>
                    <a:pt x="27118" y="7190"/>
                  </a:moveTo>
                  <a:cubicBezTo>
                    <a:pt x="27269" y="7817"/>
                    <a:pt x="27369" y="8318"/>
                    <a:pt x="27544" y="8794"/>
                  </a:cubicBezTo>
                  <a:cubicBezTo>
                    <a:pt x="27720" y="9296"/>
                    <a:pt x="27970" y="9747"/>
                    <a:pt x="28196" y="10273"/>
                  </a:cubicBezTo>
                  <a:cubicBezTo>
                    <a:pt x="27644" y="10499"/>
                    <a:pt x="27068" y="10749"/>
                    <a:pt x="26492" y="10975"/>
                  </a:cubicBezTo>
                  <a:cubicBezTo>
                    <a:pt x="26191" y="11100"/>
                    <a:pt x="25890" y="11200"/>
                    <a:pt x="25589" y="11301"/>
                  </a:cubicBezTo>
                  <a:cubicBezTo>
                    <a:pt x="25395" y="11368"/>
                    <a:pt x="25231" y="11405"/>
                    <a:pt x="25086" y="11405"/>
                  </a:cubicBezTo>
                  <a:cubicBezTo>
                    <a:pt x="24801" y="11405"/>
                    <a:pt x="24585" y="11265"/>
                    <a:pt x="24336" y="10950"/>
                  </a:cubicBezTo>
                  <a:cubicBezTo>
                    <a:pt x="23885" y="10323"/>
                    <a:pt x="23660" y="9646"/>
                    <a:pt x="23584" y="8819"/>
                  </a:cubicBezTo>
                  <a:cubicBezTo>
                    <a:pt x="24762" y="8293"/>
                    <a:pt x="25915" y="7767"/>
                    <a:pt x="27118" y="7190"/>
                  </a:cubicBezTo>
                  <a:close/>
                  <a:moveTo>
                    <a:pt x="31279" y="10574"/>
                  </a:moveTo>
                  <a:cubicBezTo>
                    <a:pt x="31604" y="10774"/>
                    <a:pt x="31755" y="11075"/>
                    <a:pt x="31755" y="11476"/>
                  </a:cubicBezTo>
                  <a:cubicBezTo>
                    <a:pt x="31755" y="12278"/>
                    <a:pt x="31805" y="13080"/>
                    <a:pt x="31805" y="13882"/>
                  </a:cubicBezTo>
                  <a:cubicBezTo>
                    <a:pt x="31805" y="15436"/>
                    <a:pt x="31830" y="16990"/>
                    <a:pt x="31805" y="18544"/>
                  </a:cubicBezTo>
                  <a:cubicBezTo>
                    <a:pt x="31780" y="19697"/>
                    <a:pt x="31629" y="20850"/>
                    <a:pt x="31354" y="22002"/>
                  </a:cubicBezTo>
                  <a:cubicBezTo>
                    <a:pt x="31279" y="22303"/>
                    <a:pt x="31203" y="22579"/>
                    <a:pt x="31078" y="22855"/>
                  </a:cubicBezTo>
                  <a:cubicBezTo>
                    <a:pt x="30848" y="23406"/>
                    <a:pt x="30492" y="23663"/>
                    <a:pt x="29951" y="23663"/>
                  </a:cubicBezTo>
                  <a:cubicBezTo>
                    <a:pt x="29902" y="23663"/>
                    <a:pt x="29852" y="23661"/>
                    <a:pt x="29800" y="23657"/>
                  </a:cubicBezTo>
                  <a:cubicBezTo>
                    <a:pt x="28722" y="23556"/>
                    <a:pt x="27795" y="23080"/>
                    <a:pt x="26868" y="22604"/>
                  </a:cubicBezTo>
                  <a:cubicBezTo>
                    <a:pt x="26141" y="22228"/>
                    <a:pt x="26015" y="21501"/>
                    <a:pt x="25614" y="20900"/>
                  </a:cubicBezTo>
                  <a:cubicBezTo>
                    <a:pt x="28020" y="17917"/>
                    <a:pt x="28948" y="14584"/>
                    <a:pt x="28497" y="10875"/>
                  </a:cubicBezTo>
                  <a:cubicBezTo>
                    <a:pt x="28572" y="10849"/>
                    <a:pt x="28622" y="10824"/>
                    <a:pt x="28647" y="10824"/>
                  </a:cubicBezTo>
                  <a:cubicBezTo>
                    <a:pt x="28853" y="11016"/>
                    <a:pt x="29077" y="11086"/>
                    <a:pt x="29312" y="11086"/>
                  </a:cubicBezTo>
                  <a:cubicBezTo>
                    <a:pt x="29478" y="11086"/>
                    <a:pt x="29649" y="11052"/>
                    <a:pt x="29825" y="11000"/>
                  </a:cubicBezTo>
                  <a:cubicBezTo>
                    <a:pt x="30301" y="10849"/>
                    <a:pt x="30777" y="10724"/>
                    <a:pt x="31279" y="10574"/>
                  </a:cubicBezTo>
                  <a:close/>
                  <a:moveTo>
                    <a:pt x="15981" y="574"/>
                  </a:moveTo>
                  <a:cubicBezTo>
                    <a:pt x="20685" y="574"/>
                    <a:pt x="24720" y="3389"/>
                    <a:pt x="26517" y="6890"/>
                  </a:cubicBezTo>
                  <a:cubicBezTo>
                    <a:pt x="25539" y="7316"/>
                    <a:pt x="24587" y="7742"/>
                    <a:pt x="23660" y="8168"/>
                  </a:cubicBezTo>
                  <a:cubicBezTo>
                    <a:pt x="23058" y="8418"/>
                    <a:pt x="22958" y="8544"/>
                    <a:pt x="23108" y="9170"/>
                  </a:cubicBezTo>
                  <a:cubicBezTo>
                    <a:pt x="23233" y="9772"/>
                    <a:pt x="23409" y="10348"/>
                    <a:pt x="23660" y="10900"/>
                  </a:cubicBezTo>
                  <a:cubicBezTo>
                    <a:pt x="23810" y="11225"/>
                    <a:pt x="24136" y="11476"/>
                    <a:pt x="24411" y="11727"/>
                  </a:cubicBezTo>
                  <a:cubicBezTo>
                    <a:pt x="24613" y="11913"/>
                    <a:pt x="24824" y="12003"/>
                    <a:pt x="25057" y="12003"/>
                  </a:cubicBezTo>
                  <a:cubicBezTo>
                    <a:pt x="25201" y="12003"/>
                    <a:pt x="25352" y="11969"/>
                    <a:pt x="25514" y="11902"/>
                  </a:cubicBezTo>
                  <a:cubicBezTo>
                    <a:pt x="26291" y="11576"/>
                    <a:pt x="27068" y="11326"/>
                    <a:pt x="27920" y="11025"/>
                  </a:cubicBezTo>
                  <a:lnTo>
                    <a:pt x="27920" y="11025"/>
                  </a:lnTo>
                  <a:cubicBezTo>
                    <a:pt x="28246" y="13481"/>
                    <a:pt x="27895" y="15762"/>
                    <a:pt x="26842" y="17917"/>
                  </a:cubicBezTo>
                  <a:cubicBezTo>
                    <a:pt x="25414" y="20875"/>
                    <a:pt x="23133" y="22930"/>
                    <a:pt x="20076" y="24058"/>
                  </a:cubicBezTo>
                  <a:cubicBezTo>
                    <a:pt x="18712" y="24558"/>
                    <a:pt x="17314" y="24796"/>
                    <a:pt x="15938" y="24796"/>
                  </a:cubicBezTo>
                  <a:cubicBezTo>
                    <a:pt x="11116" y="24796"/>
                    <a:pt x="6559" y="21878"/>
                    <a:pt x="4687" y="17140"/>
                  </a:cubicBezTo>
                  <a:cubicBezTo>
                    <a:pt x="2256" y="11025"/>
                    <a:pt x="5138" y="4183"/>
                    <a:pt x="11028" y="1626"/>
                  </a:cubicBezTo>
                  <a:cubicBezTo>
                    <a:pt x="12715" y="897"/>
                    <a:pt x="14386" y="574"/>
                    <a:pt x="15981" y="574"/>
                  </a:cubicBezTo>
                  <a:close/>
                  <a:moveTo>
                    <a:pt x="8196" y="23907"/>
                  </a:moveTo>
                  <a:cubicBezTo>
                    <a:pt x="6642" y="27341"/>
                    <a:pt x="5514" y="30799"/>
                    <a:pt x="4963" y="34534"/>
                  </a:cubicBezTo>
                  <a:cubicBezTo>
                    <a:pt x="4762" y="34459"/>
                    <a:pt x="4587" y="34434"/>
                    <a:pt x="4486" y="34333"/>
                  </a:cubicBezTo>
                  <a:cubicBezTo>
                    <a:pt x="3334" y="33406"/>
                    <a:pt x="2206" y="32403"/>
                    <a:pt x="1329" y="31200"/>
                  </a:cubicBezTo>
                  <a:cubicBezTo>
                    <a:pt x="451" y="29997"/>
                    <a:pt x="476" y="29621"/>
                    <a:pt x="1554" y="28619"/>
                  </a:cubicBezTo>
                  <a:cubicBezTo>
                    <a:pt x="2156" y="28043"/>
                    <a:pt x="2832" y="27466"/>
                    <a:pt x="3509" y="26965"/>
                  </a:cubicBezTo>
                  <a:cubicBezTo>
                    <a:pt x="4913" y="25887"/>
                    <a:pt x="6366" y="24910"/>
                    <a:pt x="7895" y="24032"/>
                  </a:cubicBezTo>
                  <a:cubicBezTo>
                    <a:pt x="7945" y="24007"/>
                    <a:pt x="8020" y="23982"/>
                    <a:pt x="8196" y="23907"/>
                  </a:cubicBezTo>
                  <a:close/>
                  <a:moveTo>
                    <a:pt x="4311" y="35511"/>
                  </a:moveTo>
                  <a:lnTo>
                    <a:pt x="4311" y="35511"/>
                  </a:lnTo>
                  <a:cubicBezTo>
                    <a:pt x="4161" y="36489"/>
                    <a:pt x="3760" y="37090"/>
                    <a:pt x="3108" y="37266"/>
                  </a:cubicBezTo>
                  <a:cubicBezTo>
                    <a:pt x="3258" y="36489"/>
                    <a:pt x="3760" y="36038"/>
                    <a:pt x="4311" y="35511"/>
                  </a:cubicBezTo>
                  <a:close/>
                  <a:moveTo>
                    <a:pt x="15915" y="0"/>
                  </a:moveTo>
                  <a:cubicBezTo>
                    <a:pt x="15318" y="0"/>
                    <a:pt x="14716" y="41"/>
                    <a:pt x="14111" y="123"/>
                  </a:cubicBezTo>
                  <a:cubicBezTo>
                    <a:pt x="11479" y="499"/>
                    <a:pt x="9198" y="1601"/>
                    <a:pt x="7294" y="3406"/>
                  </a:cubicBezTo>
                  <a:cubicBezTo>
                    <a:pt x="4762" y="5787"/>
                    <a:pt x="3384" y="8719"/>
                    <a:pt x="3283" y="12178"/>
                  </a:cubicBezTo>
                  <a:cubicBezTo>
                    <a:pt x="3133" y="16639"/>
                    <a:pt x="4963" y="20198"/>
                    <a:pt x="8497" y="22980"/>
                  </a:cubicBezTo>
                  <a:cubicBezTo>
                    <a:pt x="8045" y="23281"/>
                    <a:pt x="7669" y="23531"/>
                    <a:pt x="7294" y="23757"/>
                  </a:cubicBezTo>
                  <a:cubicBezTo>
                    <a:pt x="5464" y="24784"/>
                    <a:pt x="3760" y="25987"/>
                    <a:pt x="2156" y="27291"/>
                  </a:cubicBezTo>
                  <a:cubicBezTo>
                    <a:pt x="1579" y="27742"/>
                    <a:pt x="1078" y="28293"/>
                    <a:pt x="577" y="28845"/>
                  </a:cubicBezTo>
                  <a:cubicBezTo>
                    <a:pt x="50" y="29396"/>
                    <a:pt x="0" y="30048"/>
                    <a:pt x="351" y="30674"/>
                  </a:cubicBezTo>
                  <a:cubicBezTo>
                    <a:pt x="677" y="31251"/>
                    <a:pt x="1028" y="31802"/>
                    <a:pt x="1454" y="32278"/>
                  </a:cubicBezTo>
                  <a:cubicBezTo>
                    <a:pt x="2206" y="33080"/>
                    <a:pt x="3033" y="33807"/>
                    <a:pt x="3860" y="34559"/>
                  </a:cubicBezTo>
                  <a:cubicBezTo>
                    <a:pt x="3960" y="34659"/>
                    <a:pt x="4111" y="34734"/>
                    <a:pt x="4236" y="34784"/>
                  </a:cubicBezTo>
                  <a:cubicBezTo>
                    <a:pt x="3760" y="35311"/>
                    <a:pt x="3359" y="35687"/>
                    <a:pt x="3033" y="36113"/>
                  </a:cubicBezTo>
                  <a:cubicBezTo>
                    <a:pt x="2832" y="36363"/>
                    <a:pt x="2682" y="36689"/>
                    <a:pt x="2582" y="37015"/>
                  </a:cubicBezTo>
                  <a:cubicBezTo>
                    <a:pt x="2507" y="37266"/>
                    <a:pt x="2557" y="37541"/>
                    <a:pt x="2807" y="37717"/>
                  </a:cubicBezTo>
                  <a:cubicBezTo>
                    <a:pt x="2936" y="37817"/>
                    <a:pt x="3081" y="37876"/>
                    <a:pt x="3223" y="37876"/>
                  </a:cubicBezTo>
                  <a:cubicBezTo>
                    <a:pt x="3331" y="37876"/>
                    <a:pt x="3437" y="37842"/>
                    <a:pt x="3534" y="37767"/>
                  </a:cubicBezTo>
                  <a:cubicBezTo>
                    <a:pt x="3835" y="37541"/>
                    <a:pt x="4111" y="37291"/>
                    <a:pt x="4361" y="37015"/>
                  </a:cubicBezTo>
                  <a:cubicBezTo>
                    <a:pt x="4512" y="36890"/>
                    <a:pt x="4587" y="36714"/>
                    <a:pt x="4712" y="36514"/>
                  </a:cubicBezTo>
                  <a:cubicBezTo>
                    <a:pt x="4712" y="37165"/>
                    <a:pt x="4712" y="37717"/>
                    <a:pt x="4712" y="38268"/>
                  </a:cubicBezTo>
                  <a:cubicBezTo>
                    <a:pt x="4712" y="38820"/>
                    <a:pt x="4712" y="39371"/>
                    <a:pt x="4737" y="39922"/>
                  </a:cubicBezTo>
                  <a:cubicBezTo>
                    <a:pt x="4759" y="40324"/>
                    <a:pt x="4861" y="40507"/>
                    <a:pt x="5025" y="40507"/>
                  </a:cubicBezTo>
                  <a:cubicBezTo>
                    <a:pt x="5045" y="40507"/>
                    <a:pt x="5066" y="40504"/>
                    <a:pt x="5088" y="40499"/>
                  </a:cubicBezTo>
                  <a:cubicBezTo>
                    <a:pt x="5414" y="40398"/>
                    <a:pt x="5314" y="40123"/>
                    <a:pt x="5314" y="39897"/>
                  </a:cubicBezTo>
                  <a:cubicBezTo>
                    <a:pt x="5288" y="39622"/>
                    <a:pt x="5263" y="39371"/>
                    <a:pt x="5263" y="39095"/>
                  </a:cubicBezTo>
                  <a:cubicBezTo>
                    <a:pt x="5263" y="36514"/>
                    <a:pt x="5539" y="33957"/>
                    <a:pt x="6141" y="31451"/>
                  </a:cubicBezTo>
                  <a:cubicBezTo>
                    <a:pt x="6792" y="28744"/>
                    <a:pt x="7795" y="26188"/>
                    <a:pt x="8898" y="23657"/>
                  </a:cubicBezTo>
                  <a:cubicBezTo>
                    <a:pt x="8923" y="23556"/>
                    <a:pt x="8998" y="23481"/>
                    <a:pt x="9023" y="23431"/>
                  </a:cubicBezTo>
                  <a:cubicBezTo>
                    <a:pt x="11455" y="24730"/>
                    <a:pt x="13803" y="25380"/>
                    <a:pt x="16065" y="25380"/>
                  </a:cubicBezTo>
                  <a:cubicBezTo>
                    <a:pt x="19305" y="25380"/>
                    <a:pt x="22371" y="24047"/>
                    <a:pt x="25264" y="21376"/>
                  </a:cubicBezTo>
                  <a:cubicBezTo>
                    <a:pt x="26015" y="22829"/>
                    <a:pt x="26692" y="24308"/>
                    <a:pt x="27243" y="25837"/>
                  </a:cubicBezTo>
                  <a:cubicBezTo>
                    <a:pt x="28321" y="28895"/>
                    <a:pt x="28948" y="32053"/>
                    <a:pt x="29123" y="35286"/>
                  </a:cubicBezTo>
                  <a:cubicBezTo>
                    <a:pt x="29223" y="36840"/>
                    <a:pt x="29274" y="38393"/>
                    <a:pt x="29023" y="39922"/>
                  </a:cubicBezTo>
                  <a:cubicBezTo>
                    <a:pt x="28998" y="39997"/>
                    <a:pt x="28973" y="40098"/>
                    <a:pt x="28998" y="40173"/>
                  </a:cubicBezTo>
                  <a:cubicBezTo>
                    <a:pt x="29073" y="40273"/>
                    <a:pt x="29173" y="40424"/>
                    <a:pt x="29274" y="40424"/>
                  </a:cubicBezTo>
                  <a:cubicBezTo>
                    <a:pt x="29279" y="40425"/>
                    <a:pt x="29285" y="40426"/>
                    <a:pt x="29292" y="40426"/>
                  </a:cubicBezTo>
                  <a:cubicBezTo>
                    <a:pt x="29374" y="40426"/>
                    <a:pt x="29526" y="40291"/>
                    <a:pt x="29549" y="40198"/>
                  </a:cubicBezTo>
                  <a:cubicBezTo>
                    <a:pt x="29624" y="39947"/>
                    <a:pt x="29650" y="39697"/>
                    <a:pt x="29650" y="39421"/>
                  </a:cubicBezTo>
                  <a:cubicBezTo>
                    <a:pt x="29900" y="36639"/>
                    <a:pt x="29725" y="33882"/>
                    <a:pt x="29223" y="31125"/>
                  </a:cubicBezTo>
                  <a:cubicBezTo>
                    <a:pt x="28722" y="28519"/>
                    <a:pt x="28045" y="25937"/>
                    <a:pt x="26918" y="23531"/>
                  </a:cubicBezTo>
                  <a:cubicBezTo>
                    <a:pt x="26893" y="23456"/>
                    <a:pt x="26868" y="23381"/>
                    <a:pt x="26842" y="23230"/>
                  </a:cubicBezTo>
                  <a:lnTo>
                    <a:pt x="26842" y="23230"/>
                  </a:lnTo>
                  <a:cubicBezTo>
                    <a:pt x="27043" y="23331"/>
                    <a:pt x="27193" y="23381"/>
                    <a:pt x="27319" y="23431"/>
                  </a:cubicBezTo>
                  <a:cubicBezTo>
                    <a:pt x="27970" y="23682"/>
                    <a:pt x="28597" y="23957"/>
                    <a:pt x="29249" y="24133"/>
                  </a:cubicBezTo>
                  <a:cubicBezTo>
                    <a:pt x="29501" y="24200"/>
                    <a:pt x="29737" y="24233"/>
                    <a:pt x="29955" y="24233"/>
                  </a:cubicBezTo>
                  <a:cubicBezTo>
                    <a:pt x="30799" y="24233"/>
                    <a:pt x="31386" y="23740"/>
                    <a:pt x="31705" y="22804"/>
                  </a:cubicBezTo>
                  <a:cubicBezTo>
                    <a:pt x="31730" y="22729"/>
                    <a:pt x="31780" y="22654"/>
                    <a:pt x="31780" y="22579"/>
                  </a:cubicBezTo>
                  <a:cubicBezTo>
                    <a:pt x="31955" y="21601"/>
                    <a:pt x="32206" y="20599"/>
                    <a:pt x="32306" y="19621"/>
                  </a:cubicBezTo>
                  <a:cubicBezTo>
                    <a:pt x="32532" y="17190"/>
                    <a:pt x="32306" y="14734"/>
                    <a:pt x="32331" y="12303"/>
                  </a:cubicBezTo>
                  <a:cubicBezTo>
                    <a:pt x="32356" y="11526"/>
                    <a:pt x="32406" y="10849"/>
                    <a:pt x="32983" y="10273"/>
                  </a:cubicBezTo>
                  <a:cubicBezTo>
                    <a:pt x="33108" y="10173"/>
                    <a:pt x="33233" y="10022"/>
                    <a:pt x="33409" y="9972"/>
                  </a:cubicBezTo>
                  <a:cubicBezTo>
                    <a:pt x="34111" y="9722"/>
                    <a:pt x="34812" y="9496"/>
                    <a:pt x="35514" y="9271"/>
                  </a:cubicBezTo>
                  <a:cubicBezTo>
                    <a:pt x="35586" y="9244"/>
                    <a:pt x="35652" y="9229"/>
                    <a:pt x="35713" y="9229"/>
                  </a:cubicBezTo>
                  <a:cubicBezTo>
                    <a:pt x="35823" y="9229"/>
                    <a:pt x="35919" y="9274"/>
                    <a:pt x="36015" y="9371"/>
                  </a:cubicBezTo>
                  <a:cubicBezTo>
                    <a:pt x="36160" y="9559"/>
                    <a:pt x="36322" y="9622"/>
                    <a:pt x="36496" y="9622"/>
                  </a:cubicBezTo>
                  <a:cubicBezTo>
                    <a:pt x="36622" y="9622"/>
                    <a:pt x="36755" y="9588"/>
                    <a:pt x="36893" y="9546"/>
                  </a:cubicBezTo>
                  <a:cubicBezTo>
                    <a:pt x="38296" y="9095"/>
                    <a:pt x="39700" y="8644"/>
                    <a:pt x="41078" y="8193"/>
                  </a:cubicBezTo>
                  <a:cubicBezTo>
                    <a:pt x="41229" y="8143"/>
                    <a:pt x="41429" y="8093"/>
                    <a:pt x="41529" y="7992"/>
                  </a:cubicBezTo>
                  <a:cubicBezTo>
                    <a:pt x="42106" y="7391"/>
                    <a:pt x="42582" y="6714"/>
                    <a:pt x="42732" y="5837"/>
                  </a:cubicBezTo>
                  <a:cubicBezTo>
                    <a:pt x="42833" y="5060"/>
                    <a:pt x="42833" y="4308"/>
                    <a:pt x="42682" y="3531"/>
                  </a:cubicBezTo>
                  <a:cubicBezTo>
                    <a:pt x="42532" y="2704"/>
                    <a:pt x="42231" y="1902"/>
                    <a:pt x="41655" y="1250"/>
                  </a:cubicBezTo>
                  <a:cubicBezTo>
                    <a:pt x="41274" y="820"/>
                    <a:pt x="40893" y="608"/>
                    <a:pt x="40454" y="608"/>
                  </a:cubicBezTo>
                  <a:cubicBezTo>
                    <a:pt x="40229" y="608"/>
                    <a:pt x="39988" y="664"/>
                    <a:pt x="39725" y="774"/>
                  </a:cubicBezTo>
                  <a:cubicBezTo>
                    <a:pt x="37995" y="1451"/>
                    <a:pt x="36291" y="2153"/>
                    <a:pt x="34562" y="2854"/>
                  </a:cubicBezTo>
                  <a:cubicBezTo>
                    <a:pt x="34361" y="2955"/>
                    <a:pt x="34111" y="3130"/>
                    <a:pt x="34061" y="3331"/>
                  </a:cubicBezTo>
                  <a:cubicBezTo>
                    <a:pt x="33985" y="3807"/>
                    <a:pt x="33634" y="3907"/>
                    <a:pt x="33284" y="4032"/>
                  </a:cubicBezTo>
                  <a:cubicBezTo>
                    <a:pt x="31554" y="4559"/>
                    <a:pt x="29850" y="5085"/>
                    <a:pt x="28146" y="5611"/>
                  </a:cubicBezTo>
                  <a:cubicBezTo>
                    <a:pt x="27644" y="5762"/>
                    <a:pt x="27168" y="5887"/>
                    <a:pt x="27118" y="6589"/>
                  </a:cubicBezTo>
                  <a:cubicBezTo>
                    <a:pt x="25765" y="4308"/>
                    <a:pt x="23960" y="2529"/>
                    <a:pt x="21604" y="1351"/>
                  </a:cubicBezTo>
                  <a:cubicBezTo>
                    <a:pt x="19796" y="447"/>
                    <a:pt x="17884" y="0"/>
                    <a:pt x="159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3159;p67"/>
            <p:cNvSpPr/>
            <p:nvPr/>
          </p:nvSpPr>
          <p:spPr>
            <a:xfrm>
              <a:off x="3903650" y="1047600"/>
              <a:ext cx="166700" cy="57700"/>
            </a:xfrm>
            <a:custGeom>
              <a:avLst/>
              <a:gdLst/>
              <a:ahLst/>
              <a:cxnLst/>
              <a:rect l="l" t="t" r="r" b="b"/>
              <a:pathLst>
                <a:path w="6668" h="2308" extrusionOk="0">
                  <a:moveTo>
                    <a:pt x="6311" y="1"/>
                  </a:moveTo>
                  <a:cubicBezTo>
                    <a:pt x="6195" y="1"/>
                    <a:pt x="6105" y="95"/>
                    <a:pt x="6016" y="203"/>
                  </a:cubicBezTo>
                  <a:cubicBezTo>
                    <a:pt x="5765" y="453"/>
                    <a:pt x="5515" y="729"/>
                    <a:pt x="5239" y="955"/>
                  </a:cubicBezTo>
                  <a:cubicBezTo>
                    <a:pt x="4625" y="1472"/>
                    <a:pt x="3953" y="1730"/>
                    <a:pt x="3285" y="1730"/>
                  </a:cubicBezTo>
                  <a:cubicBezTo>
                    <a:pt x="2561" y="1730"/>
                    <a:pt x="1842" y="1428"/>
                    <a:pt x="1204" y="829"/>
                  </a:cubicBezTo>
                  <a:cubicBezTo>
                    <a:pt x="1003" y="654"/>
                    <a:pt x="828" y="428"/>
                    <a:pt x="627" y="228"/>
                  </a:cubicBezTo>
                  <a:cubicBezTo>
                    <a:pt x="539" y="121"/>
                    <a:pt x="450" y="15"/>
                    <a:pt x="335" y="15"/>
                  </a:cubicBezTo>
                  <a:cubicBezTo>
                    <a:pt x="287" y="15"/>
                    <a:pt x="235" y="33"/>
                    <a:pt x="176" y="77"/>
                  </a:cubicBezTo>
                  <a:cubicBezTo>
                    <a:pt x="1" y="228"/>
                    <a:pt x="51" y="403"/>
                    <a:pt x="176" y="554"/>
                  </a:cubicBezTo>
                  <a:cubicBezTo>
                    <a:pt x="978" y="1581"/>
                    <a:pt x="1956" y="2283"/>
                    <a:pt x="3159" y="2308"/>
                  </a:cubicBezTo>
                  <a:cubicBezTo>
                    <a:pt x="4437" y="2308"/>
                    <a:pt x="5841" y="1531"/>
                    <a:pt x="6467" y="528"/>
                  </a:cubicBezTo>
                  <a:cubicBezTo>
                    <a:pt x="6567" y="353"/>
                    <a:pt x="6668" y="203"/>
                    <a:pt x="6467" y="52"/>
                  </a:cubicBezTo>
                  <a:cubicBezTo>
                    <a:pt x="6410" y="16"/>
                    <a:pt x="6358" y="1"/>
                    <a:pt x="63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0" name="Google Shape;3160;p67"/>
            <p:cNvSpPr/>
            <p:nvPr/>
          </p:nvSpPr>
          <p:spPr>
            <a:xfrm>
              <a:off x="3830350" y="947650"/>
              <a:ext cx="36375" cy="45400"/>
            </a:xfrm>
            <a:custGeom>
              <a:avLst/>
              <a:gdLst/>
              <a:ahLst/>
              <a:cxnLst/>
              <a:rect l="l" t="t" r="r" b="b"/>
              <a:pathLst>
                <a:path w="1455" h="1816" extrusionOk="0">
                  <a:moveTo>
                    <a:pt x="642" y="0"/>
                  </a:moveTo>
                  <a:cubicBezTo>
                    <a:pt x="574" y="0"/>
                    <a:pt x="502" y="13"/>
                    <a:pt x="427" y="40"/>
                  </a:cubicBezTo>
                  <a:cubicBezTo>
                    <a:pt x="151" y="166"/>
                    <a:pt x="1" y="391"/>
                    <a:pt x="1" y="667"/>
                  </a:cubicBezTo>
                  <a:cubicBezTo>
                    <a:pt x="26" y="917"/>
                    <a:pt x="101" y="1168"/>
                    <a:pt x="201" y="1394"/>
                  </a:cubicBezTo>
                  <a:cubicBezTo>
                    <a:pt x="344" y="1679"/>
                    <a:pt x="603" y="1816"/>
                    <a:pt x="844" y="1816"/>
                  </a:cubicBezTo>
                  <a:cubicBezTo>
                    <a:pt x="898" y="1816"/>
                    <a:pt x="952" y="1809"/>
                    <a:pt x="1003" y="1795"/>
                  </a:cubicBezTo>
                  <a:cubicBezTo>
                    <a:pt x="1304" y="1719"/>
                    <a:pt x="1454" y="1444"/>
                    <a:pt x="1454" y="1018"/>
                  </a:cubicBezTo>
                  <a:cubicBezTo>
                    <a:pt x="1454" y="667"/>
                    <a:pt x="1354" y="416"/>
                    <a:pt x="1128" y="216"/>
                  </a:cubicBezTo>
                  <a:cubicBezTo>
                    <a:pt x="983" y="88"/>
                    <a:pt x="824" y="0"/>
                    <a:pt x="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1" name="Google Shape;3161;p67"/>
            <p:cNvSpPr/>
            <p:nvPr/>
          </p:nvSpPr>
          <p:spPr>
            <a:xfrm>
              <a:off x="4410550" y="742250"/>
              <a:ext cx="26350" cy="51250"/>
            </a:xfrm>
            <a:custGeom>
              <a:avLst/>
              <a:gdLst/>
              <a:ahLst/>
              <a:cxnLst/>
              <a:rect l="l" t="t" r="r" b="b"/>
              <a:pathLst>
                <a:path w="1054" h="2050" extrusionOk="0">
                  <a:moveTo>
                    <a:pt x="179" y="1"/>
                  </a:moveTo>
                  <a:cubicBezTo>
                    <a:pt x="148" y="1"/>
                    <a:pt x="121" y="4"/>
                    <a:pt x="101" y="11"/>
                  </a:cubicBezTo>
                  <a:cubicBezTo>
                    <a:pt x="51" y="61"/>
                    <a:pt x="1" y="236"/>
                    <a:pt x="26" y="336"/>
                  </a:cubicBezTo>
                  <a:cubicBezTo>
                    <a:pt x="176" y="813"/>
                    <a:pt x="327" y="1264"/>
                    <a:pt x="477" y="1740"/>
                  </a:cubicBezTo>
                  <a:cubicBezTo>
                    <a:pt x="521" y="1895"/>
                    <a:pt x="565" y="2049"/>
                    <a:pt x="713" y="2049"/>
                  </a:cubicBezTo>
                  <a:cubicBezTo>
                    <a:pt x="732" y="2049"/>
                    <a:pt x="754" y="2047"/>
                    <a:pt x="778" y="2041"/>
                  </a:cubicBezTo>
                  <a:cubicBezTo>
                    <a:pt x="878" y="1991"/>
                    <a:pt x="953" y="1815"/>
                    <a:pt x="1053" y="1715"/>
                  </a:cubicBezTo>
                  <a:cubicBezTo>
                    <a:pt x="928" y="1264"/>
                    <a:pt x="828" y="863"/>
                    <a:pt x="677" y="462"/>
                  </a:cubicBezTo>
                  <a:cubicBezTo>
                    <a:pt x="627" y="311"/>
                    <a:pt x="527" y="161"/>
                    <a:pt x="427" y="61"/>
                  </a:cubicBezTo>
                  <a:cubicBezTo>
                    <a:pt x="372" y="24"/>
                    <a:pt x="263" y="1"/>
                    <a:pt x="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62" name="Google Shape;3162;p67"/>
          <p:cNvSpPr/>
          <p:nvPr/>
        </p:nvSpPr>
        <p:spPr>
          <a:xfrm>
            <a:off x="375475" y="1912825"/>
            <a:ext cx="2529000" cy="1483200"/>
          </a:xfrm>
          <a:prstGeom prst="rect">
            <a:avLst/>
          </a:prstGeom>
          <a:solidFill>
            <a:schemeClr val="accen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63" name="Google Shape;3163;p67"/>
          <p:cNvGrpSpPr/>
          <p:nvPr/>
        </p:nvGrpSpPr>
        <p:grpSpPr>
          <a:xfrm rot="1412093">
            <a:off x="1076199" y="902925"/>
            <a:ext cx="366368" cy="368068"/>
            <a:chOff x="5375525" y="755000"/>
            <a:chExt cx="366375" cy="368075"/>
          </a:xfrm>
        </p:grpSpPr>
        <p:sp>
          <p:nvSpPr>
            <p:cNvPr id="3164" name="Google Shape;3164;p67"/>
            <p:cNvSpPr/>
            <p:nvPr/>
          </p:nvSpPr>
          <p:spPr>
            <a:xfrm>
              <a:off x="5380650" y="755000"/>
              <a:ext cx="361250" cy="210050"/>
            </a:xfrm>
            <a:custGeom>
              <a:avLst/>
              <a:gdLst/>
              <a:ahLst/>
              <a:cxnLst/>
              <a:rect l="l" t="t" r="r" b="b"/>
              <a:pathLst>
                <a:path w="14450" h="8402" extrusionOk="0">
                  <a:moveTo>
                    <a:pt x="2717" y="0"/>
                  </a:moveTo>
                  <a:cubicBezTo>
                    <a:pt x="1918" y="0"/>
                    <a:pt x="1142" y="46"/>
                    <a:pt x="366" y="137"/>
                  </a:cubicBezTo>
                  <a:cubicBezTo>
                    <a:pt x="275" y="137"/>
                    <a:pt x="183" y="160"/>
                    <a:pt x="115" y="229"/>
                  </a:cubicBezTo>
                  <a:cubicBezTo>
                    <a:pt x="23" y="320"/>
                    <a:pt x="1" y="411"/>
                    <a:pt x="1" y="502"/>
                  </a:cubicBezTo>
                  <a:cubicBezTo>
                    <a:pt x="1" y="617"/>
                    <a:pt x="23" y="708"/>
                    <a:pt x="115" y="776"/>
                  </a:cubicBezTo>
                  <a:cubicBezTo>
                    <a:pt x="160" y="845"/>
                    <a:pt x="275" y="891"/>
                    <a:pt x="366" y="891"/>
                  </a:cubicBezTo>
                  <a:cubicBezTo>
                    <a:pt x="1167" y="794"/>
                    <a:pt x="1971" y="759"/>
                    <a:pt x="2775" y="759"/>
                  </a:cubicBezTo>
                  <a:cubicBezTo>
                    <a:pt x="3873" y="759"/>
                    <a:pt x="4969" y="825"/>
                    <a:pt x="6049" y="891"/>
                  </a:cubicBezTo>
                  <a:cubicBezTo>
                    <a:pt x="7008" y="936"/>
                    <a:pt x="7967" y="982"/>
                    <a:pt x="8903" y="982"/>
                  </a:cubicBezTo>
                  <a:cubicBezTo>
                    <a:pt x="9496" y="982"/>
                    <a:pt x="10089" y="891"/>
                    <a:pt x="10683" y="868"/>
                  </a:cubicBezTo>
                  <a:lnTo>
                    <a:pt x="10683" y="868"/>
                  </a:lnTo>
                  <a:cubicBezTo>
                    <a:pt x="10021" y="1530"/>
                    <a:pt x="9313" y="2123"/>
                    <a:pt x="8583" y="2694"/>
                  </a:cubicBezTo>
                  <a:lnTo>
                    <a:pt x="8583" y="2694"/>
                  </a:lnTo>
                  <a:lnTo>
                    <a:pt x="8583" y="2694"/>
                  </a:lnTo>
                  <a:cubicBezTo>
                    <a:pt x="8570" y="2694"/>
                    <a:pt x="8564" y="2701"/>
                    <a:pt x="8558" y="2712"/>
                  </a:cubicBezTo>
                  <a:lnTo>
                    <a:pt x="8558" y="2712"/>
                  </a:lnTo>
                  <a:cubicBezTo>
                    <a:pt x="8543" y="2720"/>
                    <a:pt x="8529" y="2725"/>
                    <a:pt x="8515" y="2739"/>
                  </a:cubicBezTo>
                  <a:cubicBezTo>
                    <a:pt x="8012" y="3127"/>
                    <a:pt x="7510" y="3493"/>
                    <a:pt x="7008" y="3881"/>
                  </a:cubicBezTo>
                  <a:cubicBezTo>
                    <a:pt x="6894" y="3949"/>
                    <a:pt x="6803" y="4063"/>
                    <a:pt x="6803" y="4200"/>
                  </a:cubicBezTo>
                  <a:cubicBezTo>
                    <a:pt x="6803" y="4360"/>
                    <a:pt x="6917" y="4520"/>
                    <a:pt x="7099" y="4565"/>
                  </a:cubicBezTo>
                  <a:cubicBezTo>
                    <a:pt x="8378" y="4885"/>
                    <a:pt x="9610" y="5319"/>
                    <a:pt x="10820" y="5844"/>
                  </a:cubicBezTo>
                  <a:cubicBezTo>
                    <a:pt x="10815" y="5839"/>
                    <a:pt x="10809" y="5834"/>
                    <a:pt x="10802" y="5829"/>
                  </a:cubicBezTo>
                  <a:lnTo>
                    <a:pt x="10802" y="5829"/>
                  </a:lnTo>
                  <a:cubicBezTo>
                    <a:pt x="11484" y="6117"/>
                    <a:pt x="12145" y="6425"/>
                    <a:pt x="12806" y="6734"/>
                  </a:cubicBezTo>
                  <a:cubicBezTo>
                    <a:pt x="12532" y="6779"/>
                    <a:pt x="12235" y="6825"/>
                    <a:pt x="11961" y="6848"/>
                  </a:cubicBezTo>
                  <a:cubicBezTo>
                    <a:pt x="8286" y="7350"/>
                    <a:pt x="4589" y="7396"/>
                    <a:pt x="891" y="7647"/>
                  </a:cubicBezTo>
                  <a:cubicBezTo>
                    <a:pt x="685" y="7670"/>
                    <a:pt x="526" y="7807"/>
                    <a:pt x="526" y="8035"/>
                  </a:cubicBezTo>
                  <a:cubicBezTo>
                    <a:pt x="526" y="8208"/>
                    <a:pt x="669" y="8402"/>
                    <a:pt x="860" y="8402"/>
                  </a:cubicBezTo>
                  <a:cubicBezTo>
                    <a:pt x="870" y="8402"/>
                    <a:pt x="880" y="8401"/>
                    <a:pt x="891" y="8400"/>
                  </a:cubicBezTo>
                  <a:cubicBezTo>
                    <a:pt x="5319" y="8103"/>
                    <a:pt x="9770" y="8103"/>
                    <a:pt x="14152" y="7282"/>
                  </a:cubicBezTo>
                  <a:cubicBezTo>
                    <a:pt x="14266" y="7259"/>
                    <a:pt x="14381" y="7122"/>
                    <a:pt x="14403" y="7008"/>
                  </a:cubicBezTo>
                  <a:cubicBezTo>
                    <a:pt x="14449" y="6848"/>
                    <a:pt x="14381" y="6642"/>
                    <a:pt x="14244" y="6574"/>
                  </a:cubicBezTo>
                  <a:cubicBezTo>
                    <a:pt x="12235" y="5615"/>
                    <a:pt x="10204" y="4634"/>
                    <a:pt x="8058" y="4040"/>
                  </a:cubicBezTo>
                  <a:cubicBezTo>
                    <a:pt x="8629" y="3607"/>
                    <a:pt x="9199" y="3173"/>
                    <a:pt x="9747" y="2739"/>
                  </a:cubicBezTo>
                  <a:cubicBezTo>
                    <a:pt x="10477" y="2123"/>
                    <a:pt x="11208" y="1484"/>
                    <a:pt x="11824" y="731"/>
                  </a:cubicBezTo>
                  <a:cubicBezTo>
                    <a:pt x="11915" y="639"/>
                    <a:pt x="11961" y="502"/>
                    <a:pt x="11915" y="366"/>
                  </a:cubicBezTo>
                  <a:cubicBezTo>
                    <a:pt x="11870" y="206"/>
                    <a:pt x="11733" y="92"/>
                    <a:pt x="11550" y="92"/>
                  </a:cubicBezTo>
                  <a:cubicBezTo>
                    <a:pt x="11434" y="86"/>
                    <a:pt x="11318" y="83"/>
                    <a:pt x="11202" y="83"/>
                  </a:cubicBezTo>
                  <a:cubicBezTo>
                    <a:pt x="10884" y="83"/>
                    <a:pt x="10567" y="104"/>
                    <a:pt x="10249" y="137"/>
                  </a:cubicBezTo>
                  <a:cubicBezTo>
                    <a:pt x="9793" y="183"/>
                    <a:pt x="9359" y="206"/>
                    <a:pt x="8903" y="229"/>
                  </a:cubicBezTo>
                  <a:cubicBezTo>
                    <a:pt x="7967" y="229"/>
                    <a:pt x="7008" y="183"/>
                    <a:pt x="6049" y="137"/>
                  </a:cubicBezTo>
                  <a:cubicBezTo>
                    <a:pt x="4954" y="69"/>
                    <a:pt x="3835" y="0"/>
                    <a:pt x="27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5" name="Google Shape;3165;p67"/>
            <p:cNvSpPr/>
            <p:nvPr/>
          </p:nvSpPr>
          <p:spPr>
            <a:xfrm>
              <a:off x="5375525" y="755575"/>
              <a:ext cx="29125" cy="367500"/>
            </a:xfrm>
            <a:custGeom>
              <a:avLst/>
              <a:gdLst/>
              <a:ahLst/>
              <a:cxnLst/>
              <a:rect l="l" t="t" r="r" b="b"/>
              <a:pathLst>
                <a:path w="1165" h="14700" extrusionOk="0">
                  <a:moveTo>
                    <a:pt x="502" y="0"/>
                  </a:moveTo>
                  <a:cubicBezTo>
                    <a:pt x="320" y="0"/>
                    <a:pt x="114" y="160"/>
                    <a:pt x="137" y="365"/>
                  </a:cubicBezTo>
                  <a:cubicBezTo>
                    <a:pt x="365" y="5022"/>
                    <a:pt x="411" y="9678"/>
                    <a:pt x="23" y="14334"/>
                  </a:cubicBezTo>
                  <a:cubicBezTo>
                    <a:pt x="0" y="14540"/>
                    <a:pt x="206" y="14700"/>
                    <a:pt x="411" y="14700"/>
                  </a:cubicBezTo>
                  <a:cubicBezTo>
                    <a:pt x="502" y="14700"/>
                    <a:pt x="617" y="14654"/>
                    <a:pt x="685" y="14585"/>
                  </a:cubicBezTo>
                  <a:cubicBezTo>
                    <a:pt x="753" y="14517"/>
                    <a:pt x="776" y="14426"/>
                    <a:pt x="799" y="14334"/>
                  </a:cubicBezTo>
                  <a:cubicBezTo>
                    <a:pt x="1164" y="9678"/>
                    <a:pt x="1141" y="5022"/>
                    <a:pt x="890" y="365"/>
                  </a:cubicBezTo>
                  <a:cubicBezTo>
                    <a:pt x="890" y="160"/>
                    <a:pt x="731" y="0"/>
                    <a:pt x="5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3166;p67"/>
            <p:cNvSpPr/>
            <p:nvPr/>
          </p:nvSpPr>
          <p:spPr>
            <a:xfrm>
              <a:off x="5428575" y="798375"/>
              <a:ext cx="125575" cy="19975"/>
            </a:xfrm>
            <a:custGeom>
              <a:avLst/>
              <a:gdLst/>
              <a:ahLst/>
              <a:cxnLst/>
              <a:rect l="l" t="t" r="r" b="b"/>
              <a:pathLst>
                <a:path w="5023" h="799" extrusionOk="0">
                  <a:moveTo>
                    <a:pt x="4703" y="0"/>
                  </a:moveTo>
                  <a:cubicBezTo>
                    <a:pt x="3242" y="69"/>
                    <a:pt x="1759" y="205"/>
                    <a:pt x="275" y="228"/>
                  </a:cubicBezTo>
                  <a:cubicBezTo>
                    <a:pt x="115" y="228"/>
                    <a:pt x="1" y="365"/>
                    <a:pt x="1" y="525"/>
                  </a:cubicBezTo>
                  <a:cubicBezTo>
                    <a:pt x="1" y="685"/>
                    <a:pt x="138" y="799"/>
                    <a:pt x="298" y="799"/>
                  </a:cubicBezTo>
                  <a:cubicBezTo>
                    <a:pt x="1781" y="776"/>
                    <a:pt x="3265" y="639"/>
                    <a:pt x="4749" y="571"/>
                  </a:cubicBezTo>
                  <a:cubicBezTo>
                    <a:pt x="4886" y="571"/>
                    <a:pt x="5023" y="434"/>
                    <a:pt x="5000" y="274"/>
                  </a:cubicBezTo>
                  <a:cubicBezTo>
                    <a:pt x="5000" y="114"/>
                    <a:pt x="4886" y="0"/>
                    <a:pt x="47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67" name="Google Shape;3167;p67"/>
          <p:cNvGrpSpPr/>
          <p:nvPr/>
        </p:nvGrpSpPr>
        <p:grpSpPr>
          <a:xfrm>
            <a:off x="715625" y="2327150"/>
            <a:ext cx="657950" cy="733975"/>
            <a:chOff x="5202625" y="2024650"/>
            <a:chExt cx="657950" cy="733975"/>
          </a:xfrm>
        </p:grpSpPr>
        <p:sp>
          <p:nvSpPr>
            <p:cNvPr id="3168" name="Google Shape;3168;p67"/>
            <p:cNvSpPr/>
            <p:nvPr/>
          </p:nvSpPr>
          <p:spPr>
            <a:xfrm>
              <a:off x="5202625" y="2062325"/>
              <a:ext cx="657950" cy="696300"/>
            </a:xfrm>
            <a:custGeom>
              <a:avLst/>
              <a:gdLst/>
              <a:ahLst/>
              <a:cxnLst/>
              <a:rect l="l" t="t" r="r" b="b"/>
              <a:pathLst>
                <a:path w="26318" h="27852" extrusionOk="0">
                  <a:moveTo>
                    <a:pt x="7464" y="3743"/>
                  </a:moveTo>
                  <a:cubicBezTo>
                    <a:pt x="7451" y="3743"/>
                    <a:pt x="7446" y="3751"/>
                    <a:pt x="7439" y="3761"/>
                  </a:cubicBezTo>
                  <a:lnTo>
                    <a:pt x="7439" y="3761"/>
                  </a:lnTo>
                  <a:cubicBezTo>
                    <a:pt x="7453" y="3754"/>
                    <a:pt x="7464" y="3743"/>
                    <a:pt x="7464" y="3743"/>
                  </a:cubicBezTo>
                  <a:close/>
                  <a:moveTo>
                    <a:pt x="7439" y="3761"/>
                  </a:moveTo>
                  <a:cubicBezTo>
                    <a:pt x="7433" y="3764"/>
                    <a:pt x="7426" y="3766"/>
                    <a:pt x="7418" y="3766"/>
                  </a:cubicBezTo>
                  <a:cubicBezTo>
                    <a:pt x="7418" y="3789"/>
                    <a:pt x="7418" y="3789"/>
                    <a:pt x="7418" y="3789"/>
                  </a:cubicBezTo>
                  <a:cubicBezTo>
                    <a:pt x="7428" y="3779"/>
                    <a:pt x="7434" y="3769"/>
                    <a:pt x="7439" y="3761"/>
                  </a:cubicBezTo>
                  <a:close/>
                  <a:moveTo>
                    <a:pt x="7396" y="3789"/>
                  </a:moveTo>
                  <a:cubicBezTo>
                    <a:pt x="7396" y="3789"/>
                    <a:pt x="7396" y="3812"/>
                    <a:pt x="7396" y="3812"/>
                  </a:cubicBezTo>
                  <a:cubicBezTo>
                    <a:pt x="7396" y="3789"/>
                    <a:pt x="7396" y="3789"/>
                    <a:pt x="7418" y="3789"/>
                  </a:cubicBezTo>
                  <a:close/>
                  <a:moveTo>
                    <a:pt x="22643" y="21113"/>
                  </a:moveTo>
                  <a:cubicBezTo>
                    <a:pt x="22643" y="21113"/>
                    <a:pt x="22620" y="21136"/>
                    <a:pt x="22620" y="21136"/>
                  </a:cubicBezTo>
                  <a:lnTo>
                    <a:pt x="22643" y="21136"/>
                  </a:lnTo>
                  <a:cubicBezTo>
                    <a:pt x="22643" y="21113"/>
                    <a:pt x="22643" y="21113"/>
                    <a:pt x="22643" y="21113"/>
                  </a:cubicBezTo>
                  <a:close/>
                  <a:moveTo>
                    <a:pt x="12942" y="0"/>
                  </a:moveTo>
                  <a:cubicBezTo>
                    <a:pt x="11687" y="274"/>
                    <a:pt x="10500" y="799"/>
                    <a:pt x="9404" y="1438"/>
                  </a:cubicBezTo>
                  <a:cubicBezTo>
                    <a:pt x="8217" y="2100"/>
                    <a:pt x="7144" y="2967"/>
                    <a:pt x="6163" y="3903"/>
                  </a:cubicBezTo>
                  <a:cubicBezTo>
                    <a:pt x="5159" y="4862"/>
                    <a:pt x="4268" y="5935"/>
                    <a:pt x="3470" y="7076"/>
                  </a:cubicBezTo>
                  <a:cubicBezTo>
                    <a:pt x="2671" y="8240"/>
                    <a:pt x="1986" y="9472"/>
                    <a:pt x="1438" y="10774"/>
                  </a:cubicBezTo>
                  <a:cubicBezTo>
                    <a:pt x="890" y="12029"/>
                    <a:pt x="502" y="13353"/>
                    <a:pt x="274" y="14699"/>
                  </a:cubicBezTo>
                  <a:cubicBezTo>
                    <a:pt x="46" y="15978"/>
                    <a:pt x="0" y="17279"/>
                    <a:pt x="160" y="18557"/>
                  </a:cubicBezTo>
                  <a:cubicBezTo>
                    <a:pt x="343" y="19812"/>
                    <a:pt x="731" y="21022"/>
                    <a:pt x="1347" y="22141"/>
                  </a:cubicBezTo>
                  <a:cubicBezTo>
                    <a:pt x="1986" y="23282"/>
                    <a:pt x="2899" y="24263"/>
                    <a:pt x="3949" y="25039"/>
                  </a:cubicBezTo>
                  <a:cubicBezTo>
                    <a:pt x="4542" y="25496"/>
                    <a:pt x="5182" y="25861"/>
                    <a:pt x="5866" y="26203"/>
                  </a:cubicBezTo>
                  <a:cubicBezTo>
                    <a:pt x="6734" y="26614"/>
                    <a:pt x="7669" y="26957"/>
                    <a:pt x="8582" y="27253"/>
                  </a:cubicBezTo>
                  <a:cubicBezTo>
                    <a:pt x="9874" y="27630"/>
                    <a:pt x="11208" y="27852"/>
                    <a:pt x="12540" y="27852"/>
                  </a:cubicBezTo>
                  <a:cubicBezTo>
                    <a:pt x="12903" y="27852"/>
                    <a:pt x="13265" y="27835"/>
                    <a:pt x="13627" y="27801"/>
                  </a:cubicBezTo>
                  <a:cubicBezTo>
                    <a:pt x="14403" y="27733"/>
                    <a:pt x="15179" y="27596"/>
                    <a:pt x="15932" y="27367"/>
                  </a:cubicBezTo>
                  <a:cubicBezTo>
                    <a:pt x="16663" y="27139"/>
                    <a:pt x="17370" y="26843"/>
                    <a:pt x="18055" y="26477"/>
                  </a:cubicBezTo>
                  <a:cubicBezTo>
                    <a:pt x="19447" y="25724"/>
                    <a:pt x="20657" y="24697"/>
                    <a:pt x="21707" y="23533"/>
                  </a:cubicBezTo>
                  <a:cubicBezTo>
                    <a:pt x="22666" y="22483"/>
                    <a:pt x="23487" y="21296"/>
                    <a:pt x="24195" y="20041"/>
                  </a:cubicBezTo>
                  <a:cubicBezTo>
                    <a:pt x="24560" y="19379"/>
                    <a:pt x="24903" y="18694"/>
                    <a:pt x="25222" y="18009"/>
                  </a:cubicBezTo>
                  <a:cubicBezTo>
                    <a:pt x="25405" y="17598"/>
                    <a:pt x="25587" y="17165"/>
                    <a:pt x="25770" y="16754"/>
                  </a:cubicBezTo>
                  <a:cubicBezTo>
                    <a:pt x="25953" y="16297"/>
                    <a:pt x="26135" y="15841"/>
                    <a:pt x="26272" y="15361"/>
                  </a:cubicBezTo>
                  <a:cubicBezTo>
                    <a:pt x="26318" y="15156"/>
                    <a:pt x="26181" y="14951"/>
                    <a:pt x="25975" y="14905"/>
                  </a:cubicBezTo>
                  <a:cubicBezTo>
                    <a:pt x="25949" y="14899"/>
                    <a:pt x="25922" y="14896"/>
                    <a:pt x="25896" y="14896"/>
                  </a:cubicBezTo>
                  <a:cubicBezTo>
                    <a:pt x="25724" y="14896"/>
                    <a:pt x="25578" y="15023"/>
                    <a:pt x="25519" y="15202"/>
                  </a:cubicBezTo>
                  <a:cubicBezTo>
                    <a:pt x="25473" y="15361"/>
                    <a:pt x="25428" y="15521"/>
                    <a:pt x="25382" y="15704"/>
                  </a:cubicBezTo>
                  <a:cubicBezTo>
                    <a:pt x="25176" y="16252"/>
                    <a:pt x="24903" y="16799"/>
                    <a:pt x="24674" y="17347"/>
                  </a:cubicBezTo>
                  <a:cubicBezTo>
                    <a:pt x="24469" y="17804"/>
                    <a:pt x="24263" y="18260"/>
                    <a:pt x="24035" y="18694"/>
                  </a:cubicBezTo>
                  <a:cubicBezTo>
                    <a:pt x="23624" y="19538"/>
                    <a:pt x="23145" y="20337"/>
                    <a:pt x="22643" y="21136"/>
                  </a:cubicBezTo>
                  <a:cubicBezTo>
                    <a:pt x="22630" y="21136"/>
                    <a:pt x="22624" y="21144"/>
                    <a:pt x="22617" y="21150"/>
                  </a:cubicBezTo>
                  <a:lnTo>
                    <a:pt x="22617" y="21150"/>
                  </a:lnTo>
                  <a:cubicBezTo>
                    <a:pt x="22619" y="21146"/>
                    <a:pt x="22620" y="21141"/>
                    <a:pt x="22620" y="21136"/>
                  </a:cubicBezTo>
                  <a:lnTo>
                    <a:pt x="22620" y="21136"/>
                  </a:lnTo>
                  <a:lnTo>
                    <a:pt x="22597" y="21159"/>
                  </a:lnTo>
                  <a:cubicBezTo>
                    <a:pt x="22607" y="21159"/>
                    <a:pt x="22612" y="21155"/>
                    <a:pt x="22617" y="21150"/>
                  </a:cubicBezTo>
                  <a:lnTo>
                    <a:pt x="22617" y="21150"/>
                  </a:lnTo>
                  <a:cubicBezTo>
                    <a:pt x="22611" y="21168"/>
                    <a:pt x="22593" y="21186"/>
                    <a:pt x="22575" y="21204"/>
                  </a:cubicBezTo>
                  <a:lnTo>
                    <a:pt x="22575" y="21204"/>
                  </a:lnTo>
                  <a:cubicBezTo>
                    <a:pt x="22597" y="21182"/>
                    <a:pt x="22597" y="21182"/>
                    <a:pt x="22597" y="21159"/>
                  </a:cubicBezTo>
                  <a:lnTo>
                    <a:pt x="22597" y="21159"/>
                  </a:lnTo>
                  <a:cubicBezTo>
                    <a:pt x="21798" y="22346"/>
                    <a:pt x="20862" y="23442"/>
                    <a:pt x="19790" y="24377"/>
                  </a:cubicBezTo>
                  <a:cubicBezTo>
                    <a:pt x="19790" y="24377"/>
                    <a:pt x="19790" y="24355"/>
                    <a:pt x="19790" y="24355"/>
                  </a:cubicBezTo>
                  <a:cubicBezTo>
                    <a:pt x="18991" y="25039"/>
                    <a:pt x="18123" y="25610"/>
                    <a:pt x="17188" y="26066"/>
                  </a:cubicBezTo>
                  <a:lnTo>
                    <a:pt x="17210" y="26066"/>
                  </a:lnTo>
                  <a:cubicBezTo>
                    <a:pt x="16366" y="26454"/>
                    <a:pt x="15476" y="26751"/>
                    <a:pt x="14563" y="26934"/>
                  </a:cubicBezTo>
                  <a:cubicBezTo>
                    <a:pt x="13892" y="27046"/>
                    <a:pt x="13209" y="27102"/>
                    <a:pt x="12524" y="27102"/>
                  </a:cubicBezTo>
                  <a:cubicBezTo>
                    <a:pt x="12230" y="27102"/>
                    <a:pt x="11936" y="27091"/>
                    <a:pt x="11641" y="27071"/>
                  </a:cubicBezTo>
                  <a:cubicBezTo>
                    <a:pt x="10409" y="26957"/>
                    <a:pt x="9176" y="26683"/>
                    <a:pt x="8012" y="26272"/>
                  </a:cubicBezTo>
                  <a:cubicBezTo>
                    <a:pt x="6871" y="25861"/>
                    <a:pt x="5752" y="25359"/>
                    <a:pt x="4771" y="24697"/>
                  </a:cubicBezTo>
                  <a:cubicBezTo>
                    <a:pt x="4086" y="24240"/>
                    <a:pt x="3470" y="23693"/>
                    <a:pt x="2945" y="23076"/>
                  </a:cubicBezTo>
                  <a:cubicBezTo>
                    <a:pt x="2922" y="23076"/>
                    <a:pt x="2899" y="23054"/>
                    <a:pt x="2876" y="23031"/>
                  </a:cubicBezTo>
                  <a:lnTo>
                    <a:pt x="2876" y="23031"/>
                  </a:lnTo>
                  <a:cubicBezTo>
                    <a:pt x="2899" y="23054"/>
                    <a:pt x="2922" y="23054"/>
                    <a:pt x="2945" y="23076"/>
                  </a:cubicBezTo>
                  <a:cubicBezTo>
                    <a:pt x="2465" y="22529"/>
                    <a:pt x="2054" y="21912"/>
                    <a:pt x="1735" y="21250"/>
                  </a:cubicBezTo>
                  <a:cubicBezTo>
                    <a:pt x="1370" y="20497"/>
                    <a:pt x="1119" y="19675"/>
                    <a:pt x="982" y="18854"/>
                  </a:cubicBezTo>
                  <a:cubicBezTo>
                    <a:pt x="982" y="18876"/>
                    <a:pt x="982" y="18899"/>
                    <a:pt x="982" y="18922"/>
                  </a:cubicBezTo>
                  <a:cubicBezTo>
                    <a:pt x="822" y="17941"/>
                    <a:pt x="799" y="16959"/>
                    <a:pt x="868" y="15955"/>
                  </a:cubicBezTo>
                  <a:lnTo>
                    <a:pt x="868" y="15955"/>
                  </a:lnTo>
                  <a:lnTo>
                    <a:pt x="868" y="16046"/>
                  </a:lnTo>
                  <a:cubicBezTo>
                    <a:pt x="959" y="14722"/>
                    <a:pt x="1278" y="13398"/>
                    <a:pt x="1712" y="12143"/>
                  </a:cubicBezTo>
                  <a:cubicBezTo>
                    <a:pt x="2283" y="10545"/>
                    <a:pt x="3082" y="9016"/>
                    <a:pt x="4040" y="7601"/>
                  </a:cubicBezTo>
                  <a:lnTo>
                    <a:pt x="4040" y="7601"/>
                  </a:lnTo>
                  <a:cubicBezTo>
                    <a:pt x="4017" y="7624"/>
                    <a:pt x="3995" y="7646"/>
                    <a:pt x="3972" y="7669"/>
                  </a:cubicBezTo>
                  <a:cubicBezTo>
                    <a:pt x="4953" y="6254"/>
                    <a:pt x="6095" y="4930"/>
                    <a:pt x="7396" y="3789"/>
                  </a:cubicBezTo>
                  <a:cubicBezTo>
                    <a:pt x="7418" y="3789"/>
                    <a:pt x="7418" y="3789"/>
                    <a:pt x="7418" y="3766"/>
                  </a:cubicBezTo>
                  <a:cubicBezTo>
                    <a:pt x="8468" y="2899"/>
                    <a:pt x="9587" y="2123"/>
                    <a:pt x="10819" y="1529"/>
                  </a:cubicBezTo>
                  <a:cubicBezTo>
                    <a:pt x="11573" y="1187"/>
                    <a:pt x="12371" y="913"/>
                    <a:pt x="13170" y="730"/>
                  </a:cubicBezTo>
                  <a:cubicBezTo>
                    <a:pt x="13376" y="685"/>
                    <a:pt x="13490" y="434"/>
                    <a:pt x="13421" y="251"/>
                  </a:cubicBezTo>
                  <a:cubicBezTo>
                    <a:pt x="13399" y="160"/>
                    <a:pt x="13330" y="68"/>
                    <a:pt x="13239" y="23"/>
                  </a:cubicBezTo>
                  <a:cubicBezTo>
                    <a:pt x="13170" y="0"/>
                    <a:pt x="13125" y="0"/>
                    <a:pt x="130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3169;p67"/>
            <p:cNvSpPr/>
            <p:nvPr/>
          </p:nvSpPr>
          <p:spPr>
            <a:xfrm>
              <a:off x="5309900" y="2024650"/>
              <a:ext cx="237400" cy="274150"/>
            </a:xfrm>
            <a:custGeom>
              <a:avLst/>
              <a:gdLst/>
              <a:ahLst/>
              <a:cxnLst/>
              <a:rect l="l" t="t" r="r" b="b"/>
              <a:pathLst>
                <a:path w="9496" h="10966" extrusionOk="0">
                  <a:moveTo>
                    <a:pt x="3835" y="9473"/>
                  </a:moveTo>
                  <a:cubicBezTo>
                    <a:pt x="3812" y="9496"/>
                    <a:pt x="3812" y="9496"/>
                    <a:pt x="3812" y="9519"/>
                  </a:cubicBezTo>
                  <a:lnTo>
                    <a:pt x="3835" y="9473"/>
                  </a:lnTo>
                  <a:close/>
                  <a:moveTo>
                    <a:pt x="3812" y="9519"/>
                  </a:moveTo>
                  <a:cubicBezTo>
                    <a:pt x="3796" y="9534"/>
                    <a:pt x="3792" y="9539"/>
                    <a:pt x="3790" y="9548"/>
                  </a:cubicBezTo>
                  <a:lnTo>
                    <a:pt x="3790" y="9548"/>
                  </a:lnTo>
                  <a:cubicBezTo>
                    <a:pt x="3797" y="9538"/>
                    <a:pt x="3805" y="9529"/>
                    <a:pt x="3812" y="9519"/>
                  </a:cubicBezTo>
                  <a:close/>
                  <a:moveTo>
                    <a:pt x="366" y="1"/>
                  </a:moveTo>
                  <a:cubicBezTo>
                    <a:pt x="160" y="1"/>
                    <a:pt x="0" y="183"/>
                    <a:pt x="0" y="389"/>
                  </a:cubicBezTo>
                  <a:cubicBezTo>
                    <a:pt x="0" y="617"/>
                    <a:pt x="183" y="754"/>
                    <a:pt x="388" y="754"/>
                  </a:cubicBezTo>
                  <a:cubicBezTo>
                    <a:pt x="959" y="754"/>
                    <a:pt x="1530" y="777"/>
                    <a:pt x="2077" y="822"/>
                  </a:cubicBezTo>
                  <a:lnTo>
                    <a:pt x="1986" y="822"/>
                  </a:lnTo>
                  <a:cubicBezTo>
                    <a:pt x="4177" y="1005"/>
                    <a:pt x="6323" y="1461"/>
                    <a:pt x="8446" y="1986"/>
                  </a:cubicBezTo>
                  <a:cubicBezTo>
                    <a:pt x="6734" y="4406"/>
                    <a:pt x="5433" y="7099"/>
                    <a:pt x="3789" y="9564"/>
                  </a:cubicBezTo>
                  <a:cubicBezTo>
                    <a:pt x="3789" y="9557"/>
                    <a:pt x="3789" y="9552"/>
                    <a:pt x="3790" y="9548"/>
                  </a:cubicBezTo>
                  <a:lnTo>
                    <a:pt x="3790" y="9548"/>
                  </a:lnTo>
                  <a:cubicBezTo>
                    <a:pt x="3594" y="9812"/>
                    <a:pt x="3417" y="10076"/>
                    <a:pt x="3219" y="10340"/>
                  </a:cubicBezTo>
                  <a:cubicBezTo>
                    <a:pt x="3150" y="10409"/>
                    <a:pt x="3127" y="10500"/>
                    <a:pt x="3127" y="10614"/>
                  </a:cubicBezTo>
                  <a:cubicBezTo>
                    <a:pt x="3127" y="10706"/>
                    <a:pt x="3173" y="10797"/>
                    <a:pt x="3264" y="10865"/>
                  </a:cubicBezTo>
                  <a:cubicBezTo>
                    <a:pt x="3330" y="10931"/>
                    <a:pt x="3428" y="10965"/>
                    <a:pt x="3524" y="10965"/>
                  </a:cubicBezTo>
                  <a:cubicBezTo>
                    <a:pt x="3628" y="10965"/>
                    <a:pt x="3730" y="10926"/>
                    <a:pt x="3789" y="10843"/>
                  </a:cubicBezTo>
                  <a:cubicBezTo>
                    <a:pt x="5661" y="8332"/>
                    <a:pt x="6985" y="5501"/>
                    <a:pt x="8720" y="2899"/>
                  </a:cubicBezTo>
                  <a:cubicBezTo>
                    <a:pt x="8948" y="2603"/>
                    <a:pt x="9153" y="2283"/>
                    <a:pt x="9382" y="1986"/>
                  </a:cubicBezTo>
                  <a:cubicBezTo>
                    <a:pt x="9450" y="1872"/>
                    <a:pt x="9496" y="1758"/>
                    <a:pt x="9450" y="1621"/>
                  </a:cubicBezTo>
                  <a:cubicBezTo>
                    <a:pt x="9404" y="1484"/>
                    <a:pt x="9313" y="1393"/>
                    <a:pt x="9176" y="1370"/>
                  </a:cubicBezTo>
                  <a:cubicBezTo>
                    <a:pt x="6277" y="662"/>
                    <a:pt x="3356" y="23"/>
                    <a:pt x="3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70" name="Google Shape;3170;p67"/>
          <p:cNvSpPr/>
          <p:nvPr/>
        </p:nvSpPr>
        <p:spPr>
          <a:xfrm rot="838709">
            <a:off x="1717007" y="2415097"/>
            <a:ext cx="743777" cy="478651"/>
          </a:xfrm>
          <a:custGeom>
            <a:avLst/>
            <a:gdLst/>
            <a:ahLst/>
            <a:cxnLst/>
            <a:rect l="l" t="t" r="r" b="b"/>
            <a:pathLst>
              <a:path w="19324" h="12435" extrusionOk="0">
                <a:moveTo>
                  <a:pt x="12724" y="622"/>
                </a:moveTo>
                <a:cubicBezTo>
                  <a:pt x="14536" y="622"/>
                  <a:pt x="16351" y="665"/>
                  <a:pt x="18171" y="777"/>
                </a:cubicBezTo>
                <a:cubicBezTo>
                  <a:pt x="15464" y="3058"/>
                  <a:pt x="12782" y="5288"/>
                  <a:pt x="10051" y="7569"/>
                </a:cubicBezTo>
                <a:cubicBezTo>
                  <a:pt x="7043" y="5414"/>
                  <a:pt x="4036" y="3308"/>
                  <a:pt x="1178" y="953"/>
                </a:cubicBezTo>
                <a:cubicBezTo>
                  <a:pt x="5031" y="816"/>
                  <a:pt x="8871" y="622"/>
                  <a:pt x="12724" y="622"/>
                </a:cubicBezTo>
                <a:close/>
                <a:moveTo>
                  <a:pt x="652" y="1379"/>
                </a:moveTo>
                <a:lnTo>
                  <a:pt x="652" y="1379"/>
                </a:lnTo>
                <a:cubicBezTo>
                  <a:pt x="2381" y="2682"/>
                  <a:pt x="4061" y="3960"/>
                  <a:pt x="5765" y="5238"/>
                </a:cubicBezTo>
                <a:cubicBezTo>
                  <a:pt x="4361" y="7018"/>
                  <a:pt x="2958" y="8747"/>
                  <a:pt x="1529" y="10577"/>
                </a:cubicBezTo>
                <a:cubicBezTo>
                  <a:pt x="1078" y="7494"/>
                  <a:pt x="802" y="4486"/>
                  <a:pt x="652" y="1379"/>
                </a:cubicBezTo>
                <a:close/>
                <a:moveTo>
                  <a:pt x="18672" y="1203"/>
                </a:moveTo>
                <a:cubicBezTo>
                  <a:pt x="18772" y="1930"/>
                  <a:pt x="18672" y="2582"/>
                  <a:pt x="18672" y="3233"/>
                </a:cubicBezTo>
                <a:cubicBezTo>
                  <a:pt x="18672" y="3885"/>
                  <a:pt x="18697" y="4511"/>
                  <a:pt x="18672" y="5163"/>
                </a:cubicBezTo>
                <a:cubicBezTo>
                  <a:pt x="18672" y="5840"/>
                  <a:pt x="18622" y="6491"/>
                  <a:pt x="18597" y="7168"/>
                </a:cubicBezTo>
                <a:cubicBezTo>
                  <a:pt x="18597" y="7795"/>
                  <a:pt x="18597" y="8446"/>
                  <a:pt x="18597" y="9098"/>
                </a:cubicBezTo>
                <a:lnTo>
                  <a:pt x="18597" y="11178"/>
                </a:lnTo>
                <a:cubicBezTo>
                  <a:pt x="17068" y="9073"/>
                  <a:pt x="15589" y="7043"/>
                  <a:pt x="14061" y="4963"/>
                </a:cubicBezTo>
                <a:cubicBezTo>
                  <a:pt x="15539" y="3634"/>
                  <a:pt x="17068" y="2456"/>
                  <a:pt x="18672" y="1203"/>
                </a:cubicBezTo>
                <a:close/>
                <a:moveTo>
                  <a:pt x="13685" y="5339"/>
                </a:moveTo>
                <a:cubicBezTo>
                  <a:pt x="15214" y="7494"/>
                  <a:pt x="16742" y="9624"/>
                  <a:pt x="18271" y="11730"/>
                </a:cubicBezTo>
                <a:cubicBezTo>
                  <a:pt x="18188" y="11758"/>
                  <a:pt x="17807" y="11771"/>
                  <a:pt x="17213" y="11771"/>
                </a:cubicBezTo>
                <a:cubicBezTo>
                  <a:pt x="13672" y="11771"/>
                  <a:pt x="2552" y="11318"/>
                  <a:pt x="1780" y="11103"/>
                </a:cubicBezTo>
                <a:cubicBezTo>
                  <a:pt x="3309" y="9223"/>
                  <a:pt x="4762" y="7419"/>
                  <a:pt x="6266" y="5564"/>
                </a:cubicBezTo>
                <a:cubicBezTo>
                  <a:pt x="6567" y="5790"/>
                  <a:pt x="6817" y="5965"/>
                  <a:pt x="7068" y="6141"/>
                </a:cubicBezTo>
                <a:cubicBezTo>
                  <a:pt x="7820" y="6667"/>
                  <a:pt x="8597" y="7243"/>
                  <a:pt x="9374" y="7770"/>
                </a:cubicBezTo>
                <a:cubicBezTo>
                  <a:pt x="9649" y="7961"/>
                  <a:pt x="9844" y="8055"/>
                  <a:pt x="10033" y="8055"/>
                </a:cubicBezTo>
                <a:cubicBezTo>
                  <a:pt x="10240" y="8055"/>
                  <a:pt x="10439" y="7942"/>
                  <a:pt x="10727" y="7719"/>
                </a:cubicBezTo>
                <a:cubicBezTo>
                  <a:pt x="11604" y="7018"/>
                  <a:pt x="12482" y="6291"/>
                  <a:pt x="13359" y="5589"/>
                </a:cubicBezTo>
                <a:cubicBezTo>
                  <a:pt x="13459" y="5514"/>
                  <a:pt x="13534" y="5439"/>
                  <a:pt x="13685" y="5339"/>
                </a:cubicBezTo>
                <a:close/>
                <a:moveTo>
                  <a:pt x="9650" y="0"/>
                </a:moveTo>
                <a:cubicBezTo>
                  <a:pt x="9650" y="25"/>
                  <a:pt x="9650" y="50"/>
                  <a:pt x="9650" y="50"/>
                </a:cubicBezTo>
                <a:cubicBezTo>
                  <a:pt x="7218" y="151"/>
                  <a:pt x="4787" y="226"/>
                  <a:pt x="2356" y="301"/>
                </a:cubicBezTo>
                <a:cubicBezTo>
                  <a:pt x="1755" y="326"/>
                  <a:pt x="1153" y="376"/>
                  <a:pt x="552" y="401"/>
                </a:cubicBezTo>
                <a:cubicBezTo>
                  <a:pt x="25" y="451"/>
                  <a:pt x="0" y="501"/>
                  <a:pt x="51" y="1053"/>
                </a:cubicBezTo>
                <a:cubicBezTo>
                  <a:pt x="126" y="1830"/>
                  <a:pt x="176" y="2607"/>
                  <a:pt x="226" y="3409"/>
                </a:cubicBezTo>
                <a:cubicBezTo>
                  <a:pt x="276" y="4311"/>
                  <a:pt x="326" y="5213"/>
                  <a:pt x="401" y="6115"/>
                </a:cubicBezTo>
                <a:cubicBezTo>
                  <a:pt x="577" y="7719"/>
                  <a:pt x="777" y="9349"/>
                  <a:pt x="953" y="10978"/>
                </a:cubicBezTo>
                <a:cubicBezTo>
                  <a:pt x="1003" y="11404"/>
                  <a:pt x="1078" y="11529"/>
                  <a:pt x="1504" y="11629"/>
                </a:cubicBezTo>
                <a:cubicBezTo>
                  <a:pt x="1730" y="11704"/>
                  <a:pt x="1930" y="11730"/>
                  <a:pt x="2156" y="11755"/>
                </a:cubicBezTo>
                <a:cubicBezTo>
                  <a:pt x="5239" y="11905"/>
                  <a:pt x="8321" y="12080"/>
                  <a:pt x="11379" y="12231"/>
                </a:cubicBezTo>
                <a:cubicBezTo>
                  <a:pt x="13910" y="12331"/>
                  <a:pt x="16417" y="12356"/>
                  <a:pt x="18923" y="12431"/>
                </a:cubicBezTo>
                <a:cubicBezTo>
                  <a:pt x="18946" y="12433"/>
                  <a:pt x="18968" y="12434"/>
                  <a:pt x="18989" y="12434"/>
                </a:cubicBezTo>
                <a:cubicBezTo>
                  <a:pt x="19215" y="12434"/>
                  <a:pt x="19299" y="12312"/>
                  <a:pt x="19299" y="12105"/>
                </a:cubicBezTo>
                <a:cubicBezTo>
                  <a:pt x="19324" y="11830"/>
                  <a:pt x="19299" y="11579"/>
                  <a:pt x="19299" y="11303"/>
                </a:cubicBezTo>
                <a:cubicBezTo>
                  <a:pt x="19249" y="10526"/>
                  <a:pt x="19198" y="9750"/>
                  <a:pt x="19198" y="8973"/>
                </a:cubicBezTo>
                <a:cubicBezTo>
                  <a:pt x="19173" y="6817"/>
                  <a:pt x="19224" y="4662"/>
                  <a:pt x="19224" y="2506"/>
                </a:cubicBezTo>
                <a:cubicBezTo>
                  <a:pt x="19224" y="1930"/>
                  <a:pt x="19224" y="1379"/>
                  <a:pt x="19249" y="802"/>
                </a:cubicBezTo>
                <a:cubicBezTo>
                  <a:pt x="19249" y="251"/>
                  <a:pt x="19198" y="201"/>
                  <a:pt x="18647" y="176"/>
                </a:cubicBezTo>
                <a:cubicBezTo>
                  <a:pt x="17995" y="151"/>
                  <a:pt x="17369" y="151"/>
                  <a:pt x="16717" y="151"/>
                </a:cubicBezTo>
                <a:cubicBezTo>
                  <a:pt x="14361" y="100"/>
                  <a:pt x="12005" y="50"/>
                  <a:pt x="96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71" name="Google Shape;3171;p67"/>
          <p:cNvGrpSpPr/>
          <p:nvPr/>
        </p:nvGrpSpPr>
        <p:grpSpPr>
          <a:xfrm>
            <a:off x="8167932" y="732485"/>
            <a:ext cx="531539" cy="3678538"/>
            <a:chOff x="8167932" y="561297"/>
            <a:chExt cx="531539" cy="3678538"/>
          </a:xfrm>
        </p:grpSpPr>
        <p:grpSp>
          <p:nvGrpSpPr>
            <p:cNvPr id="3172" name="Google Shape;3172;p67"/>
            <p:cNvGrpSpPr/>
            <p:nvPr/>
          </p:nvGrpSpPr>
          <p:grpSpPr>
            <a:xfrm flipH="1">
              <a:off x="8167932" y="1148447"/>
              <a:ext cx="531539" cy="155710"/>
              <a:chOff x="1780525" y="2859350"/>
              <a:chExt cx="387250" cy="113450"/>
            </a:xfrm>
          </p:grpSpPr>
          <p:sp>
            <p:nvSpPr>
              <p:cNvPr id="3173" name="Google Shape;3173;p67"/>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3174;p67"/>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3175;p67"/>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76" name="Google Shape;3176;p67"/>
            <p:cNvGrpSpPr/>
            <p:nvPr/>
          </p:nvGrpSpPr>
          <p:grpSpPr>
            <a:xfrm flipH="1">
              <a:off x="8167932" y="1442015"/>
              <a:ext cx="531539" cy="155710"/>
              <a:chOff x="1780525" y="2859350"/>
              <a:chExt cx="387250" cy="113450"/>
            </a:xfrm>
          </p:grpSpPr>
          <p:sp>
            <p:nvSpPr>
              <p:cNvPr id="3177" name="Google Shape;3177;p67"/>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8" name="Google Shape;3178;p67"/>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9" name="Google Shape;3179;p67"/>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80" name="Google Shape;3180;p67"/>
            <p:cNvGrpSpPr/>
            <p:nvPr/>
          </p:nvGrpSpPr>
          <p:grpSpPr>
            <a:xfrm flipH="1">
              <a:off x="8167932" y="1735583"/>
              <a:ext cx="531539" cy="155710"/>
              <a:chOff x="1780525" y="2859350"/>
              <a:chExt cx="387250" cy="113450"/>
            </a:xfrm>
          </p:grpSpPr>
          <p:sp>
            <p:nvSpPr>
              <p:cNvPr id="3181" name="Google Shape;3181;p67"/>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2" name="Google Shape;3182;p67"/>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3" name="Google Shape;3183;p67"/>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84" name="Google Shape;3184;p67"/>
            <p:cNvGrpSpPr/>
            <p:nvPr/>
          </p:nvGrpSpPr>
          <p:grpSpPr>
            <a:xfrm flipH="1">
              <a:off x="8167932" y="2029151"/>
              <a:ext cx="531539" cy="155710"/>
              <a:chOff x="1780525" y="2859350"/>
              <a:chExt cx="387250" cy="113450"/>
            </a:xfrm>
          </p:grpSpPr>
          <p:sp>
            <p:nvSpPr>
              <p:cNvPr id="3185" name="Google Shape;3185;p67"/>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6" name="Google Shape;3186;p67"/>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7" name="Google Shape;3187;p67"/>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88" name="Google Shape;3188;p67"/>
            <p:cNvGrpSpPr/>
            <p:nvPr/>
          </p:nvGrpSpPr>
          <p:grpSpPr>
            <a:xfrm flipH="1">
              <a:off x="8167932" y="2322718"/>
              <a:ext cx="531539" cy="155710"/>
              <a:chOff x="1780525" y="2859350"/>
              <a:chExt cx="387250" cy="113450"/>
            </a:xfrm>
          </p:grpSpPr>
          <p:sp>
            <p:nvSpPr>
              <p:cNvPr id="3189" name="Google Shape;3189;p67"/>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3190;p67"/>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1" name="Google Shape;3191;p67"/>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92" name="Google Shape;3192;p67"/>
            <p:cNvGrpSpPr/>
            <p:nvPr/>
          </p:nvGrpSpPr>
          <p:grpSpPr>
            <a:xfrm flipH="1">
              <a:off x="8167932" y="2616286"/>
              <a:ext cx="531539" cy="155710"/>
              <a:chOff x="1780525" y="2859350"/>
              <a:chExt cx="387250" cy="113450"/>
            </a:xfrm>
          </p:grpSpPr>
          <p:sp>
            <p:nvSpPr>
              <p:cNvPr id="3193" name="Google Shape;3193;p67"/>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4" name="Google Shape;3194;p67"/>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5" name="Google Shape;3195;p67"/>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96" name="Google Shape;3196;p67"/>
            <p:cNvGrpSpPr/>
            <p:nvPr/>
          </p:nvGrpSpPr>
          <p:grpSpPr>
            <a:xfrm flipH="1">
              <a:off x="8167932" y="2909854"/>
              <a:ext cx="531539" cy="155710"/>
              <a:chOff x="1780525" y="2859350"/>
              <a:chExt cx="387250" cy="113450"/>
            </a:xfrm>
          </p:grpSpPr>
          <p:sp>
            <p:nvSpPr>
              <p:cNvPr id="3197" name="Google Shape;3197;p67"/>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8" name="Google Shape;3198;p67"/>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9" name="Google Shape;3199;p67"/>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00" name="Google Shape;3200;p67"/>
            <p:cNvGrpSpPr/>
            <p:nvPr/>
          </p:nvGrpSpPr>
          <p:grpSpPr>
            <a:xfrm flipH="1">
              <a:off x="8167932" y="3203422"/>
              <a:ext cx="531539" cy="155710"/>
              <a:chOff x="1780525" y="2859350"/>
              <a:chExt cx="387250" cy="113450"/>
            </a:xfrm>
          </p:grpSpPr>
          <p:sp>
            <p:nvSpPr>
              <p:cNvPr id="3201" name="Google Shape;3201;p67"/>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2" name="Google Shape;3202;p67"/>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3" name="Google Shape;3203;p67"/>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04" name="Google Shape;3204;p67"/>
            <p:cNvGrpSpPr/>
            <p:nvPr/>
          </p:nvGrpSpPr>
          <p:grpSpPr>
            <a:xfrm flipH="1">
              <a:off x="8167932" y="3496989"/>
              <a:ext cx="531539" cy="155710"/>
              <a:chOff x="1780525" y="2859350"/>
              <a:chExt cx="387250" cy="113450"/>
            </a:xfrm>
          </p:grpSpPr>
          <p:sp>
            <p:nvSpPr>
              <p:cNvPr id="3205" name="Google Shape;3205;p67"/>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6" name="Google Shape;3206;p67"/>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3207;p67"/>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08" name="Google Shape;3208;p67"/>
            <p:cNvGrpSpPr/>
            <p:nvPr/>
          </p:nvGrpSpPr>
          <p:grpSpPr>
            <a:xfrm flipH="1">
              <a:off x="8167932" y="3790557"/>
              <a:ext cx="531539" cy="155710"/>
              <a:chOff x="1780525" y="2859350"/>
              <a:chExt cx="387250" cy="113450"/>
            </a:xfrm>
          </p:grpSpPr>
          <p:sp>
            <p:nvSpPr>
              <p:cNvPr id="3209" name="Google Shape;3209;p67"/>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0" name="Google Shape;3210;p67"/>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1" name="Google Shape;3211;p67"/>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12" name="Google Shape;3212;p67"/>
            <p:cNvGrpSpPr/>
            <p:nvPr/>
          </p:nvGrpSpPr>
          <p:grpSpPr>
            <a:xfrm flipH="1">
              <a:off x="8167932" y="4084125"/>
              <a:ext cx="531539" cy="155710"/>
              <a:chOff x="1780525" y="2859350"/>
              <a:chExt cx="387250" cy="113450"/>
            </a:xfrm>
          </p:grpSpPr>
          <p:sp>
            <p:nvSpPr>
              <p:cNvPr id="3213" name="Google Shape;3213;p67"/>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4" name="Google Shape;3214;p67"/>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5" name="Google Shape;3215;p67"/>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16" name="Google Shape;3216;p67"/>
            <p:cNvGrpSpPr/>
            <p:nvPr/>
          </p:nvGrpSpPr>
          <p:grpSpPr>
            <a:xfrm flipH="1">
              <a:off x="8167932" y="854872"/>
              <a:ext cx="531539" cy="155710"/>
              <a:chOff x="1780525" y="2859350"/>
              <a:chExt cx="387250" cy="113450"/>
            </a:xfrm>
          </p:grpSpPr>
          <p:sp>
            <p:nvSpPr>
              <p:cNvPr id="3217" name="Google Shape;3217;p67"/>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8" name="Google Shape;3218;p67"/>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9" name="Google Shape;3219;p67"/>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20" name="Google Shape;3220;p67"/>
            <p:cNvGrpSpPr/>
            <p:nvPr/>
          </p:nvGrpSpPr>
          <p:grpSpPr>
            <a:xfrm flipH="1">
              <a:off x="8167932" y="561297"/>
              <a:ext cx="531539" cy="155710"/>
              <a:chOff x="1780525" y="2859350"/>
              <a:chExt cx="387250" cy="113450"/>
            </a:xfrm>
          </p:grpSpPr>
          <p:sp>
            <p:nvSpPr>
              <p:cNvPr id="3221" name="Google Shape;3221;p67"/>
              <p:cNvSpPr/>
              <p:nvPr/>
            </p:nvSpPr>
            <p:spPr>
              <a:xfrm rot="-5400000">
                <a:off x="2078463" y="2883488"/>
                <a:ext cx="113450" cy="65175"/>
              </a:xfrm>
              <a:custGeom>
                <a:avLst/>
                <a:gdLst/>
                <a:ahLst/>
                <a:cxnLst/>
                <a:rect l="l" t="t" r="r" b="b"/>
                <a:pathLst>
                  <a:path w="4538" h="2607" extrusionOk="0">
                    <a:moveTo>
                      <a:pt x="1" y="2607"/>
                    </a:moveTo>
                    <a:lnTo>
                      <a:pt x="4537" y="2607"/>
                    </a:lnTo>
                    <a:lnTo>
                      <a:pt x="4537" y="0"/>
                    </a:lnTo>
                    <a:lnTo>
                      <a:pt x="1" y="0"/>
                    </a:lnTo>
                    <a:close/>
                  </a:path>
                </a:pathLst>
              </a:custGeom>
              <a:solidFill>
                <a:schemeClr val="dk1">
                  <a:alpha val="608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2" name="Google Shape;3222;p67"/>
              <p:cNvSpPr/>
              <p:nvPr/>
            </p:nvSpPr>
            <p:spPr>
              <a:xfrm rot="-5400000">
                <a:off x="1950025" y="2757525"/>
                <a:ext cx="32600" cy="371600"/>
              </a:xfrm>
              <a:custGeom>
                <a:avLst/>
                <a:gdLst/>
                <a:ahLst/>
                <a:cxnLst/>
                <a:rect l="l" t="t" r="r" b="b"/>
                <a:pathLst>
                  <a:path w="1304" h="14864" extrusionOk="0">
                    <a:moveTo>
                      <a:pt x="652" y="1"/>
                    </a:moveTo>
                    <a:cubicBezTo>
                      <a:pt x="301" y="1"/>
                      <a:pt x="0" y="302"/>
                      <a:pt x="0" y="653"/>
                    </a:cubicBezTo>
                    <a:lnTo>
                      <a:pt x="0" y="14237"/>
                    </a:lnTo>
                    <a:cubicBezTo>
                      <a:pt x="0" y="14588"/>
                      <a:pt x="301" y="14863"/>
                      <a:pt x="652" y="14863"/>
                    </a:cubicBezTo>
                    <a:cubicBezTo>
                      <a:pt x="1003" y="14863"/>
                      <a:pt x="1303" y="14588"/>
                      <a:pt x="1303" y="14237"/>
                    </a:cubicBezTo>
                    <a:lnTo>
                      <a:pt x="1303" y="653"/>
                    </a:lnTo>
                    <a:cubicBezTo>
                      <a:pt x="1303"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3" name="Google Shape;3223;p67"/>
              <p:cNvSpPr/>
              <p:nvPr/>
            </p:nvSpPr>
            <p:spPr>
              <a:xfrm rot="-5400000">
                <a:off x="1950025" y="2703025"/>
                <a:ext cx="32600" cy="371600"/>
              </a:xfrm>
              <a:custGeom>
                <a:avLst/>
                <a:gdLst/>
                <a:ahLst/>
                <a:cxnLst/>
                <a:rect l="l" t="t" r="r" b="b"/>
                <a:pathLst>
                  <a:path w="1304" h="14864" extrusionOk="0">
                    <a:moveTo>
                      <a:pt x="652" y="1"/>
                    </a:moveTo>
                    <a:cubicBezTo>
                      <a:pt x="276" y="1"/>
                      <a:pt x="1" y="302"/>
                      <a:pt x="1" y="653"/>
                    </a:cubicBezTo>
                    <a:lnTo>
                      <a:pt x="1" y="14237"/>
                    </a:lnTo>
                    <a:cubicBezTo>
                      <a:pt x="1" y="14588"/>
                      <a:pt x="276" y="14863"/>
                      <a:pt x="652" y="14863"/>
                    </a:cubicBezTo>
                    <a:cubicBezTo>
                      <a:pt x="1003" y="14863"/>
                      <a:pt x="1304" y="14588"/>
                      <a:pt x="1304" y="14237"/>
                    </a:cubicBezTo>
                    <a:lnTo>
                      <a:pt x="1304" y="653"/>
                    </a:lnTo>
                    <a:cubicBezTo>
                      <a:pt x="1304" y="302"/>
                      <a:pt x="1003"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224" name="Google Shape;3224;p67"/>
          <p:cNvSpPr/>
          <p:nvPr/>
        </p:nvSpPr>
        <p:spPr>
          <a:xfrm>
            <a:off x="4643380" y="3690157"/>
            <a:ext cx="387159" cy="387587"/>
          </a:xfrm>
          <a:custGeom>
            <a:avLst/>
            <a:gdLst/>
            <a:ahLst/>
            <a:cxnLst/>
            <a:rect l="l" t="t" r="r" b="b"/>
            <a:pathLst>
              <a:path w="10860" h="10872" extrusionOk="0">
                <a:moveTo>
                  <a:pt x="5430" y="1"/>
                </a:moveTo>
                <a:cubicBezTo>
                  <a:pt x="3990" y="1"/>
                  <a:pt x="2608" y="560"/>
                  <a:pt x="1596" y="1584"/>
                </a:cubicBezTo>
                <a:cubicBezTo>
                  <a:pt x="561" y="2620"/>
                  <a:pt x="1" y="3989"/>
                  <a:pt x="1" y="5430"/>
                </a:cubicBezTo>
                <a:cubicBezTo>
                  <a:pt x="1" y="6561"/>
                  <a:pt x="346" y="7645"/>
                  <a:pt x="1001" y="8573"/>
                </a:cubicBezTo>
                <a:cubicBezTo>
                  <a:pt x="1632" y="9466"/>
                  <a:pt x="2513" y="10145"/>
                  <a:pt x="3537" y="10538"/>
                </a:cubicBezTo>
                <a:cubicBezTo>
                  <a:pt x="3559" y="10544"/>
                  <a:pt x="3579" y="10547"/>
                  <a:pt x="3599" y="10547"/>
                </a:cubicBezTo>
                <a:cubicBezTo>
                  <a:pt x="3656" y="10547"/>
                  <a:pt x="3704" y="10522"/>
                  <a:pt x="3740" y="10478"/>
                </a:cubicBezTo>
                <a:cubicBezTo>
                  <a:pt x="3763" y="10443"/>
                  <a:pt x="3763" y="10395"/>
                  <a:pt x="3763" y="10371"/>
                </a:cubicBezTo>
                <a:lnTo>
                  <a:pt x="3763" y="7275"/>
                </a:lnTo>
                <a:cubicBezTo>
                  <a:pt x="3763" y="7180"/>
                  <a:pt x="3692" y="7097"/>
                  <a:pt x="3585" y="7097"/>
                </a:cubicBezTo>
                <a:lnTo>
                  <a:pt x="2156" y="7097"/>
                </a:lnTo>
                <a:lnTo>
                  <a:pt x="2156" y="5835"/>
                </a:lnTo>
                <a:lnTo>
                  <a:pt x="3585" y="5835"/>
                </a:lnTo>
                <a:cubicBezTo>
                  <a:pt x="3680" y="5835"/>
                  <a:pt x="3763" y="5751"/>
                  <a:pt x="3763" y="5656"/>
                </a:cubicBezTo>
                <a:lnTo>
                  <a:pt x="3763" y="5430"/>
                </a:lnTo>
                <a:cubicBezTo>
                  <a:pt x="3763" y="3942"/>
                  <a:pt x="5180" y="2632"/>
                  <a:pt x="6799" y="2632"/>
                </a:cubicBezTo>
                <a:lnTo>
                  <a:pt x="7550" y="2632"/>
                </a:lnTo>
                <a:lnTo>
                  <a:pt x="7550" y="3894"/>
                </a:lnTo>
                <a:lnTo>
                  <a:pt x="6799" y="3894"/>
                </a:lnTo>
                <a:cubicBezTo>
                  <a:pt x="6311" y="3894"/>
                  <a:pt x="5883" y="4025"/>
                  <a:pt x="5561" y="4287"/>
                </a:cubicBezTo>
                <a:cubicBezTo>
                  <a:pt x="5228" y="4561"/>
                  <a:pt x="5025" y="4966"/>
                  <a:pt x="5025" y="5430"/>
                </a:cubicBezTo>
                <a:lnTo>
                  <a:pt x="5025" y="5656"/>
                </a:lnTo>
                <a:cubicBezTo>
                  <a:pt x="5025" y="5740"/>
                  <a:pt x="5109" y="5835"/>
                  <a:pt x="5204" y="5835"/>
                </a:cubicBezTo>
                <a:lnTo>
                  <a:pt x="5883" y="5835"/>
                </a:lnTo>
                <a:cubicBezTo>
                  <a:pt x="5966" y="5835"/>
                  <a:pt x="6061" y="5751"/>
                  <a:pt x="6061" y="5656"/>
                </a:cubicBezTo>
                <a:cubicBezTo>
                  <a:pt x="6061" y="5561"/>
                  <a:pt x="5978" y="5478"/>
                  <a:pt x="5883" y="5478"/>
                </a:cubicBezTo>
                <a:lnTo>
                  <a:pt x="5371" y="5478"/>
                </a:lnTo>
                <a:lnTo>
                  <a:pt x="5371" y="5418"/>
                </a:lnTo>
                <a:cubicBezTo>
                  <a:pt x="5371" y="4525"/>
                  <a:pt x="6145" y="4204"/>
                  <a:pt x="6799" y="4204"/>
                </a:cubicBezTo>
                <a:lnTo>
                  <a:pt x="7704" y="4204"/>
                </a:lnTo>
                <a:cubicBezTo>
                  <a:pt x="7800" y="4204"/>
                  <a:pt x="7883" y="4132"/>
                  <a:pt x="7883" y="4025"/>
                </a:cubicBezTo>
                <a:lnTo>
                  <a:pt x="7883" y="2418"/>
                </a:lnTo>
                <a:cubicBezTo>
                  <a:pt x="7883" y="2334"/>
                  <a:pt x="7811" y="2239"/>
                  <a:pt x="7704" y="2239"/>
                </a:cubicBezTo>
                <a:lnTo>
                  <a:pt x="6799" y="2239"/>
                </a:lnTo>
                <a:cubicBezTo>
                  <a:pt x="5966" y="2239"/>
                  <a:pt x="5121" y="2572"/>
                  <a:pt x="4466" y="3156"/>
                </a:cubicBezTo>
                <a:cubicBezTo>
                  <a:pt x="3799" y="3763"/>
                  <a:pt x="3418" y="4549"/>
                  <a:pt x="3418" y="5382"/>
                </a:cubicBezTo>
                <a:lnTo>
                  <a:pt x="3418" y="5442"/>
                </a:lnTo>
                <a:lnTo>
                  <a:pt x="1989" y="5442"/>
                </a:lnTo>
                <a:cubicBezTo>
                  <a:pt x="1906" y="5442"/>
                  <a:pt x="1811" y="5513"/>
                  <a:pt x="1811" y="5620"/>
                </a:cubicBezTo>
                <a:lnTo>
                  <a:pt x="1811" y="7228"/>
                </a:lnTo>
                <a:cubicBezTo>
                  <a:pt x="1811" y="7323"/>
                  <a:pt x="1894" y="7406"/>
                  <a:pt x="1989" y="7406"/>
                </a:cubicBezTo>
                <a:lnTo>
                  <a:pt x="3418" y="7406"/>
                </a:lnTo>
                <a:lnTo>
                  <a:pt x="3418" y="10085"/>
                </a:lnTo>
                <a:cubicBezTo>
                  <a:pt x="1561" y="9300"/>
                  <a:pt x="346" y="7442"/>
                  <a:pt x="346" y="5418"/>
                </a:cubicBezTo>
                <a:cubicBezTo>
                  <a:pt x="346" y="2596"/>
                  <a:pt x="2620" y="322"/>
                  <a:pt x="5430" y="322"/>
                </a:cubicBezTo>
                <a:cubicBezTo>
                  <a:pt x="8228" y="322"/>
                  <a:pt x="10526" y="2620"/>
                  <a:pt x="10526" y="5418"/>
                </a:cubicBezTo>
                <a:cubicBezTo>
                  <a:pt x="10526" y="8228"/>
                  <a:pt x="8240" y="10502"/>
                  <a:pt x="5430" y="10502"/>
                </a:cubicBezTo>
                <a:lnTo>
                  <a:pt x="5371" y="10502"/>
                </a:lnTo>
                <a:lnTo>
                  <a:pt x="5371" y="7418"/>
                </a:lnTo>
                <a:lnTo>
                  <a:pt x="7728" y="7418"/>
                </a:lnTo>
                <a:cubicBezTo>
                  <a:pt x="7811" y="7418"/>
                  <a:pt x="7907" y="7347"/>
                  <a:pt x="7907" y="7240"/>
                </a:cubicBezTo>
                <a:lnTo>
                  <a:pt x="7907" y="5656"/>
                </a:lnTo>
                <a:cubicBezTo>
                  <a:pt x="7907" y="5561"/>
                  <a:pt x="7823" y="5478"/>
                  <a:pt x="7728" y="5478"/>
                </a:cubicBezTo>
                <a:lnTo>
                  <a:pt x="6728" y="5478"/>
                </a:lnTo>
                <a:cubicBezTo>
                  <a:pt x="6633" y="5478"/>
                  <a:pt x="6549" y="5549"/>
                  <a:pt x="6549" y="5656"/>
                </a:cubicBezTo>
                <a:cubicBezTo>
                  <a:pt x="6549" y="5740"/>
                  <a:pt x="6621" y="5835"/>
                  <a:pt x="6728" y="5835"/>
                </a:cubicBezTo>
                <a:lnTo>
                  <a:pt x="7561" y="5835"/>
                </a:lnTo>
                <a:lnTo>
                  <a:pt x="7561" y="7097"/>
                </a:lnTo>
                <a:lnTo>
                  <a:pt x="5204" y="7097"/>
                </a:lnTo>
                <a:cubicBezTo>
                  <a:pt x="5121" y="7097"/>
                  <a:pt x="5025" y="7168"/>
                  <a:pt x="5025" y="7275"/>
                </a:cubicBezTo>
                <a:lnTo>
                  <a:pt x="5025" y="10693"/>
                </a:lnTo>
                <a:cubicBezTo>
                  <a:pt x="5025" y="10788"/>
                  <a:pt x="5109" y="10859"/>
                  <a:pt x="5192" y="10871"/>
                </a:cubicBezTo>
                <a:lnTo>
                  <a:pt x="5430" y="10871"/>
                </a:lnTo>
                <a:cubicBezTo>
                  <a:pt x="6871" y="10871"/>
                  <a:pt x="8240" y="10312"/>
                  <a:pt x="9276" y="9288"/>
                </a:cubicBezTo>
                <a:cubicBezTo>
                  <a:pt x="10300" y="8252"/>
                  <a:pt x="10859" y="6883"/>
                  <a:pt x="10859" y="5442"/>
                </a:cubicBezTo>
                <a:cubicBezTo>
                  <a:pt x="10859" y="3989"/>
                  <a:pt x="10300" y="2620"/>
                  <a:pt x="9276" y="1584"/>
                </a:cubicBezTo>
                <a:cubicBezTo>
                  <a:pt x="8240" y="560"/>
                  <a:pt x="6871" y="1"/>
                  <a:pt x="5430"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25" name="Google Shape;3225;p67"/>
          <p:cNvGrpSpPr/>
          <p:nvPr/>
        </p:nvGrpSpPr>
        <p:grpSpPr>
          <a:xfrm>
            <a:off x="5523411" y="3690373"/>
            <a:ext cx="387582" cy="387155"/>
            <a:chOff x="3303268" y="3817349"/>
            <a:chExt cx="346056" cy="345674"/>
          </a:xfrm>
        </p:grpSpPr>
        <p:sp>
          <p:nvSpPr>
            <p:cNvPr id="3226" name="Google Shape;3226;p67"/>
            <p:cNvSpPr/>
            <p:nvPr/>
          </p:nvSpPr>
          <p:spPr>
            <a:xfrm>
              <a:off x="3303268" y="3817349"/>
              <a:ext cx="346056" cy="345674"/>
            </a:xfrm>
            <a:custGeom>
              <a:avLst/>
              <a:gdLst/>
              <a:ahLst/>
              <a:cxnLst/>
              <a:rect l="l" t="t" r="r" b="b"/>
              <a:pathLst>
                <a:path w="10872" h="10860" extrusionOk="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7" name="Google Shape;3227;p67"/>
            <p:cNvSpPr/>
            <p:nvPr/>
          </p:nvSpPr>
          <p:spPr>
            <a:xfrm>
              <a:off x="3368074" y="3882537"/>
              <a:ext cx="215298" cy="215298"/>
            </a:xfrm>
            <a:custGeom>
              <a:avLst/>
              <a:gdLst/>
              <a:ahLst/>
              <a:cxnLst/>
              <a:rect l="l" t="t" r="r" b="b"/>
              <a:pathLst>
                <a:path w="6764" h="6764" extrusionOk="0">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8" name="Google Shape;3228;p67"/>
            <p:cNvSpPr/>
            <p:nvPr/>
          </p:nvSpPr>
          <p:spPr>
            <a:xfrm>
              <a:off x="3418143" y="3933656"/>
              <a:ext cx="114811" cy="112742"/>
            </a:xfrm>
            <a:custGeom>
              <a:avLst/>
              <a:gdLst/>
              <a:ahLst/>
              <a:cxnLst/>
              <a:rect l="l" t="t" r="r" b="b"/>
              <a:pathLst>
                <a:path w="3607" h="3542" extrusionOk="0">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9" name="Google Shape;3229;p67"/>
            <p:cNvSpPr/>
            <p:nvPr/>
          </p:nvSpPr>
          <p:spPr>
            <a:xfrm>
              <a:off x="3519298" y="3910197"/>
              <a:ext cx="29570" cy="29220"/>
            </a:xfrm>
            <a:custGeom>
              <a:avLst/>
              <a:gdLst/>
              <a:ahLst/>
              <a:cxnLst/>
              <a:rect l="l" t="t" r="r" b="b"/>
              <a:pathLst>
                <a:path w="929" h="918" extrusionOk="0">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30" name="Google Shape;3230;p67"/>
          <p:cNvGrpSpPr/>
          <p:nvPr/>
        </p:nvGrpSpPr>
        <p:grpSpPr>
          <a:xfrm>
            <a:off x="6403853" y="3690373"/>
            <a:ext cx="387582" cy="387155"/>
            <a:chOff x="3752358" y="3817349"/>
            <a:chExt cx="346056" cy="345674"/>
          </a:xfrm>
        </p:grpSpPr>
        <p:sp>
          <p:nvSpPr>
            <p:cNvPr id="3231" name="Google Shape;3231;p67"/>
            <p:cNvSpPr/>
            <p:nvPr/>
          </p:nvSpPr>
          <p:spPr>
            <a:xfrm>
              <a:off x="3752358" y="3817349"/>
              <a:ext cx="346056" cy="345674"/>
            </a:xfrm>
            <a:custGeom>
              <a:avLst/>
              <a:gdLst/>
              <a:ahLst/>
              <a:cxnLst/>
              <a:rect l="l" t="t" r="r" b="b"/>
              <a:pathLst>
                <a:path w="10872" h="10860" extrusionOk="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2" name="Google Shape;3232;p67"/>
            <p:cNvSpPr/>
            <p:nvPr/>
          </p:nvSpPr>
          <p:spPr>
            <a:xfrm>
              <a:off x="3831933" y="3955682"/>
              <a:ext cx="47809" cy="120540"/>
            </a:xfrm>
            <a:custGeom>
              <a:avLst/>
              <a:gdLst/>
              <a:ahLst/>
              <a:cxnLst/>
              <a:rect l="l" t="t" r="r" b="b"/>
              <a:pathLst>
                <a:path w="1502" h="3787" extrusionOk="0">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3" name="Google Shape;3233;p67"/>
            <p:cNvSpPr/>
            <p:nvPr/>
          </p:nvSpPr>
          <p:spPr>
            <a:xfrm>
              <a:off x="3824739" y="3890112"/>
              <a:ext cx="55002" cy="55002"/>
            </a:xfrm>
            <a:custGeom>
              <a:avLst/>
              <a:gdLst/>
              <a:ahLst/>
              <a:cxnLst/>
              <a:rect l="l" t="t" r="r" b="b"/>
              <a:pathLst>
                <a:path w="1728" h="1728" extrusionOk="0">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67"/>
            <p:cNvSpPr/>
            <p:nvPr/>
          </p:nvSpPr>
          <p:spPr>
            <a:xfrm>
              <a:off x="3904696" y="3955682"/>
              <a:ext cx="128148" cy="120540"/>
            </a:xfrm>
            <a:custGeom>
              <a:avLst/>
              <a:gdLst/>
              <a:ahLst/>
              <a:cxnLst/>
              <a:rect l="l" t="t" r="r" b="b"/>
              <a:pathLst>
                <a:path w="4026" h="3787" extrusionOk="0">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35" name="Google Shape;3235;p67"/>
          <p:cNvGrpSpPr/>
          <p:nvPr/>
        </p:nvGrpSpPr>
        <p:grpSpPr>
          <a:xfrm>
            <a:off x="7284321" y="3690373"/>
            <a:ext cx="387547" cy="387155"/>
            <a:chOff x="4201447" y="3817349"/>
            <a:chExt cx="346024" cy="345674"/>
          </a:xfrm>
        </p:grpSpPr>
        <p:sp>
          <p:nvSpPr>
            <p:cNvPr id="3236" name="Google Shape;3236;p67"/>
            <p:cNvSpPr/>
            <p:nvPr/>
          </p:nvSpPr>
          <p:spPr>
            <a:xfrm>
              <a:off x="4201447" y="3817349"/>
              <a:ext cx="346024" cy="345674"/>
            </a:xfrm>
            <a:custGeom>
              <a:avLst/>
              <a:gdLst/>
              <a:ahLst/>
              <a:cxnLst/>
              <a:rect l="l" t="t" r="r" b="b"/>
              <a:pathLst>
                <a:path w="10871" h="10860" extrusionOk="0">
                  <a:moveTo>
                    <a:pt x="5430" y="334"/>
                  </a:moveTo>
                  <a:cubicBezTo>
                    <a:pt x="8252" y="334"/>
                    <a:pt x="10526" y="2608"/>
                    <a:pt x="10526" y="5430"/>
                  </a:cubicBezTo>
                  <a:cubicBezTo>
                    <a:pt x="10526" y="8240"/>
                    <a:pt x="8252"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299" y="8240"/>
                    <a:pt x="10871" y="6871"/>
                    <a:pt x="10871" y="5430"/>
                  </a:cubicBezTo>
                  <a:cubicBezTo>
                    <a:pt x="10871" y="3989"/>
                    <a:pt x="10299" y="2620"/>
                    <a:pt x="9276" y="1584"/>
                  </a:cubicBezTo>
                  <a:cubicBezTo>
                    <a:pt x="8252" y="560"/>
                    <a:pt x="6882" y="1"/>
                    <a:pt x="5430"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7" name="Google Shape;3237;p67"/>
            <p:cNvSpPr/>
            <p:nvPr/>
          </p:nvSpPr>
          <p:spPr>
            <a:xfrm>
              <a:off x="4271569" y="3904531"/>
              <a:ext cx="227394" cy="185728"/>
            </a:xfrm>
            <a:custGeom>
              <a:avLst/>
              <a:gdLst/>
              <a:ahLst/>
              <a:cxnLst/>
              <a:rect l="l" t="t" r="r" b="b"/>
              <a:pathLst>
                <a:path w="7144" h="5835" extrusionOk="0">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Educational Workshop: Learning Situation by Slidesgo">
  <a:themeElements>
    <a:clrScheme name="Simple Light">
      <a:dk1>
        <a:srgbClr val="575757"/>
      </a:dk1>
      <a:lt1>
        <a:srgbClr val="FFF7EE"/>
      </a:lt1>
      <a:dk2>
        <a:srgbClr val="FDEFC2"/>
      </a:dk2>
      <a:lt2>
        <a:srgbClr val="ECF2FF"/>
      </a:lt2>
      <a:accent1>
        <a:srgbClr val="E3DFFD"/>
      </a:accent1>
      <a:accent2>
        <a:srgbClr val="F8F1FF"/>
      </a:accent2>
      <a:accent3>
        <a:srgbClr val="FFFFFF"/>
      </a:accent3>
      <a:accent4>
        <a:srgbClr val="FFFFFF"/>
      </a:accent4>
      <a:accent5>
        <a:srgbClr val="FFFFFF"/>
      </a:accent5>
      <a:accent6>
        <a:srgbClr val="FFFFFF"/>
      </a:accent6>
      <a:hlink>
        <a:srgbClr val="57575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1242</Words>
  <Application>Microsoft Office PowerPoint</Application>
  <PresentationFormat>Экран (16:9)</PresentationFormat>
  <Paragraphs>233</Paragraphs>
  <Slides>31</Slides>
  <Notes>31</Notes>
  <HiddenSlides>0</HiddenSlides>
  <MMClips>0</MMClips>
  <ScaleCrop>false</ScaleCrop>
  <HeadingPairs>
    <vt:vector size="6" baseType="variant">
      <vt:variant>
        <vt:lpstr>Использованные шрифты</vt:lpstr>
      </vt:variant>
      <vt:variant>
        <vt:i4>11</vt:i4>
      </vt:variant>
      <vt:variant>
        <vt:lpstr>Тема</vt:lpstr>
      </vt:variant>
      <vt:variant>
        <vt:i4>1</vt:i4>
      </vt:variant>
      <vt:variant>
        <vt:lpstr>Заголовки слайдов</vt:lpstr>
      </vt:variant>
      <vt:variant>
        <vt:i4>31</vt:i4>
      </vt:variant>
    </vt:vector>
  </HeadingPairs>
  <TitlesOfParts>
    <vt:vector size="43" baseType="lpstr">
      <vt:lpstr>Jua</vt:lpstr>
      <vt:lpstr>Bebas Neue</vt:lpstr>
      <vt:lpstr>Poppins Black</vt:lpstr>
      <vt:lpstr>Londrina Solid</vt:lpstr>
      <vt:lpstr>Cabin</vt:lpstr>
      <vt:lpstr>Syne ExtraBold</vt:lpstr>
      <vt:lpstr>Poppins Medium</vt:lpstr>
      <vt:lpstr>Nunito</vt:lpstr>
      <vt:lpstr>Nunito Medium</vt:lpstr>
      <vt:lpstr>Arial</vt:lpstr>
      <vt:lpstr>Poppins</vt:lpstr>
      <vt:lpstr>Educational Workshop: Learning Situation by Slidesgo</vt:lpstr>
      <vt:lpstr>Educational Workshop: Learning Situation</vt:lpstr>
      <vt:lpstr>Contents of this template</vt:lpstr>
      <vt:lpstr>Table of contents</vt:lpstr>
      <vt:lpstr>Introduction</vt:lpstr>
      <vt:lpstr>Theory lesson</vt:lpstr>
      <vt:lpstr>—Someone Famous</vt:lpstr>
      <vt:lpstr> What is this topic about?</vt:lpstr>
      <vt:lpstr>Features of the topic</vt:lpstr>
      <vt:lpstr>25%</vt:lpstr>
      <vt:lpstr>Examples</vt:lpstr>
      <vt:lpstr>Recommendations</vt:lpstr>
      <vt:lpstr>Awesome words</vt:lpstr>
      <vt:lpstr>A picture is worth a thousand words</vt:lpstr>
      <vt:lpstr>Try using an image</vt:lpstr>
      <vt:lpstr>Educational methods</vt:lpstr>
      <vt:lpstr>Uses and customs</vt:lpstr>
      <vt:lpstr>Features in percentages</vt:lpstr>
      <vt:lpstr>KWL brainstorming</vt:lpstr>
      <vt:lpstr>Learning situations</vt:lpstr>
      <vt:lpstr>Sequence</vt:lpstr>
      <vt:lpstr>Cause and effect</vt:lpstr>
      <vt:lpstr>Question and answer</vt:lpstr>
      <vt:lpstr>1,500,000</vt:lpstr>
      <vt:lpstr>Timeline</vt:lpstr>
      <vt:lpstr>Parts and whole</vt:lpstr>
      <vt:lpstr>Learning situation example </vt:lpstr>
      <vt:lpstr>Learning situation example</vt:lpstr>
      <vt:lpstr>Learning situation example</vt:lpstr>
      <vt:lpstr>Learning situation example</vt:lpstr>
      <vt:lpstr>Computer mockup</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Educational Workshop: Learning Situation</dc:title>
  <cp:lastModifiedBy>я</cp:lastModifiedBy>
  <cp:revision>1</cp:revision>
  <dcterms:modified xsi:type="dcterms:W3CDTF">2026-02-17T13:39:18Z</dcterms:modified>
</cp:coreProperties>
</file>
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91" r:id="rId34"/>
    <p:sldId id="293" r:id="rId35"/>
    <p:sldId id="294" r:id="rId36"/>
  </p:sldIdLst>
  <p:sldSz cx="9144000" cy="5143500" type="screen16x9"/>
  <p:notesSz cx="6858000" cy="9144000"/>
  <p:embeddedFontLst>
    <p:embeddedFont>
      <p:font typeface="Red Hat Text" panose="020B0604020202020204" charset="0"/>
      <p:regular r:id="rId38"/>
      <p:bold r:id="rId39"/>
      <p:italic r:id="rId40"/>
      <p:boldItalic r:id="rId41"/>
    </p:embeddedFont>
    <p:embeddedFont>
      <p:font typeface="Righteous" panose="020B0604020202020204" charset="0"/>
      <p:regular r:id="rId42"/>
    </p:embeddedFont>
    <p:embeddedFont>
      <p:font typeface="Palanquin Dark" panose="020B0604020202020204" charset="0"/>
      <p:regular r:id="rId43"/>
      <p:bold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9A1521-7917-4E2F-B9E4-AEFADB6AE586}">
  <a:tblStyle styleId="{089A1521-7917-4E2F-B9E4-AEFADB6AE58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8794a74c9d_0_24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8794a74c9d_0_24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g85cf8b5f36_0_60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4" name="Google Shape;1504;g85cf8b5f36_0_60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gc46dc894d9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0" name="Google Shape;1510;gc46dc894d9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gc6ac5e8787_0_6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9" name="Google Shape;1539;gc6ac5e8787_0_6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8806cdf963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8806cdf963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g877b642fd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1" name="Google Shape;1561;g877b642fd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c46dc894d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c46dc894d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877b642fd3_0_2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877b642fd3_0_2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c6ac5e8787_2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c6ac5e8787_2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gc6ac5e8787_2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c6ac5e8787_2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c6ac5e8787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c6ac5e8787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gd0b0ae874f_0_1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d0b0ae874f_0_1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gd0b0ae874f_0_19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3" name="Google Shape;1733;gd0b0ae874f_0_19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gd0b0ae874f_0_17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3" name="Google Shape;1763;gd0b0ae874f_0_17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" name="Google Shape;1781;gcdb7d39f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2" name="Google Shape;1782;gcdb7d39fa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d453a1b7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d453a1b7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9" name="Google Shape;1839;gcdc147462e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0" name="Google Shape;1840;gcdc147462e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d453a1b73d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d453a1b73d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d0d8c97979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d0d8c97979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2" name="Google Shape;1922;gd0b0ae874f_0_1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3" name="Google Shape;1923;gd0b0ae874f_0_1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gd0b0ae874f_0_15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9" name="Google Shape;1979;gd0b0ae874f_0_15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d0b0ae874f_0_16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d0b0ae874f_0_16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gd0b0ae874f_0_2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7" name="Google Shape;2017;gd0b0ae874f_0_2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gd0b0ae874f_0_2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6" name="Google Shape;2056;gd0b0ae874f_0_2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gd0b0ae874f_0_1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5" name="Google Shape;2115;gd0b0ae874f_0_1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8" name="Google Shape;2128;gd0d8c97979_0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9" name="Google Shape;2129;gd0d8c97979_0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gd0b0ae874f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3" name="Google Shape;2193;gd0b0ae874f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4" name="Google Shape;2204;gd0b0ae874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5" name="Google Shape;2205;gd0b0ae874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gd0b0ae874f_0_20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7" name="Google Shape;2217;gd0b0ae874f_0_20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gd0d8c97979_0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0" name="Google Shape;2230;gd0d8c97979_0_9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gcdb7d39faa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0" name="Google Shape;2270;gcdb7d39faa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gd0d8c97979_0_8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2" name="Google Shape;2282;gd0d8c97979_0_8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d0b0ae874f_0_20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d0b0ae874f_0_20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d0b0ae874f_0_19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d0b0ae874f_0_19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gd0b0ae874f_0_2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7" name="Google Shape;2387;gd0b0ae874f_0_2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733700" y="1086650"/>
            <a:ext cx="5676600" cy="25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733700" y="3536843"/>
            <a:ext cx="5676600" cy="4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12"/>
            <a:ext cx="9144166" cy="5143513"/>
            <a:chOff x="0" y="-12"/>
            <a:chExt cx="9144166" cy="5143513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0" y="-12"/>
              <a:ext cx="2399778" cy="1527000"/>
              <a:chOff x="0" y="-12"/>
              <a:chExt cx="2399778" cy="15270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0" y="-12"/>
                <a:ext cx="2399778" cy="1527000"/>
                <a:chOff x="0" y="-12"/>
                <a:chExt cx="2399778" cy="15270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0" y="-12"/>
                  <a:ext cx="1527000" cy="15270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5" name="Google Shape;15;p2"/>
                <p:cNvGrpSpPr/>
                <p:nvPr/>
              </p:nvGrpSpPr>
              <p:grpSpPr>
                <a:xfrm>
                  <a:off x="654216" y="0"/>
                  <a:ext cx="1745562" cy="872803"/>
                  <a:chOff x="628825" y="0"/>
                  <a:chExt cx="2013800" cy="1006925"/>
                </a:xfrm>
              </p:grpSpPr>
              <p:sp>
                <p:nvSpPr>
                  <p:cNvPr id="16" name="Google Shape;16;p2"/>
                  <p:cNvSpPr/>
                  <p:nvPr/>
                </p:nvSpPr>
                <p:spPr>
                  <a:xfrm>
                    <a:off x="628825" y="0"/>
                    <a:ext cx="2013800" cy="1006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0552" h="40277" extrusionOk="0">
                        <a:moveTo>
                          <a:pt x="0" y="1"/>
                        </a:moveTo>
                        <a:cubicBezTo>
                          <a:pt x="0" y="22240"/>
                          <a:pt x="18037" y="40276"/>
                          <a:pt x="40276" y="40276"/>
                        </a:cubicBezTo>
                        <a:cubicBezTo>
                          <a:pt x="62515" y="40276"/>
                          <a:pt x="80551" y="22240"/>
                          <a:pt x="80551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" name="Google Shape;17;p2"/>
                  <p:cNvSpPr/>
                  <p:nvPr/>
                </p:nvSpPr>
                <p:spPr>
                  <a:xfrm>
                    <a:off x="927975" y="0"/>
                    <a:ext cx="1415500" cy="707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620" h="28311" extrusionOk="0">
                        <a:moveTo>
                          <a:pt x="0" y="1"/>
                        </a:moveTo>
                        <a:cubicBezTo>
                          <a:pt x="0" y="15644"/>
                          <a:pt x="12666" y="28311"/>
                          <a:pt x="28310" y="28311"/>
                        </a:cubicBezTo>
                        <a:cubicBezTo>
                          <a:pt x="43953" y="28311"/>
                          <a:pt x="56619" y="15644"/>
                          <a:pt x="56619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" name="Google Shape;18;p2"/>
                  <p:cNvSpPr/>
                  <p:nvPr/>
                </p:nvSpPr>
                <p:spPr>
                  <a:xfrm>
                    <a:off x="927975" y="0"/>
                    <a:ext cx="1416225" cy="4976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6649" h="19906" extrusionOk="0">
                        <a:moveTo>
                          <a:pt x="0" y="1"/>
                        </a:moveTo>
                        <a:cubicBezTo>
                          <a:pt x="0" y="7443"/>
                          <a:pt x="2919" y="14593"/>
                          <a:pt x="8172" y="19905"/>
                        </a:cubicBezTo>
                        <a:lnTo>
                          <a:pt x="27784" y="555"/>
                        </a:lnTo>
                        <a:lnTo>
                          <a:pt x="48535" y="19818"/>
                        </a:lnTo>
                        <a:cubicBezTo>
                          <a:pt x="53730" y="14535"/>
                          <a:pt x="56649" y="7414"/>
                          <a:pt x="5661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" name="Google Shape;19;p2"/>
                  <p:cNvSpPr/>
                  <p:nvPr/>
                </p:nvSpPr>
                <p:spPr>
                  <a:xfrm>
                    <a:off x="1116200" y="0"/>
                    <a:ext cx="1039025" cy="7077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61" h="28311" extrusionOk="0">
                        <a:moveTo>
                          <a:pt x="19234" y="1"/>
                        </a:moveTo>
                        <a:lnTo>
                          <a:pt x="1" y="19234"/>
                        </a:lnTo>
                        <a:cubicBezTo>
                          <a:pt x="497" y="19759"/>
                          <a:pt x="1022" y="20285"/>
                          <a:pt x="1548" y="20781"/>
                        </a:cubicBezTo>
                        <a:lnTo>
                          <a:pt x="19701" y="2657"/>
                        </a:lnTo>
                        <a:lnTo>
                          <a:pt x="19701" y="28281"/>
                        </a:lnTo>
                        <a:cubicBezTo>
                          <a:pt x="20051" y="28281"/>
                          <a:pt x="20431" y="28311"/>
                          <a:pt x="20781" y="28311"/>
                        </a:cubicBezTo>
                        <a:cubicBezTo>
                          <a:pt x="21160" y="28311"/>
                          <a:pt x="21510" y="28311"/>
                          <a:pt x="21890" y="28281"/>
                        </a:cubicBezTo>
                        <a:lnTo>
                          <a:pt x="21890" y="2657"/>
                        </a:lnTo>
                        <a:lnTo>
                          <a:pt x="40014" y="20781"/>
                        </a:lnTo>
                        <a:cubicBezTo>
                          <a:pt x="40539" y="20285"/>
                          <a:pt x="41064" y="19759"/>
                          <a:pt x="41561" y="19234"/>
                        </a:cubicBezTo>
                        <a:lnTo>
                          <a:pt x="2232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0" name="Google Shape;20;p2"/>
              <p:cNvGrpSpPr/>
              <p:nvPr/>
            </p:nvGrpSpPr>
            <p:grpSpPr>
              <a:xfrm rot="5400000">
                <a:off x="441611" y="696716"/>
                <a:ext cx="388675" cy="967096"/>
                <a:chOff x="878888" y="1884266"/>
                <a:chExt cx="388675" cy="967096"/>
              </a:xfrm>
            </p:grpSpPr>
            <p:sp>
              <p:nvSpPr>
                <p:cNvPr id="21" name="Google Shape;21;p2"/>
                <p:cNvSpPr/>
                <p:nvPr/>
              </p:nvSpPr>
              <p:spPr>
                <a:xfrm rot="5400000">
                  <a:off x="846301" y="1916853"/>
                  <a:ext cx="453850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4" h="15547" extrusionOk="0">
                      <a:moveTo>
                        <a:pt x="10391" y="4397"/>
                      </a:moveTo>
                      <a:cubicBezTo>
                        <a:pt x="12259" y="4397"/>
                        <a:pt x="13776" y="5915"/>
                        <a:pt x="13776" y="7783"/>
                      </a:cubicBezTo>
                      <a:cubicBezTo>
                        <a:pt x="13776" y="9818"/>
                        <a:pt x="12103" y="11171"/>
                        <a:pt x="10362" y="11171"/>
                      </a:cubicBezTo>
                      <a:cubicBezTo>
                        <a:pt x="9531" y="11171"/>
                        <a:pt x="8685" y="10864"/>
                        <a:pt x="7998" y="10176"/>
                      </a:cubicBezTo>
                      <a:cubicBezTo>
                        <a:pt x="5867" y="8045"/>
                        <a:pt x="7355" y="4397"/>
                        <a:pt x="10391" y="4397"/>
                      </a:cubicBezTo>
                      <a:close/>
                      <a:moveTo>
                        <a:pt x="10322" y="0"/>
                      </a:moveTo>
                      <a:cubicBezTo>
                        <a:pt x="8410" y="0"/>
                        <a:pt x="6461" y="710"/>
                        <a:pt x="4875" y="2296"/>
                      </a:cubicBezTo>
                      <a:cubicBezTo>
                        <a:pt x="1" y="7199"/>
                        <a:pt x="3474" y="15546"/>
                        <a:pt x="10391" y="15546"/>
                      </a:cubicBezTo>
                      <a:cubicBezTo>
                        <a:pt x="14681" y="15546"/>
                        <a:pt x="18125" y="12073"/>
                        <a:pt x="18154" y="7783"/>
                      </a:cubicBezTo>
                      <a:cubicBezTo>
                        <a:pt x="18154" y="3103"/>
                        <a:pt x="14321" y="0"/>
                        <a:pt x="10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 rot="5400000">
                  <a:off x="846301" y="2430099"/>
                  <a:ext cx="453850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4" h="15547" extrusionOk="0">
                      <a:moveTo>
                        <a:pt x="10391" y="4397"/>
                      </a:moveTo>
                      <a:lnTo>
                        <a:pt x="10391" y="4426"/>
                      </a:lnTo>
                      <a:cubicBezTo>
                        <a:pt x="12259" y="4426"/>
                        <a:pt x="13747" y="5915"/>
                        <a:pt x="13776" y="7783"/>
                      </a:cubicBezTo>
                      <a:cubicBezTo>
                        <a:pt x="13776" y="9833"/>
                        <a:pt x="12112" y="11178"/>
                        <a:pt x="10374" y="11178"/>
                      </a:cubicBezTo>
                      <a:cubicBezTo>
                        <a:pt x="9540" y="11178"/>
                        <a:pt x="8689" y="10867"/>
                        <a:pt x="7998" y="10176"/>
                      </a:cubicBezTo>
                      <a:cubicBezTo>
                        <a:pt x="5838" y="8045"/>
                        <a:pt x="7355" y="4397"/>
                        <a:pt x="10391" y="4397"/>
                      </a:cubicBezTo>
                      <a:close/>
                      <a:moveTo>
                        <a:pt x="10322" y="0"/>
                      </a:moveTo>
                      <a:cubicBezTo>
                        <a:pt x="8410" y="0"/>
                        <a:pt x="6461" y="710"/>
                        <a:pt x="4875" y="2296"/>
                      </a:cubicBezTo>
                      <a:cubicBezTo>
                        <a:pt x="1" y="7199"/>
                        <a:pt x="3474" y="15546"/>
                        <a:pt x="10391" y="15546"/>
                      </a:cubicBezTo>
                      <a:cubicBezTo>
                        <a:pt x="14681" y="15546"/>
                        <a:pt x="18125" y="12073"/>
                        <a:pt x="18154" y="7783"/>
                      </a:cubicBezTo>
                      <a:cubicBezTo>
                        <a:pt x="18154" y="3103"/>
                        <a:pt x="14321" y="0"/>
                        <a:pt x="1032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" name="Google Shape;23;p2"/>
            <p:cNvGrpSpPr/>
            <p:nvPr/>
          </p:nvGrpSpPr>
          <p:grpSpPr>
            <a:xfrm>
              <a:off x="0" y="3616392"/>
              <a:ext cx="1527108" cy="1527108"/>
              <a:chOff x="380375" y="3567425"/>
              <a:chExt cx="1387775" cy="138777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380375" y="3567425"/>
                <a:ext cx="1387775" cy="1387775"/>
              </a:xfrm>
              <a:custGeom>
                <a:avLst/>
                <a:gdLst/>
                <a:ahLst/>
                <a:cxnLst/>
                <a:rect l="l" t="t" r="r" b="b"/>
                <a:pathLst>
                  <a:path w="55511" h="55511" extrusionOk="0">
                    <a:moveTo>
                      <a:pt x="0" y="0"/>
                    </a:moveTo>
                    <a:lnTo>
                      <a:pt x="0" y="55511"/>
                    </a:lnTo>
                    <a:lnTo>
                      <a:pt x="55510" y="55511"/>
                    </a:lnTo>
                    <a:lnTo>
                      <a:pt x="5551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380375" y="3682100"/>
                <a:ext cx="1387775" cy="1128825"/>
                <a:chOff x="380375" y="3682100"/>
                <a:chExt cx="1387775" cy="1128825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380375" y="3682100"/>
                  <a:ext cx="1387775" cy="15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1" extrusionOk="0">
                      <a:moveTo>
                        <a:pt x="904" y="0"/>
                      </a:moveTo>
                      <a:cubicBezTo>
                        <a:pt x="603" y="0"/>
                        <a:pt x="300" y="37"/>
                        <a:pt x="0" y="112"/>
                      </a:cubicBezTo>
                      <a:lnTo>
                        <a:pt x="0" y="2038"/>
                      </a:lnTo>
                      <a:cubicBezTo>
                        <a:pt x="280" y="1898"/>
                        <a:pt x="583" y="1830"/>
                        <a:pt x="884" y="1830"/>
                      </a:cubicBezTo>
                      <a:cubicBezTo>
                        <a:pt x="1400" y="1830"/>
                        <a:pt x="1908" y="2031"/>
                        <a:pt x="2276" y="2418"/>
                      </a:cubicBezTo>
                      <a:lnTo>
                        <a:pt x="4932" y="5044"/>
                      </a:lnTo>
                      <a:cubicBezTo>
                        <a:pt x="5662" y="5774"/>
                        <a:pt x="6632" y="6139"/>
                        <a:pt x="7606" y="6139"/>
                      </a:cubicBezTo>
                      <a:cubicBezTo>
                        <a:pt x="8580" y="6139"/>
                        <a:pt x="9558" y="5774"/>
                        <a:pt x="10302" y="5044"/>
                      </a:cubicBezTo>
                      <a:lnTo>
                        <a:pt x="12929" y="2418"/>
                      </a:lnTo>
                      <a:cubicBezTo>
                        <a:pt x="13308" y="2024"/>
                        <a:pt x="13812" y="1827"/>
                        <a:pt x="14319" y="1827"/>
                      </a:cubicBezTo>
                      <a:cubicBezTo>
                        <a:pt x="14826" y="1827"/>
                        <a:pt x="15337" y="2024"/>
                        <a:pt x="15731" y="2418"/>
                      </a:cubicBezTo>
                      <a:lnTo>
                        <a:pt x="18357" y="5044"/>
                      </a:lnTo>
                      <a:cubicBezTo>
                        <a:pt x="19102" y="5789"/>
                        <a:pt x="20072" y="6161"/>
                        <a:pt x="21043" y="6161"/>
                      </a:cubicBezTo>
                      <a:cubicBezTo>
                        <a:pt x="22013" y="6161"/>
                        <a:pt x="22983" y="5789"/>
                        <a:pt x="23728" y="5044"/>
                      </a:cubicBezTo>
                      <a:lnTo>
                        <a:pt x="26354" y="2418"/>
                      </a:lnTo>
                      <a:cubicBezTo>
                        <a:pt x="26734" y="2024"/>
                        <a:pt x="27237" y="1827"/>
                        <a:pt x="27744" y="1827"/>
                      </a:cubicBezTo>
                      <a:cubicBezTo>
                        <a:pt x="28251" y="1827"/>
                        <a:pt x="28762" y="2024"/>
                        <a:pt x="29156" y="2418"/>
                      </a:cubicBezTo>
                      <a:lnTo>
                        <a:pt x="31783" y="5044"/>
                      </a:lnTo>
                      <a:cubicBezTo>
                        <a:pt x="32527" y="5774"/>
                        <a:pt x="33497" y="6139"/>
                        <a:pt x="34468" y="6139"/>
                      </a:cubicBezTo>
                      <a:cubicBezTo>
                        <a:pt x="35438" y="6139"/>
                        <a:pt x="36409" y="5774"/>
                        <a:pt x="37153" y="5044"/>
                      </a:cubicBezTo>
                      <a:lnTo>
                        <a:pt x="39779" y="2418"/>
                      </a:lnTo>
                      <a:cubicBezTo>
                        <a:pt x="40173" y="2024"/>
                        <a:pt x="40684" y="1827"/>
                        <a:pt x="41191" y="1827"/>
                      </a:cubicBezTo>
                      <a:cubicBezTo>
                        <a:pt x="41698" y="1827"/>
                        <a:pt x="42202" y="2024"/>
                        <a:pt x="42581" y="2418"/>
                      </a:cubicBezTo>
                      <a:lnTo>
                        <a:pt x="45208" y="5044"/>
                      </a:lnTo>
                      <a:cubicBezTo>
                        <a:pt x="45952" y="5789"/>
                        <a:pt x="46930" y="6161"/>
                        <a:pt x="47904" y="6161"/>
                      </a:cubicBezTo>
                      <a:cubicBezTo>
                        <a:pt x="48878" y="6161"/>
                        <a:pt x="49848" y="5789"/>
                        <a:pt x="50578" y="5044"/>
                      </a:cubicBezTo>
                      <a:lnTo>
                        <a:pt x="53234" y="2418"/>
                      </a:lnTo>
                      <a:cubicBezTo>
                        <a:pt x="53584" y="2038"/>
                        <a:pt x="54080" y="1834"/>
                        <a:pt x="54606" y="1834"/>
                      </a:cubicBezTo>
                      <a:cubicBezTo>
                        <a:pt x="54927" y="1834"/>
                        <a:pt x="55218" y="1892"/>
                        <a:pt x="55510" y="2038"/>
                      </a:cubicBezTo>
                      <a:lnTo>
                        <a:pt x="55510" y="112"/>
                      </a:lnTo>
                      <a:cubicBezTo>
                        <a:pt x="55210" y="37"/>
                        <a:pt x="54905" y="0"/>
                        <a:pt x="54603" y="0"/>
                      </a:cubicBezTo>
                      <a:cubicBezTo>
                        <a:pt x="53610" y="0"/>
                        <a:pt x="52643" y="396"/>
                        <a:pt x="51950" y="1134"/>
                      </a:cubicBezTo>
                      <a:lnTo>
                        <a:pt x="49294" y="3760"/>
                      </a:lnTo>
                      <a:cubicBezTo>
                        <a:pt x="48914" y="4140"/>
                        <a:pt x="48411" y="4329"/>
                        <a:pt x="47904" y="4329"/>
                      </a:cubicBezTo>
                      <a:cubicBezTo>
                        <a:pt x="47397" y="4329"/>
                        <a:pt x="46886" y="4140"/>
                        <a:pt x="46492" y="3760"/>
                      </a:cubicBezTo>
                      <a:lnTo>
                        <a:pt x="43865" y="1134"/>
                      </a:lnTo>
                      <a:cubicBezTo>
                        <a:pt x="43121" y="389"/>
                        <a:pt x="42151" y="17"/>
                        <a:pt x="41180" y="17"/>
                      </a:cubicBezTo>
                      <a:cubicBezTo>
                        <a:pt x="40210" y="17"/>
                        <a:pt x="39239" y="389"/>
                        <a:pt x="38495" y="1134"/>
                      </a:cubicBezTo>
                      <a:lnTo>
                        <a:pt x="35869" y="3760"/>
                      </a:lnTo>
                      <a:cubicBezTo>
                        <a:pt x="35489" y="4140"/>
                        <a:pt x="34986" y="4329"/>
                        <a:pt x="34479" y="4329"/>
                      </a:cubicBezTo>
                      <a:cubicBezTo>
                        <a:pt x="33972" y="4329"/>
                        <a:pt x="33461" y="4140"/>
                        <a:pt x="33067" y="3760"/>
                      </a:cubicBezTo>
                      <a:lnTo>
                        <a:pt x="30440" y="1134"/>
                      </a:lnTo>
                      <a:cubicBezTo>
                        <a:pt x="29696" y="389"/>
                        <a:pt x="28726" y="17"/>
                        <a:pt x="27755" y="17"/>
                      </a:cubicBezTo>
                      <a:cubicBezTo>
                        <a:pt x="26785" y="17"/>
                        <a:pt x="25814" y="389"/>
                        <a:pt x="25070" y="1134"/>
                      </a:cubicBezTo>
                      <a:lnTo>
                        <a:pt x="22443" y="3760"/>
                      </a:lnTo>
                      <a:cubicBezTo>
                        <a:pt x="22049" y="4140"/>
                        <a:pt x="21539" y="4329"/>
                        <a:pt x="21032" y="4329"/>
                      </a:cubicBezTo>
                      <a:cubicBezTo>
                        <a:pt x="20524" y="4329"/>
                        <a:pt x="20021" y="4140"/>
                        <a:pt x="19642" y="3760"/>
                      </a:cubicBezTo>
                      <a:lnTo>
                        <a:pt x="17015" y="1134"/>
                      </a:lnTo>
                      <a:cubicBezTo>
                        <a:pt x="16271" y="389"/>
                        <a:pt x="15293" y="17"/>
                        <a:pt x="14319" y="17"/>
                      </a:cubicBezTo>
                      <a:cubicBezTo>
                        <a:pt x="13345" y="17"/>
                        <a:pt x="12375" y="389"/>
                        <a:pt x="11645" y="1134"/>
                      </a:cubicBezTo>
                      <a:lnTo>
                        <a:pt x="9018" y="3760"/>
                      </a:lnTo>
                      <a:cubicBezTo>
                        <a:pt x="8624" y="4140"/>
                        <a:pt x="8113" y="4329"/>
                        <a:pt x="7606" y="4329"/>
                      </a:cubicBezTo>
                      <a:cubicBezTo>
                        <a:pt x="7099" y="4329"/>
                        <a:pt x="6596" y="4140"/>
                        <a:pt x="6216" y="3760"/>
                      </a:cubicBezTo>
                      <a:lnTo>
                        <a:pt x="3561" y="1134"/>
                      </a:lnTo>
                      <a:cubicBezTo>
                        <a:pt x="2845" y="396"/>
                        <a:pt x="1889" y="0"/>
                        <a:pt x="90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380375" y="4656575"/>
                  <a:ext cx="1387775" cy="15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74" extrusionOk="0">
                      <a:moveTo>
                        <a:pt x="27755" y="1"/>
                      </a:moveTo>
                      <a:cubicBezTo>
                        <a:pt x="26785" y="1"/>
                        <a:pt x="25814" y="373"/>
                        <a:pt x="25070" y="1117"/>
                      </a:cubicBezTo>
                      <a:lnTo>
                        <a:pt x="22443" y="3744"/>
                      </a:lnTo>
                      <a:cubicBezTo>
                        <a:pt x="22049" y="4138"/>
                        <a:pt x="21539" y="4335"/>
                        <a:pt x="21032" y="4335"/>
                      </a:cubicBezTo>
                      <a:cubicBezTo>
                        <a:pt x="20524" y="4335"/>
                        <a:pt x="20021" y="4138"/>
                        <a:pt x="19642" y="3744"/>
                      </a:cubicBezTo>
                      <a:lnTo>
                        <a:pt x="17015" y="1117"/>
                      </a:lnTo>
                      <a:cubicBezTo>
                        <a:pt x="16271" y="387"/>
                        <a:pt x="15300" y="22"/>
                        <a:pt x="14330" y="22"/>
                      </a:cubicBezTo>
                      <a:cubicBezTo>
                        <a:pt x="13360" y="22"/>
                        <a:pt x="12389" y="387"/>
                        <a:pt x="11645" y="1117"/>
                      </a:cubicBezTo>
                      <a:lnTo>
                        <a:pt x="9018" y="3744"/>
                      </a:lnTo>
                      <a:cubicBezTo>
                        <a:pt x="8624" y="4138"/>
                        <a:pt x="8113" y="4335"/>
                        <a:pt x="7606" y="4335"/>
                      </a:cubicBezTo>
                      <a:cubicBezTo>
                        <a:pt x="7099" y="4335"/>
                        <a:pt x="6596" y="4138"/>
                        <a:pt x="6216" y="3744"/>
                      </a:cubicBezTo>
                      <a:lnTo>
                        <a:pt x="3561" y="1117"/>
                      </a:lnTo>
                      <a:cubicBezTo>
                        <a:pt x="2841" y="397"/>
                        <a:pt x="1879" y="24"/>
                        <a:pt x="888" y="24"/>
                      </a:cubicBezTo>
                      <a:cubicBezTo>
                        <a:pt x="593" y="24"/>
                        <a:pt x="295" y="58"/>
                        <a:pt x="0" y="125"/>
                      </a:cubicBezTo>
                      <a:lnTo>
                        <a:pt x="0" y="2051"/>
                      </a:lnTo>
                      <a:cubicBezTo>
                        <a:pt x="263" y="1905"/>
                        <a:pt x="584" y="1846"/>
                        <a:pt x="876" y="1846"/>
                      </a:cubicBezTo>
                      <a:cubicBezTo>
                        <a:pt x="1401" y="1846"/>
                        <a:pt x="1926" y="2051"/>
                        <a:pt x="2276" y="2430"/>
                      </a:cubicBezTo>
                      <a:lnTo>
                        <a:pt x="4932" y="5057"/>
                      </a:lnTo>
                      <a:cubicBezTo>
                        <a:pt x="5662" y="5801"/>
                        <a:pt x="6632" y="6173"/>
                        <a:pt x="7606" y="6173"/>
                      </a:cubicBezTo>
                      <a:cubicBezTo>
                        <a:pt x="8580" y="6173"/>
                        <a:pt x="9558" y="5801"/>
                        <a:pt x="10302" y="5057"/>
                      </a:cubicBezTo>
                      <a:lnTo>
                        <a:pt x="12929" y="2430"/>
                      </a:lnTo>
                      <a:cubicBezTo>
                        <a:pt x="13308" y="2036"/>
                        <a:pt x="13812" y="1839"/>
                        <a:pt x="14319" y="1839"/>
                      </a:cubicBezTo>
                      <a:cubicBezTo>
                        <a:pt x="14826" y="1839"/>
                        <a:pt x="15337" y="2036"/>
                        <a:pt x="15731" y="2430"/>
                      </a:cubicBezTo>
                      <a:lnTo>
                        <a:pt x="18357" y="5057"/>
                      </a:lnTo>
                      <a:cubicBezTo>
                        <a:pt x="19102" y="5801"/>
                        <a:pt x="20072" y="6173"/>
                        <a:pt x="21043" y="6173"/>
                      </a:cubicBezTo>
                      <a:cubicBezTo>
                        <a:pt x="22013" y="6173"/>
                        <a:pt x="22983" y="5801"/>
                        <a:pt x="23728" y="5057"/>
                      </a:cubicBezTo>
                      <a:lnTo>
                        <a:pt x="26354" y="2430"/>
                      </a:lnTo>
                      <a:cubicBezTo>
                        <a:pt x="26748" y="2036"/>
                        <a:pt x="27252" y="1839"/>
                        <a:pt x="27755" y="1839"/>
                      </a:cubicBezTo>
                      <a:cubicBezTo>
                        <a:pt x="28259" y="1839"/>
                        <a:pt x="28762" y="2036"/>
                        <a:pt x="29156" y="2430"/>
                      </a:cubicBezTo>
                      <a:lnTo>
                        <a:pt x="31783" y="5057"/>
                      </a:lnTo>
                      <a:cubicBezTo>
                        <a:pt x="32527" y="5801"/>
                        <a:pt x="33497" y="6173"/>
                        <a:pt x="34468" y="6173"/>
                      </a:cubicBezTo>
                      <a:cubicBezTo>
                        <a:pt x="35438" y="6173"/>
                        <a:pt x="36409" y="5801"/>
                        <a:pt x="37153" y="5057"/>
                      </a:cubicBezTo>
                      <a:lnTo>
                        <a:pt x="39779" y="2430"/>
                      </a:lnTo>
                      <a:cubicBezTo>
                        <a:pt x="40173" y="2036"/>
                        <a:pt x="40684" y="1839"/>
                        <a:pt x="41191" y="1839"/>
                      </a:cubicBezTo>
                      <a:cubicBezTo>
                        <a:pt x="41698" y="1839"/>
                        <a:pt x="42202" y="2036"/>
                        <a:pt x="42581" y="2430"/>
                      </a:cubicBezTo>
                      <a:lnTo>
                        <a:pt x="45208" y="5057"/>
                      </a:lnTo>
                      <a:cubicBezTo>
                        <a:pt x="45952" y="5801"/>
                        <a:pt x="46930" y="6173"/>
                        <a:pt x="47904" y="6173"/>
                      </a:cubicBezTo>
                      <a:cubicBezTo>
                        <a:pt x="48878" y="6173"/>
                        <a:pt x="49848" y="5801"/>
                        <a:pt x="50578" y="5057"/>
                      </a:cubicBezTo>
                      <a:lnTo>
                        <a:pt x="53234" y="2430"/>
                      </a:lnTo>
                      <a:cubicBezTo>
                        <a:pt x="53602" y="2043"/>
                        <a:pt x="54110" y="1842"/>
                        <a:pt x="54626" y="1842"/>
                      </a:cubicBezTo>
                      <a:cubicBezTo>
                        <a:pt x="54927" y="1842"/>
                        <a:pt x="55230" y="1911"/>
                        <a:pt x="55510" y="2051"/>
                      </a:cubicBezTo>
                      <a:lnTo>
                        <a:pt x="55510" y="125"/>
                      </a:lnTo>
                      <a:cubicBezTo>
                        <a:pt x="55218" y="66"/>
                        <a:pt x="54927" y="37"/>
                        <a:pt x="54606" y="37"/>
                      </a:cubicBezTo>
                      <a:cubicBezTo>
                        <a:pt x="54572" y="36"/>
                        <a:pt x="54539" y="36"/>
                        <a:pt x="54506" y="36"/>
                      </a:cubicBezTo>
                      <a:cubicBezTo>
                        <a:pt x="53549" y="36"/>
                        <a:pt x="52626" y="440"/>
                        <a:pt x="51920" y="1117"/>
                      </a:cubicBezTo>
                      <a:lnTo>
                        <a:pt x="49294" y="3744"/>
                      </a:lnTo>
                      <a:cubicBezTo>
                        <a:pt x="48914" y="4138"/>
                        <a:pt x="48411" y="4335"/>
                        <a:pt x="47904" y="4335"/>
                      </a:cubicBezTo>
                      <a:cubicBezTo>
                        <a:pt x="47397" y="4335"/>
                        <a:pt x="46886" y="4138"/>
                        <a:pt x="46492" y="3744"/>
                      </a:cubicBezTo>
                      <a:lnTo>
                        <a:pt x="43865" y="1117"/>
                      </a:lnTo>
                      <a:cubicBezTo>
                        <a:pt x="43121" y="373"/>
                        <a:pt x="42151" y="1"/>
                        <a:pt x="41180" y="1"/>
                      </a:cubicBezTo>
                      <a:cubicBezTo>
                        <a:pt x="40210" y="1"/>
                        <a:pt x="39239" y="373"/>
                        <a:pt x="38495" y="1117"/>
                      </a:cubicBezTo>
                      <a:lnTo>
                        <a:pt x="35869" y="3744"/>
                      </a:lnTo>
                      <a:cubicBezTo>
                        <a:pt x="35489" y="4138"/>
                        <a:pt x="34986" y="4335"/>
                        <a:pt x="34479" y="4335"/>
                      </a:cubicBezTo>
                      <a:cubicBezTo>
                        <a:pt x="33972" y="4335"/>
                        <a:pt x="33461" y="4138"/>
                        <a:pt x="33067" y="3744"/>
                      </a:cubicBezTo>
                      <a:lnTo>
                        <a:pt x="30440" y="1117"/>
                      </a:lnTo>
                      <a:cubicBezTo>
                        <a:pt x="29696" y="373"/>
                        <a:pt x="28726" y="1"/>
                        <a:pt x="2775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380375" y="4169875"/>
                  <a:ext cx="1387775" cy="1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46" extrusionOk="0">
                      <a:moveTo>
                        <a:pt x="857" y="0"/>
                      </a:moveTo>
                      <a:cubicBezTo>
                        <a:pt x="572" y="0"/>
                        <a:pt x="285" y="32"/>
                        <a:pt x="0" y="97"/>
                      </a:cubicBezTo>
                      <a:lnTo>
                        <a:pt x="0" y="2023"/>
                      </a:lnTo>
                      <a:cubicBezTo>
                        <a:pt x="280" y="1883"/>
                        <a:pt x="583" y="1815"/>
                        <a:pt x="884" y="1815"/>
                      </a:cubicBezTo>
                      <a:cubicBezTo>
                        <a:pt x="1400" y="1815"/>
                        <a:pt x="1908" y="2015"/>
                        <a:pt x="2276" y="2402"/>
                      </a:cubicBezTo>
                      <a:lnTo>
                        <a:pt x="4932" y="5029"/>
                      </a:lnTo>
                      <a:cubicBezTo>
                        <a:pt x="5662" y="5773"/>
                        <a:pt x="6632" y="6145"/>
                        <a:pt x="7606" y="6145"/>
                      </a:cubicBezTo>
                      <a:cubicBezTo>
                        <a:pt x="8580" y="6145"/>
                        <a:pt x="9558" y="5773"/>
                        <a:pt x="10302" y="5029"/>
                      </a:cubicBezTo>
                      <a:lnTo>
                        <a:pt x="12929" y="2402"/>
                      </a:lnTo>
                      <a:cubicBezTo>
                        <a:pt x="13308" y="2008"/>
                        <a:pt x="13812" y="1811"/>
                        <a:pt x="14319" y="1811"/>
                      </a:cubicBezTo>
                      <a:cubicBezTo>
                        <a:pt x="14826" y="1811"/>
                        <a:pt x="15337" y="2008"/>
                        <a:pt x="15731" y="2402"/>
                      </a:cubicBezTo>
                      <a:lnTo>
                        <a:pt x="18357" y="5029"/>
                      </a:lnTo>
                      <a:cubicBezTo>
                        <a:pt x="19102" y="5773"/>
                        <a:pt x="20072" y="6145"/>
                        <a:pt x="21043" y="6145"/>
                      </a:cubicBezTo>
                      <a:cubicBezTo>
                        <a:pt x="22013" y="6145"/>
                        <a:pt x="22983" y="5773"/>
                        <a:pt x="23728" y="5029"/>
                      </a:cubicBezTo>
                      <a:lnTo>
                        <a:pt x="26354" y="2402"/>
                      </a:lnTo>
                      <a:cubicBezTo>
                        <a:pt x="26734" y="2008"/>
                        <a:pt x="27237" y="1811"/>
                        <a:pt x="27744" y="1811"/>
                      </a:cubicBezTo>
                      <a:cubicBezTo>
                        <a:pt x="28251" y="1811"/>
                        <a:pt x="28762" y="2008"/>
                        <a:pt x="29156" y="2402"/>
                      </a:cubicBezTo>
                      <a:lnTo>
                        <a:pt x="31783" y="5029"/>
                      </a:lnTo>
                      <a:cubicBezTo>
                        <a:pt x="32527" y="5773"/>
                        <a:pt x="33497" y="6145"/>
                        <a:pt x="34468" y="6145"/>
                      </a:cubicBezTo>
                      <a:cubicBezTo>
                        <a:pt x="35438" y="6145"/>
                        <a:pt x="36409" y="5773"/>
                        <a:pt x="37153" y="5029"/>
                      </a:cubicBezTo>
                      <a:lnTo>
                        <a:pt x="39779" y="2402"/>
                      </a:lnTo>
                      <a:cubicBezTo>
                        <a:pt x="40173" y="2008"/>
                        <a:pt x="40684" y="1811"/>
                        <a:pt x="41191" y="1811"/>
                      </a:cubicBezTo>
                      <a:cubicBezTo>
                        <a:pt x="41698" y="1811"/>
                        <a:pt x="42202" y="2008"/>
                        <a:pt x="42581" y="2402"/>
                      </a:cubicBezTo>
                      <a:lnTo>
                        <a:pt x="45208" y="5029"/>
                      </a:lnTo>
                      <a:cubicBezTo>
                        <a:pt x="45952" y="5773"/>
                        <a:pt x="46930" y="6145"/>
                        <a:pt x="47904" y="6145"/>
                      </a:cubicBezTo>
                      <a:cubicBezTo>
                        <a:pt x="48878" y="6145"/>
                        <a:pt x="49848" y="5773"/>
                        <a:pt x="50578" y="5029"/>
                      </a:cubicBezTo>
                      <a:lnTo>
                        <a:pt x="53234" y="2402"/>
                      </a:lnTo>
                      <a:cubicBezTo>
                        <a:pt x="53584" y="2023"/>
                        <a:pt x="54080" y="1819"/>
                        <a:pt x="54606" y="1819"/>
                      </a:cubicBezTo>
                      <a:cubicBezTo>
                        <a:pt x="54927" y="1819"/>
                        <a:pt x="55218" y="1877"/>
                        <a:pt x="55510" y="2023"/>
                      </a:cubicBezTo>
                      <a:lnTo>
                        <a:pt x="55510" y="97"/>
                      </a:lnTo>
                      <a:cubicBezTo>
                        <a:pt x="55218" y="38"/>
                        <a:pt x="54927" y="9"/>
                        <a:pt x="54606" y="9"/>
                      </a:cubicBezTo>
                      <a:cubicBezTo>
                        <a:pt x="54572" y="8"/>
                        <a:pt x="54539" y="8"/>
                        <a:pt x="54506" y="8"/>
                      </a:cubicBezTo>
                      <a:cubicBezTo>
                        <a:pt x="53549" y="8"/>
                        <a:pt x="52627" y="413"/>
                        <a:pt x="51950" y="1118"/>
                      </a:cubicBezTo>
                      <a:lnTo>
                        <a:pt x="49294" y="3745"/>
                      </a:lnTo>
                      <a:cubicBezTo>
                        <a:pt x="48914" y="4124"/>
                        <a:pt x="48411" y="4314"/>
                        <a:pt x="47904" y="4314"/>
                      </a:cubicBezTo>
                      <a:cubicBezTo>
                        <a:pt x="47397" y="4314"/>
                        <a:pt x="46886" y="4124"/>
                        <a:pt x="46492" y="3745"/>
                      </a:cubicBezTo>
                      <a:lnTo>
                        <a:pt x="43865" y="1118"/>
                      </a:lnTo>
                      <a:cubicBezTo>
                        <a:pt x="43121" y="374"/>
                        <a:pt x="42151" y="2"/>
                        <a:pt x="41180" y="2"/>
                      </a:cubicBezTo>
                      <a:cubicBezTo>
                        <a:pt x="40210" y="2"/>
                        <a:pt x="39239" y="374"/>
                        <a:pt x="38495" y="1118"/>
                      </a:cubicBezTo>
                      <a:lnTo>
                        <a:pt x="35869" y="3745"/>
                      </a:lnTo>
                      <a:cubicBezTo>
                        <a:pt x="35489" y="4124"/>
                        <a:pt x="34986" y="4314"/>
                        <a:pt x="34479" y="4314"/>
                      </a:cubicBezTo>
                      <a:cubicBezTo>
                        <a:pt x="33972" y="4314"/>
                        <a:pt x="33461" y="4124"/>
                        <a:pt x="33067" y="3745"/>
                      </a:cubicBezTo>
                      <a:lnTo>
                        <a:pt x="30440" y="1118"/>
                      </a:lnTo>
                      <a:cubicBezTo>
                        <a:pt x="29696" y="374"/>
                        <a:pt x="28726" y="2"/>
                        <a:pt x="27755" y="2"/>
                      </a:cubicBezTo>
                      <a:cubicBezTo>
                        <a:pt x="26785" y="2"/>
                        <a:pt x="25814" y="374"/>
                        <a:pt x="25070" y="1118"/>
                      </a:cubicBezTo>
                      <a:lnTo>
                        <a:pt x="22443" y="3745"/>
                      </a:lnTo>
                      <a:cubicBezTo>
                        <a:pt x="22049" y="4124"/>
                        <a:pt x="21539" y="4314"/>
                        <a:pt x="21032" y="4314"/>
                      </a:cubicBezTo>
                      <a:cubicBezTo>
                        <a:pt x="20524" y="4314"/>
                        <a:pt x="20021" y="4124"/>
                        <a:pt x="19642" y="3745"/>
                      </a:cubicBezTo>
                      <a:lnTo>
                        <a:pt x="17015" y="1118"/>
                      </a:lnTo>
                      <a:cubicBezTo>
                        <a:pt x="16271" y="374"/>
                        <a:pt x="15293" y="2"/>
                        <a:pt x="14319" y="2"/>
                      </a:cubicBezTo>
                      <a:cubicBezTo>
                        <a:pt x="13345" y="2"/>
                        <a:pt x="12375" y="374"/>
                        <a:pt x="11645" y="1118"/>
                      </a:cubicBezTo>
                      <a:lnTo>
                        <a:pt x="9018" y="3745"/>
                      </a:lnTo>
                      <a:cubicBezTo>
                        <a:pt x="8624" y="4124"/>
                        <a:pt x="8113" y="4314"/>
                        <a:pt x="7606" y="4314"/>
                      </a:cubicBezTo>
                      <a:cubicBezTo>
                        <a:pt x="7099" y="4314"/>
                        <a:pt x="6596" y="4124"/>
                        <a:pt x="6216" y="3745"/>
                      </a:cubicBezTo>
                      <a:lnTo>
                        <a:pt x="3561" y="1118"/>
                      </a:lnTo>
                      <a:cubicBezTo>
                        <a:pt x="2834" y="391"/>
                        <a:pt x="1859" y="0"/>
                        <a:pt x="857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380375" y="3925675"/>
                  <a:ext cx="1387775" cy="1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6" extrusionOk="0">
                      <a:moveTo>
                        <a:pt x="54606" y="0"/>
                      </a:moveTo>
                      <a:cubicBezTo>
                        <a:pt x="53613" y="0"/>
                        <a:pt x="52650" y="409"/>
                        <a:pt x="51950" y="1138"/>
                      </a:cubicBezTo>
                      <a:lnTo>
                        <a:pt x="49294" y="3765"/>
                      </a:lnTo>
                      <a:cubicBezTo>
                        <a:pt x="48914" y="4144"/>
                        <a:pt x="48411" y="4334"/>
                        <a:pt x="47904" y="4334"/>
                      </a:cubicBezTo>
                      <a:cubicBezTo>
                        <a:pt x="47397" y="4334"/>
                        <a:pt x="46886" y="4144"/>
                        <a:pt x="46492" y="3765"/>
                      </a:cubicBezTo>
                      <a:lnTo>
                        <a:pt x="43865" y="1138"/>
                      </a:lnTo>
                      <a:cubicBezTo>
                        <a:pt x="43121" y="394"/>
                        <a:pt x="42151" y="22"/>
                        <a:pt x="41180" y="22"/>
                      </a:cubicBezTo>
                      <a:cubicBezTo>
                        <a:pt x="40210" y="22"/>
                        <a:pt x="39239" y="394"/>
                        <a:pt x="38495" y="1138"/>
                      </a:cubicBezTo>
                      <a:lnTo>
                        <a:pt x="35869" y="3765"/>
                      </a:lnTo>
                      <a:cubicBezTo>
                        <a:pt x="35489" y="4144"/>
                        <a:pt x="34986" y="4334"/>
                        <a:pt x="34479" y="4334"/>
                      </a:cubicBezTo>
                      <a:cubicBezTo>
                        <a:pt x="33972" y="4334"/>
                        <a:pt x="33461" y="4144"/>
                        <a:pt x="33067" y="3765"/>
                      </a:cubicBezTo>
                      <a:lnTo>
                        <a:pt x="30440" y="1138"/>
                      </a:lnTo>
                      <a:cubicBezTo>
                        <a:pt x="29696" y="394"/>
                        <a:pt x="28726" y="22"/>
                        <a:pt x="27755" y="22"/>
                      </a:cubicBezTo>
                      <a:cubicBezTo>
                        <a:pt x="26785" y="22"/>
                        <a:pt x="25814" y="394"/>
                        <a:pt x="25070" y="1138"/>
                      </a:cubicBezTo>
                      <a:lnTo>
                        <a:pt x="22443" y="3765"/>
                      </a:lnTo>
                      <a:cubicBezTo>
                        <a:pt x="22049" y="4144"/>
                        <a:pt x="21539" y="4334"/>
                        <a:pt x="21032" y="4334"/>
                      </a:cubicBezTo>
                      <a:cubicBezTo>
                        <a:pt x="20524" y="4334"/>
                        <a:pt x="20021" y="4144"/>
                        <a:pt x="19642" y="3765"/>
                      </a:cubicBezTo>
                      <a:lnTo>
                        <a:pt x="17015" y="1138"/>
                      </a:lnTo>
                      <a:cubicBezTo>
                        <a:pt x="16271" y="394"/>
                        <a:pt x="15293" y="22"/>
                        <a:pt x="14319" y="22"/>
                      </a:cubicBezTo>
                      <a:cubicBezTo>
                        <a:pt x="13345" y="22"/>
                        <a:pt x="12375" y="394"/>
                        <a:pt x="11645" y="1138"/>
                      </a:cubicBezTo>
                      <a:lnTo>
                        <a:pt x="9018" y="3765"/>
                      </a:lnTo>
                      <a:cubicBezTo>
                        <a:pt x="8624" y="4144"/>
                        <a:pt x="8113" y="4334"/>
                        <a:pt x="7606" y="4334"/>
                      </a:cubicBezTo>
                      <a:cubicBezTo>
                        <a:pt x="7099" y="4334"/>
                        <a:pt x="6596" y="4144"/>
                        <a:pt x="6216" y="3765"/>
                      </a:cubicBezTo>
                      <a:lnTo>
                        <a:pt x="3561" y="1138"/>
                      </a:lnTo>
                      <a:cubicBezTo>
                        <a:pt x="2834" y="412"/>
                        <a:pt x="1859" y="21"/>
                        <a:pt x="857" y="21"/>
                      </a:cubicBezTo>
                      <a:cubicBezTo>
                        <a:pt x="572" y="21"/>
                        <a:pt x="285" y="52"/>
                        <a:pt x="0" y="117"/>
                      </a:cubicBezTo>
                      <a:lnTo>
                        <a:pt x="0" y="2043"/>
                      </a:lnTo>
                      <a:cubicBezTo>
                        <a:pt x="263" y="1897"/>
                        <a:pt x="584" y="1839"/>
                        <a:pt x="876" y="1839"/>
                      </a:cubicBezTo>
                      <a:cubicBezTo>
                        <a:pt x="1401" y="1839"/>
                        <a:pt x="1926" y="2043"/>
                        <a:pt x="2276" y="2393"/>
                      </a:cubicBezTo>
                      <a:lnTo>
                        <a:pt x="4932" y="5049"/>
                      </a:lnTo>
                      <a:cubicBezTo>
                        <a:pt x="5662" y="5779"/>
                        <a:pt x="6632" y="6144"/>
                        <a:pt x="7606" y="6144"/>
                      </a:cubicBezTo>
                      <a:cubicBezTo>
                        <a:pt x="8580" y="6144"/>
                        <a:pt x="9558" y="5779"/>
                        <a:pt x="10302" y="5049"/>
                      </a:cubicBezTo>
                      <a:lnTo>
                        <a:pt x="12929" y="2393"/>
                      </a:lnTo>
                      <a:cubicBezTo>
                        <a:pt x="13308" y="2014"/>
                        <a:pt x="13812" y="1824"/>
                        <a:pt x="14319" y="1824"/>
                      </a:cubicBezTo>
                      <a:cubicBezTo>
                        <a:pt x="14826" y="1824"/>
                        <a:pt x="15337" y="2014"/>
                        <a:pt x="15731" y="2393"/>
                      </a:cubicBezTo>
                      <a:lnTo>
                        <a:pt x="18357" y="5049"/>
                      </a:lnTo>
                      <a:cubicBezTo>
                        <a:pt x="19102" y="5793"/>
                        <a:pt x="20072" y="6166"/>
                        <a:pt x="21043" y="6166"/>
                      </a:cubicBezTo>
                      <a:cubicBezTo>
                        <a:pt x="22013" y="6166"/>
                        <a:pt x="22983" y="5793"/>
                        <a:pt x="23728" y="5049"/>
                      </a:cubicBezTo>
                      <a:lnTo>
                        <a:pt x="26354" y="2393"/>
                      </a:lnTo>
                      <a:cubicBezTo>
                        <a:pt x="26748" y="2014"/>
                        <a:pt x="27252" y="1824"/>
                        <a:pt x="27755" y="1824"/>
                      </a:cubicBezTo>
                      <a:cubicBezTo>
                        <a:pt x="28259" y="1824"/>
                        <a:pt x="28762" y="2014"/>
                        <a:pt x="29156" y="2393"/>
                      </a:cubicBezTo>
                      <a:lnTo>
                        <a:pt x="31783" y="5049"/>
                      </a:lnTo>
                      <a:cubicBezTo>
                        <a:pt x="32527" y="5779"/>
                        <a:pt x="33497" y="6144"/>
                        <a:pt x="34468" y="6144"/>
                      </a:cubicBezTo>
                      <a:cubicBezTo>
                        <a:pt x="35438" y="6144"/>
                        <a:pt x="36409" y="5779"/>
                        <a:pt x="37153" y="5049"/>
                      </a:cubicBezTo>
                      <a:lnTo>
                        <a:pt x="39779" y="2393"/>
                      </a:lnTo>
                      <a:cubicBezTo>
                        <a:pt x="40173" y="2014"/>
                        <a:pt x="40684" y="1824"/>
                        <a:pt x="41191" y="1824"/>
                      </a:cubicBezTo>
                      <a:cubicBezTo>
                        <a:pt x="41698" y="1824"/>
                        <a:pt x="42202" y="2014"/>
                        <a:pt x="42581" y="2393"/>
                      </a:cubicBezTo>
                      <a:lnTo>
                        <a:pt x="45208" y="5049"/>
                      </a:lnTo>
                      <a:cubicBezTo>
                        <a:pt x="45952" y="5793"/>
                        <a:pt x="46930" y="6166"/>
                        <a:pt x="47904" y="6166"/>
                      </a:cubicBezTo>
                      <a:cubicBezTo>
                        <a:pt x="48878" y="6166"/>
                        <a:pt x="49848" y="5793"/>
                        <a:pt x="50578" y="5049"/>
                      </a:cubicBezTo>
                      <a:lnTo>
                        <a:pt x="53234" y="2393"/>
                      </a:lnTo>
                      <a:cubicBezTo>
                        <a:pt x="53584" y="2043"/>
                        <a:pt x="54080" y="1839"/>
                        <a:pt x="54606" y="1839"/>
                      </a:cubicBezTo>
                      <a:cubicBezTo>
                        <a:pt x="54927" y="1839"/>
                        <a:pt x="55218" y="1897"/>
                        <a:pt x="55510" y="2043"/>
                      </a:cubicBezTo>
                      <a:lnTo>
                        <a:pt x="55510" y="117"/>
                      </a:lnTo>
                      <a:cubicBezTo>
                        <a:pt x="55218" y="59"/>
                        <a:pt x="54927" y="0"/>
                        <a:pt x="54606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380375" y="4413175"/>
                  <a:ext cx="1387775" cy="15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2" extrusionOk="0">
                      <a:moveTo>
                        <a:pt x="54603" y="1"/>
                      </a:moveTo>
                      <a:cubicBezTo>
                        <a:pt x="53610" y="1"/>
                        <a:pt x="52643" y="396"/>
                        <a:pt x="51950" y="1134"/>
                      </a:cubicBezTo>
                      <a:lnTo>
                        <a:pt x="49294" y="3761"/>
                      </a:lnTo>
                      <a:cubicBezTo>
                        <a:pt x="48914" y="4140"/>
                        <a:pt x="48411" y="4330"/>
                        <a:pt x="47904" y="4330"/>
                      </a:cubicBezTo>
                      <a:cubicBezTo>
                        <a:pt x="47397" y="4330"/>
                        <a:pt x="46886" y="4140"/>
                        <a:pt x="46492" y="3761"/>
                      </a:cubicBezTo>
                      <a:lnTo>
                        <a:pt x="43865" y="1134"/>
                      </a:lnTo>
                      <a:cubicBezTo>
                        <a:pt x="43121" y="390"/>
                        <a:pt x="42151" y="18"/>
                        <a:pt x="41180" y="18"/>
                      </a:cubicBezTo>
                      <a:cubicBezTo>
                        <a:pt x="40210" y="18"/>
                        <a:pt x="39239" y="390"/>
                        <a:pt x="38495" y="1134"/>
                      </a:cubicBezTo>
                      <a:lnTo>
                        <a:pt x="35869" y="3761"/>
                      </a:lnTo>
                      <a:cubicBezTo>
                        <a:pt x="35489" y="4140"/>
                        <a:pt x="34986" y="4330"/>
                        <a:pt x="34479" y="4330"/>
                      </a:cubicBezTo>
                      <a:cubicBezTo>
                        <a:pt x="33972" y="4330"/>
                        <a:pt x="33461" y="4140"/>
                        <a:pt x="33067" y="3761"/>
                      </a:cubicBezTo>
                      <a:lnTo>
                        <a:pt x="30440" y="1134"/>
                      </a:lnTo>
                      <a:cubicBezTo>
                        <a:pt x="29696" y="390"/>
                        <a:pt x="28726" y="18"/>
                        <a:pt x="27755" y="18"/>
                      </a:cubicBezTo>
                      <a:cubicBezTo>
                        <a:pt x="26785" y="18"/>
                        <a:pt x="25814" y="390"/>
                        <a:pt x="25070" y="1134"/>
                      </a:cubicBezTo>
                      <a:lnTo>
                        <a:pt x="22443" y="3761"/>
                      </a:lnTo>
                      <a:cubicBezTo>
                        <a:pt x="22049" y="4140"/>
                        <a:pt x="21539" y="4330"/>
                        <a:pt x="21032" y="4330"/>
                      </a:cubicBezTo>
                      <a:cubicBezTo>
                        <a:pt x="20524" y="4330"/>
                        <a:pt x="20021" y="4140"/>
                        <a:pt x="19642" y="3761"/>
                      </a:cubicBezTo>
                      <a:lnTo>
                        <a:pt x="17015" y="1134"/>
                      </a:lnTo>
                      <a:cubicBezTo>
                        <a:pt x="16271" y="390"/>
                        <a:pt x="15293" y="18"/>
                        <a:pt x="14319" y="18"/>
                      </a:cubicBezTo>
                      <a:cubicBezTo>
                        <a:pt x="13345" y="18"/>
                        <a:pt x="12375" y="390"/>
                        <a:pt x="11645" y="1134"/>
                      </a:cubicBezTo>
                      <a:lnTo>
                        <a:pt x="9018" y="3761"/>
                      </a:lnTo>
                      <a:cubicBezTo>
                        <a:pt x="8624" y="4140"/>
                        <a:pt x="8113" y="4330"/>
                        <a:pt x="7606" y="4330"/>
                      </a:cubicBezTo>
                      <a:cubicBezTo>
                        <a:pt x="7099" y="4330"/>
                        <a:pt x="6596" y="4140"/>
                        <a:pt x="6216" y="3761"/>
                      </a:cubicBezTo>
                      <a:lnTo>
                        <a:pt x="3561" y="1134"/>
                      </a:lnTo>
                      <a:cubicBezTo>
                        <a:pt x="2834" y="407"/>
                        <a:pt x="1859" y="16"/>
                        <a:pt x="857" y="16"/>
                      </a:cubicBezTo>
                      <a:cubicBezTo>
                        <a:pt x="572" y="16"/>
                        <a:pt x="285" y="48"/>
                        <a:pt x="0" y="113"/>
                      </a:cubicBezTo>
                      <a:lnTo>
                        <a:pt x="0" y="2039"/>
                      </a:lnTo>
                      <a:cubicBezTo>
                        <a:pt x="280" y="1899"/>
                        <a:pt x="583" y="1831"/>
                        <a:pt x="884" y="1831"/>
                      </a:cubicBezTo>
                      <a:cubicBezTo>
                        <a:pt x="1400" y="1831"/>
                        <a:pt x="1908" y="2031"/>
                        <a:pt x="2276" y="2418"/>
                      </a:cubicBezTo>
                      <a:lnTo>
                        <a:pt x="4932" y="5045"/>
                      </a:lnTo>
                      <a:cubicBezTo>
                        <a:pt x="5662" y="5775"/>
                        <a:pt x="6632" y="6139"/>
                        <a:pt x="7606" y="6139"/>
                      </a:cubicBezTo>
                      <a:cubicBezTo>
                        <a:pt x="8580" y="6139"/>
                        <a:pt x="9558" y="5775"/>
                        <a:pt x="10302" y="5045"/>
                      </a:cubicBezTo>
                      <a:lnTo>
                        <a:pt x="12929" y="2418"/>
                      </a:lnTo>
                      <a:cubicBezTo>
                        <a:pt x="13308" y="2024"/>
                        <a:pt x="13812" y="1827"/>
                        <a:pt x="14319" y="1827"/>
                      </a:cubicBezTo>
                      <a:cubicBezTo>
                        <a:pt x="14826" y="1827"/>
                        <a:pt x="15337" y="2024"/>
                        <a:pt x="15731" y="2418"/>
                      </a:cubicBezTo>
                      <a:lnTo>
                        <a:pt x="18357" y="5045"/>
                      </a:lnTo>
                      <a:cubicBezTo>
                        <a:pt x="19102" y="5789"/>
                        <a:pt x="20072" y="6161"/>
                        <a:pt x="21043" y="6161"/>
                      </a:cubicBezTo>
                      <a:cubicBezTo>
                        <a:pt x="22013" y="6161"/>
                        <a:pt x="22983" y="5789"/>
                        <a:pt x="23728" y="5045"/>
                      </a:cubicBezTo>
                      <a:lnTo>
                        <a:pt x="26354" y="2418"/>
                      </a:lnTo>
                      <a:cubicBezTo>
                        <a:pt x="26734" y="2024"/>
                        <a:pt x="27237" y="1827"/>
                        <a:pt x="27744" y="1827"/>
                      </a:cubicBezTo>
                      <a:cubicBezTo>
                        <a:pt x="28251" y="1827"/>
                        <a:pt x="28762" y="2024"/>
                        <a:pt x="29156" y="2418"/>
                      </a:cubicBezTo>
                      <a:lnTo>
                        <a:pt x="31783" y="5045"/>
                      </a:lnTo>
                      <a:cubicBezTo>
                        <a:pt x="32527" y="5789"/>
                        <a:pt x="33497" y="6161"/>
                        <a:pt x="34468" y="6161"/>
                      </a:cubicBezTo>
                      <a:cubicBezTo>
                        <a:pt x="35438" y="6161"/>
                        <a:pt x="36409" y="5789"/>
                        <a:pt x="37153" y="5045"/>
                      </a:cubicBezTo>
                      <a:lnTo>
                        <a:pt x="39779" y="2418"/>
                      </a:lnTo>
                      <a:cubicBezTo>
                        <a:pt x="40173" y="2024"/>
                        <a:pt x="40684" y="1827"/>
                        <a:pt x="41191" y="1827"/>
                      </a:cubicBezTo>
                      <a:cubicBezTo>
                        <a:pt x="41698" y="1827"/>
                        <a:pt x="42202" y="2024"/>
                        <a:pt x="42581" y="2418"/>
                      </a:cubicBezTo>
                      <a:lnTo>
                        <a:pt x="45208" y="5045"/>
                      </a:lnTo>
                      <a:cubicBezTo>
                        <a:pt x="45952" y="5789"/>
                        <a:pt x="46922" y="6161"/>
                        <a:pt x="47893" y="6161"/>
                      </a:cubicBezTo>
                      <a:cubicBezTo>
                        <a:pt x="48863" y="6161"/>
                        <a:pt x="49834" y="5789"/>
                        <a:pt x="50578" y="5045"/>
                      </a:cubicBezTo>
                      <a:lnTo>
                        <a:pt x="53234" y="2418"/>
                      </a:lnTo>
                      <a:cubicBezTo>
                        <a:pt x="53584" y="2039"/>
                        <a:pt x="54080" y="1835"/>
                        <a:pt x="54606" y="1835"/>
                      </a:cubicBezTo>
                      <a:cubicBezTo>
                        <a:pt x="54927" y="1835"/>
                        <a:pt x="55218" y="1893"/>
                        <a:pt x="55510" y="2039"/>
                      </a:cubicBezTo>
                      <a:lnTo>
                        <a:pt x="55510" y="113"/>
                      </a:lnTo>
                      <a:cubicBezTo>
                        <a:pt x="55210" y="38"/>
                        <a:pt x="54905" y="1"/>
                        <a:pt x="5460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" name="Google Shape;31;p2"/>
            <p:cNvGrpSpPr/>
            <p:nvPr/>
          </p:nvGrpSpPr>
          <p:grpSpPr>
            <a:xfrm>
              <a:off x="0" y="1808190"/>
              <a:ext cx="1527000" cy="1527000"/>
              <a:chOff x="0" y="2089400"/>
              <a:chExt cx="1527000" cy="1527000"/>
            </a:xfrm>
          </p:grpSpPr>
          <p:sp>
            <p:nvSpPr>
              <p:cNvPr id="32" name="Google Shape;32;p2"/>
              <p:cNvSpPr/>
              <p:nvPr/>
            </p:nvSpPr>
            <p:spPr>
              <a:xfrm>
                <a:off x="0" y="2089400"/>
                <a:ext cx="1527000" cy="1527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" name="Google Shape;33;p2"/>
              <p:cNvGrpSpPr/>
              <p:nvPr/>
            </p:nvGrpSpPr>
            <p:grpSpPr>
              <a:xfrm>
                <a:off x="344647" y="2226597"/>
                <a:ext cx="837706" cy="1389803"/>
                <a:chOff x="584650" y="2145375"/>
                <a:chExt cx="979200" cy="162455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584650" y="2588025"/>
                  <a:ext cx="458250" cy="40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0" h="16042" extrusionOk="0">
                      <a:moveTo>
                        <a:pt x="4256" y="1"/>
                      </a:moveTo>
                      <a:cubicBezTo>
                        <a:pt x="3313" y="1"/>
                        <a:pt x="2517" y="266"/>
                        <a:pt x="1956" y="827"/>
                      </a:cubicBezTo>
                      <a:cubicBezTo>
                        <a:pt x="1" y="2782"/>
                        <a:pt x="1635" y="7598"/>
                        <a:pt x="5634" y="11567"/>
                      </a:cubicBezTo>
                      <a:cubicBezTo>
                        <a:pt x="8465" y="14398"/>
                        <a:pt x="11726" y="16041"/>
                        <a:pt x="14074" y="16041"/>
                      </a:cubicBezTo>
                      <a:cubicBezTo>
                        <a:pt x="15017" y="16041"/>
                        <a:pt x="15813" y="15776"/>
                        <a:pt x="16374" y="15215"/>
                      </a:cubicBezTo>
                      <a:cubicBezTo>
                        <a:pt x="18329" y="13260"/>
                        <a:pt x="16695" y="8444"/>
                        <a:pt x="12696" y="4475"/>
                      </a:cubicBezTo>
                      <a:cubicBezTo>
                        <a:pt x="9865" y="1644"/>
                        <a:pt x="6604" y="1"/>
                        <a:pt x="42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584650" y="2989325"/>
                  <a:ext cx="458250" cy="40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0" h="16065" extrusionOk="0">
                      <a:moveTo>
                        <a:pt x="4256" y="1"/>
                      </a:moveTo>
                      <a:cubicBezTo>
                        <a:pt x="3313" y="1"/>
                        <a:pt x="2517" y="266"/>
                        <a:pt x="1956" y="827"/>
                      </a:cubicBezTo>
                      <a:cubicBezTo>
                        <a:pt x="1" y="2782"/>
                        <a:pt x="1635" y="7598"/>
                        <a:pt x="5604" y="11567"/>
                      </a:cubicBezTo>
                      <a:cubicBezTo>
                        <a:pt x="8464" y="14405"/>
                        <a:pt x="11741" y="16065"/>
                        <a:pt x="14091" y="16065"/>
                      </a:cubicBezTo>
                      <a:cubicBezTo>
                        <a:pt x="15027" y="16065"/>
                        <a:pt x="15817" y="15801"/>
                        <a:pt x="16374" y="15244"/>
                      </a:cubicBezTo>
                      <a:cubicBezTo>
                        <a:pt x="18329" y="13289"/>
                        <a:pt x="16695" y="8473"/>
                        <a:pt x="12696" y="4475"/>
                      </a:cubicBezTo>
                      <a:cubicBezTo>
                        <a:pt x="9865" y="1644"/>
                        <a:pt x="6604" y="1"/>
                        <a:pt x="42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1105625" y="2588025"/>
                  <a:ext cx="458225" cy="40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9" h="16042" extrusionOk="0">
                      <a:moveTo>
                        <a:pt x="14073" y="1"/>
                      </a:moveTo>
                      <a:cubicBezTo>
                        <a:pt x="11726" y="1"/>
                        <a:pt x="8464" y="1644"/>
                        <a:pt x="5633" y="4475"/>
                      </a:cubicBezTo>
                      <a:cubicBezTo>
                        <a:pt x="1634" y="8444"/>
                        <a:pt x="0" y="13260"/>
                        <a:pt x="1955" y="15215"/>
                      </a:cubicBezTo>
                      <a:cubicBezTo>
                        <a:pt x="2516" y="15776"/>
                        <a:pt x="3312" y="16041"/>
                        <a:pt x="4256" y="16041"/>
                      </a:cubicBezTo>
                      <a:cubicBezTo>
                        <a:pt x="6603" y="16041"/>
                        <a:pt x="9865" y="14398"/>
                        <a:pt x="12696" y="11567"/>
                      </a:cubicBezTo>
                      <a:cubicBezTo>
                        <a:pt x="16694" y="7598"/>
                        <a:pt x="18328" y="2782"/>
                        <a:pt x="16373" y="827"/>
                      </a:cubicBezTo>
                      <a:cubicBezTo>
                        <a:pt x="15812" y="266"/>
                        <a:pt x="15016" y="1"/>
                        <a:pt x="1407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1105625" y="2989325"/>
                  <a:ext cx="458225" cy="40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9" h="16070" extrusionOk="0">
                      <a:moveTo>
                        <a:pt x="14072" y="1"/>
                      </a:moveTo>
                      <a:cubicBezTo>
                        <a:pt x="11723" y="1"/>
                        <a:pt x="8456" y="1644"/>
                        <a:pt x="5604" y="4475"/>
                      </a:cubicBezTo>
                      <a:cubicBezTo>
                        <a:pt x="1634" y="8473"/>
                        <a:pt x="0" y="13289"/>
                        <a:pt x="1955" y="15244"/>
                      </a:cubicBezTo>
                      <a:cubicBezTo>
                        <a:pt x="2515" y="15804"/>
                        <a:pt x="3310" y="16070"/>
                        <a:pt x="4252" y="16070"/>
                      </a:cubicBezTo>
                      <a:cubicBezTo>
                        <a:pt x="6599" y="16070"/>
                        <a:pt x="9863" y="14420"/>
                        <a:pt x="12696" y="11567"/>
                      </a:cubicBezTo>
                      <a:cubicBezTo>
                        <a:pt x="16694" y="7598"/>
                        <a:pt x="18328" y="2782"/>
                        <a:pt x="16373" y="827"/>
                      </a:cubicBezTo>
                      <a:cubicBezTo>
                        <a:pt x="15812" y="266"/>
                        <a:pt x="15016" y="1"/>
                        <a:pt x="1407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723525" y="2315000"/>
                  <a:ext cx="698775" cy="145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51" h="58197" extrusionOk="0">
                      <a:moveTo>
                        <a:pt x="14029" y="1"/>
                      </a:moveTo>
                      <a:cubicBezTo>
                        <a:pt x="13883" y="1"/>
                        <a:pt x="13737" y="103"/>
                        <a:pt x="13737" y="307"/>
                      </a:cubicBezTo>
                      <a:lnTo>
                        <a:pt x="13737" y="28734"/>
                      </a:lnTo>
                      <a:lnTo>
                        <a:pt x="662" y="15659"/>
                      </a:lnTo>
                      <a:cubicBezTo>
                        <a:pt x="594" y="15591"/>
                        <a:pt x="519" y="15562"/>
                        <a:pt x="446" y="15562"/>
                      </a:cubicBezTo>
                      <a:cubicBezTo>
                        <a:pt x="206" y="15562"/>
                        <a:pt x="1" y="15872"/>
                        <a:pt x="225" y="16096"/>
                      </a:cubicBezTo>
                      <a:lnTo>
                        <a:pt x="13737" y="29580"/>
                      </a:lnTo>
                      <a:lnTo>
                        <a:pt x="13737" y="44786"/>
                      </a:lnTo>
                      <a:lnTo>
                        <a:pt x="662" y="31711"/>
                      </a:lnTo>
                      <a:cubicBezTo>
                        <a:pt x="594" y="31643"/>
                        <a:pt x="519" y="31614"/>
                        <a:pt x="446" y="31614"/>
                      </a:cubicBezTo>
                      <a:cubicBezTo>
                        <a:pt x="206" y="31614"/>
                        <a:pt x="1" y="31924"/>
                        <a:pt x="225" y="32148"/>
                      </a:cubicBezTo>
                      <a:lnTo>
                        <a:pt x="13737" y="45632"/>
                      </a:lnTo>
                      <a:lnTo>
                        <a:pt x="13737" y="57890"/>
                      </a:lnTo>
                      <a:cubicBezTo>
                        <a:pt x="13737" y="58094"/>
                        <a:pt x="13883" y="58196"/>
                        <a:pt x="14029" y="58196"/>
                      </a:cubicBezTo>
                      <a:cubicBezTo>
                        <a:pt x="14175" y="58196"/>
                        <a:pt x="14321" y="58094"/>
                        <a:pt x="14321" y="57890"/>
                      </a:cubicBezTo>
                      <a:lnTo>
                        <a:pt x="14321" y="45632"/>
                      </a:lnTo>
                      <a:lnTo>
                        <a:pt x="27834" y="32148"/>
                      </a:lnTo>
                      <a:cubicBezTo>
                        <a:pt x="27950" y="32032"/>
                        <a:pt x="27950" y="31827"/>
                        <a:pt x="27834" y="31711"/>
                      </a:cubicBezTo>
                      <a:cubicBezTo>
                        <a:pt x="27775" y="31652"/>
                        <a:pt x="27695" y="31623"/>
                        <a:pt x="27615" y="31623"/>
                      </a:cubicBezTo>
                      <a:cubicBezTo>
                        <a:pt x="27535" y="31623"/>
                        <a:pt x="27454" y="31652"/>
                        <a:pt x="27396" y="31711"/>
                      </a:cubicBezTo>
                      <a:lnTo>
                        <a:pt x="14321" y="44786"/>
                      </a:lnTo>
                      <a:lnTo>
                        <a:pt x="14321" y="29580"/>
                      </a:lnTo>
                      <a:lnTo>
                        <a:pt x="27834" y="16096"/>
                      </a:lnTo>
                      <a:cubicBezTo>
                        <a:pt x="27950" y="15951"/>
                        <a:pt x="27950" y="15775"/>
                        <a:pt x="27834" y="15659"/>
                      </a:cubicBezTo>
                      <a:cubicBezTo>
                        <a:pt x="27775" y="15600"/>
                        <a:pt x="27695" y="15571"/>
                        <a:pt x="27615" y="15571"/>
                      </a:cubicBezTo>
                      <a:cubicBezTo>
                        <a:pt x="27535" y="15571"/>
                        <a:pt x="27454" y="15600"/>
                        <a:pt x="27396" y="15659"/>
                      </a:cubicBezTo>
                      <a:lnTo>
                        <a:pt x="14321" y="28734"/>
                      </a:lnTo>
                      <a:lnTo>
                        <a:pt x="14321" y="307"/>
                      </a:lnTo>
                      <a:cubicBezTo>
                        <a:pt x="14321" y="103"/>
                        <a:pt x="14175" y="1"/>
                        <a:pt x="14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" name="Google Shape;39;p2"/>
                <p:cNvSpPr/>
                <p:nvPr/>
              </p:nvSpPr>
              <p:spPr>
                <a:xfrm>
                  <a:off x="679500" y="2145375"/>
                  <a:ext cx="789500" cy="55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80" h="22357" extrusionOk="0">
                      <a:moveTo>
                        <a:pt x="15779" y="0"/>
                      </a:moveTo>
                      <a:cubicBezTo>
                        <a:pt x="10063" y="0"/>
                        <a:pt x="4350" y="2189"/>
                        <a:pt x="1" y="6567"/>
                      </a:cubicBezTo>
                      <a:lnTo>
                        <a:pt x="15790" y="22356"/>
                      </a:lnTo>
                      <a:lnTo>
                        <a:pt x="31579" y="6567"/>
                      </a:lnTo>
                      <a:cubicBezTo>
                        <a:pt x="27216" y="2189"/>
                        <a:pt x="21496" y="0"/>
                        <a:pt x="1577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0" name="Google Shape;40;p2"/>
                <p:cNvSpPr/>
                <p:nvPr/>
              </p:nvSpPr>
              <p:spPr>
                <a:xfrm>
                  <a:off x="679500" y="2145375"/>
                  <a:ext cx="789500" cy="21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80" h="8785" extrusionOk="0">
                      <a:moveTo>
                        <a:pt x="15779" y="0"/>
                      </a:moveTo>
                      <a:cubicBezTo>
                        <a:pt x="10063" y="0"/>
                        <a:pt x="4350" y="2189"/>
                        <a:pt x="1" y="6567"/>
                      </a:cubicBezTo>
                      <a:lnTo>
                        <a:pt x="2219" y="8785"/>
                      </a:lnTo>
                      <a:cubicBezTo>
                        <a:pt x="6217" y="5706"/>
                        <a:pt x="11004" y="4166"/>
                        <a:pt x="15790" y="4166"/>
                      </a:cubicBezTo>
                      <a:cubicBezTo>
                        <a:pt x="20576" y="4166"/>
                        <a:pt x="25363" y="5706"/>
                        <a:pt x="29361" y="8785"/>
                      </a:cubicBezTo>
                      <a:lnTo>
                        <a:pt x="31579" y="6567"/>
                      </a:lnTo>
                      <a:cubicBezTo>
                        <a:pt x="27216" y="2189"/>
                        <a:pt x="21496" y="0"/>
                        <a:pt x="1577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1" name="Google Shape;41;p2"/>
            <p:cNvGrpSpPr/>
            <p:nvPr/>
          </p:nvGrpSpPr>
          <p:grpSpPr>
            <a:xfrm>
              <a:off x="7616900" y="3616443"/>
              <a:ext cx="1527000" cy="1527000"/>
              <a:chOff x="7616900" y="3616443"/>
              <a:chExt cx="1527000" cy="1527000"/>
            </a:xfrm>
          </p:grpSpPr>
          <p:sp>
            <p:nvSpPr>
              <p:cNvPr id="42" name="Google Shape;42;p2"/>
              <p:cNvSpPr/>
              <p:nvPr/>
            </p:nvSpPr>
            <p:spPr>
              <a:xfrm>
                <a:off x="7616900" y="3616443"/>
                <a:ext cx="1527000" cy="152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7616900" y="3616443"/>
                <a:ext cx="1527000" cy="152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4" name="Google Shape;44;p2"/>
              <p:cNvGrpSpPr/>
              <p:nvPr/>
            </p:nvGrpSpPr>
            <p:grpSpPr>
              <a:xfrm>
                <a:off x="7974151" y="3708812"/>
                <a:ext cx="812498" cy="1342263"/>
                <a:chOff x="4507150" y="1843300"/>
                <a:chExt cx="1079875" cy="1783975"/>
              </a:xfrm>
            </p:grpSpPr>
            <p:sp>
              <p:nvSpPr>
                <p:cNvPr id="45" name="Google Shape;45;p2"/>
                <p:cNvSpPr/>
                <p:nvPr/>
              </p:nvSpPr>
              <p:spPr>
                <a:xfrm>
                  <a:off x="4507150" y="1843300"/>
                  <a:ext cx="1079875" cy="178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195" h="71359" extrusionOk="0">
                      <a:moveTo>
                        <a:pt x="21656" y="1"/>
                      </a:moveTo>
                      <a:cubicBezTo>
                        <a:pt x="10887" y="5983"/>
                        <a:pt x="3065" y="16315"/>
                        <a:pt x="818" y="28485"/>
                      </a:cubicBezTo>
                      <a:lnTo>
                        <a:pt x="9953" y="37649"/>
                      </a:lnTo>
                      <a:cubicBezTo>
                        <a:pt x="10974" y="38642"/>
                        <a:pt x="10974" y="40276"/>
                        <a:pt x="9953" y="41298"/>
                      </a:cubicBezTo>
                      <a:cubicBezTo>
                        <a:pt x="9456" y="41794"/>
                        <a:pt x="8800" y="42042"/>
                        <a:pt x="8139" y="42042"/>
                      </a:cubicBezTo>
                      <a:cubicBezTo>
                        <a:pt x="7479" y="42042"/>
                        <a:pt x="6815" y="41794"/>
                        <a:pt x="6304" y="41298"/>
                      </a:cubicBezTo>
                      <a:lnTo>
                        <a:pt x="205" y="35169"/>
                      </a:lnTo>
                      <a:lnTo>
                        <a:pt x="205" y="35169"/>
                      </a:lnTo>
                      <a:cubicBezTo>
                        <a:pt x="0" y="50637"/>
                        <a:pt x="8698" y="64150"/>
                        <a:pt x="21685" y="71358"/>
                      </a:cubicBezTo>
                      <a:cubicBezTo>
                        <a:pt x="34527" y="64237"/>
                        <a:pt x="43195" y="50929"/>
                        <a:pt x="43195" y="35665"/>
                      </a:cubicBezTo>
                      <a:cubicBezTo>
                        <a:pt x="43165" y="29448"/>
                        <a:pt x="41677" y="23290"/>
                        <a:pt x="38875" y="17745"/>
                      </a:cubicBezTo>
                      <a:lnTo>
                        <a:pt x="33768" y="22882"/>
                      </a:lnTo>
                      <a:cubicBezTo>
                        <a:pt x="33228" y="23422"/>
                        <a:pt x="32520" y="23692"/>
                        <a:pt x="31812" y="23692"/>
                      </a:cubicBezTo>
                      <a:cubicBezTo>
                        <a:pt x="31105" y="23692"/>
                        <a:pt x="30397" y="23422"/>
                        <a:pt x="29857" y="22882"/>
                      </a:cubicBezTo>
                      <a:cubicBezTo>
                        <a:pt x="28806" y="21802"/>
                        <a:pt x="28806" y="20080"/>
                        <a:pt x="29857" y="19000"/>
                      </a:cubicBezTo>
                      <a:lnTo>
                        <a:pt x="35986" y="12900"/>
                      </a:lnTo>
                      <a:cubicBezTo>
                        <a:pt x="32250" y="7560"/>
                        <a:pt x="27347" y="3153"/>
                        <a:pt x="21656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" name="Google Shape;46;p2"/>
                <p:cNvSpPr/>
                <p:nvPr/>
              </p:nvSpPr>
              <p:spPr>
                <a:xfrm>
                  <a:off x="4653225" y="2099950"/>
                  <a:ext cx="768175" cy="152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27" h="61093" extrusionOk="0">
                      <a:moveTo>
                        <a:pt x="15827" y="0"/>
                      </a:moveTo>
                      <a:cubicBezTo>
                        <a:pt x="15506" y="0"/>
                        <a:pt x="15185" y="197"/>
                        <a:pt x="15112" y="591"/>
                      </a:cubicBezTo>
                      <a:lnTo>
                        <a:pt x="15112" y="13287"/>
                      </a:lnTo>
                      <a:lnTo>
                        <a:pt x="9421" y="7625"/>
                      </a:lnTo>
                      <a:cubicBezTo>
                        <a:pt x="9314" y="7467"/>
                        <a:pt x="9172" y="7402"/>
                        <a:pt x="9023" y="7402"/>
                      </a:cubicBezTo>
                      <a:cubicBezTo>
                        <a:pt x="8485" y="7402"/>
                        <a:pt x="7851" y="8252"/>
                        <a:pt x="8400" y="8617"/>
                      </a:cubicBezTo>
                      <a:lnTo>
                        <a:pt x="15112" y="15330"/>
                      </a:lnTo>
                      <a:lnTo>
                        <a:pt x="15112" y="49623"/>
                      </a:lnTo>
                      <a:lnTo>
                        <a:pt x="1366" y="35906"/>
                      </a:lnTo>
                      <a:cubicBezTo>
                        <a:pt x="1232" y="35818"/>
                        <a:pt x="1092" y="35779"/>
                        <a:pt x="959" y="35779"/>
                      </a:cubicBezTo>
                      <a:cubicBezTo>
                        <a:pt x="429" y="35779"/>
                        <a:pt x="1" y="36390"/>
                        <a:pt x="374" y="36927"/>
                      </a:cubicBezTo>
                      <a:lnTo>
                        <a:pt x="15112" y="51666"/>
                      </a:lnTo>
                      <a:lnTo>
                        <a:pt x="15112" y="60655"/>
                      </a:lnTo>
                      <a:lnTo>
                        <a:pt x="15842" y="61092"/>
                      </a:lnTo>
                      <a:cubicBezTo>
                        <a:pt x="16076" y="60947"/>
                        <a:pt x="16309" y="60801"/>
                        <a:pt x="16572" y="60655"/>
                      </a:cubicBezTo>
                      <a:lnTo>
                        <a:pt x="16572" y="30857"/>
                      </a:lnTo>
                      <a:lnTo>
                        <a:pt x="30464" y="16935"/>
                      </a:lnTo>
                      <a:cubicBezTo>
                        <a:pt x="30727" y="16643"/>
                        <a:pt x="30727" y="16206"/>
                        <a:pt x="30464" y="15914"/>
                      </a:cubicBezTo>
                      <a:cubicBezTo>
                        <a:pt x="30318" y="15782"/>
                        <a:pt x="30136" y="15717"/>
                        <a:pt x="29953" y="15717"/>
                      </a:cubicBezTo>
                      <a:cubicBezTo>
                        <a:pt x="29771" y="15717"/>
                        <a:pt x="29588" y="15782"/>
                        <a:pt x="29442" y="15914"/>
                      </a:cubicBezTo>
                      <a:lnTo>
                        <a:pt x="16543" y="28843"/>
                      </a:lnTo>
                      <a:lnTo>
                        <a:pt x="16543" y="591"/>
                      </a:lnTo>
                      <a:cubicBezTo>
                        <a:pt x="16470" y="197"/>
                        <a:pt x="16149" y="0"/>
                        <a:pt x="1582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7" name="Google Shape;47;p2"/>
            <p:cNvGrpSpPr/>
            <p:nvPr/>
          </p:nvGrpSpPr>
          <p:grpSpPr>
            <a:xfrm>
              <a:off x="7616988" y="-9"/>
              <a:ext cx="1526977" cy="1526977"/>
              <a:chOff x="5489225" y="394250"/>
              <a:chExt cx="1733625" cy="1733625"/>
            </a:xfrm>
          </p:grpSpPr>
          <p:sp>
            <p:nvSpPr>
              <p:cNvPr id="48" name="Google Shape;48;p2"/>
              <p:cNvSpPr/>
              <p:nvPr/>
            </p:nvSpPr>
            <p:spPr>
              <a:xfrm>
                <a:off x="5489225" y="394975"/>
                <a:ext cx="1732900" cy="1732900"/>
              </a:xfrm>
              <a:custGeom>
                <a:avLst/>
                <a:gdLst/>
                <a:ahLst/>
                <a:cxnLst/>
                <a:rect l="l" t="t" r="r" b="b"/>
                <a:pathLst>
                  <a:path w="69316" h="69316" extrusionOk="0">
                    <a:moveTo>
                      <a:pt x="1" y="1"/>
                    </a:moveTo>
                    <a:lnTo>
                      <a:pt x="1" y="69316"/>
                    </a:lnTo>
                    <a:lnTo>
                      <a:pt x="69316" y="69316"/>
                    </a:lnTo>
                    <a:lnTo>
                      <a:pt x="6931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>
                <a:off x="5489225" y="394975"/>
                <a:ext cx="1732900" cy="1732900"/>
              </a:xfrm>
              <a:custGeom>
                <a:avLst/>
                <a:gdLst/>
                <a:ahLst/>
                <a:cxnLst/>
                <a:rect l="l" t="t" r="r" b="b"/>
                <a:pathLst>
                  <a:path w="69316" h="69316" extrusionOk="0">
                    <a:moveTo>
                      <a:pt x="69316" y="1"/>
                    </a:moveTo>
                    <a:lnTo>
                      <a:pt x="1" y="69316"/>
                    </a:lnTo>
                    <a:lnTo>
                      <a:pt x="69316" y="69316"/>
                    </a:lnTo>
                    <a:lnTo>
                      <a:pt x="693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>
                <a:off x="6354575" y="394975"/>
                <a:ext cx="868275" cy="860275"/>
              </a:xfrm>
              <a:custGeom>
                <a:avLst/>
                <a:gdLst/>
                <a:ahLst/>
                <a:cxnLst/>
                <a:rect l="l" t="t" r="r" b="b"/>
                <a:pathLst>
                  <a:path w="34731" h="34411" extrusionOk="0">
                    <a:moveTo>
                      <a:pt x="0" y="1"/>
                    </a:moveTo>
                    <a:cubicBezTo>
                      <a:pt x="30" y="19000"/>
                      <a:pt x="15469" y="34410"/>
                      <a:pt x="34468" y="34410"/>
                    </a:cubicBezTo>
                    <a:lnTo>
                      <a:pt x="34731" y="34410"/>
                    </a:lnTo>
                    <a:lnTo>
                      <a:pt x="34731" y="33330"/>
                    </a:lnTo>
                    <a:lnTo>
                      <a:pt x="34468" y="33330"/>
                    </a:lnTo>
                    <a:cubicBezTo>
                      <a:pt x="16052" y="33301"/>
                      <a:pt x="1139" y="18417"/>
                      <a:pt x="10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>
                <a:off x="5553450" y="394975"/>
                <a:ext cx="1668675" cy="1659950"/>
              </a:xfrm>
              <a:custGeom>
                <a:avLst/>
                <a:gdLst/>
                <a:ahLst/>
                <a:cxnLst/>
                <a:rect l="l" t="t" r="r" b="b"/>
                <a:pathLst>
                  <a:path w="66747" h="66398" extrusionOk="0">
                    <a:moveTo>
                      <a:pt x="0" y="1"/>
                    </a:moveTo>
                    <a:cubicBezTo>
                      <a:pt x="29" y="36628"/>
                      <a:pt x="29856" y="66397"/>
                      <a:pt x="66484" y="66397"/>
                    </a:cubicBezTo>
                    <a:lnTo>
                      <a:pt x="66747" y="66397"/>
                    </a:lnTo>
                    <a:lnTo>
                      <a:pt x="66747" y="65347"/>
                    </a:lnTo>
                    <a:lnTo>
                      <a:pt x="66484" y="65347"/>
                    </a:lnTo>
                    <a:cubicBezTo>
                      <a:pt x="30469" y="65347"/>
                      <a:pt x="1138" y="36045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>
                <a:off x="6520200" y="394975"/>
                <a:ext cx="701925" cy="693925"/>
              </a:xfrm>
              <a:custGeom>
                <a:avLst/>
                <a:gdLst/>
                <a:ahLst/>
                <a:cxnLst/>
                <a:rect l="l" t="t" r="r" b="b"/>
                <a:pathLst>
                  <a:path w="28077" h="27757" extrusionOk="0">
                    <a:moveTo>
                      <a:pt x="0" y="1"/>
                    </a:moveTo>
                    <a:cubicBezTo>
                      <a:pt x="30" y="15334"/>
                      <a:pt x="12462" y="27756"/>
                      <a:pt x="27789" y="27756"/>
                    </a:cubicBezTo>
                    <a:cubicBezTo>
                      <a:pt x="27807" y="27756"/>
                      <a:pt x="27825" y="27756"/>
                      <a:pt x="27843" y="27756"/>
                    </a:cubicBezTo>
                    <a:lnTo>
                      <a:pt x="28077" y="27756"/>
                    </a:lnTo>
                    <a:lnTo>
                      <a:pt x="2807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6002150" y="394250"/>
                <a:ext cx="1219975" cy="1211950"/>
              </a:xfrm>
              <a:custGeom>
                <a:avLst/>
                <a:gdLst/>
                <a:ahLst/>
                <a:cxnLst/>
                <a:rect l="l" t="t" r="r" b="b"/>
                <a:pathLst>
                  <a:path w="48799" h="48478" extrusionOk="0">
                    <a:moveTo>
                      <a:pt x="1" y="1"/>
                    </a:moveTo>
                    <a:cubicBezTo>
                      <a:pt x="59" y="26764"/>
                      <a:pt x="21802" y="48477"/>
                      <a:pt x="48565" y="48477"/>
                    </a:cubicBezTo>
                    <a:lnTo>
                      <a:pt x="48799" y="48477"/>
                    </a:lnTo>
                    <a:lnTo>
                      <a:pt x="48799" y="47397"/>
                    </a:lnTo>
                    <a:lnTo>
                      <a:pt x="48565" y="47397"/>
                    </a:lnTo>
                    <a:cubicBezTo>
                      <a:pt x="22415" y="47397"/>
                      <a:pt x="1139" y="26151"/>
                      <a:pt x="1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5687700" y="394975"/>
                <a:ext cx="1534425" cy="1526425"/>
              </a:xfrm>
              <a:custGeom>
                <a:avLst/>
                <a:gdLst/>
                <a:ahLst/>
                <a:cxnLst/>
                <a:rect l="l" t="t" r="r" b="b"/>
                <a:pathLst>
                  <a:path w="61377" h="61057" extrusionOk="0">
                    <a:moveTo>
                      <a:pt x="0" y="1"/>
                    </a:moveTo>
                    <a:cubicBezTo>
                      <a:pt x="58" y="33681"/>
                      <a:pt x="27463" y="61056"/>
                      <a:pt x="61143" y="61056"/>
                    </a:cubicBezTo>
                    <a:lnTo>
                      <a:pt x="61377" y="61056"/>
                    </a:lnTo>
                    <a:lnTo>
                      <a:pt x="61377" y="59947"/>
                    </a:lnTo>
                    <a:lnTo>
                      <a:pt x="61143" y="59947"/>
                    </a:lnTo>
                    <a:cubicBezTo>
                      <a:pt x="28047" y="59947"/>
                      <a:pt x="1138" y="33068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6183850" y="394250"/>
                <a:ext cx="1038275" cy="1031000"/>
              </a:xfrm>
              <a:custGeom>
                <a:avLst/>
                <a:gdLst/>
                <a:ahLst/>
                <a:cxnLst/>
                <a:rect l="l" t="t" r="r" b="b"/>
                <a:pathLst>
                  <a:path w="41531" h="41240" extrusionOk="0">
                    <a:moveTo>
                      <a:pt x="0" y="1"/>
                    </a:moveTo>
                    <a:cubicBezTo>
                      <a:pt x="58" y="22765"/>
                      <a:pt x="18503" y="41210"/>
                      <a:pt x="41297" y="41239"/>
                    </a:cubicBezTo>
                    <a:lnTo>
                      <a:pt x="41531" y="41239"/>
                    </a:lnTo>
                    <a:lnTo>
                      <a:pt x="41531" y="40130"/>
                    </a:lnTo>
                    <a:lnTo>
                      <a:pt x="41297" y="40130"/>
                    </a:lnTo>
                    <a:cubicBezTo>
                      <a:pt x="19116" y="40101"/>
                      <a:pt x="1167" y="22181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5835075" y="394975"/>
                <a:ext cx="1387050" cy="1379025"/>
              </a:xfrm>
              <a:custGeom>
                <a:avLst/>
                <a:gdLst/>
                <a:ahLst/>
                <a:cxnLst/>
                <a:rect l="l" t="t" r="r" b="b"/>
                <a:pathLst>
                  <a:path w="55482" h="55161" extrusionOk="0">
                    <a:moveTo>
                      <a:pt x="1" y="1"/>
                    </a:moveTo>
                    <a:cubicBezTo>
                      <a:pt x="59" y="30412"/>
                      <a:pt x="24808" y="55161"/>
                      <a:pt x="55248" y="55161"/>
                    </a:cubicBezTo>
                    <a:lnTo>
                      <a:pt x="55482" y="55161"/>
                    </a:lnTo>
                    <a:lnTo>
                      <a:pt x="55482" y="54052"/>
                    </a:lnTo>
                    <a:lnTo>
                      <a:pt x="55248" y="54052"/>
                    </a:lnTo>
                    <a:cubicBezTo>
                      <a:pt x="25421" y="54052"/>
                      <a:pt x="1139" y="29799"/>
                      <a:pt x="1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6243675" y="1353725"/>
                <a:ext cx="978450" cy="420300"/>
              </a:xfrm>
              <a:custGeom>
                <a:avLst/>
                <a:gdLst/>
                <a:ahLst/>
                <a:cxnLst/>
                <a:rect l="l" t="t" r="r" b="b"/>
                <a:pathLst>
                  <a:path w="39138" h="16812" extrusionOk="0">
                    <a:moveTo>
                      <a:pt x="788" y="0"/>
                    </a:moveTo>
                    <a:lnTo>
                      <a:pt x="0" y="759"/>
                    </a:lnTo>
                    <a:cubicBezTo>
                      <a:pt x="10306" y="11036"/>
                      <a:pt x="24241" y="16811"/>
                      <a:pt x="38765" y="16811"/>
                    </a:cubicBezTo>
                    <a:cubicBezTo>
                      <a:pt x="38802" y="16811"/>
                      <a:pt x="38838" y="16811"/>
                      <a:pt x="38875" y="16811"/>
                    </a:cubicBezTo>
                    <a:lnTo>
                      <a:pt x="39138" y="16811"/>
                    </a:lnTo>
                    <a:lnTo>
                      <a:pt x="39138" y="15731"/>
                    </a:lnTo>
                    <a:lnTo>
                      <a:pt x="38875" y="15731"/>
                    </a:lnTo>
                    <a:cubicBezTo>
                      <a:pt x="24603" y="15731"/>
                      <a:pt x="10886" y="10069"/>
                      <a:pt x="7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6362600" y="1235525"/>
                <a:ext cx="859525" cy="370675"/>
              </a:xfrm>
              <a:custGeom>
                <a:avLst/>
                <a:gdLst/>
                <a:ahLst/>
                <a:cxnLst/>
                <a:rect l="l" t="t" r="r" b="b"/>
                <a:pathLst>
                  <a:path w="34381" h="14827" extrusionOk="0">
                    <a:moveTo>
                      <a:pt x="759" y="0"/>
                    </a:moveTo>
                    <a:lnTo>
                      <a:pt x="0" y="759"/>
                    </a:lnTo>
                    <a:cubicBezTo>
                      <a:pt x="9077" y="9777"/>
                      <a:pt x="21335" y="14826"/>
                      <a:pt x="34147" y="14826"/>
                    </a:cubicBezTo>
                    <a:lnTo>
                      <a:pt x="34381" y="14826"/>
                    </a:lnTo>
                    <a:lnTo>
                      <a:pt x="34381" y="13746"/>
                    </a:lnTo>
                    <a:lnTo>
                      <a:pt x="34147" y="13746"/>
                    </a:lnTo>
                    <a:cubicBezTo>
                      <a:pt x="21627" y="13746"/>
                      <a:pt x="9632" y="8814"/>
                      <a:pt x="7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6140050" y="1458050"/>
                <a:ext cx="1082800" cy="463350"/>
              </a:xfrm>
              <a:custGeom>
                <a:avLst/>
                <a:gdLst/>
                <a:ahLst/>
                <a:cxnLst/>
                <a:rect l="l" t="t" r="r" b="b"/>
                <a:pathLst>
                  <a:path w="43312" h="18534" extrusionOk="0">
                    <a:moveTo>
                      <a:pt x="760" y="1"/>
                    </a:moveTo>
                    <a:lnTo>
                      <a:pt x="1" y="760"/>
                    </a:lnTo>
                    <a:cubicBezTo>
                      <a:pt x="11442" y="12142"/>
                      <a:pt x="26910" y="18533"/>
                      <a:pt x="43049" y="18533"/>
                    </a:cubicBezTo>
                    <a:lnTo>
                      <a:pt x="43312" y="18533"/>
                    </a:lnTo>
                    <a:lnTo>
                      <a:pt x="43312" y="17424"/>
                    </a:lnTo>
                    <a:lnTo>
                      <a:pt x="43049" y="17424"/>
                    </a:lnTo>
                    <a:cubicBezTo>
                      <a:pt x="43012" y="17424"/>
                      <a:pt x="42976" y="17424"/>
                      <a:pt x="42939" y="17424"/>
                    </a:cubicBezTo>
                    <a:cubicBezTo>
                      <a:pt x="27131" y="17424"/>
                      <a:pt x="11970" y="11153"/>
                      <a:pt x="7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6045200" y="1552900"/>
                <a:ext cx="1176925" cy="502750"/>
              </a:xfrm>
              <a:custGeom>
                <a:avLst/>
                <a:gdLst/>
                <a:ahLst/>
                <a:cxnLst/>
                <a:rect l="l" t="t" r="r" b="b"/>
                <a:pathLst>
                  <a:path w="47077" h="20110" extrusionOk="0">
                    <a:moveTo>
                      <a:pt x="760" y="1"/>
                    </a:moveTo>
                    <a:lnTo>
                      <a:pt x="1" y="760"/>
                    </a:lnTo>
                    <a:cubicBezTo>
                      <a:pt x="12434" y="13163"/>
                      <a:pt x="29274" y="20109"/>
                      <a:pt x="46843" y="20109"/>
                    </a:cubicBezTo>
                    <a:lnTo>
                      <a:pt x="47077" y="20109"/>
                    </a:lnTo>
                    <a:lnTo>
                      <a:pt x="47077" y="19000"/>
                    </a:lnTo>
                    <a:lnTo>
                      <a:pt x="46843" y="19000"/>
                    </a:lnTo>
                    <a:cubicBezTo>
                      <a:pt x="46806" y="19000"/>
                      <a:pt x="46770" y="19000"/>
                      <a:pt x="46733" y="19000"/>
                    </a:cubicBezTo>
                    <a:cubicBezTo>
                      <a:pt x="29495" y="19000"/>
                      <a:pt x="12962" y="12145"/>
                      <a:pt x="7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6728150" y="394975"/>
                <a:ext cx="493975" cy="693925"/>
              </a:xfrm>
              <a:custGeom>
                <a:avLst/>
                <a:gdLst/>
                <a:ahLst/>
                <a:cxnLst/>
                <a:rect l="l" t="t" r="r" b="b"/>
                <a:pathLst>
                  <a:path w="19759" h="27757" extrusionOk="0">
                    <a:moveTo>
                      <a:pt x="19759" y="1"/>
                    </a:moveTo>
                    <a:lnTo>
                      <a:pt x="0" y="19759"/>
                    </a:lnTo>
                    <a:cubicBezTo>
                      <a:pt x="5169" y="24870"/>
                      <a:pt x="12130" y="27756"/>
                      <a:pt x="19415" y="27756"/>
                    </a:cubicBezTo>
                    <a:cubicBezTo>
                      <a:pt x="19452" y="27756"/>
                      <a:pt x="19488" y="27756"/>
                      <a:pt x="19525" y="27756"/>
                    </a:cubicBezTo>
                    <a:lnTo>
                      <a:pt x="19759" y="27756"/>
                    </a:lnTo>
                    <a:lnTo>
                      <a:pt x="197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6610675" y="987450"/>
                <a:ext cx="611450" cy="267800"/>
              </a:xfrm>
              <a:custGeom>
                <a:avLst/>
                <a:gdLst/>
                <a:ahLst/>
                <a:cxnLst/>
                <a:rect l="l" t="t" r="r" b="b"/>
                <a:pathLst>
                  <a:path w="24458" h="10712" extrusionOk="0">
                    <a:moveTo>
                      <a:pt x="759" y="0"/>
                    </a:moveTo>
                    <a:lnTo>
                      <a:pt x="0" y="759"/>
                    </a:lnTo>
                    <a:cubicBezTo>
                      <a:pt x="6450" y="7151"/>
                      <a:pt x="15147" y="10711"/>
                      <a:pt x="24224" y="10711"/>
                    </a:cubicBezTo>
                    <a:lnTo>
                      <a:pt x="24458" y="10711"/>
                    </a:lnTo>
                    <a:lnTo>
                      <a:pt x="24458" y="9631"/>
                    </a:lnTo>
                    <a:lnTo>
                      <a:pt x="24224" y="9631"/>
                    </a:lnTo>
                    <a:cubicBezTo>
                      <a:pt x="15439" y="9631"/>
                      <a:pt x="7005" y="6158"/>
                      <a:pt x="7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>
                <a:off x="6491000" y="1107100"/>
                <a:ext cx="731850" cy="318150"/>
              </a:xfrm>
              <a:custGeom>
                <a:avLst/>
                <a:gdLst/>
                <a:ahLst/>
                <a:cxnLst/>
                <a:rect l="l" t="t" r="r" b="b"/>
                <a:pathLst>
                  <a:path w="29274" h="12726" extrusionOk="0">
                    <a:moveTo>
                      <a:pt x="760" y="1"/>
                    </a:moveTo>
                    <a:lnTo>
                      <a:pt x="1" y="789"/>
                    </a:lnTo>
                    <a:cubicBezTo>
                      <a:pt x="7706" y="8435"/>
                      <a:pt x="18154" y="12725"/>
                      <a:pt x="29011" y="12725"/>
                    </a:cubicBezTo>
                    <a:lnTo>
                      <a:pt x="29274" y="12725"/>
                    </a:lnTo>
                    <a:lnTo>
                      <a:pt x="29274" y="11616"/>
                    </a:lnTo>
                    <a:lnTo>
                      <a:pt x="29011" y="11616"/>
                    </a:lnTo>
                    <a:cubicBezTo>
                      <a:pt x="28974" y="11616"/>
                      <a:pt x="28937" y="11616"/>
                      <a:pt x="28901" y="11616"/>
                    </a:cubicBezTo>
                    <a:cubicBezTo>
                      <a:pt x="18346" y="11616"/>
                      <a:pt x="8234" y="7446"/>
                      <a:pt x="7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2"/>
            <p:cNvGrpSpPr/>
            <p:nvPr/>
          </p:nvGrpSpPr>
          <p:grpSpPr>
            <a:xfrm>
              <a:off x="7617000" y="1808190"/>
              <a:ext cx="1527166" cy="1527000"/>
              <a:chOff x="7617000" y="1808190"/>
              <a:chExt cx="1527166" cy="1527000"/>
            </a:xfrm>
          </p:grpSpPr>
          <p:sp>
            <p:nvSpPr>
              <p:cNvPr id="65" name="Google Shape;65;p2"/>
              <p:cNvSpPr/>
              <p:nvPr/>
            </p:nvSpPr>
            <p:spPr>
              <a:xfrm>
                <a:off x="7617000" y="1808190"/>
                <a:ext cx="1527000" cy="1527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" name="Google Shape;66;p2"/>
              <p:cNvGrpSpPr/>
              <p:nvPr/>
            </p:nvGrpSpPr>
            <p:grpSpPr>
              <a:xfrm>
                <a:off x="7687931" y="2068009"/>
                <a:ext cx="1456235" cy="1007362"/>
                <a:chOff x="7542863" y="2302375"/>
                <a:chExt cx="1601138" cy="1107600"/>
              </a:xfrm>
            </p:grpSpPr>
            <p:sp>
              <p:nvSpPr>
                <p:cNvPr id="67" name="Google Shape;67;p2"/>
                <p:cNvSpPr/>
                <p:nvPr/>
              </p:nvSpPr>
              <p:spPr>
                <a:xfrm>
                  <a:off x="8588725" y="23023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" name="Google Shape;68;p2"/>
                <p:cNvSpPr/>
                <p:nvPr/>
              </p:nvSpPr>
              <p:spPr>
                <a:xfrm>
                  <a:off x="8006163" y="2661838"/>
                  <a:ext cx="453875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5" h="15547" extrusionOk="0">
                      <a:moveTo>
                        <a:pt x="10391" y="4398"/>
                      </a:moveTo>
                      <a:cubicBezTo>
                        <a:pt x="12259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2" y="11172"/>
                      </a:cubicBezTo>
                      <a:cubicBezTo>
                        <a:pt x="9531" y="11172"/>
                        <a:pt x="8685" y="10864"/>
                        <a:pt x="7998" y="10176"/>
                      </a:cubicBezTo>
                      <a:cubicBezTo>
                        <a:pt x="5867" y="8046"/>
                        <a:pt x="7385" y="4398"/>
                        <a:pt x="10391" y="4398"/>
                      </a:cubicBezTo>
                      <a:close/>
                      <a:moveTo>
                        <a:pt x="10344" y="1"/>
                      </a:moveTo>
                      <a:cubicBezTo>
                        <a:pt x="8437" y="1"/>
                        <a:pt x="6490" y="710"/>
                        <a:pt x="4904" y="2296"/>
                      </a:cubicBezTo>
                      <a:cubicBezTo>
                        <a:pt x="1" y="7170"/>
                        <a:pt x="3474" y="15546"/>
                        <a:pt x="10391" y="15546"/>
                      </a:cubicBezTo>
                      <a:cubicBezTo>
                        <a:pt x="14681" y="15546"/>
                        <a:pt x="18154" y="12073"/>
                        <a:pt x="18154" y="7783"/>
                      </a:cubicBezTo>
                      <a:cubicBezTo>
                        <a:pt x="18154" y="3104"/>
                        <a:pt x="14334" y="1"/>
                        <a:pt x="10344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" name="Google Shape;69;p2"/>
                <p:cNvSpPr/>
                <p:nvPr/>
              </p:nvSpPr>
              <p:spPr>
                <a:xfrm>
                  <a:off x="7542863" y="2661838"/>
                  <a:ext cx="453850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4" h="15547" extrusionOk="0">
                      <a:moveTo>
                        <a:pt x="10390" y="4398"/>
                      </a:moveTo>
                      <a:cubicBezTo>
                        <a:pt x="12258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1" y="11172"/>
                      </a:cubicBezTo>
                      <a:cubicBezTo>
                        <a:pt x="9531" y="11172"/>
                        <a:pt x="8685" y="10864"/>
                        <a:pt x="7997" y="10176"/>
                      </a:cubicBezTo>
                      <a:cubicBezTo>
                        <a:pt x="5837" y="8046"/>
                        <a:pt x="7355" y="4398"/>
                        <a:pt x="10390" y="4398"/>
                      </a:cubicBezTo>
                      <a:close/>
                      <a:moveTo>
                        <a:pt x="10322" y="1"/>
                      </a:moveTo>
                      <a:cubicBezTo>
                        <a:pt x="8410" y="1"/>
                        <a:pt x="6460" y="710"/>
                        <a:pt x="4874" y="2296"/>
                      </a:cubicBezTo>
                      <a:cubicBezTo>
                        <a:pt x="0" y="7170"/>
                        <a:pt x="3473" y="15546"/>
                        <a:pt x="10390" y="15546"/>
                      </a:cubicBezTo>
                      <a:cubicBezTo>
                        <a:pt x="14680" y="15546"/>
                        <a:pt x="18124" y="12073"/>
                        <a:pt x="18153" y="7783"/>
                      </a:cubicBezTo>
                      <a:cubicBezTo>
                        <a:pt x="18153" y="3104"/>
                        <a:pt x="14320" y="1"/>
                        <a:pt x="10322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1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"/>
          <p:cNvSpPr txBox="1">
            <a:spLocks noGrp="1"/>
          </p:cNvSpPr>
          <p:nvPr>
            <p:ph type="title"/>
          </p:nvPr>
        </p:nvSpPr>
        <p:spPr>
          <a:xfrm>
            <a:off x="1949550" y="1933323"/>
            <a:ext cx="52449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72" name="Google Shape;72;p3"/>
          <p:cNvSpPr txBox="1">
            <a:spLocks noGrp="1"/>
          </p:cNvSpPr>
          <p:nvPr>
            <p:ph type="title" idx="2" hasCustomPrompt="1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grpSp>
        <p:nvGrpSpPr>
          <p:cNvPr id="74" name="Google Shape;74;p3"/>
          <p:cNvGrpSpPr/>
          <p:nvPr/>
        </p:nvGrpSpPr>
        <p:grpSpPr>
          <a:xfrm>
            <a:off x="-1800" y="0"/>
            <a:ext cx="9145989" cy="5147150"/>
            <a:chOff x="-1800" y="0"/>
            <a:chExt cx="9145989" cy="5147150"/>
          </a:xfrm>
        </p:grpSpPr>
        <p:grpSp>
          <p:nvGrpSpPr>
            <p:cNvPr id="75" name="Google Shape;75;p3"/>
            <p:cNvGrpSpPr/>
            <p:nvPr/>
          </p:nvGrpSpPr>
          <p:grpSpPr>
            <a:xfrm>
              <a:off x="7617000" y="1808423"/>
              <a:ext cx="1527000" cy="1527000"/>
              <a:chOff x="7617000" y="1808423"/>
              <a:chExt cx="1527000" cy="1527000"/>
            </a:xfrm>
          </p:grpSpPr>
          <p:sp>
            <p:nvSpPr>
              <p:cNvPr id="76" name="Google Shape;76;p3"/>
              <p:cNvSpPr/>
              <p:nvPr/>
            </p:nvSpPr>
            <p:spPr>
              <a:xfrm>
                <a:off x="7617000" y="1808423"/>
                <a:ext cx="1527000" cy="1527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7" name="Google Shape;77;p3"/>
              <p:cNvGrpSpPr/>
              <p:nvPr/>
            </p:nvGrpSpPr>
            <p:grpSpPr>
              <a:xfrm rot="5400000">
                <a:off x="8159254" y="2243785"/>
                <a:ext cx="1313215" cy="656276"/>
                <a:chOff x="3474425" y="329950"/>
                <a:chExt cx="2726775" cy="1362700"/>
              </a:xfrm>
            </p:grpSpPr>
            <p:sp>
              <p:nvSpPr>
                <p:cNvPr id="78" name="Google Shape;78;p3"/>
                <p:cNvSpPr/>
                <p:nvPr/>
              </p:nvSpPr>
              <p:spPr>
                <a:xfrm>
                  <a:off x="3474425" y="329950"/>
                  <a:ext cx="2726775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71" h="54508" extrusionOk="0">
                      <a:moveTo>
                        <a:pt x="1" y="0"/>
                      </a:moveTo>
                      <a:cubicBezTo>
                        <a:pt x="1" y="30093"/>
                        <a:pt x="24414" y="54507"/>
                        <a:pt x="54536" y="54507"/>
                      </a:cubicBezTo>
                      <a:cubicBezTo>
                        <a:pt x="84657" y="54507"/>
                        <a:pt x="109070" y="30093"/>
                        <a:pt x="1090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9" name="Google Shape;79;p3"/>
                <p:cNvSpPr/>
                <p:nvPr/>
              </p:nvSpPr>
              <p:spPr>
                <a:xfrm>
                  <a:off x="3787375" y="332075"/>
                  <a:ext cx="2101600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4" h="42046" extrusionOk="0">
                      <a:moveTo>
                        <a:pt x="0" y="0"/>
                      </a:moveTo>
                      <a:cubicBezTo>
                        <a:pt x="0" y="23227"/>
                        <a:pt x="18791" y="42046"/>
                        <a:pt x="42018" y="42046"/>
                      </a:cubicBezTo>
                      <a:cubicBezTo>
                        <a:pt x="65244" y="42046"/>
                        <a:pt x="84063" y="23227"/>
                        <a:pt x="840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0" name="Google Shape;80;p3"/>
                <p:cNvSpPr/>
                <p:nvPr/>
              </p:nvSpPr>
              <p:spPr>
                <a:xfrm>
                  <a:off x="3850250" y="329950"/>
                  <a:ext cx="1975150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06" h="54508" extrusionOk="0">
                      <a:moveTo>
                        <a:pt x="37581" y="0"/>
                      </a:moveTo>
                      <a:lnTo>
                        <a:pt x="0" y="37581"/>
                      </a:lnTo>
                      <a:cubicBezTo>
                        <a:pt x="622" y="38231"/>
                        <a:pt x="1272" y="38881"/>
                        <a:pt x="1922" y="39503"/>
                      </a:cubicBezTo>
                      <a:lnTo>
                        <a:pt x="38146" y="3250"/>
                      </a:lnTo>
                      <a:lnTo>
                        <a:pt x="38146" y="54507"/>
                      </a:lnTo>
                      <a:lnTo>
                        <a:pt x="40859" y="54507"/>
                      </a:lnTo>
                      <a:lnTo>
                        <a:pt x="40859" y="3250"/>
                      </a:lnTo>
                      <a:lnTo>
                        <a:pt x="77084" y="39503"/>
                      </a:lnTo>
                      <a:cubicBezTo>
                        <a:pt x="77734" y="38881"/>
                        <a:pt x="78383" y="38231"/>
                        <a:pt x="79005" y="37581"/>
                      </a:cubicBezTo>
                      <a:lnTo>
                        <a:pt x="4142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1" name="Google Shape;81;p3"/>
                <p:cNvSpPr/>
                <p:nvPr/>
              </p:nvSpPr>
              <p:spPr>
                <a:xfrm>
                  <a:off x="4069925" y="332075"/>
                  <a:ext cx="1535775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31" h="42046" extrusionOk="0">
                      <a:moveTo>
                        <a:pt x="28709" y="0"/>
                      </a:moveTo>
                      <a:lnTo>
                        <a:pt x="1" y="28709"/>
                      </a:lnTo>
                      <a:cubicBezTo>
                        <a:pt x="623" y="29359"/>
                        <a:pt x="1272" y="30008"/>
                        <a:pt x="1922" y="30630"/>
                      </a:cubicBezTo>
                      <a:lnTo>
                        <a:pt x="29359" y="3165"/>
                      </a:lnTo>
                      <a:lnTo>
                        <a:pt x="29359" y="42017"/>
                      </a:lnTo>
                      <a:cubicBezTo>
                        <a:pt x="29811" y="42017"/>
                        <a:pt x="30263" y="42046"/>
                        <a:pt x="30716" y="42046"/>
                      </a:cubicBezTo>
                      <a:cubicBezTo>
                        <a:pt x="31168" y="42046"/>
                        <a:pt x="31620" y="42046"/>
                        <a:pt x="32072" y="42017"/>
                      </a:cubicBezTo>
                      <a:lnTo>
                        <a:pt x="32072" y="3165"/>
                      </a:lnTo>
                      <a:lnTo>
                        <a:pt x="59509" y="30630"/>
                      </a:lnTo>
                      <a:cubicBezTo>
                        <a:pt x="60187" y="30008"/>
                        <a:pt x="60809" y="29359"/>
                        <a:pt x="61430" y="28709"/>
                      </a:cubicBezTo>
                      <a:lnTo>
                        <a:pt x="327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2" name="Google Shape;82;p3"/>
            <p:cNvGrpSpPr/>
            <p:nvPr/>
          </p:nvGrpSpPr>
          <p:grpSpPr>
            <a:xfrm>
              <a:off x="0" y="59"/>
              <a:ext cx="1527000" cy="1527000"/>
              <a:chOff x="0" y="59"/>
              <a:chExt cx="1527000" cy="1527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0" y="59"/>
                <a:ext cx="1527000" cy="1527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4" name="Google Shape;84;p3"/>
              <p:cNvGrpSpPr/>
              <p:nvPr/>
            </p:nvGrpSpPr>
            <p:grpSpPr>
              <a:xfrm>
                <a:off x="98073" y="98121"/>
                <a:ext cx="1330853" cy="1330877"/>
                <a:chOff x="2790325" y="2128575"/>
                <a:chExt cx="1415500" cy="1415525"/>
              </a:xfrm>
            </p:grpSpPr>
            <p:sp>
              <p:nvSpPr>
                <p:cNvPr id="85" name="Google Shape;85;p3"/>
                <p:cNvSpPr/>
                <p:nvPr/>
              </p:nvSpPr>
              <p:spPr>
                <a:xfrm>
                  <a:off x="2790325" y="2128575"/>
                  <a:ext cx="1415500" cy="141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20" h="56621" extrusionOk="0">
                      <a:moveTo>
                        <a:pt x="28310" y="1"/>
                      </a:moveTo>
                      <a:cubicBezTo>
                        <a:pt x="12667" y="1"/>
                        <a:pt x="1" y="12667"/>
                        <a:pt x="1" y="28311"/>
                      </a:cubicBezTo>
                      <a:cubicBezTo>
                        <a:pt x="1" y="43954"/>
                        <a:pt x="12667" y="56620"/>
                        <a:pt x="28310" y="56620"/>
                      </a:cubicBezTo>
                      <a:cubicBezTo>
                        <a:pt x="43924" y="56620"/>
                        <a:pt x="56620" y="43954"/>
                        <a:pt x="56620" y="28311"/>
                      </a:cubicBezTo>
                      <a:cubicBezTo>
                        <a:pt x="56620" y="12667"/>
                        <a:pt x="43924" y="1"/>
                        <a:pt x="2831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6" name="Google Shape;86;p3"/>
                <p:cNvSpPr/>
                <p:nvPr/>
              </p:nvSpPr>
              <p:spPr>
                <a:xfrm>
                  <a:off x="2944275" y="2322875"/>
                  <a:ext cx="1067475" cy="102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99" h="41086" extrusionOk="0">
                      <a:moveTo>
                        <a:pt x="22152" y="8018"/>
                      </a:moveTo>
                      <a:cubicBezTo>
                        <a:pt x="29040" y="8047"/>
                        <a:pt x="34644" y="13622"/>
                        <a:pt x="34673" y="20539"/>
                      </a:cubicBezTo>
                      <a:cubicBezTo>
                        <a:pt x="34644" y="25588"/>
                        <a:pt x="31608" y="30170"/>
                        <a:pt x="26939" y="32096"/>
                      </a:cubicBezTo>
                      <a:cubicBezTo>
                        <a:pt x="25390" y="32735"/>
                        <a:pt x="23761" y="33046"/>
                        <a:pt x="22146" y="33046"/>
                      </a:cubicBezTo>
                      <a:cubicBezTo>
                        <a:pt x="18890" y="33046"/>
                        <a:pt x="15689" y="31781"/>
                        <a:pt x="13309" y="29382"/>
                      </a:cubicBezTo>
                      <a:cubicBezTo>
                        <a:pt x="9719" y="25821"/>
                        <a:pt x="8669" y="20422"/>
                        <a:pt x="10595" y="15752"/>
                      </a:cubicBezTo>
                      <a:cubicBezTo>
                        <a:pt x="12521" y="11083"/>
                        <a:pt x="17074" y="8018"/>
                        <a:pt x="22152" y="8018"/>
                      </a:cubicBezTo>
                      <a:close/>
                      <a:moveTo>
                        <a:pt x="22140" y="1"/>
                      </a:moveTo>
                      <a:cubicBezTo>
                        <a:pt x="16803" y="1"/>
                        <a:pt x="11559" y="2083"/>
                        <a:pt x="7618" y="6004"/>
                      </a:cubicBezTo>
                      <a:cubicBezTo>
                        <a:pt x="1752" y="11900"/>
                        <a:pt x="1" y="20714"/>
                        <a:pt x="3182" y="28389"/>
                      </a:cubicBezTo>
                      <a:cubicBezTo>
                        <a:pt x="6363" y="36065"/>
                        <a:pt x="13835" y="41085"/>
                        <a:pt x="22152" y="41085"/>
                      </a:cubicBezTo>
                      <a:cubicBezTo>
                        <a:pt x="33476" y="41056"/>
                        <a:pt x="42670" y="31863"/>
                        <a:pt x="42699" y="20539"/>
                      </a:cubicBezTo>
                      <a:cubicBezTo>
                        <a:pt x="42670" y="12221"/>
                        <a:pt x="37679" y="4749"/>
                        <a:pt x="30003" y="1568"/>
                      </a:cubicBezTo>
                      <a:cubicBezTo>
                        <a:pt x="27458" y="513"/>
                        <a:pt x="24788" y="1"/>
                        <a:pt x="2214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" name="Google Shape;87;p3"/>
                <p:cNvSpPr/>
                <p:nvPr/>
              </p:nvSpPr>
              <p:spPr>
                <a:xfrm>
                  <a:off x="2790325" y="2836325"/>
                  <a:ext cx="1415500" cy="70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20" h="28311" extrusionOk="0">
                      <a:moveTo>
                        <a:pt x="1" y="1"/>
                      </a:moveTo>
                      <a:cubicBezTo>
                        <a:pt x="1" y="15644"/>
                        <a:pt x="12667" y="28310"/>
                        <a:pt x="28310" y="28310"/>
                      </a:cubicBezTo>
                      <a:cubicBezTo>
                        <a:pt x="43924" y="28310"/>
                        <a:pt x="56620" y="15644"/>
                        <a:pt x="5662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" name="Google Shape;88;p3"/>
                <p:cNvSpPr/>
                <p:nvPr/>
              </p:nvSpPr>
              <p:spPr>
                <a:xfrm>
                  <a:off x="2984400" y="2836325"/>
                  <a:ext cx="1027350" cy="5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4" h="20548" extrusionOk="0">
                      <a:moveTo>
                        <a:pt x="1" y="1"/>
                      </a:moveTo>
                      <a:cubicBezTo>
                        <a:pt x="30" y="11325"/>
                        <a:pt x="9194" y="20518"/>
                        <a:pt x="20547" y="20547"/>
                      </a:cubicBezTo>
                      <a:cubicBezTo>
                        <a:pt x="31871" y="20518"/>
                        <a:pt x="41065" y="11325"/>
                        <a:pt x="41094" y="1"/>
                      </a:cubicBezTo>
                      <a:lnTo>
                        <a:pt x="33068" y="1"/>
                      </a:lnTo>
                      <a:cubicBezTo>
                        <a:pt x="32951" y="6830"/>
                        <a:pt x="27377" y="12288"/>
                        <a:pt x="20547" y="12288"/>
                      </a:cubicBezTo>
                      <a:cubicBezTo>
                        <a:pt x="13718" y="12288"/>
                        <a:pt x="8144" y="6830"/>
                        <a:pt x="80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9" name="Google Shape;89;p3"/>
            <p:cNvGrpSpPr/>
            <p:nvPr/>
          </p:nvGrpSpPr>
          <p:grpSpPr>
            <a:xfrm>
              <a:off x="7617000" y="0"/>
              <a:ext cx="1527000" cy="1527059"/>
              <a:chOff x="7617000" y="0"/>
              <a:chExt cx="1527000" cy="1527059"/>
            </a:xfrm>
          </p:grpSpPr>
          <p:sp>
            <p:nvSpPr>
              <p:cNvPr id="90" name="Google Shape;90;p3"/>
              <p:cNvSpPr/>
              <p:nvPr/>
            </p:nvSpPr>
            <p:spPr>
              <a:xfrm>
                <a:off x="7617000" y="59"/>
                <a:ext cx="1527000" cy="152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" name="Google Shape;91;p3"/>
              <p:cNvGrpSpPr/>
              <p:nvPr/>
            </p:nvGrpSpPr>
            <p:grpSpPr>
              <a:xfrm flipH="1">
                <a:off x="7828650" y="0"/>
                <a:ext cx="1315350" cy="1311825"/>
                <a:chOff x="4028700" y="262275"/>
                <a:chExt cx="1315350" cy="1311825"/>
              </a:xfrm>
            </p:grpSpPr>
            <p:sp>
              <p:nvSpPr>
                <p:cNvPr id="92" name="Google Shape;92;p3"/>
                <p:cNvSpPr/>
                <p:nvPr/>
              </p:nvSpPr>
              <p:spPr>
                <a:xfrm>
                  <a:off x="4656000" y="6481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86" y="0"/>
                      </a:moveTo>
                      <a:cubicBezTo>
                        <a:pt x="4553" y="0"/>
                        <a:pt x="0" y="2247"/>
                        <a:pt x="0" y="5020"/>
                      </a:cubicBezTo>
                      <a:cubicBezTo>
                        <a:pt x="0" y="7763"/>
                        <a:pt x="4553" y="10011"/>
                        <a:pt x="10186" y="10011"/>
                      </a:cubicBezTo>
                      <a:cubicBezTo>
                        <a:pt x="15789" y="10011"/>
                        <a:pt x="20342" y="7763"/>
                        <a:pt x="20342" y="5020"/>
                      </a:cubicBezTo>
                      <a:cubicBezTo>
                        <a:pt x="20342" y="2247"/>
                        <a:pt x="15789" y="0"/>
                        <a:pt x="1018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3"/>
                <p:cNvSpPr/>
                <p:nvPr/>
              </p:nvSpPr>
              <p:spPr>
                <a:xfrm>
                  <a:off x="4372900" y="3650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57" y="0"/>
                      </a:moveTo>
                      <a:cubicBezTo>
                        <a:pt x="4553" y="0"/>
                        <a:pt x="0" y="2247"/>
                        <a:pt x="0" y="4991"/>
                      </a:cubicBezTo>
                      <a:cubicBezTo>
                        <a:pt x="0" y="7764"/>
                        <a:pt x="4553" y="10011"/>
                        <a:pt x="10157" y="10011"/>
                      </a:cubicBezTo>
                      <a:cubicBezTo>
                        <a:pt x="15790" y="10011"/>
                        <a:pt x="20342" y="7764"/>
                        <a:pt x="20342" y="4991"/>
                      </a:cubicBezTo>
                      <a:cubicBezTo>
                        <a:pt x="20342" y="2247"/>
                        <a:pt x="15790" y="0"/>
                        <a:pt x="101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3"/>
                <p:cNvSpPr/>
                <p:nvPr/>
              </p:nvSpPr>
              <p:spPr>
                <a:xfrm>
                  <a:off x="4417400" y="8867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5021" y="1"/>
                      </a:moveTo>
                      <a:cubicBezTo>
                        <a:pt x="2248" y="1"/>
                        <a:pt x="1" y="4554"/>
                        <a:pt x="1" y="10186"/>
                      </a:cubicBezTo>
                      <a:cubicBezTo>
                        <a:pt x="1" y="15790"/>
                        <a:pt x="2248" y="20343"/>
                        <a:pt x="5021" y="20343"/>
                      </a:cubicBezTo>
                      <a:cubicBezTo>
                        <a:pt x="7764" y="20343"/>
                        <a:pt x="10011" y="15790"/>
                        <a:pt x="10011" y="10186"/>
                      </a:cubicBezTo>
                      <a:cubicBezTo>
                        <a:pt x="10011" y="4554"/>
                        <a:pt x="7764" y="1"/>
                        <a:pt x="50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3"/>
                <p:cNvSpPr/>
                <p:nvPr/>
              </p:nvSpPr>
              <p:spPr>
                <a:xfrm>
                  <a:off x="4134300" y="6036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4991" y="1"/>
                      </a:moveTo>
                      <a:cubicBezTo>
                        <a:pt x="2248" y="1"/>
                        <a:pt x="1" y="4554"/>
                        <a:pt x="1" y="10157"/>
                      </a:cubicBezTo>
                      <a:cubicBezTo>
                        <a:pt x="1" y="15790"/>
                        <a:pt x="2248" y="20343"/>
                        <a:pt x="4991" y="20343"/>
                      </a:cubicBezTo>
                      <a:cubicBezTo>
                        <a:pt x="7764" y="20343"/>
                        <a:pt x="10011" y="15790"/>
                        <a:pt x="10011" y="10157"/>
                      </a:cubicBezTo>
                      <a:cubicBezTo>
                        <a:pt x="10011" y="4554"/>
                        <a:pt x="7764" y="1"/>
                        <a:pt x="499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3"/>
                <p:cNvSpPr/>
                <p:nvPr/>
              </p:nvSpPr>
              <p:spPr>
                <a:xfrm>
                  <a:off x="4028700" y="262275"/>
                  <a:ext cx="1035175" cy="103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07" h="41266" extrusionOk="0">
                      <a:moveTo>
                        <a:pt x="429" y="0"/>
                      </a:moveTo>
                      <a:cubicBezTo>
                        <a:pt x="195" y="0"/>
                        <a:pt x="0" y="296"/>
                        <a:pt x="226" y="522"/>
                      </a:cubicBezTo>
                      <a:lnTo>
                        <a:pt x="8865" y="9161"/>
                      </a:lnTo>
                      <a:lnTo>
                        <a:pt x="8865" y="28219"/>
                      </a:lnTo>
                      <a:cubicBezTo>
                        <a:pt x="8865" y="28424"/>
                        <a:pt x="9018" y="28526"/>
                        <a:pt x="9172" y="28526"/>
                      </a:cubicBezTo>
                      <a:cubicBezTo>
                        <a:pt x="9325" y="28526"/>
                        <a:pt x="9478" y="28424"/>
                        <a:pt x="9478" y="28219"/>
                      </a:cubicBezTo>
                      <a:lnTo>
                        <a:pt x="9478" y="9774"/>
                      </a:lnTo>
                      <a:lnTo>
                        <a:pt x="20218" y="20514"/>
                      </a:lnTo>
                      <a:lnTo>
                        <a:pt x="20218" y="39543"/>
                      </a:lnTo>
                      <a:cubicBezTo>
                        <a:pt x="20218" y="39747"/>
                        <a:pt x="20364" y="39850"/>
                        <a:pt x="20510" y="39850"/>
                      </a:cubicBezTo>
                      <a:cubicBezTo>
                        <a:pt x="20656" y="39850"/>
                        <a:pt x="20802" y="39747"/>
                        <a:pt x="20802" y="39543"/>
                      </a:cubicBezTo>
                      <a:lnTo>
                        <a:pt x="20802" y="21098"/>
                      </a:lnTo>
                      <a:lnTo>
                        <a:pt x="40881" y="41177"/>
                      </a:lnTo>
                      <a:cubicBezTo>
                        <a:pt x="40940" y="41236"/>
                        <a:pt x="41013" y="41265"/>
                        <a:pt x="41089" y="41265"/>
                      </a:cubicBezTo>
                      <a:cubicBezTo>
                        <a:pt x="41166" y="41265"/>
                        <a:pt x="41246" y="41236"/>
                        <a:pt x="41319" y="41177"/>
                      </a:cubicBezTo>
                      <a:cubicBezTo>
                        <a:pt x="41407" y="41061"/>
                        <a:pt x="41407" y="40856"/>
                        <a:pt x="41319" y="40740"/>
                      </a:cubicBezTo>
                      <a:lnTo>
                        <a:pt x="21240" y="20689"/>
                      </a:lnTo>
                      <a:lnTo>
                        <a:pt x="39685" y="20689"/>
                      </a:lnTo>
                      <a:cubicBezTo>
                        <a:pt x="40093" y="20689"/>
                        <a:pt x="40093" y="20077"/>
                        <a:pt x="39685" y="20077"/>
                      </a:cubicBezTo>
                      <a:lnTo>
                        <a:pt x="20627" y="20077"/>
                      </a:lnTo>
                      <a:lnTo>
                        <a:pt x="9887" y="9336"/>
                      </a:lnTo>
                      <a:lnTo>
                        <a:pt x="28332" y="9336"/>
                      </a:lnTo>
                      <a:cubicBezTo>
                        <a:pt x="28740" y="9336"/>
                        <a:pt x="28740" y="8723"/>
                        <a:pt x="28332" y="8723"/>
                      </a:cubicBezTo>
                      <a:lnTo>
                        <a:pt x="9274" y="8723"/>
                      </a:lnTo>
                      <a:lnTo>
                        <a:pt x="635" y="85"/>
                      </a:lnTo>
                      <a:cubicBezTo>
                        <a:pt x="569" y="25"/>
                        <a:pt x="497" y="0"/>
                        <a:pt x="4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3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0" y="1"/>
                      </a:move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3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19175" y="1"/>
                      </a:moveTo>
                      <a:cubicBezTo>
                        <a:pt x="17862" y="9982"/>
                        <a:pt x="9982" y="17862"/>
                        <a:pt x="0" y="19175"/>
                      </a:cubicBez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9" name="Google Shape;99;p3"/>
            <p:cNvGrpSpPr/>
            <p:nvPr/>
          </p:nvGrpSpPr>
          <p:grpSpPr>
            <a:xfrm>
              <a:off x="-1800" y="3616550"/>
              <a:ext cx="2026328" cy="1530600"/>
              <a:chOff x="-1800" y="3616550"/>
              <a:chExt cx="2026328" cy="15306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-1800" y="3616550"/>
                <a:ext cx="1530600" cy="1530600"/>
              </a:xfrm>
              <a:prstGeom prst="round1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" name="Google Shape;101;p3"/>
              <p:cNvGrpSpPr/>
              <p:nvPr/>
            </p:nvGrpSpPr>
            <p:grpSpPr>
              <a:xfrm>
                <a:off x="1029472" y="4652152"/>
                <a:ext cx="995056" cy="494998"/>
                <a:chOff x="5614850" y="4029425"/>
                <a:chExt cx="1430500" cy="715625"/>
              </a:xfrm>
            </p:grpSpPr>
            <p:sp>
              <p:nvSpPr>
                <p:cNvPr id="102" name="Google Shape;102;p3"/>
                <p:cNvSpPr/>
                <p:nvPr/>
              </p:nvSpPr>
              <p:spPr>
                <a:xfrm flipH="1">
                  <a:off x="5614850" y="4030125"/>
                  <a:ext cx="715625" cy="71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25" h="28597" extrusionOk="0">
                      <a:moveTo>
                        <a:pt x="57" y="1"/>
                      </a:moveTo>
                      <a:cubicBezTo>
                        <a:pt x="29" y="933"/>
                        <a:pt x="1" y="1837"/>
                        <a:pt x="1" y="2798"/>
                      </a:cubicBezTo>
                      <a:lnTo>
                        <a:pt x="1" y="14129"/>
                      </a:lnTo>
                      <a:cubicBezTo>
                        <a:pt x="7997" y="14129"/>
                        <a:pt x="14496" y="20600"/>
                        <a:pt x="14496" y="28596"/>
                      </a:cubicBezTo>
                      <a:lnTo>
                        <a:pt x="28624" y="28596"/>
                      </a:lnTo>
                      <a:cubicBezTo>
                        <a:pt x="28596" y="12829"/>
                        <a:pt x="15824" y="29"/>
                        <a:pt x="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" name="Google Shape;103;p3"/>
                <p:cNvSpPr/>
                <p:nvPr/>
              </p:nvSpPr>
              <p:spPr>
                <a:xfrm flipH="1">
                  <a:off x="6330450" y="4029425"/>
                  <a:ext cx="714900" cy="71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6" h="28625" extrusionOk="0">
                      <a:moveTo>
                        <a:pt x="28596" y="0"/>
                      </a:moveTo>
                      <a:cubicBezTo>
                        <a:pt x="12800" y="29"/>
                        <a:pt x="0" y="12829"/>
                        <a:pt x="0" y="28624"/>
                      </a:cubicBezTo>
                      <a:lnTo>
                        <a:pt x="14128" y="28624"/>
                      </a:lnTo>
                      <a:cubicBezTo>
                        <a:pt x="14128" y="20628"/>
                        <a:pt x="20599" y="14129"/>
                        <a:pt x="28596" y="14129"/>
                      </a:cubicBezTo>
                      <a:lnTo>
                        <a:pt x="2859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" name="Google Shape;104;p3"/>
              <p:cNvGrpSpPr/>
              <p:nvPr/>
            </p:nvGrpSpPr>
            <p:grpSpPr>
              <a:xfrm>
                <a:off x="189802" y="3985791"/>
                <a:ext cx="994996" cy="944519"/>
                <a:chOff x="5575325" y="3137500"/>
                <a:chExt cx="1167425" cy="1108200"/>
              </a:xfrm>
            </p:grpSpPr>
            <p:sp>
              <p:nvSpPr>
                <p:cNvPr id="105" name="Google Shape;105;p3"/>
                <p:cNvSpPr/>
                <p:nvPr/>
              </p:nvSpPr>
              <p:spPr>
                <a:xfrm>
                  <a:off x="5575325" y="3137500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6" name="Google Shape;106;p3"/>
                <p:cNvSpPr/>
                <p:nvPr/>
              </p:nvSpPr>
              <p:spPr>
                <a:xfrm>
                  <a:off x="5655575" y="3315125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7" name="Google Shape;107;p3"/>
            <p:cNvGrpSpPr/>
            <p:nvPr/>
          </p:nvGrpSpPr>
          <p:grpSpPr>
            <a:xfrm>
              <a:off x="7617000" y="3616798"/>
              <a:ext cx="1527189" cy="1527000"/>
              <a:chOff x="7617000" y="3616798"/>
              <a:chExt cx="1527189" cy="1527000"/>
            </a:xfrm>
          </p:grpSpPr>
          <p:sp>
            <p:nvSpPr>
              <p:cNvPr id="108" name="Google Shape;108;p3"/>
              <p:cNvSpPr/>
              <p:nvPr/>
            </p:nvSpPr>
            <p:spPr>
              <a:xfrm>
                <a:off x="7617000" y="3616798"/>
                <a:ext cx="1527000" cy="1527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" name="Google Shape;109;p3"/>
              <p:cNvGrpSpPr/>
              <p:nvPr/>
            </p:nvGrpSpPr>
            <p:grpSpPr>
              <a:xfrm rot="10800000" flipH="1">
                <a:off x="7710231" y="3916933"/>
                <a:ext cx="1433957" cy="926729"/>
                <a:chOff x="5508300" y="2282550"/>
                <a:chExt cx="1713825" cy="1107600"/>
              </a:xfrm>
            </p:grpSpPr>
            <p:sp>
              <p:nvSpPr>
                <p:cNvPr id="110" name="Google Shape;110;p3"/>
                <p:cNvSpPr/>
                <p:nvPr/>
              </p:nvSpPr>
              <p:spPr>
                <a:xfrm>
                  <a:off x="6666850" y="2282550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1" name="Google Shape;111;p3"/>
                <p:cNvSpPr/>
                <p:nvPr/>
              </p:nvSpPr>
              <p:spPr>
                <a:xfrm>
                  <a:off x="6047800" y="2642013"/>
                  <a:ext cx="453875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5" h="15547" extrusionOk="0">
                      <a:moveTo>
                        <a:pt x="10391" y="4398"/>
                      </a:moveTo>
                      <a:cubicBezTo>
                        <a:pt x="12259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2" y="11172"/>
                      </a:cubicBezTo>
                      <a:cubicBezTo>
                        <a:pt x="9531" y="11172"/>
                        <a:pt x="8685" y="10864"/>
                        <a:pt x="7998" y="10176"/>
                      </a:cubicBezTo>
                      <a:cubicBezTo>
                        <a:pt x="5867" y="8046"/>
                        <a:pt x="7385" y="4398"/>
                        <a:pt x="10391" y="4398"/>
                      </a:cubicBezTo>
                      <a:close/>
                      <a:moveTo>
                        <a:pt x="10344" y="1"/>
                      </a:moveTo>
                      <a:cubicBezTo>
                        <a:pt x="8437" y="1"/>
                        <a:pt x="6490" y="710"/>
                        <a:pt x="4904" y="2296"/>
                      </a:cubicBezTo>
                      <a:cubicBezTo>
                        <a:pt x="1" y="7170"/>
                        <a:pt x="3474" y="15546"/>
                        <a:pt x="10391" y="15546"/>
                      </a:cubicBezTo>
                      <a:cubicBezTo>
                        <a:pt x="14681" y="15546"/>
                        <a:pt x="18154" y="12073"/>
                        <a:pt x="18154" y="7783"/>
                      </a:cubicBezTo>
                      <a:cubicBezTo>
                        <a:pt x="18154" y="3104"/>
                        <a:pt x="14334" y="1"/>
                        <a:pt x="103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" name="Google Shape;112;p3"/>
                <p:cNvSpPr/>
                <p:nvPr/>
              </p:nvSpPr>
              <p:spPr>
                <a:xfrm>
                  <a:off x="5508300" y="2642013"/>
                  <a:ext cx="453850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4" h="15547" extrusionOk="0">
                      <a:moveTo>
                        <a:pt x="10390" y="4398"/>
                      </a:moveTo>
                      <a:cubicBezTo>
                        <a:pt x="12258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1" y="11172"/>
                      </a:cubicBezTo>
                      <a:cubicBezTo>
                        <a:pt x="9531" y="11172"/>
                        <a:pt x="8685" y="10864"/>
                        <a:pt x="7997" y="10176"/>
                      </a:cubicBezTo>
                      <a:cubicBezTo>
                        <a:pt x="5837" y="8046"/>
                        <a:pt x="7355" y="4398"/>
                        <a:pt x="10390" y="4398"/>
                      </a:cubicBezTo>
                      <a:close/>
                      <a:moveTo>
                        <a:pt x="10322" y="1"/>
                      </a:moveTo>
                      <a:cubicBezTo>
                        <a:pt x="8410" y="1"/>
                        <a:pt x="6460" y="710"/>
                        <a:pt x="4874" y="2296"/>
                      </a:cubicBezTo>
                      <a:cubicBezTo>
                        <a:pt x="0" y="7170"/>
                        <a:pt x="3473" y="15546"/>
                        <a:pt x="10390" y="15546"/>
                      </a:cubicBezTo>
                      <a:cubicBezTo>
                        <a:pt x="14680" y="15546"/>
                        <a:pt x="18124" y="12073"/>
                        <a:pt x="18153" y="7783"/>
                      </a:cubicBezTo>
                      <a:cubicBezTo>
                        <a:pt x="18153" y="3104"/>
                        <a:pt x="14320" y="1"/>
                        <a:pt x="103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3" name="Google Shape;113;p3"/>
            <p:cNvGrpSpPr/>
            <p:nvPr/>
          </p:nvGrpSpPr>
          <p:grpSpPr>
            <a:xfrm>
              <a:off x="0" y="1808309"/>
              <a:ext cx="1527000" cy="1527000"/>
              <a:chOff x="0" y="1808309"/>
              <a:chExt cx="1527000" cy="1527000"/>
            </a:xfrm>
          </p:grpSpPr>
          <p:sp>
            <p:nvSpPr>
              <p:cNvPr id="114" name="Google Shape;114;p3"/>
              <p:cNvSpPr/>
              <p:nvPr/>
            </p:nvSpPr>
            <p:spPr>
              <a:xfrm>
                <a:off x="0" y="1808309"/>
                <a:ext cx="1527000" cy="1527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" name="Google Shape;115;p3"/>
              <p:cNvGrpSpPr/>
              <p:nvPr/>
            </p:nvGrpSpPr>
            <p:grpSpPr>
              <a:xfrm>
                <a:off x="0" y="1848943"/>
                <a:ext cx="1182967" cy="1445732"/>
                <a:chOff x="0" y="1884933"/>
                <a:chExt cx="1182967" cy="1445732"/>
              </a:xfrm>
            </p:grpSpPr>
            <p:grpSp>
              <p:nvGrpSpPr>
                <p:cNvPr id="116" name="Google Shape;116;p3"/>
                <p:cNvGrpSpPr/>
                <p:nvPr/>
              </p:nvGrpSpPr>
              <p:grpSpPr>
                <a:xfrm>
                  <a:off x="0" y="1884933"/>
                  <a:ext cx="722377" cy="1445732"/>
                  <a:chOff x="380375" y="557064"/>
                  <a:chExt cx="722377" cy="1445732"/>
                </a:xfrm>
              </p:grpSpPr>
              <p:sp>
                <p:nvSpPr>
                  <p:cNvPr id="117" name="Google Shape;117;p3"/>
                  <p:cNvSpPr/>
                  <p:nvPr/>
                </p:nvSpPr>
                <p:spPr>
                  <a:xfrm>
                    <a:off x="380375" y="557064"/>
                    <a:ext cx="722377" cy="144573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52" h="44334" extrusionOk="0">
                        <a:moveTo>
                          <a:pt x="0" y="1"/>
                        </a:moveTo>
                        <a:lnTo>
                          <a:pt x="0" y="44333"/>
                        </a:lnTo>
                        <a:cubicBezTo>
                          <a:pt x="12229" y="44333"/>
                          <a:pt x="22152" y="34410"/>
                          <a:pt x="22152" y="22152"/>
                        </a:cubicBezTo>
                        <a:cubicBezTo>
                          <a:pt x="22152" y="9924"/>
                          <a:pt x="12229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8" name="Google Shape;118;p3"/>
                  <p:cNvSpPr/>
                  <p:nvPr/>
                </p:nvSpPr>
                <p:spPr>
                  <a:xfrm>
                    <a:off x="380375" y="858788"/>
                    <a:ext cx="409256" cy="84137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0" h="25801" extrusionOk="0">
                        <a:moveTo>
                          <a:pt x="0" y="0"/>
                        </a:moveTo>
                        <a:lnTo>
                          <a:pt x="0" y="3649"/>
                        </a:lnTo>
                        <a:cubicBezTo>
                          <a:pt x="4961" y="3853"/>
                          <a:pt x="8901" y="7939"/>
                          <a:pt x="8901" y="12900"/>
                        </a:cubicBezTo>
                        <a:cubicBezTo>
                          <a:pt x="8901" y="17891"/>
                          <a:pt x="4961" y="21977"/>
                          <a:pt x="0" y="22152"/>
                        </a:cubicBezTo>
                        <a:lnTo>
                          <a:pt x="0" y="25800"/>
                        </a:lnTo>
                        <a:cubicBezTo>
                          <a:pt x="6975" y="25596"/>
                          <a:pt x="12550" y="19905"/>
                          <a:pt x="12550" y="12900"/>
                        </a:cubicBezTo>
                        <a:cubicBezTo>
                          <a:pt x="12550" y="5925"/>
                          <a:pt x="6975" y="205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9" name="Google Shape;119;p3"/>
                <p:cNvGrpSpPr/>
                <p:nvPr/>
              </p:nvGrpSpPr>
              <p:grpSpPr>
                <a:xfrm>
                  <a:off x="1022948" y="2207297"/>
                  <a:ext cx="160019" cy="800968"/>
                  <a:chOff x="2280661" y="1580270"/>
                  <a:chExt cx="329800" cy="1650800"/>
                </a:xfrm>
              </p:grpSpPr>
              <p:sp>
                <p:nvSpPr>
                  <p:cNvPr id="120" name="Google Shape;120;p3"/>
                  <p:cNvSpPr/>
                  <p:nvPr/>
                </p:nvSpPr>
                <p:spPr>
                  <a:xfrm>
                    <a:off x="2280661" y="1580270"/>
                    <a:ext cx="329800" cy="3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1" name="Google Shape;121;p3"/>
                  <p:cNvSpPr/>
                  <p:nvPr/>
                </p:nvSpPr>
                <p:spPr>
                  <a:xfrm>
                    <a:off x="2280661" y="2241120"/>
                    <a:ext cx="329800" cy="329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4" extrusionOk="0">
                        <a:moveTo>
                          <a:pt x="6596" y="1"/>
                        </a:moveTo>
                        <a:cubicBezTo>
                          <a:pt x="2948" y="1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1"/>
                          <a:pt x="659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2" name="Google Shape;122;p3"/>
                  <p:cNvSpPr/>
                  <p:nvPr/>
                </p:nvSpPr>
                <p:spPr>
                  <a:xfrm>
                    <a:off x="2280661" y="2901995"/>
                    <a:ext cx="329800" cy="3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>
            <a:spLocks noGrp="1"/>
          </p:cNvSpPr>
          <p:nvPr>
            <p:ph type="body" idx="1"/>
          </p:nvPr>
        </p:nvSpPr>
        <p:spPr>
          <a:xfrm>
            <a:off x="720000" y="1059845"/>
            <a:ext cx="7347000" cy="3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AutoNum type="arabicPeriod"/>
              <a:defRPr sz="1200"/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200"/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200"/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126" name="Google Shape;126;p4"/>
          <p:cNvGrpSpPr/>
          <p:nvPr/>
        </p:nvGrpSpPr>
        <p:grpSpPr>
          <a:xfrm>
            <a:off x="7910724" y="-12"/>
            <a:ext cx="1784822" cy="5143512"/>
            <a:chOff x="7910724" y="-12"/>
            <a:chExt cx="1784822" cy="5143512"/>
          </a:xfrm>
        </p:grpSpPr>
        <p:grpSp>
          <p:nvGrpSpPr>
            <p:cNvPr id="127" name="Google Shape;127;p4"/>
            <p:cNvGrpSpPr/>
            <p:nvPr/>
          </p:nvGrpSpPr>
          <p:grpSpPr>
            <a:xfrm rot="5400000">
              <a:off x="8373671" y="3392450"/>
              <a:ext cx="763950" cy="166200"/>
              <a:chOff x="778750" y="1794600"/>
              <a:chExt cx="763950" cy="166200"/>
            </a:xfrm>
          </p:grpSpPr>
          <p:sp>
            <p:nvSpPr>
              <p:cNvPr id="128" name="Google Shape;128;p4"/>
              <p:cNvSpPr/>
              <p:nvPr/>
            </p:nvSpPr>
            <p:spPr>
              <a:xfrm>
                <a:off x="1370475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17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079350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46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778750" y="1794600"/>
                <a:ext cx="194100" cy="166200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6648" extrusionOk="0">
                    <a:moveTo>
                      <a:pt x="3327" y="752"/>
                    </a:moveTo>
                    <a:cubicBezTo>
                      <a:pt x="5633" y="752"/>
                      <a:pt x="6771" y="3525"/>
                      <a:pt x="5137" y="5159"/>
                    </a:cubicBezTo>
                    <a:cubicBezTo>
                      <a:pt x="4610" y="5686"/>
                      <a:pt x="3964" y="5922"/>
                      <a:pt x="3331" y="5922"/>
                    </a:cubicBezTo>
                    <a:cubicBezTo>
                      <a:pt x="2002" y="5922"/>
                      <a:pt x="730" y="4882"/>
                      <a:pt x="730" y="3320"/>
                    </a:cubicBezTo>
                    <a:cubicBezTo>
                      <a:pt x="730" y="1890"/>
                      <a:pt x="1897" y="752"/>
                      <a:pt x="3327" y="752"/>
                    </a:cubicBezTo>
                    <a:close/>
                    <a:moveTo>
                      <a:pt x="3332" y="1"/>
                    </a:moveTo>
                    <a:cubicBezTo>
                      <a:pt x="1628" y="1"/>
                      <a:pt x="0" y="1327"/>
                      <a:pt x="0" y="3320"/>
                    </a:cubicBezTo>
                    <a:cubicBezTo>
                      <a:pt x="0" y="5159"/>
                      <a:pt x="1489" y="6647"/>
                      <a:pt x="3327" y="6647"/>
                    </a:cubicBezTo>
                    <a:cubicBezTo>
                      <a:pt x="6275" y="6647"/>
                      <a:pt x="7763" y="3058"/>
                      <a:pt x="5662" y="985"/>
                    </a:cubicBezTo>
                    <a:cubicBezTo>
                      <a:pt x="4982" y="305"/>
                      <a:pt x="4148" y="1"/>
                      <a:pt x="3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1" name="Google Shape;131;p4"/>
            <p:cNvGrpSpPr/>
            <p:nvPr/>
          </p:nvGrpSpPr>
          <p:grpSpPr>
            <a:xfrm>
              <a:off x="7910724" y="-12"/>
              <a:ext cx="1233276" cy="764112"/>
              <a:chOff x="7919624" y="-12"/>
              <a:chExt cx="1233276" cy="764112"/>
            </a:xfrm>
          </p:grpSpPr>
          <p:sp>
            <p:nvSpPr>
              <p:cNvPr id="132" name="Google Shape;132;p4"/>
              <p:cNvSpPr/>
              <p:nvPr/>
            </p:nvSpPr>
            <p:spPr>
              <a:xfrm rot="5400000">
                <a:off x="8382500" y="-6300"/>
                <a:ext cx="764100" cy="77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" name="Google Shape;133;p4"/>
              <p:cNvGrpSpPr/>
              <p:nvPr/>
            </p:nvGrpSpPr>
            <p:grpSpPr>
              <a:xfrm>
                <a:off x="7919624" y="-12"/>
                <a:ext cx="910059" cy="455329"/>
                <a:chOff x="6250487" y="-9"/>
                <a:chExt cx="1178375" cy="589575"/>
              </a:xfrm>
            </p:grpSpPr>
            <p:sp>
              <p:nvSpPr>
                <p:cNvPr id="134" name="Google Shape;134;p4"/>
                <p:cNvSpPr/>
                <p:nvPr/>
              </p:nvSpPr>
              <p:spPr>
                <a:xfrm flipH="1">
                  <a:off x="6250487" y="-9"/>
                  <a:ext cx="1178375" cy="5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35" h="23583" extrusionOk="0">
                      <a:moveTo>
                        <a:pt x="1" y="1"/>
                      </a:moveTo>
                      <a:cubicBezTo>
                        <a:pt x="1" y="13017"/>
                        <a:pt x="10537" y="23582"/>
                        <a:pt x="23583" y="23582"/>
                      </a:cubicBezTo>
                      <a:cubicBezTo>
                        <a:pt x="36599" y="23582"/>
                        <a:pt x="47135" y="13017"/>
                        <a:pt x="471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5" name="Google Shape;135;p4"/>
                <p:cNvSpPr/>
                <p:nvPr/>
              </p:nvSpPr>
              <p:spPr>
                <a:xfrm flipH="1">
                  <a:off x="6396049" y="-9"/>
                  <a:ext cx="887250" cy="44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0" h="17804" extrusionOk="0">
                      <a:moveTo>
                        <a:pt x="0" y="1"/>
                      </a:moveTo>
                      <a:lnTo>
                        <a:pt x="0" y="59"/>
                      </a:lnTo>
                      <a:cubicBezTo>
                        <a:pt x="0" y="9836"/>
                        <a:pt x="7939" y="17775"/>
                        <a:pt x="17716" y="17804"/>
                      </a:cubicBezTo>
                      <a:cubicBezTo>
                        <a:pt x="27522" y="17804"/>
                        <a:pt x="35460" y="9836"/>
                        <a:pt x="35490" y="59"/>
                      </a:cubicBezTo>
                      <a:lnTo>
                        <a:pt x="35490" y="1"/>
                      </a:lnTo>
                      <a:lnTo>
                        <a:pt x="25275" y="1"/>
                      </a:lnTo>
                      <a:lnTo>
                        <a:pt x="25275" y="59"/>
                      </a:lnTo>
                      <a:cubicBezTo>
                        <a:pt x="25275" y="4204"/>
                        <a:pt x="21889" y="7560"/>
                        <a:pt x="17745" y="7560"/>
                      </a:cubicBezTo>
                      <a:cubicBezTo>
                        <a:pt x="13572" y="7560"/>
                        <a:pt x="10215" y="4204"/>
                        <a:pt x="10215" y="59"/>
                      </a:cubicBezTo>
                      <a:lnTo>
                        <a:pt x="1021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6" name="Google Shape;136;p4"/>
            <p:cNvGrpSpPr/>
            <p:nvPr/>
          </p:nvGrpSpPr>
          <p:grpSpPr>
            <a:xfrm>
              <a:off x="8367300" y="1044700"/>
              <a:ext cx="776700" cy="1527000"/>
              <a:chOff x="8367300" y="1044700"/>
              <a:chExt cx="776700" cy="1527000"/>
            </a:xfrm>
          </p:grpSpPr>
          <p:sp>
            <p:nvSpPr>
              <p:cNvPr id="137" name="Google Shape;137;p4"/>
              <p:cNvSpPr/>
              <p:nvPr/>
            </p:nvSpPr>
            <p:spPr>
              <a:xfrm rot="5400000">
                <a:off x="7992150" y="1419850"/>
                <a:ext cx="1527000" cy="776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8" name="Google Shape;138;p4"/>
              <p:cNvGrpSpPr/>
              <p:nvPr/>
            </p:nvGrpSpPr>
            <p:grpSpPr>
              <a:xfrm rot="5400000">
                <a:off x="8271388" y="1713700"/>
                <a:ext cx="968525" cy="189000"/>
                <a:chOff x="1648000" y="4487175"/>
                <a:chExt cx="968525" cy="189000"/>
              </a:xfrm>
            </p:grpSpPr>
            <p:sp>
              <p:nvSpPr>
                <p:cNvPr id="139" name="Google Shape;139;p4"/>
                <p:cNvSpPr/>
                <p:nvPr/>
              </p:nvSpPr>
              <p:spPr>
                <a:xfrm>
                  <a:off x="1648000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4"/>
                <p:cNvSpPr/>
                <p:nvPr/>
              </p:nvSpPr>
              <p:spPr>
                <a:xfrm>
                  <a:off x="173985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47" y="1"/>
                      </a:moveTo>
                      <a:cubicBezTo>
                        <a:pt x="466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50" y="7559"/>
                      </a:cubicBezTo>
                      <a:cubicBezTo>
                        <a:pt x="1427" y="7559"/>
                        <a:pt x="1907" y="7234"/>
                        <a:pt x="1879" y="6584"/>
                      </a:cubicBezTo>
                      <a:lnTo>
                        <a:pt x="1879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" name="Google Shape;141;p4"/>
                <p:cNvSpPr/>
                <p:nvPr/>
              </p:nvSpPr>
              <p:spPr>
                <a:xfrm>
                  <a:off x="18323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28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" name="Google Shape;142;p4"/>
                <p:cNvSpPr/>
                <p:nvPr/>
              </p:nvSpPr>
              <p:spPr>
                <a:xfrm>
                  <a:off x="19242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4"/>
                <p:cNvSpPr/>
                <p:nvPr/>
              </p:nvSpPr>
              <p:spPr>
                <a:xfrm>
                  <a:off x="201640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61" y="1"/>
                      </a:moveTo>
                      <a:cubicBezTo>
                        <a:pt x="453" y="1"/>
                        <a:pt x="29" y="396"/>
                        <a:pt x="29" y="905"/>
                      </a:cubicBezTo>
                      <a:lnTo>
                        <a:pt x="29" y="6584"/>
                      </a:lnTo>
                      <a:cubicBezTo>
                        <a:pt x="0" y="7234"/>
                        <a:pt x="481" y="7559"/>
                        <a:pt x="958" y="7559"/>
                      </a:cubicBezTo>
                      <a:cubicBezTo>
                        <a:pt x="1434" y="7559"/>
                        <a:pt x="1908" y="7234"/>
                        <a:pt x="1865" y="6584"/>
                      </a:cubicBezTo>
                      <a:lnTo>
                        <a:pt x="1865" y="905"/>
                      </a:lnTo>
                      <a:cubicBezTo>
                        <a:pt x="1865" y="396"/>
                        <a:pt x="1442" y="1"/>
                        <a:pt x="96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" name="Google Shape;144;p4"/>
                <p:cNvSpPr/>
                <p:nvPr/>
              </p:nvSpPr>
              <p:spPr>
                <a:xfrm>
                  <a:off x="2108575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8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8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5" name="Google Shape;145;p4"/>
                <p:cNvSpPr/>
                <p:nvPr/>
              </p:nvSpPr>
              <p:spPr>
                <a:xfrm>
                  <a:off x="22004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0" y="7234"/>
                        <a:pt x="474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" name="Google Shape;146;p4"/>
                <p:cNvSpPr/>
                <p:nvPr/>
              </p:nvSpPr>
              <p:spPr>
                <a:xfrm>
                  <a:off x="2292950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" name="Google Shape;147;p4"/>
                <p:cNvSpPr/>
                <p:nvPr/>
              </p:nvSpPr>
              <p:spPr>
                <a:xfrm>
                  <a:off x="2385850" y="4487175"/>
                  <a:ext cx="45950" cy="18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8" h="7489" extrusionOk="0">
                      <a:moveTo>
                        <a:pt x="905" y="1"/>
                      </a:moveTo>
                      <a:cubicBezTo>
                        <a:pt x="396" y="1"/>
                        <a:pt x="1" y="396"/>
                        <a:pt x="1" y="905"/>
                      </a:cubicBezTo>
                      <a:lnTo>
                        <a:pt x="1" y="6584"/>
                      </a:lnTo>
                      <a:cubicBezTo>
                        <a:pt x="1" y="7093"/>
                        <a:pt x="396" y="7489"/>
                        <a:pt x="905" y="7489"/>
                      </a:cubicBezTo>
                      <a:cubicBezTo>
                        <a:pt x="1413" y="7489"/>
                        <a:pt x="1837" y="7093"/>
                        <a:pt x="1837" y="6584"/>
                      </a:cubicBezTo>
                      <a:lnTo>
                        <a:pt x="1837" y="905"/>
                      </a:lnTo>
                      <a:cubicBezTo>
                        <a:pt x="1837" y="396"/>
                        <a:pt x="1413" y="1"/>
                        <a:pt x="90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" name="Google Shape;148;p4"/>
                <p:cNvSpPr/>
                <p:nvPr/>
              </p:nvSpPr>
              <p:spPr>
                <a:xfrm>
                  <a:off x="24773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9" name="Google Shape;149;p4"/>
                <p:cNvSpPr/>
                <p:nvPr/>
              </p:nvSpPr>
              <p:spPr>
                <a:xfrm>
                  <a:off x="25691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50" name="Google Shape;150;p4"/>
            <p:cNvGrpSpPr/>
            <p:nvPr/>
          </p:nvGrpSpPr>
          <p:grpSpPr>
            <a:xfrm>
              <a:off x="8367300" y="4379400"/>
              <a:ext cx="1328246" cy="764100"/>
              <a:chOff x="8367300" y="4379400"/>
              <a:chExt cx="1328246" cy="764100"/>
            </a:xfrm>
          </p:grpSpPr>
          <p:sp>
            <p:nvSpPr>
              <p:cNvPr id="151" name="Google Shape;151;p4"/>
              <p:cNvSpPr/>
              <p:nvPr/>
            </p:nvSpPr>
            <p:spPr>
              <a:xfrm>
                <a:off x="8367300" y="4379400"/>
                <a:ext cx="776700" cy="7641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52" name="Google Shape;152;p4"/>
              <p:cNvGrpSpPr/>
              <p:nvPr/>
            </p:nvGrpSpPr>
            <p:grpSpPr>
              <a:xfrm rot="-5400000">
                <a:off x="8864471" y="4312425"/>
                <a:ext cx="553800" cy="1108350"/>
                <a:chOff x="380375" y="692699"/>
                <a:chExt cx="553800" cy="1108350"/>
              </a:xfrm>
            </p:grpSpPr>
            <p:sp>
              <p:nvSpPr>
                <p:cNvPr id="153" name="Google Shape;153;p4"/>
                <p:cNvSpPr/>
                <p:nvPr/>
              </p:nvSpPr>
              <p:spPr>
                <a:xfrm>
                  <a:off x="380375" y="692699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4" name="Google Shape;154;p4"/>
                <p:cNvSpPr/>
                <p:nvPr/>
              </p:nvSpPr>
              <p:spPr>
                <a:xfrm>
                  <a:off x="380375" y="923999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>
            <a:spLocks noGrp="1"/>
          </p:cNvSpPr>
          <p:nvPr>
            <p:ph type="subTitle" idx="1"/>
          </p:nvPr>
        </p:nvSpPr>
        <p:spPr>
          <a:xfrm>
            <a:off x="1808550" y="2494905"/>
            <a:ext cx="21168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subTitle" idx="2"/>
          </p:nvPr>
        </p:nvSpPr>
        <p:spPr>
          <a:xfrm>
            <a:off x="1808550" y="3257952"/>
            <a:ext cx="21168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subTitle" idx="3"/>
          </p:nvPr>
        </p:nvSpPr>
        <p:spPr>
          <a:xfrm>
            <a:off x="5218649" y="2494905"/>
            <a:ext cx="21168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59" name="Google Shape;159;p5"/>
          <p:cNvSpPr txBox="1">
            <a:spLocks noGrp="1"/>
          </p:cNvSpPr>
          <p:nvPr>
            <p:ph type="subTitle" idx="4"/>
          </p:nvPr>
        </p:nvSpPr>
        <p:spPr>
          <a:xfrm>
            <a:off x="5218643" y="3257952"/>
            <a:ext cx="21168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161" name="Google Shape;161;p5"/>
          <p:cNvGrpSpPr/>
          <p:nvPr/>
        </p:nvGrpSpPr>
        <p:grpSpPr>
          <a:xfrm>
            <a:off x="0" y="0"/>
            <a:ext cx="9144600" cy="5893173"/>
            <a:chOff x="0" y="0"/>
            <a:chExt cx="9144600" cy="5893173"/>
          </a:xfrm>
        </p:grpSpPr>
        <p:grpSp>
          <p:nvGrpSpPr>
            <p:cNvPr id="162" name="Google Shape;162;p5"/>
            <p:cNvGrpSpPr/>
            <p:nvPr/>
          </p:nvGrpSpPr>
          <p:grpSpPr>
            <a:xfrm>
              <a:off x="7862015" y="0"/>
              <a:ext cx="1282585" cy="1527000"/>
              <a:chOff x="7862015" y="0"/>
              <a:chExt cx="1282585" cy="1527000"/>
            </a:xfrm>
          </p:grpSpPr>
          <p:sp>
            <p:nvSpPr>
              <p:cNvPr id="163" name="Google Shape;163;p5"/>
              <p:cNvSpPr/>
              <p:nvPr/>
            </p:nvSpPr>
            <p:spPr>
              <a:xfrm rot="5400000">
                <a:off x="7992450" y="374850"/>
                <a:ext cx="1527000" cy="777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4" name="Google Shape;164;p5"/>
              <p:cNvGrpSpPr/>
              <p:nvPr/>
            </p:nvGrpSpPr>
            <p:grpSpPr>
              <a:xfrm>
                <a:off x="7862015" y="0"/>
                <a:ext cx="1010574" cy="1414539"/>
                <a:chOff x="2088813" y="-12"/>
                <a:chExt cx="1107600" cy="1550349"/>
              </a:xfrm>
            </p:grpSpPr>
            <p:sp>
              <p:nvSpPr>
                <p:cNvPr id="165" name="Google Shape;165;p5"/>
                <p:cNvSpPr/>
                <p:nvPr/>
              </p:nvSpPr>
              <p:spPr>
                <a:xfrm rot="-5400000">
                  <a:off x="2364975" y="-2761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66" name="Google Shape;166;p5"/>
                <p:cNvGrpSpPr/>
                <p:nvPr/>
              </p:nvGrpSpPr>
              <p:grpSpPr>
                <a:xfrm rot="-5400000">
                  <a:off x="2184038" y="897412"/>
                  <a:ext cx="917175" cy="388675"/>
                  <a:chOff x="1505150" y="1628800"/>
                  <a:chExt cx="917175" cy="388675"/>
                </a:xfrm>
              </p:grpSpPr>
              <p:sp>
                <p:nvSpPr>
                  <p:cNvPr id="167" name="Google Shape;167;p5"/>
                  <p:cNvSpPr/>
                  <p:nvPr/>
                </p:nvSpPr>
                <p:spPr>
                  <a:xfrm>
                    <a:off x="1968450" y="1628800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5"/>
                  <p:cNvSpPr/>
                  <p:nvPr/>
                </p:nvSpPr>
                <p:spPr>
                  <a:xfrm>
                    <a:off x="1505150" y="1628800"/>
                    <a:ext cx="453850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4" h="15547" extrusionOk="0">
                        <a:moveTo>
                          <a:pt x="10390" y="4398"/>
                        </a:moveTo>
                        <a:cubicBezTo>
                          <a:pt x="12258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1" y="11172"/>
                        </a:cubicBezTo>
                        <a:cubicBezTo>
                          <a:pt x="9531" y="11172"/>
                          <a:pt x="8685" y="10864"/>
                          <a:pt x="7997" y="10176"/>
                        </a:cubicBezTo>
                        <a:cubicBezTo>
                          <a:pt x="5837" y="8046"/>
                          <a:pt x="7355" y="4398"/>
                          <a:pt x="10390" y="4398"/>
                        </a:cubicBezTo>
                        <a:close/>
                        <a:moveTo>
                          <a:pt x="10322" y="1"/>
                        </a:moveTo>
                        <a:cubicBezTo>
                          <a:pt x="8410" y="1"/>
                          <a:pt x="6460" y="710"/>
                          <a:pt x="4874" y="2296"/>
                        </a:cubicBezTo>
                        <a:cubicBezTo>
                          <a:pt x="0" y="7170"/>
                          <a:pt x="3473" y="15546"/>
                          <a:pt x="10390" y="15546"/>
                        </a:cubicBezTo>
                        <a:cubicBezTo>
                          <a:pt x="14680" y="15546"/>
                          <a:pt x="18124" y="12073"/>
                          <a:pt x="18153" y="7783"/>
                        </a:cubicBezTo>
                        <a:cubicBezTo>
                          <a:pt x="18153" y="3104"/>
                          <a:pt x="14320" y="1"/>
                          <a:pt x="1032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69" name="Google Shape;169;p5"/>
            <p:cNvGrpSpPr/>
            <p:nvPr/>
          </p:nvGrpSpPr>
          <p:grpSpPr>
            <a:xfrm>
              <a:off x="7963218" y="3616125"/>
              <a:ext cx="1180705" cy="1527319"/>
              <a:chOff x="8072777" y="3757790"/>
              <a:chExt cx="1071226" cy="1385700"/>
            </a:xfrm>
          </p:grpSpPr>
          <p:sp>
            <p:nvSpPr>
              <p:cNvPr id="170" name="Google Shape;170;p5"/>
              <p:cNvSpPr/>
              <p:nvPr/>
            </p:nvSpPr>
            <p:spPr>
              <a:xfrm flipH="1">
                <a:off x="8438702" y="3757790"/>
                <a:ext cx="705300" cy="1385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1" name="Google Shape;171;p5"/>
              <p:cNvGrpSpPr/>
              <p:nvPr/>
            </p:nvGrpSpPr>
            <p:grpSpPr>
              <a:xfrm flipH="1">
                <a:off x="8072777" y="4098116"/>
                <a:ext cx="902653" cy="856860"/>
                <a:chOff x="1419775" y="2465275"/>
                <a:chExt cx="1167425" cy="1108200"/>
              </a:xfrm>
            </p:grpSpPr>
            <p:sp>
              <p:nvSpPr>
                <p:cNvPr id="172" name="Google Shape;172;p5"/>
                <p:cNvSpPr/>
                <p:nvPr/>
              </p:nvSpPr>
              <p:spPr>
                <a:xfrm>
                  <a:off x="1419775" y="2465275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5"/>
                <p:cNvSpPr/>
                <p:nvPr/>
              </p:nvSpPr>
              <p:spPr>
                <a:xfrm>
                  <a:off x="1500025" y="2642900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4" name="Google Shape;174;p5"/>
            <p:cNvGrpSpPr/>
            <p:nvPr/>
          </p:nvGrpSpPr>
          <p:grpSpPr>
            <a:xfrm>
              <a:off x="0" y="4366200"/>
              <a:ext cx="1527000" cy="1526973"/>
              <a:chOff x="0" y="4366200"/>
              <a:chExt cx="1527000" cy="1526973"/>
            </a:xfrm>
          </p:grpSpPr>
          <p:sp>
            <p:nvSpPr>
              <p:cNvPr id="175" name="Google Shape;175;p5"/>
              <p:cNvSpPr/>
              <p:nvPr/>
            </p:nvSpPr>
            <p:spPr>
              <a:xfrm>
                <a:off x="0" y="4366200"/>
                <a:ext cx="1527000" cy="777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6" name="Google Shape;176;p5"/>
              <p:cNvGrpSpPr/>
              <p:nvPr/>
            </p:nvGrpSpPr>
            <p:grpSpPr>
              <a:xfrm rot="5400000">
                <a:off x="14" y="4434111"/>
                <a:ext cx="1526973" cy="1391150"/>
                <a:chOff x="2460175" y="3102825"/>
                <a:chExt cx="1814800" cy="1653375"/>
              </a:xfrm>
            </p:grpSpPr>
            <p:sp>
              <p:nvSpPr>
                <p:cNvPr id="177" name="Google Shape;177;p5"/>
                <p:cNvSpPr/>
                <p:nvPr/>
              </p:nvSpPr>
              <p:spPr>
                <a:xfrm>
                  <a:off x="2460175" y="3102825"/>
                  <a:ext cx="1814800" cy="165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92" h="66135" extrusionOk="0">
                      <a:moveTo>
                        <a:pt x="36296" y="0"/>
                      </a:moveTo>
                      <a:cubicBezTo>
                        <a:pt x="27833" y="0"/>
                        <a:pt x="19370" y="3229"/>
                        <a:pt x="12914" y="9685"/>
                      </a:cubicBezTo>
                      <a:cubicBezTo>
                        <a:pt x="1" y="22599"/>
                        <a:pt x="1" y="43537"/>
                        <a:pt x="12914" y="56450"/>
                      </a:cubicBezTo>
                      <a:cubicBezTo>
                        <a:pt x="19370" y="62906"/>
                        <a:pt x="27833" y="66135"/>
                        <a:pt x="36296" y="66135"/>
                      </a:cubicBezTo>
                      <a:cubicBezTo>
                        <a:pt x="44759" y="66135"/>
                        <a:pt x="53221" y="62906"/>
                        <a:pt x="59678" y="56450"/>
                      </a:cubicBezTo>
                      <a:cubicBezTo>
                        <a:pt x="72591" y="43537"/>
                        <a:pt x="72591" y="22599"/>
                        <a:pt x="59678" y="9685"/>
                      </a:cubicBezTo>
                      <a:cubicBezTo>
                        <a:pt x="53221" y="3229"/>
                        <a:pt x="44759" y="0"/>
                        <a:pt x="362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5"/>
                <p:cNvSpPr/>
                <p:nvPr/>
              </p:nvSpPr>
              <p:spPr>
                <a:xfrm>
                  <a:off x="2544250" y="3165550"/>
                  <a:ext cx="1587325" cy="15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93" h="61090" extrusionOk="0">
                      <a:moveTo>
                        <a:pt x="32947" y="24356"/>
                      </a:moveTo>
                      <a:cubicBezTo>
                        <a:pt x="36338" y="24385"/>
                        <a:pt x="39107" y="27125"/>
                        <a:pt x="39107" y="30544"/>
                      </a:cubicBezTo>
                      <a:cubicBezTo>
                        <a:pt x="39107" y="34253"/>
                        <a:pt x="36067" y="36721"/>
                        <a:pt x="32893" y="36721"/>
                      </a:cubicBezTo>
                      <a:cubicBezTo>
                        <a:pt x="31376" y="36721"/>
                        <a:pt x="29828" y="36157"/>
                        <a:pt x="28567" y="34896"/>
                      </a:cubicBezTo>
                      <a:cubicBezTo>
                        <a:pt x="24668" y="30997"/>
                        <a:pt x="27437" y="24356"/>
                        <a:pt x="32947" y="24356"/>
                      </a:cubicBezTo>
                      <a:close/>
                      <a:moveTo>
                        <a:pt x="32884" y="23631"/>
                      </a:moveTo>
                      <a:cubicBezTo>
                        <a:pt x="31192" y="23631"/>
                        <a:pt x="29466" y="24258"/>
                        <a:pt x="28059" y="25656"/>
                      </a:cubicBezTo>
                      <a:cubicBezTo>
                        <a:pt x="23735" y="30008"/>
                        <a:pt x="26787" y="37411"/>
                        <a:pt x="32947" y="37411"/>
                      </a:cubicBezTo>
                      <a:lnTo>
                        <a:pt x="32947" y="37439"/>
                      </a:lnTo>
                      <a:cubicBezTo>
                        <a:pt x="36733" y="37439"/>
                        <a:pt x="39813" y="34331"/>
                        <a:pt x="39813" y="30544"/>
                      </a:cubicBezTo>
                      <a:cubicBezTo>
                        <a:pt x="39813" y="26376"/>
                        <a:pt x="36424" y="23631"/>
                        <a:pt x="32884" y="23631"/>
                      </a:cubicBezTo>
                      <a:close/>
                      <a:moveTo>
                        <a:pt x="32947" y="20146"/>
                      </a:moveTo>
                      <a:lnTo>
                        <a:pt x="32947" y="20174"/>
                      </a:lnTo>
                      <a:cubicBezTo>
                        <a:pt x="38655" y="20174"/>
                        <a:pt x="43289" y="24808"/>
                        <a:pt x="43317" y="30544"/>
                      </a:cubicBezTo>
                      <a:cubicBezTo>
                        <a:pt x="43317" y="34726"/>
                        <a:pt x="40774" y="38513"/>
                        <a:pt x="36903" y="40123"/>
                      </a:cubicBezTo>
                      <a:cubicBezTo>
                        <a:pt x="35625" y="40655"/>
                        <a:pt x="34283" y="40913"/>
                        <a:pt x="32952" y="40913"/>
                      </a:cubicBezTo>
                      <a:cubicBezTo>
                        <a:pt x="30248" y="40913"/>
                        <a:pt x="27588" y="39851"/>
                        <a:pt x="25600" y="37863"/>
                      </a:cubicBezTo>
                      <a:cubicBezTo>
                        <a:pt x="19073" y="31336"/>
                        <a:pt x="23707" y="20146"/>
                        <a:pt x="32947" y="20146"/>
                      </a:cubicBezTo>
                      <a:close/>
                      <a:moveTo>
                        <a:pt x="32946" y="19453"/>
                      </a:moveTo>
                      <a:cubicBezTo>
                        <a:pt x="30061" y="19453"/>
                        <a:pt x="27228" y="20571"/>
                        <a:pt x="25092" y="22689"/>
                      </a:cubicBezTo>
                      <a:cubicBezTo>
                        <a:pt x="21927" y="25882"/>
                        <a:pt x="20995" y="30629"/>
                        <a:pt x="22690" y="34783"/>
                      </a:cubicBezTo>
                      <a:cubicBezTo>
                        <a:pt x="24414" y="38908"/>
                        <a:pt x="28454" y="41621"/>
                        <a:pt x="32947" y="41621"/>
                      </a:cubicBezTo>
                      <a:cubicBezTo>
                        <a:pt x="39050" y="41621"/>
                        <a:pt x="44024" y="36648"/>
                        <a:pt x="44024" y="30544"/>
                      </a:cubicBezTo>
                      <a:cubicBezTo>
                        <a:pt x="44024" y="26052"/>
                        <a:pt x="41311" y="22011"/>
                        <a:pt x="37185" y="20287"/>
                      </a:cubicBezTo>
                      <a:cubicBezTo>
                        <a:pt x="35811" y="19726"/>
                        <a:pt x="34372" y="19453"/>
                        <a:pt x="32946" y="19453"/>
                      </a:cubicBezTo>
                      <a:close/>
                      <a:moveTo>
                        <a:pt x="32947" y="15710"/>
                      </a:moveTo>
                      <a:lnTo>
                        <a:pt x="32947" y="15738"/>
                      </a:lnTo>
                      <a:cubicBezTo>
                        <a:pt x="41113" y="15738"/>
                        <a:pt x="47725" y="22350"/>
                        <a:pt x="47753" y="30544"/>
                      </a:cubicBezTo>
                      <a:cubicBezTo>
                        <a:pt x="47753" y="36535"/>
                        <a:pt x="44137" y="41932"/>
                        <a:pt x="38598" y="44221"/>
                      </a:cubicBezTo>
                      <a:cubicBezTo>
                        <a:pt x="36768" y="44977"/>
                        <a:pt x="34848" y="45345"/>
                        <a:pt x="32944" y="45345"/>
                      </a:cubicBezTo>
                      <a:cubicBezTo>
                        <a:pt x="29089" y="45345"/>
                        <a:pt x="25301" y="43837"/>
                        <a:pt x="22464" y="40999"/>
                      </a:cubicBezTo>
                      <a:cubicBezTo>
                        <a:pt x="18225" y="36761"/>
                        <a:pt x="16954" y="30403"/>
                        <a:pt x="19243" y="24865"/>
                      </a:cubicBezTo>
                      <a:cubicBezTo>
                        <a:pt x="21531" y="19327"/>
                        <a:pt x="26957" y="15710"/>
                        <a:pt x="32947" y="15710"/>
                      </a:cubicBezTo>
                      <a:close/>
                      <a:moveTo>
                        <a:pt x="32945" y="15009"/>
                      </a:moveTo>
                      <a:cubicBezTo>
                        <a:pt x="28901" y="15009"/>
                        <a:pt x="24923" y="16585"/>
                        <a:pt x="21955" y="19553"/>
                      </a:cubicBezTo>
                      <a:cubicBezTo>
                        <a:pt x="17519" y="23989"/>
                        <a:pt x="16191" y="30686"/>
                        <a:pt x="18593" y="36478"/>
                      </a:cubicBezTo>
                      <a:cubicBezTo>
                        <a:pt x="20995" y="42271"/>
                        <a:pt x="26646" y="46057"/>
                        <a:pt x="32947" y="46057"/>
                      </a:cubicBezTo>
                      <a:lnTo>
                        <a:pt x="32947" y="46085"/>
                      </a:lnTo>
                      <a:cubicBezTo>
                        <a:pt x="41509" y="46057"/>
                        <a:pt x="48460" y="39106"/>
                        <a:pt x="48460" y="30544"/>
                      </a:cubicBezTo>
                      <a:cubicBezTo>
                        <a:pt x="48460" y="24243"/>
                        <a:pt x="44673" y="18592"/>
                        <a:pt x="38881" y="16190"/>
                      </a:cubicBezTo>
                      <a:cubicBezTo>
                        <a:pt x="36963" y="15395"/>
                        <a:pt x="34946" y="15009"/>
                        <a:pt x="32945" y="15009"/>
                      </a:cubicBezTo>
                      <a:close/>
                      <a:moveTo>
                        <a:pt x="32947" y="12149"/>
                      </a:moveTo>
                      <a:cubicBezTo>
                        <a:pt x="43091" y="12149"/>
                        <a:pt x="51314" y="20400"/>
                        <a:pt x="51342" y="30544"/>
                      </a:cubicBezTo>
                      <a:cubicBezTo>
                        <a:pt x="51342" y="37976"/>
                        <a:pt x="46849" y="44701"/>
                        <a:pt x="39983" y="47555"/>
                      </a:cubicBezTo>
                      <a:cubicBezTo>
                        <a:pt x="37700" y="48490"/>
                        <a:pt x="35306" y="48946"/>
                        <a:pt x="32934" y="48946"/>
                      </a:cubicBezTo>
                      <a:cubicBezTo>
                        <a:pt x="28141" y="48946"/>
                        <a:pt x="23437" y="47086"/>
                        <a:pt x="19921" y="43571"/>
                      </a:cubicBezTo>
                      <a:cubicBezTo>
                        <a:pt x="14665" y="38287"/>
                        <a:pt x="13083" y="30375"/>
                        <a:pt x="15937" y="23509"/>
                      </a:cubicBezTo>
                      <a:cubicBezTo>
                        <a:pt x="18791" y="16642"/>
                        <a:pt x="25487" y="12149"/>
                        <a:pt x="32947" y="12149"/>
                      </a:cubicBezTo>
                      <a:close/>
                      <a:moveTo>
                        <a:pt x="32965" y="11443"/>
                      </a:moveTo>
                      <a:cubicBezTo>
                        <a:pt x="27990" y="11443"/>
                        <a:pt x="23094" y="13384"/>
                        <a:pt x="19440" y="17038"/>
                      </a:cubicBezTo>
                      <a:cubicBezTo>
                        <a:pt x="13959" y="22491"/>
                        <a:pt x="12320" y="30714"/>
                        <a:pt x="15287" y="37863"/>
                      </a:cubicBezTo>
                      <a:cubicBezTo>
                        <a:pt x="18254" y="45012"/>
                        <a:pt x="25205" y="49646"/>
                        <a:pt x="32947" y="49646"/>
                      </a:cubicBezTo>
                      <a:lnTo>
                        <a:pt x="32947" y="49674"/>
                      </a:lnTo>
                      <a:cubicBezTo>
                        <a:pt x="43487" y="49646"/>
                        <a:pt x="52020" y="41084"/>
                        <a:pt x="52048" y="30544"/>
                      </a:cubicBezTo>
                      <a:cubicBezTo>
                        <a:pt x="52048" y="22830"/>
                        <a:pt x="47386" y="15851"/>
                        <a:pt x="40237" y="12884"/>
                      </a:cubicBezTo>
                      <a:cubicBezTo>
                        <a:pt x="37887" y="11914"/>
                        <a:pt x="35417" y="11443"/>
                        <a:pt x="32965" y="11443"/>
                      </a:cubicBezTo>
                      <a:close/>
                      <a:moveTo>
                        <a:pt x="32947" y="8137"/>
                      </a:moveTo>
                      <a:cubicBezTo>
                        <a:pt x="45295" y="8165"/>
                        <a:pt x="55326" y="18168"/>
                        <a:pt x="55354" y="30544"/>
                      </a:cubicBezTo>
                      <a:cubicBezTo>
                        <a:pt x="55354" y="39615"/>
                        <a:pt x="49873" y="47781"/>
                        <a:pt x="41509" y="51256"/>
                      </a:cubicBezTo>
                      <a:cubicBezTo>
                        <a:pt x="38739" y="52398"/>
                        <a:pt x="35830" y="52954"/>
                        <a:pt x="32944" y="52954"/>
                      </a:cubicBezTo>
                      <a:cubicBezTo>
                        <a:pt x="27116" y="52954"/>
                        <a:pt x="21385" y="50686"/>
                        <a:pt x="17095" y="46396"/>
                      </a:cubicBezTo>
                      <a:cubicBezTo>
                        <a:pt x="10681" y="39982"/>
                        <a:pt x="8760" y="30347"/>
                        <a:pt x="12235" y="21983"/>
                      </a:cubicBezTo>
                      <a:cubicBezTo>
                        <a:pt x="15711" y="13591"/>
                        <a:pt x="23877" y="8137"/>
                        <a:pt x="32947" y="8137"/>
                      </a:cubicBezTo>
                      <a:close/>
                      <a:moveTo>
                        <a:pt x="32964" y="7435"/>
                      </a:moveTo>
                      <a:cubicBezTo>
                        <a:pt x="26937" y="7435"/>
                        <a:pt x="21014" y="9784"/>
                        <a:pt x="16587" y="14212"/>
                      </a:cubicBezTo>
                      <a:cubicBezTo>
                        <a:pt x="9975" y="20824"/>
                        <a:pt x="7997" y="30742"/>
                        <a:pt x="11585" y="39389"/>
                      </a:cubicBezTo>
                      <a:cubicBezTo>
                        <a:pt x="15145" y="48035"/>
                        <a:pt x="23594" y="53658"/>
                        <a:pt x="32947" y="53658"/>
                      </a:cubicBezTo>
                      <a:cubicBezTo>
                        <a:pt x="45691" y="53658"/>
                        <a:pt x="56033" y="43316"/>
                        <a:pt x="56061" y="30544"/>
                      </a:cubicBezTo>
                      <a:cubicBezTo>
                        <a:pt x="56061" y="21192"/>
                        <a:pt x="50409" y="12771"/>
                        <a:pt x="41791" y="9183"/>
                      </a:cubicBezTo>
                      <a:cubicBezTo>
                        <a:pt x="38935" y="8006"/>
                        <a:pt x="35937" y="7435"/>
                        <a:pt x="32964" y="7435"/>
                      </a:cubicBezTo>
                      <a:close/>
                      <a:moveTo>
                        <a:pt x="32947" y="4379"/>
                      </a:moveTo>
                      <a:cubicBezTo>
                        <a:pt x="47386" y="4407"/>
                        <a:pt x="59084" y="16105"/>
                        <a:pt x="59112" y="30544"/>
                      </a:cubicBezTo>
                      <a:cubicBezTo>
                        <a:pt x="59112" y="41141"/>
                        <a:pt x="52727" y="50663"/>
                        <a:pt x="42950" y="54732"/>
                      </a:cubicBezTo>
                      <a:cubicBezTo>
                        <a:pt x="39714" y="56069"/>
                        <a:pt x="36318" y="56719"/>
                        <a:pt x="32950" y="56719"/>
                      </a:cubicBezTo>
                      <a:cubicBezTo>
                        <a:pt x="26141" y="56719"/>
                        <a:pt x="19449" y="54062"/>
                        <a:pt x="14439" y="49052"/>
                      </a:cubicBezTo>
                      <a:cubicBezTo>
                        <a:pt x="6951" y="41564"/>
                        <a:pt x="4719" y="30318"/>
                        <a:pt x="8760" y="20542"/>
                      </a:cubicBezTo>
                      <a:cubicBezTo>
                        <a:pt x="12800" y="10765"/>
                        <a:pt x="22351" y="4379"/>
                        <a:pt x="32947" y="4379"/>
                      </a:cubicBezTo>
                      <a:close/>
                      <a:moveTo>
                        <a:pt x="32937" y="3678"/>
                      </a:moveTo>
                      <a:cubicBezTo>
                        <a:pt x="25941" y="3678"/>
                        <a:pt x="19070" y="6416"/>
                        <a:pt x="13930" y="11556"/>
                      </a:cubicBezTo>
                      <a:cubicBezTo>
                        <a:pt x="6245" y="19242"/>
                        <a:pt x="3956" y="30799"/>
                        <a:pt x="8110" y="40830"/>
                      </a:cubicBezTo>
                      <a:cubicBezTo>
                        <a:pt x="12263" y="50861"/>
                        <a:pt x="22068" y="57416"/>
                        <a:pt x="32947" y="57416"/>
                      </a:cubicBezTo>
                      <a:lnTo>
                        <a:pt x="32947" y="57445"/>
                      </a:lnTo>
                      <a:cubicBezTo>
                        <a:pt x="47782" y="57416"/>
                        <a:pt x="59791" y="45379"/>
                        <a:pt x="59819" y="30544"/>
                      </a:cubicBezTo>
                      <a:cubicBezTo>
                        <a:pt x="59819" y="19666"/>
                        <a:pt x="53263" y="9889"/>
                        <a:pt x="43232" y="5735"/>
                      </a:cubicBezTo>
                      <a:cubicBezTo>
                        <a:pt x="39900" y="4350"/>
                        <a:pt x="36403" y="3678"/>
                        <a:pt x="32937" y="3678"/>
                      </a:cubicBezTo>
                      <a:close/>
                      <a:moveTo>
                        <a:pt x="32947" y="706"/>
                      </a:moveTo>
                      <a:cubicBezTo>
                        <a:pt x="49421" y="734"/>
                        <a:pt x="62758" y="14071"/>
                        <a:pt x="62786" y="30544"/>
                      </a:cubicBezTo>
                      <a:cubicBezTo>
                        <a:pt x="62786" y="42610"/>
                        <a:pt x="55496" y="53489"/>
                        <a:pt x="44363" y="58123"/>
                      </a:cubicBezTo>
                      <a:cubicBezTo>
                        <a:pt x="40668" y="59647"/>
                        <a:pt x="36791" y="60389"/>
                        <a:pt x="32947" y="60389"/>
                      </a:cubicBezTo>
                      <a:cubicBezTo>
                        <a:pt x="25179" y="60389"/>
                        <a:pt x="17548" y="57361"/>
                        <a:pt x="11839" y="51652"/>
                      </a:cubicBezTo>
                      <a:cubicBezTo>
                        <a:pt x="3306" y="43119"/>
                        <a:pt x="763" y="30290"/>
                        <a:pt x="5369" y="19129"/>
                      </a:cubicBezTo>
                      <a:cubicBezTo>
                        <a:pt x="10003" y="7996"/>
                        <a:pt x="20882" y="706"/>
                        <a:pt x="32947" y="706"/>
                      </a:cubicBezTo>
                      <a:close/>
                      <a:moveTo>
                        <a:pt x="32965" y="0"/>
                      </a:moveTo>
                      <a:cubicBezTo>
                        <a:pt x="25013" y="0"/>
                        <a:pt x="17196" y="3110"/>
                        <a:pt x="11331" y="8956"/>
                      </a:cubicBezTo>
                      <a:cubicBezTo>
                        <a:pt x="2600" y="17688"/>
                        <a:pt x="0" y="30827"/>
                        <a:pt x="4719" y="42243"/>
                      </a:cubicBezTo>
                      <a:cubicBezTo>
                        <a:pt x="9438" y="53658"/>
                        <a:pt x="20571" y="61090"/>
                        <a:pt x="32947" y="61090"/>
                      </a:cubicBezTo>
                      <a:cubicBezTo>
                        <a:pt x="49788" y="61061"/>
                        <a:pt x="63464" y="47414"/>
                        <a:pt x="63492" y="30544"/>
                      </a:cubicBezTo>
                      <a:cubicBezTo>
                        <a:pt x="63492" y="18196"/>
                        <a:pt x="56033" y="7063"/>
                        <a:pt x="44617" y="2316"/>
                      </a:cubicBezTo>
                      <a:cubicBezTo>
                        <a:pt x="40845" y="757"/>
                        <a:pt x="36889" y="0"/>
                        <a:pt x="3296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79" name="Google Shape;179;p5"/>
            <p:cNvGrpSpPr/>
            <p:nvPr/>
          </p:nvGrpSpPr>
          <p:grpSpPr>
            <a:xfrm>
              <a:off x="0" y="1808250"/>
              <a:ext cx="777300" cy="1527000"/>
              <a:chOff x="0" y="1808250"/>
              <a:chExt cx="777300" cy="1527000"/>
            </a:xfrm>
          </p:grpSpPr>
          <p:sp>
            <p:nvSpPr>
              <p:cNvPr id="180" name="Google Shape;180;p5"/>
              <p:cNvSpPr/>
              <p:nvPr/>
            </p:nvSpPr>
            <p:spPr>
              <a:xfrm rot="5400000">
                <a:off x="-374850" y="2183100"/>
                <a:ext cx="1527000" cy="77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1" name="Google Shape;181;p5"/>
              <p:cNvGrpSpPr/>
              <p:nvPr/>
            </p:nvGrpSpPr>
            <p:grpSpPr>
              <a:xfrm>
                <a:off x="0" y="2017575"/>
                <a:ext cx="553800" cy="1108350"/>
                <a:chOff x="380375" y="689750"/>
                <a:chExt cx="553800" cy="1108350"/>
              </a:xfrm>
            </p:grpSpPr>
            <p:sp>
              <p:nvSpPr>
                <p:cNvPr id="182" name="Google Shape;182;p5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" name="Google Shape;183;p5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4" name="Google Shape;184;p5"/>
            <p:cNvGrpSpPr/>
            <p:nvPr/>
          </p:nvGrpSpPr>
          <p:grpSpPr>
            <a:xfrm rot="5400000">
              <a:off x="683491" y="3450241"/>
              <a:ext cx="160019" cy="800968"/>
              <a:chOff x="1872825" y="1506100"/>
              <a:chExt cx="329800" cy="1650800"/>
            </a:xfrm>
          </p:grpSpPr>
          <p:sp>
            <p:nvSpPr>
              <p:cNvPr id="185" name="Google Shape;185;p5"/>
              <p:cNvSpPr/>
              <p:nvPr/>
            </p:nvSpPr>
            <p:spPr>
              <a:xfrm>
                <a:off x="1872825" y="1506100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1872825" y="2166950"/>
                <a:ext cx="329800" cy="329100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4" extrusionOk="0">
                    <a:moveTo>
                      <a:pt x="6596" y="1"/>
                    </a:moveTo>
                    <a:cubicBezTo>
                      <a:pt x="2948" y="1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1"/>
                      <a:pt x="6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1872825" y="2827825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88;p5"/>
            <p:cNvGrpSpPr/>
            <p:nvPr/>
          </p:nvGrpSpPr>
          <p:grpSpPr>
            <a:xfrm>
              <a:off x="8366700" y="1808063"/>
              <a:ext cx="777300" cy="1527000"/>
              <a:chOff x="8366700" y="1808063"/>
              <a:chExt cx="777300" cy="1527000"/>
            </a:xfrm>
          </p:grpSpPr>
          <p:sp>
            <p:nvSpPr>
              <p:cNvPr id="189" name="Google Shape;189;p5"/>
              <p:cNvSpPr/>
              <p:nvPr/>
            </p:nvSpPr>
            <p:spPr>
              <a:xfrm rot="5400000">
                <a:off x="7991850" y="2182913"/>
                <a:ext cx="1527000" cy="7773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0" name="Google Shape;190;p5"/>
              <p:cNvGrpSpPr/>
              <p:nvPr/>
            </p:nvGrpSpPr>
            <p:grpSpPr>
              <a:xfrm rot="5400000">
                <a:off x="8271088" y="2477063"/>
                <a:ext cx="968525" cy="189000"/>
                <a:chOff x="1648000" y="4487175"/>
                <a:chExt cx="968525" cy="189000"/>
              </a:xfrm>
            </p:grpSpPr>
            <p:sp>
              <p:nvSpPr>
                <p:cNvPr id="191" name="Google Shape;191;p5"/>
                <p:cNvSpPr/>
                <p:nvPr/>
              </p:nvSpPr>
              <p:spPr>
                <a:xfrm>
                  <a:off x="1648000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2" name="Google Shape;192;p5"/>
                <p:cNvSpPr/>
                <p:nvPr/>
              </p:nvSpPr>
              <p:spPr>
                <a:xfrm>
                  <a:off x="173985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47" y="1"/>
                      </a:moveTo>
                      <a:cubicBezTo>
                        <a:pt x="466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50" y="7559"/>
                      </a:cubicBezTo>
                      <a:cubicBezTo>
                        <a:pt x="1427" y="7559"/>
                        <a:pt x="1907" y="7234"/>
                        <a:pt x="1879" y="6584"/>
                      </a:cubicBezTo>
                      <a:lnTo>
                        <a:pt x="1879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3" name="Google Shape;193;p5"/>
                <p:cNvSpPr/>
                <p:nvPr/>
              </p:nvSpPr>
              <p:spPr>
                <a:xfrm>
                  <a:off x="18323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28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4" name="Google Shape;194;p5"/>
                <p:cNvSpPr/>
                <p:nvPr/>
              </p:nvSpPr>
              <p:spPr>
                <a:xfrm>
                  <a:off x="19242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5" name="Google Shape;195;p5"/>
                <p:cNvSpPr/>
                <p:nvPr/>
              </p:nvSpPr>
              <p:spPr>
                <a:xfrm>
                  <a:off x="201640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61" y="1"/>
                      </a:moveTo>
                      <a:cubicBezTo>
                        <a:pt x="453" y="1"/>
                        <a:pt x="29" y="396"/>
                        <a:pt x="29" y="905"/>
                      </a:cubicBezTo>
                      <a:lnTo>
                        <a:pt x="29" y="6584"/>
                      </a:lnTo>
                      <a:cubicBezTo>
                        <a:pt x="0" y="7234"/>
                        <a:pt x="481" y="7559"/>
                        <a:pt x="958" y="7559"/>
                      </a:cubicBezTo>
                      <a:cubicBezTo>
                        <a:pt x="1434" y="7559"/>
                        <a:pt x="1908" y="7234"/>
                        <a:pt x="1865" y="6584"/>
                      </a:cubicBezTo>
                      <a:lnTo>
                        <a:pt x="1865" y="905"/>
                      </a:lnTo>
                      <a:cubicBezTo>
                        <a:pt x="1865" y="396"/>
                        <a:pt x="1442" y="1"/>
                        <a:pt x="9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6" name="Google Shape;196;p5"/>
                <p:cNvSpPr/>
                <p:nvPr/>
              </p:nvSpPr>
              <p:spPr>
                <a:xfrm>
                  <a:off x="2108575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8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8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7" name="Google Shape;197;p5"/>
                <p:cNvSpPr/>
                <p:nvPr/>
              </p:nvSpPr>
              <p:spPr>
                <a:xfrm>
                  <a:off x="22004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0" y="7234"/>
                        <a:pt x="474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8" name="Google Shape;198;p5"/>
                <p:cNvSpPr/>
                <p:nvPr/>
              </p:nvSpPr>
              <p:spPr>
                <a:xfrm>
                  <a:off x="2292950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5"/>
                <p:cNvSpPr/>
                <p:nvPr/>
              </p:nvSpPr>
              <p:spPr>
                <a:xfrm>
                  <a:off x="2385850" y="4487175"/>
                  <a:ext cx="45950" cy="18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8" h="7489" extrusionOk="0">
                      <a:moveTo>
                        <a:pt x="905" y="1"/>
                      </a:moveTo>
                      <a:cubicBezTo>
                        <a:pt x="396" y="1"/>
                        <a:pt x="1" y="396"/>
                        <a:pt x="1" y="905"/>
                      </a:cubicBezTo>
                      <a:lnTo>
                        <a:pt x="1" y="6584"/>
                      </a:lnTo>
                      <a:cubicBezTo>
                        <a:pt x="1" y="7093"/>
                        <a:pt x="396" y="7489"/>
                        <a:pt x="905" y="7489"/>
                      </a:cubicBezTo>
                      <a:cubicBezTo>
                        <a:pt x="1413" y="7489"/>
                        <a:pt x="1837" y="7093"/>
                        <a:pt x="1837" y="6584"/>
                      </a:cubicBezTo>
                      <a:lnTo>
                        <a:pt x="1837" y="905"/>
                      </a:lnTo>
                      <a:cubicBezTo>
                        <a:pt x="1837" y="396"/>
                        <a:pt x="1413" y="1"/>
                        <a:pt x="9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0" name="Google Shape;200;p5"/>
                <p:cNvSpPr/>
                <p:nvPr/>
              </p:nvSpPr>
              <p:spPr>
                <a:xfrm>
                  <a:off x="24773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1" name="Google Shape;201;p5"/>
                <p:cNvSpPr/>
                <p:nvPr/>
              </p:nvSpPr>
              <p:spPr>
                <a:xfrm>
                  <a:off x="25691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204" name="Google Shape;204;p6"/>
          <p:cNvGrpSpPr/>
          <p:nvPr/>
        </p:nvGrpSpPr>
        <p:grpSpPr>
          <a:xfrm>
            <a:off x="5886956" y="0"/>
            <a:ext cx="3257044" cy="5143500"/>
            <a:chOff x="5886956" y="0"/>
            <a:chExt cx="3257044" cy="5143500"/>
          </a:xfrm>
        </p:grpSpPr>
        <p:grpSp>
          <p:nvGrpSpPr>
            <p:cNvPr id="205" name="Google Shape;205;p6"/>
            <p:cNvGrpSpPr/>
            <p:nvPr/>
          </p:nvGrpSpPr>
          <p:grpSpPr>
            <a:xfrm>
              <a:off x="5886956" y="0"/>
              <a:ext cx="3257032" cy="776700"/>
              <a:chOff x="5886956" y="0"/>
              <a:chExt cx="3257032" cy="776700"/>
            </a:xfrm>
          </p:grpSpPr>
          <p:grpSp>
            <p:nvGrpSpPr>
              <p:cNvPr id="206" name="Google Shape;206;p6"/>
              <p:cNvGrpSpPr/>
              <p:nvPr/>
            </p:nvGrpSpPr>
            <p:grpSpPr>
              <a:xfrm>
                <a:off x="7616988" y="0"/>
                <a:ext cx="1527000" cy="776700"/>
                <a:chOff x="7616988" y="0"/>
                <a:chExt cx="1527000" cy="776700"/>
              </a:xfrm>
            </p:grpSpPr>
            <p:sp>
              <p:nvSpPr>
                <p:cNvPr id="207" name="Google Shape;207;p6"/>
                <p:cNvSpPr/>
                <p:nvPr/>
              </p:nvSpPr>
              <p:spPr>
                <a:xfrm rot="5400000">
                  <a:off x="7992138" y="-375150"/>
                  <a:ext cx="776700" cy="1527000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08" name="Google Shape;208;p6"/>
                <p:cNvGrpSpPr/>
                <p:nvPr/>
              </p:nvGrpSpPr>
              <p:grpSpPr>
                <a:xfrm>
                  <a:off x="8004973" y="210810"/>
                  <a:ext cx="751031" cy="295732"/>
                  <a:chOff x="8274079" y="391635"/>
                  <a:chExt cx="751031" cy="295732"/>
                </a:xfrm>
              </p:grpSpPr>
              <p:sp>
                <p:nvSpPr>
                  <p:cNvPr id="209" name="Google Shape;209;p6"/>
                  <p:cNvSpPr/>
                  <p:nvPr/>
                </p:nvSpPr>
                <p:spPr>
                  <a:xfrm rot="5400000">
                    <a:off x="8729703" y="391960"/>
                    <a:ext cx="295732" cy="29508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6"/>
                  <p:cNvSpPr/>
                  <p:nvPr/>
                </p:nvSpPr>
                <p:spPr>
                  <a:xfrm rot="5400000">
                    <a:off x="8273765" y="391949"/>
                    <a:ext cx="295732" cy="29510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4" extrusionOk="0">
                        <a:moveTo>
                          <a:pt x="6596" y="1"/>
                        </a:moveTo>
                        <a:cubicBezTo>
                          <a:pt x="2948" y="1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1"/>
                          <a:pt x="6596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211" name="Google Shape;211;p6"/>
              <p:cNvGrpSpPr/>
              <p:nvPr/>
            </p:nvGrpSpPr>
            <p:grpSpPr>
              <a:xfrm rot="10800000">
                <a:off x="5886956" y="0"/>
                <a:ext cx="1433933" cy="717342"/>
                <a:chOff x="4041639" y="4029425"/>
                <a:chExt cx="1430500" cy="715625"/>
              </a:xfrm>
            </p:grpSpPr>
            <p:sp>
              <p:nvSpPr>
                <p:cNvPr id="212" name="Google Shape;212;p6"/>
                <p:cNvSpPr/>
                <p:nvPr/>
              </p:nvSpPr>
              <p:spPr>
                <a:xfrm>
                  <a:off x="4756514" y="4030125"/>
                  <a:ext cx="715625" cy="71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25" h="28597" extrusionOk="0">
                      <a:moveTo>
                        <a:pt x="57" y="1"/>
                      </a:moveTo>
                      <a:cubicBezTo>
                        <a:pt x="29" y="933"/>
                        <a:pt x="1" y="1837"/>
                        <a:pt x="1" y="2798"/>
                      </a:cubicBezTo>
                      <a:lnTo>
                        <a:pt x="1" y="14129"/>
                      </a:lnTo>
                      <a:cubicBezTo>
                        <a:pt x="7997" y="14129"/>
                        <a:pt x="14496" y="20600"/>
                        <a:pt x="14496" y="28596"/>
                      </a:cubicBezTo>
                      <a:lnTo>
                        <a:pt x="28624" y="28596"/>
                      </a:lnTo>
                      <a:cubicBezTo>
                        <a:pt x="28596" y="12829"/>
                        <a:pt x="15824" y="29"/>
                        <a:pt x="5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3" name="Google Shape;213;p6"/>
                <p:cNvSpPr/>
                <p:nvPr/>
              </p:nvSpPr>
              <p:spPr>
                <a:xfrm>
                  <a:off x="4041639" y="4029425"/>
                  <a:ext cx="714900" cy="71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6" h="28625" extrusionOk="0">
                      <a:moveTo>
                        <a:pt x="28596" y="0"/>
                      </a:moveTo>
                      <a:cubicBezTo>
                        <a:pt x="12800" y="29"/>
                        <a:pt x="0" y="12829"/>
                        <a:pt x="0" y="28624"/>
                      </a:cubicBezTo>
                      <a:lnTo>
                        <a:pt x="14128" y="28624"/>
                      </a:lnTo>
                      <a:cubicBezTo>
                        <a:pt x="14128" y="20628"/>
                        <a:pt x="20599" y="14129"/>
                        <a:pt x="28596" y="14129"/>
                      </a:cubicBezTo>
                      <a:lnTo>
                        <a:pt x="28596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14" name="Google Shape;214;p6"/>
            <p:cNvSpPr/>
            <p:nvPr/>
          </p:nvSpPr>
          <p:spPr>
            <a:xfrm>
              <a:off x="8772600" y="4772100"/>
              <a:ext cx="371400" cy="371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 txBox="1">
            <a:spLocks noGrp="1"/>
          </p:cNvSpPr>
          <p:nvPr>
            <p:ph type="body" idx="1"/>
          </p:nvPr>
        </p:nvSpPr>
        <p:spPr>
          <a:xfrm>
            <a:off x="1786800" y="1407400"/>
            <a:ext cx="4154700" cy="27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Char char="●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217" name="Google Shape;217;p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2215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218" name="Google Shape;218;p7"/>
          <p:cNvGrpSpPr/>
          <p:nvPr/>
        </p:nvGrpSpPr>
        <p:grpSpPr>
          <a:xfrm>
            <a:off x="-2425" y="-2475"/>
            <a:ext cx="9147019" cy="5145986"/>
            <a:chOff x="-2425" y="-2475"/>
            <a:chExt cx="9147019" cy="5145986"/>
          </a:xfrm>
        </p:grpSpPr>
        <p:grpSp>
          <p:nvGrpSpPr>
            <p:cNvPr id="219" name="Google Shape;219;p7"/>
            <p:cNvGrpSpPr/>
            <p:nvPr/>
          </p:nvGrpSpPr>
          <p:grpSpPr>
            <a:xfrm flipH="1">
              <a:off x="7613994" y="1806450"/>
              <a:ext cx="1530600" cy="1530600"/>
              <a:chOff x="-2425" y="1806450"/>
              <a:chExt cx="1530600" cy="1530600"/>
            </a:xfrm>
          </p:grpSpPr>
          <p:sp>
            <p:nvSpPr>
              <p:cNvPr id="220" name="Google Shape;220;p7"/>
              <p:cNvSpPr/>
              <p:nvPr/>
            </p:nvSpPr>
            <p:spPr>
              <a:xfrm>
                <a:off x="-2425" y="1806450"/>
                <a:ext cx="1530600" cy="1530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21" name="Google Shape;221;p7"/>
              <p:cNvGrpSpPr/>
              <p:nvPr/>
            </p:nvGrpSpPr>
            <p:grpSpPr>
              <a:xfrm>
                <a:off x="284896" y="2093771"/>
                <a:ext cx="955958" cy="955958"/>
                <a:chOff x="317760" y="2093771"/>
                <a:chExt cx="955958" cy="955958"/>
              </a:xfrm>
            </p:grpSpPr>
            <p:grpSp>
              <p:nvGrpSpPr>
                <p:cNvPr id="222" name="Google Shape;222;p7"/>
                <p:cNvGrpSpPr/>
                <p:nvPr/>
              </p:nvGrpSpPr>
              <p:grpSpPr>
                <a:xfrm>
                  <a:off x="317760" y="2093771"/>
                  <a:ext cx="230983" cy="955958"/>
                  <a:chOff x="2439600" y="1817078"/>
                  <a:chExt cx="371295" cy="1536662"/>
                </a:xfrm>
              </p:grpSpPr>
              <p:sp>
                <p:nvSpPr>
                  <p:cNvPr id="223" name="Google Shape;223;p7"/>
                  <p:cNvSpPr/>
                  <p:nvPr/>
                </p:nvSpPr>
                <p:spPr>
                  <a:xfrm>
                    <a:off x="2439600" y="298235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4" name="Google Shape;224;p7"/>
                  <p:cNvSpPr/>
                  <p:nvPr/>
                </p:nvSpPr>
                <p:spPr>
                  <a:xfrm>
                    <a:off x="2439600" y="239971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5" name="Google Shape;225;p7"/>
                  <p:cNvSpPr/>
                  <p:nvPr/>
                </p:nvSpPr>
                <p:spPr>
                  <a:xfrm>
                    <a:off x="2439600" y="1817078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6" name="Google Shape;226;p7"/>
                <p:cNvGrpSpPr/>
                <p:nvPr/>
              </p:nvGrpSpPr>
              <p:grpSpPr>
                <a:xfrm rot="5400000">
                  <a:off x="861478" y="1912514"/>
                  <a:ext cx="230983" cy="593498"/>
                  <a:chOff x="2439600" y="1817078"/>
                  <a:chExt cx="371295" cy="954023"/>
                </a:xfrm>
              </p:grpSpPr>
              <p:sp>
                <p:nvSpPr>
                  <p:cNvPr id="227" name="Google Shape;227;p7"/>
                  <p:cNvSpPr/>
                  <p:nvPr/>
                </p:nvSpPr>
                <p:spPr>
                  <a:xfrm>
                    <a:off x="2439600" y="239971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8" name="Google Shape;228;p7"/>
                  <p:cNvSpPr/>
                  <p:nvPr/>
                </p:nvSpPr>
                <p:spPr>
                  <a:xfrm>
                    <a:off x="2439600" y="1817078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29" name="Google Shape;229;p7"/>
            <p:cNvGrpSpPr/>
            <p:nvPr/>
          </p:nvGrpSpPr>
          <p:grpSpPr>
            <a:xfrm flipH="1">
              <a:off x="6359561" y="589194"/>
              <a:ext cx="968525" cy="189000"/>
              <a:chOff x="1648000" y="4487175"/>
              <a:chExt cx="968525" cy="189000"/>
            </a:xfrm>
          </p:grpSpPr>
          <p:sp>
            <p:nvSpPr>
              <p:cNvPr id="230" name="Google Shape;230;p7"/>
              <p:cNvSpPr/>
              <p:nvPr/>
            </p:nvSpPr>
            <p:spPr>
              <a:xfrm>
                <a:off x="1648000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7"/>
              <p:cNvSpPr/>
              <p:nvPr/>
            </p:nvSpPr>
            <p:spPr>
              <a:xfrm>
                <a:off x="173985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47" y="1"/>
                    </a:moveTo>
                    <a:cubicBezTo>
                      <a:pt x="466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50" y="7559"/>
                    </a:cubicBezTo>
                    <a:cubicBezTo>
                      <a:pt x="1427" y="7559"/>
                      <a:pt x="1907" y="7234"/>
                      <a:pt x="1879" y="6584"/>
                    </a:cubicBezTo>
                    <a:lnTo>
                      <a:pt x="1879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7"/>
              <p:cNvSpPr/>
              <p:nvPr/>
            </p:nvSpPr>
            <p:spPr>
              <a:xfrm>
                <a:off x="18323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28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7"/>
              <p:cNvSpPr/>
              <p:nvPr/>
            </p:nvSpPr>
            <p:spPr>
              <a:xfrm>
                <a:off x="19242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7"/>
              <p:cNvSpPr/>
              <p:nvPr/>
            </p:nvSpPr>
            <p:spPr>
              <a:xfrm>
                <a:off x="201640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61" y="1"/>
                    </a:moveTo>
                    <a:cubicBezTo>
                      <a:pt x="453" y="1"/>
                      <a:pt x="29" y="396"/>
                      <a:pt x="29" y="905"/>
                    </a:cubicBezTo>
                    <a:lnTo>
                      <a:pt x="29" y="6584"/>
                    </a:lnTo>
                    <a:cubicBezTo>
                      <a:pt x="0" y="7234"/>
                      <a:pt x="481" y="7559"/>
                      <a:pt x="958" y="7559"/>
                    </a:cubicBezTo>
                    <a:cubicBezTo>
                      <a:pt x="1434" y="7559"/>
                      <a:pt x="1908" y="7234"/>
                      <a:pt x="1865" y="6584"/>
                    </a:cubicBezTo>
                    <a:lnTo>
                      <a:pt x="1865" y="905"/>
                    </a:lnTo>
                    <a:cubicBezTo>
                      <a:pt x="1865" y="396"/>
                      <a:pt x="1442" y="1"/>
                      <a:pt x="96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7"/>
              <p:cNvSpPr/>
              <p:nvPr/>
            </p:nvSpPr>
            <p:spPr>
              <a:xfrm>
                <a:off x="2108575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8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8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7"/>
              <p:cNvSpPr/>
              <p:nvPr/>
            </p:nvSpPr>
            <p:spPr>
              <a:xfrm>
                <a:off x="22004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0" y="7234"/>
                      <a:pt x="474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2292950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2385850" y="4487175"/>
                <a:ext cx="45950" cy="1872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7489" extrusionOk="0">
                    <a:moveTo>
                      <a:pt x="905" y="1"/>
                    </a:moveTo>
                    <a:cubicBezTo>
                      <a:pt x="396" y="1"/>
                      <a:pt x="1" y="396"/>
                      <a:pt x="1" y="905"/>
                    </a:cubicBezTo>
                    <a:lnTo>
                      <a:pt x="1" y="6584"/>
                    </a:lnTo>
                    <a:cubicBezTo>
                      <a:pt x="1" y="7093"/>
                      <a:pt x="396" y="7489"/>
                      <a:pt x="905" y="7489"/>
                    </a:cubicBezTo>
                    <a:cubicBezTo>
                      <a:pt x="1413" y="7489"/>
                      <a:pt x="1837" y="7093"/>
                      <a:pt x="1837" y="6584"/>
                    </a:cubicBezTo>
                    <a:lnTo>
                      <a:pt x="1837" y="905"/>
                    </a:lnTo>
                    <a:cubicBezTo>
                      <a:pt x="1837" y="396"/>
                      <a:pt x="1413" y="1"/>
                      <a:pt x="90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24773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25691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7"/>
            <p:cNvGrpSpPr/>
            <p:nvPr/>
          </p:nvGrpSpPr>
          <p:grpSpPr>
            <a:xfrm>
              <a:off x="-2425" y="4366200"/>
              <a:ext cx="1455393" cy="777300"/>
              <a:chOff x="-2425" y="4366200"/>
              <a:chExt cx="1455393" cy="777300"/>
            </a:xfrm>
          </p:grpSpPr>
          <p:sp>
            <p:nvSpPr>
              <p:cNvPr id="242" name="Google Shape;242;p7"/>
              <p:cNvSpPr/>
              <p:nvPr/>
            </p:nvSpPr>
            <p:spPr>
              <a:xfrm flipH="1">
                <a:off x="-2425" y="4366200"/>
                <a:ext cx="777300" cy="777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43" name="Google Shape;243;p7"/>
              <p:cNvGrpSpPr/>
              <p:nvPr/>
            </p:nvGrpSpPr>
            <p:grpSpPr>
              <a:xfrm rot="-5400000" flipH="1">
                <a:off x="395926" y="4027158"/>
                <a:ext cx="658690" cy="1455393"/>
                <a:chOff x="2088813" y="-12"/>
                <a:chExt cx="1107600" cy="2447272"/>
              </a:xfrm>
            </p:grpSpPr>
            <p:sp>
              <p:nvSpPr>
                <p:cNvPr id="244" name="Google Shape;244;p7"/>
                <p:cNvSpPr/>
                <p:nvPr/>
              </p:nvSpPr>
              <p:spPr>
                <a:xfrm rot="-5400000">
                  <a:off x="2364975" y="-2761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45" name="Google Shape;245;p7"/>
                <p:cNvGrpSpPr/>
                <p:nvPr/>
              </p:nvGrpSpPr>
              <p:grpSpPr>
                <a:xfrm rot="-5400000">
                  <a:off x="2184038" y="1794335"/>
                  <a:ext cx="917175" cy="388675"/>
                  <a:chOff x="608227" y="1628800"/>
                  <a:chExt cx="917175" cy="388675"/>
                </a:xfrm>
              </p:grpSpPr>
              <p:sp>
                <p:nvSpPr>
                  <p:cNvPr id="246" name="Google Shape;246;p7"/>
                  <p:cNvSpPr/>
                  <p:nvPr/>
                </p:nvSpPr>
                <p:spPr>
                  <a:xfrm>
                    <a:off x="1071527" y="1628800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" name="Google Shape;247;p7"/>
                  <p:cNvSpPr/>
                  <p:nvPr/>
                </p:nvSpPr>
                <p:spPr>
                  <a:xfrm>
                    <a:off x="608227" y="1628800"/>
                    <a:ext cx="453850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4" h="15547" extrusionOk="0">
                        <a:moveTo>
                          <a:pt x="10390" y="4398"/>
                        </a:moveTo>
                        <a:cubicBezTo>
                          <a:pt x="12258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1" y="11172"/>
                        </a:cubicBezTo>
                        <a:cubicBezTo>
                          <a:pt x="9531" y="11172"/>
                          <a:pt x="8685" y="10864"/>
                          <a:pt x="7997" y="10176"/>
                        </a:cubicBezTo>
                        <a:cubicBezTo>
                          <a:pt x="5837" y="8046"/>
                          <a:pt x="7355" y="4398"/>
                          <a:pt x="10390" y="4398"/>
                        </a:cubicBezTo>
                        <a:close/>
                        <a:moveTo>
                          <a:pt x="10322" y="1"/>
                        </a:moveTo>
                        <a:cubicBezTo>
                          <a:pt x="8410" y="1"/>
                          <a:pt x="6460" y="710"/>
                          <a:pt x="4874" y="2296"/>
                        </a:cubicBezTo>
                        <a:cubicBezTo>
                          <a:pt x="0" y="7170"/>
                          <a:pt x="3473" y="15546"/>
                          <a:pt x="10390" y="15546"/>
                        </a:cubicBezTo>
                        <a:cubicBezTo>
                          <a:pt x="14680" y="15546"/>
                          <a:pt x="18124" y="12073"/>
                          <a:pt x="18153" y="7783"/>
                        </a:cubicBezTo>
                        <a:cubicBezTo>
                          <a:pt x="18153" y="3104"/>
                          <a:pt x="14320" y="1"/>
                          <a:pt x="1032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48" name="Google Shape;248;p7"/>
            <p:cNvGrpSpPr/>
            <p:nvPr/>
          </p:nvGrpSpPr>
          <p:grpSpPr>
            <a:xfrm>
              <a:off x="7613994" y="-2475"/>
              <a:ext cx="1530600" cy="1530600"/>
              <a:chOff x="7613994" y="-2475"/>
              <a:chExt cx="1530600" cy="1530600"/>
            </a:xfrm>
          </p:grpSpPr>
          <p:sp>
            <p:nvSpPr>
              <p:cNvPr id="249" name="Google Shape;249;p7"/>
              <p:cNvSpPr/>
              <p:nvPr/>
            </p:nvSpPr>
            <p:spPr>
              <a:xfrm rot="10800000">
                <a:off x="7613994" y="-2475"/>
                <a:ext cx="1530600" cy="1530600"/>
              </a:xfrm>
              <a:prstGeom prst="round1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0" name="Google Shape;250;p7"/>
              <p:cNvGrpSpPr/>
              <p:nvPr/>
            </p:nvGrpSpPr>
            <p:grpSpPr>
              <a:xfrm rot="-8100000">
                <a:off x="8014560" y="165744"/>
                <a:ext cx="814149" cy="1194180"/>
                <a:chOff x="5770275" y="1612800"/>
                <a:chExt cx="978400" cy="1435100"/>
              </a:xfrm>
            </p:grpSpPr>
            <p:sp>
              <p:nvSpPr>
                <p:cNvPr id="251" name="Google Shape;251;p7"/>
                <p:cNvSpPr/>
                <p:nvPr/>
              </p:nvSpPr>
              <p:spPr>
                <a:xfrm>
                  <a:off x="5770275" y="1612800"/>
                  <a:ext cx="978400" cy="143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36" h="57404" extrusionOk="0">
                      <a:moveTo>
                        <a:pt x="19582" y="0"/>
                      </a:moveTo>
                      <a:cubicBezTo>
                        <a:pt x="7968" y="6499"/>
                        <a:pt x="0" y="19893"/>
                        <a:pt x="0" y="35349"/>
                      </a:cubicBezTo>
                      <a:lnTo>
                        <a:pt x="0" y="36507"/>
                      </a:lnTo>
                      <a:cubicBezTo>
                        <a:pt x="353" y="50438"/>
                        <a:pt x="9946" y="57403"/>
                        <a:pt x="19543" y="57403"/>
                      </a:cubicBezTo>
                      <a:cubicBezTo>
                        <a:pt x="29139" y="57403"/>
                        <a:pt x="38740" y="50438"/>
                        <a:pt x="39107" y="36507"/>
                      </a:cubicBezTo>
                      <a:lnTo>
                        <a:pt x="39107" y="35349"/>
                      </a:lnTo>
                      <a:cubicBezTo>
                        <a:pt x="39135" y="19893"/>
                        <a:pt x="31167" y="6499"/>
                        <a:pt x="19582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2" name="Google Shape;252;p7"/>
                <p:cNvSpPr/>
                <p:nvPr/>
              </p:nvSpPr>
              <p:spPr>
                <a:xfrm>
                  <a:off x="5770975" y="1612800"/>
                  <a:ext cx="977700" cy="14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08" h="57389" extrusionOk="0">
                      <a:moveTo>
                        <a:pt x="19582" y="0"/>
                      </a:moveTo>
                      <a:cubicBezTo>
                        <a:pt x="19384" y="113"/>
                        <a:pt x="19215" y="226"/>
                        <a:pt x="19045" y="311"/>
                      </a:cubicBezTo>
                      <a:lnTo>
                        <a:pt x="19045" y="10512"/>
                      </a:lnTo>
                      <a:lnTo>
                        <a:pt x="13140" y="4634"/>
                      </a:lnTo>
                      <a:cubicBezTo>
                        <a:pt x="12885" y="4888"/>
                        <a:pt x="12631" y="5115"/>
                        <a:pt x="12377" y="5341"/>
                      </a:cubicBezTo>
                      <a:lnTo>
                        <a:pt x="19045" y="12009"/>
                      </a:lnTo>
                      <a:lnTo>
                        <a:pt x="19045" y="20853"/>
                      </a:lnTo>
                      <a:lnTo>
                        <a:pt x="8223" y="10059"/>
                      </a:lnTo>
                      <a:cubicBezTo>
                        <a:pt x="7997" y="10342"/>
                        <a:pt x="7799" y="10625"/>
                        <a:pt x="7601" y="10907"/>
                      </a:cubicBezTo>
                      <a:lnTo>
                        <a:pt x="19017" y="22379"/>
                      </a:lnTo>
                      <a:lnTo>
                        <a:pt x="19017" y="31224"/>
                      </a:lnTo>
                      <a:lnTo>
                        <a:pt x="4295" y="16474"/>
                      </a:lnTo>
                      <a:cubicBezTo>
                        <a:pt x="4126" y="16841"/>
                        <a:pt x="3956" y="17152"/>
                        <a:pt x="3815" y="17491"/>
                      </a:cubicBezTo>
                      <a:lnTo>
                        <a:pt x="19017" y="32721"/>
                      </a:lnTo>
                      <a:lnTo>
                        <a:pt x="19017" y="41565"/>
                      </a:lnTo>
                      <a:lnTo>
                        <a:pt x="1470" y="24018"/>
                      </a:lnTo>
                      <a:cubicBezTo>
                        <a:pt x="1357" y="24414"/>
                        <a:pt x="1272" y="24838"/>
                        <a:pt x="1159" y="25233"/>
                      </a:cubicBezTo>
                      <a:lnTo>
                        <a:pt x="19017" y="43091"/>
                      </a:lnTo>
                      <a:lnTo>
                        <a:pt x="19017" y="51935"/>
                      </a:lnTo>
                      <a:lnTo>
                        <a:pt x="57" y="32975"/>
                      </a:lnTo>
                      <a:cubicBezTo>
                        <a:pt x="29" y="33456"/>
                        <a:pt x="29" y="33936"/>
                        <a:pt x="0" y="34416"/>
                      </a:cubicBezTo>
                      <a:lnTo>
                        <a:pt x="19017" y="53461"/>
                      </a:lnTo>
                      <a:lnTo>
                        <a:pt x="19017" y="57389"/>
                      </a:lnTo>
                      <a:lnTo>
                        <a:pt x="20091" y="57389"/>
                      </a:lnTo>
                      <a:lnTo>
                        <a:pt x="20091" y="53207"/>
                      </a:lnTo>
                      <a:lnTo>
                        <a:pt x="39107" y="34219"/>
                      </a:lnTo>
                      <a:cubicBezTo>
                        <a:pt x="39079" y="33738"/>
                        <a:pt x="39051" y="33258"/>
                        <a:pt x="39022" y="32778"/>
                      </a:cubicBezTo>
                      <a:lnTo>
                        <a:pt x="20091" y="51709"/>
                      </a:lnTo>
                      <a:lnTo>
                        <a:pt x="20091" y="42865"/>
                      </a:lnTo>
                      <a:lnTo>
                        <a:pt x="37920" y="25064"/>
                      </a:lnTo>
                      <a:cubicBezTo>
                        <a:pt x="37807" y="24668"/>
                        <a:pt x="37694" y="24272"/>
                        <a:pt x="37610" y="23877"/>
                      </a:cubicBezTo>
                      <a:lnTo>
                        <a:pt x="20091" y="41368"/>
                      </a:lnTo>
                      <a:lnTo>
                        <a:pt x="20091" y="32495"/>
                      </a:lnTo>
                      <a:lnTo>
                        <a:pt x="35236" y="17378"/>
                      </a:lnTo>
                      <a:cubicBezTo>
                        <a:pt x="35095" y="17010"/>
                        <a:pt x="34925" y="16671"/>
                        <a:pt x="34756" y="16361"/>
                      </a:cubicBezTo>
                      <a:lnTo>
                        <a:pt x="20091" y="30997"/>
                      </a:lnTo>
                      <a:lnTo>
                        <a:pt x="20091" y="22153"/>
                      </a:lnTo>
                      <a:lnTo>
                        <a:pt x="31450" y="10794"/>
                      </a:lnTo>
                      <a:cubicBezTo>
                        <a:pt x="31252" y="10512"/>
                        <a:pt x="31026" y="10229"/>
                        <a:pt x="30828" y="9918"/>
                      </a:cubicBezTo>
                      <a:lnTo>
                        <a:pt x="20091" y="20656"/>
                      </a:lnTo>
                      <a:lnTo>
                        <a:pt x="20091" y="11783"/>
                      </a:lnTo>
                      <a:lnTo>
                        <a:pt x="26646" y="5256"/>
                      </a:lnTo>
                      <a:cubicBezTo>
                        <a:pt x="26392" y="5001"/>
                        <a:pt x="26137" y="4775"/>
                        <a:pt x="25855" y="4549"/>
                      </a:cubicBezTo>
                      <a:lnTo>
                        <a:pt x="20091" y="10314"/>
                      </a:lnTo>
                      <a:lnTo>
                        <a:pt x="20091" y="311"/>
                      </a:lnTo>
                      <a:cubicBezTo>
                        <a:pt x="19921" y="226"/>
                        <a:pt x="19752" y="113"/>
                        <a:pt x="1958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53" name="Google Shape;253;p7"/>
            <p:cNvGrpSpPr/>
            <p:nvPr/>
          </p:nvGrpSpPr>
          <p:grpSpPr>
            <a:xfrm>
              <a:off x="6818885" y="2746580"/>
              <a:ext cx="2320467" cy="2396931"/>
              <a:chOff x="6818885" y="2746580"/>
              <a:chExt cx="2320467" cy="2396931"/>
            </a:xfrm>
          </p:grpSpPr>
          <p:sp>
            <p:nvSpPr>
              <p:cNvPr id="254" name="Google Shape;254;p7"/>
              <p:cNvSpPr/>
              <p:nvPr/>
            </p:nvSpPr>
            <p:spPr>
              <a:xfrm rot="5400000" flipH="1">
                <a:off x="7609355" y="3613514"/>
                <a:ext cx="1529997" cy="1529997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64030" extrusionOk="0">
                    <a:moveTo>
                      <a:pt x="0" y="0"/>
                    </a:moveTo>
                    <a:lnTo>
                      <a:pt x="0" y="64029"/>
                    </a:lnTo>
                    <a:lnTo>
                      <a:pt x="64029" y="64029"/>
                    </a:lnTo>
                    <a:lnTo>
                      <a:pt x="6402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 rot="5400000" flipH="1">
                <a:off x="6741740" y="2823725"/>
                <a:ext cx="1734586" cy="1580296"/>
              </a:xfrm>
              <a:custGeom>
                <a:avLst/>
                <a:gdLst/>
                <a:ahLst/>
                <a:cxnLst/>
                <a:rect l="l" t="t" r="r" b="b"/>
                <a:pathLst>
                  <a:path w="72592" h="66135" extrusionOk="0">
                    <a:moveTo>
                      <a:pt x="36296" y="0"/>
                    </a:moveTo>
                    <a:cubicBezTo>
                      <a:pt x="27833" y="0"/>
                      <a:pt x="19370" y="3229"/>
                      <a:pt x="12914" y="9685"/>
                    </a:cubicBezTo>
                    <a:cubicBezTo>
                      <a:pt x="1" y="22599"/>
                      <a:pt x="1" y="43537"/>
                      <a:pt x="12914" y="56450"/>
                    </a:cubicBezTo>
                    <a:cubicBezTo>
                      <a:pt x="19370" y="62906"/>
                      <a:pt x="27833" y="66135"/>
                      <a:pt x="36296" y="66135"/>
                    </a:cubicBezTo>
                    <a:cubicBezTo>
                      <a:pt x="44759" y="66135"/>
                      <a:pt x="53221" y="62906"/>
                      <a:pt x="59678" y="56450"/>
                    </a:cubicBezTo>
                    <a:cubicBezTo>
                      <a:pt x="72591" y="43537"/>
                      <a:pt x="72591" y="22599"/>
                      <a:pt x="59678" y="9685"/>
                    </a:cubicBezTo>
                    <a:cubicBezTo>
                      <a:pt x="53221" y="3229"/>
                      <a:pt x="44759" y="0"/>
                      <a:pt x="362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 rot="5400000" flipH="1">
                <a:off x="7609009" y="3613861"/>
                <a:ext cx="790686" cy="789993"/>
              </a:xfrm>
              <a:custGeom>
                <a:avLst/>
                <a:gdLst/>
                <a:ahLst/>
                <a:cxnLst/>
                <a:rect l="l" t="t" r="r" b="b"/>
                <a:pathLst>
                  <a:path w="33090" h="33061" extrusionOk="0">
                    <a:moveTo>
                      <a:pt x="33089" y="0"/>
                    </a:moveTo>
                    <a:cubicBezTo>
                      <a:pt x="14807" y="0"/>
                      <a:pt x="1" y="14807"/>
                      <a:pt x="1" y="33060"/>
                    </a:cubicBezTo>
                    <a:lnTo>
                      <a:pt x="33089" y="33060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 rot="5400000" flipH="1">
                <a:off x="6850773" y="2912351"/>
                <a:ext cx="1517165" cy="1459746"/>
              </a:xfrm>
              <a:custGeom>
                <a:avLst/>
                <a:gdLst/>
                <a:ahLst/>
                <a:cxnLst/>
                <a:rect l="l" t="t" r="r" b="b"/>
                <a:pathLst>
                  <a:path w="63493" h="61090" extrusionOk="0">
                    <a:moveTo>
                      <a:pt x="32947" y="24356"/>
                    </a:moveTo>
                    <a:cubicBezTo>
                      <a:pt x="36338" y="24385"/>
                      <a:pt x="39107" y="27125"/>
                      <a:pt x="39107" y="30544"/>
                    </a:cubicBezTo>
                    <a:cubicBezTo>
                      <a:pt x="39107" y="34253"/>
                      <a:pt x="36067" y="36721"/>
                      <a:pt x="32893" y="36721"/>
                    </a:cubicBezTo>
                    <a:cubicBezTo>
                      <a:pt x="31376" y="36721"/>
                      <a:pt x="29828" y="36157"/>
                      <a:pt x="28567" y="34896"/>
                    </a:cubicBezTo>
                    <a:cubicBezTo>
                      <a:pt x="24668" y="30997"/>
                      <a:pt x="27437" y="24356"/>
                      <a:pt x="32947" y="24356"/>
                    </a:cubicBezTo>
                    <a:close/>
                    <a:moveTo>
                      <a:pt x="32884" y="23631"/>
                    </a:moveTo>
                    <a:cubicBezTo>
                      <a:pt x="31192" y="23631"/>
                      <a:pt x="29466" y="24258"/>
                      <a:pt x="28059" y="25656"/>
                    </a:cubicBezTo>
                    <a:cubicBezTo>
                      <a:pt x="23735" y="30008"/>
                      <a:pt x="26787" y="37411"/>
                      <a:pt x="32947" y="37411"/>
                    </a:cubicBezTo>
                    <a:lnTo>
                      <a:pt x="32947" y="37439"/>
                    </a:lnTo>
                    <a:cubicBezTo>
                      <a:pt x="36733" y="37439"/>
                      <a:pt x="39813" y="34331"/>
                      <a:pt x="39813" y="30544"/>
                    </a:cubicBezTo>
                    <a:cubicBezTo>
                      <a:pt x="39813" y="26376"/>
                      <a:pt x="36424" y="23631"/>
                      <a:pt x="32884" y="23631"/>
                    </a:cubicBezTo>
                    <a:close/>
                    <a:moveTo>
                      <a:pt x="32947" y="20146"/>
                    </a:moveTo>
                    <a:lnTo>
                      <a:pt x="32947" y="20174"/>
                    </a:lnTo>
                    <a:cubicBezTo>
                      <a:pt x="38655" y="20174"/>
                      <a:pt x="43289" y="24808"/>
                      <a:pt x="43317" y="30544"/>
                    </a:cubicBezTo>
                    <a:cubicBezTo>
                      <a:pt x="43317" y="34726"/>
                      <a:pt x="40774" y="38513"/>
                      <a:pt x="36903" y="40123"/>
                    </a:cubicBezTo>
                    <a:cubicBezTo>
                      <a:pt x="35625" y="40655"/>
                      <a:pt x="34283" y="40913"/>
                      <a:pt x="32952" y="40913"/>
                    </a:cubicBezTo>
                    <a:cubicBezTo>
                      <a:pt x="30248" y="40913"/>
                      <a:pt x="27588" y="39851"/>
                      <a:pt x="25600" y="37863"/>
                    </a:cubicBezTo>
                    <a:cubicBezTo>
                      <a:pt x="19073" y="31336"/>
                      <a:pt x="23707" y="20146"/>
                      <a:pt x="32947" y="20146"/>
                    </a:cubicBezTo>
                    <a:close/>
                    <a:moveTo>
                      <a:pt x="32946" y="19453"/>
                    </a:moveTo>
                    <a:cubicBezTo>
                      <a:pt x="30061" y="19453"/>
                      <a:pt x="27228" y="20571"/>
                      <a:pt x="25092" y="22689"/>
                    </a:cubicBezTo>
                    <a:cubicBezTo>
                      <a:pt x="21927" y="25882"/>
                      <a:pt x="20995" y="30629"/>
                      <a:pt x="22690" y="34783"/>
                    </a:cubicBezTo>
                    <a:cubicBezTo>
                      <a:pt x="24414" y="38908"/>
                      <a:pt x="28454" y="41621"/>
                      <a:pt x="32947" y="41621"/>
                    </a:cubicBezTo>
                    <a:cubicBezTo>
                      <a:pt x="39050" y="41621"/>
                      <a:pt x="44024" y="36648"/>
                      <a:pt x="44024" y="30544"/>
                    </a:cubicBezTo>
                    <a:cubicBezTo>
                      <a:pt x="44024" y="26052"/>
                      <a:pt x="41311" y="22011"/>
                      <a:pt x="37185" y="20287"/>
                    </a:cubicBezTo>
                    <a:cubicBezTo>
                      <a:pt x="35811" y="19726"/>
                      <a:pt x="34372" y="19453"/>
                      <a:pt x="32946" y="19453"/>
                    </a:cubicBezTo>
                    <a:close/>
                    <a:moveTo>
                      <a:pt x="32947" y="15710"/>
                    </a:moveTo>
                    <a:lnTo>
                      <a:pt x="32947" y="15738"/>
                    </a:lnTo>
                    <a:cubicBezTo>
                      <a:pt x="41113" y="15738"/>
                      <a:pt x="47725" y="22350"/>
                      <a:pt x="47753" y="30544"/>
                    </a:cubicBezTo>
                    <a:cubicBezTo>
                      <a:pt x="47753" y="36535"/>
                      <a:pt x="44137" y="41932"/>
                      <a:pt x="38598" y="44221"/>
                    </a:cubicBezTo>
                    <a:cubicBezTo>
                      <a:pt x="36768" y="44977"/>
                      <a:pt x="34848" y="45345"/>
                      <a:pt x="32944" y="45345"/>
                    </a:cubicBezTo>
                    <a:cubicBezTo>
                      <a:pt x="29089" y="45345"/>
                      <a:pt x="25301" y="43837"/>
                      <a:pt x="22464" y="40999"/>
                    </a:cubicBezTo>
                    <a:cubicBezTo>
                      <a:pt x="18225" y="36761"/>
                      <a:pt x="16954" y="30403"/>
                      <a:pt x="19243" y="24865"/>
                    </a:cubicBezTo>
                    <a:cubicBezTo>
                      <a:pt x="21531" y="19327"/>
                      <a:pt x="26957" y="15710"/>
                      <a:pt x="32947" y="15710"/>
                    </a:cubicBezTo>
                    <a:close/>
                    <a:moveTo>
                      <a:pt x="32945" y="15009"/>
                    </a:moveTo>
                    <a:cubicBezTo>
                      <a:pt x="28901" y="15009"/>
                      <a:pt x="24923" y="16585"/>
                      <a:pt x="21955" y="19553"/>
                    </a:cubicBezTo>
                    <a:cubicBezTo>
                      <a:pt x="17519" y="23989"/>
                      <a:pt x="16191" y="30686"/>
                      <a:pt x="18593" y="36478"/>
                    </a:cubicBezTo>
                    <a:cubicBezTo>
                      <a:pt x="20995" y="42271"/>
                      <a:pt x="26646" y="46057"/>
                      <a:pt x="32947" y="46057"/>
                    </a:cubicBezTo>
                    <a:lnTo>
                      <a:pt x="32947" y="46085"/>
                    </a:lnTo>
                    <a:cubicBezTo>
                      <a:pt x="41509" y="46057"/>
                      <a:pt x="48460" y="39106"/>
                      <a:pt x="48460" y="30544"/>
                    </a:cubicBezTo>
                    <a:cubicBezTo>
                      <a:pt x="48460" y="24243"/>
                      <a:pt x="44673" y="18592"/>
                      <a:pt x="38881" y="16190"/>
                    </a:cubicBezTo>
                    <a:cubicBezTo>
                      <a:pt x="36963" y="15395"/>
                      <a:pt x="34946" y="15009"/>
                      <a:pt x="32945" y="15009"/>
                    </a:cubicBezTo>
                    <a:close/>
                    <a:moveTo>
                      <a:pt x="32947" y="12149"/>
                    </a:moveTo>
                    <a:cubicBezTo>
                      <a:pt x="43091" y="12149"/>
                      <a:pt x="51314" y="20400"/>
                      <a:pt x="51342" y="30544"/>
                    </a:cubicBezTo>
                    <a:cubicBezTo>
                      <a:pt x="51342" y="37976"/>
                      <a:pt x="46849" y="44701"/>
                      <a:pt x="39983" y="47555"/>
                    </a:cubicBezTo>
                    <a:cubicBezTo>
                      <a:pt x="37700" y="48490"/>
                      <a:pt x="35306" y="48946"/>
                      <a:pt x="32934" y="48946"/>
                    </a:cubicBezTo>
                    <a:cubicBezTo>
                      <a:pt x="28141" y="48946"/>
                      <a:pt x="23437" y="47086"/>
                      <a:pt x="19921" y="43571"/>
                    </a:cubicBezTo>
                    <a:cubicBezTo>
                      <a:pt x="14665" y="38287"/>
                      <a:pt x="13083" y="30375"/>
                      <a:pt x="15937" y="23509"/>
                    </a:cubicBezTo>
                    <a:cubicBezTo>
                      <a:pt x="18791" y="16642"/>
                      <a:pt x="25487" y="12149"/>
                      <a:pt x="32947" y="12149"/>
                    </a:cubicBezTo>
                    <a:close/>
                    <a:moveTo>
                      <a:pt x="32965" y="11443"/>
                    </a:moveTo>
                    <a:cubicBezTo>
                      <a:pt x="27990" y="11443"/>
                      <a:pt x="23094" y="13384"/>
                      <a:pt x="19440" y="17038"/>
                    </a:cubicBezTo>
                    <a:cubicBezTo>
                      <a:pt x="13959" y="22491"/>
                      <a:pt x="12320" y="30714"/>
                      <a:pt x="15287" y="37863"/>
                    </a:cubicBezTo>
                    <a:cubicBezTo>
                      <a:pt x="18254" y="45012"/>
                      <a:pt x="25205" y="49646"/>
                      <a:pt x="32947" y="49646"/>
                    </a:cubicBezTo>
                    <a:lnTo>
                      <a:pt x="32947" y="49674"/>
                    </a:lnTo>
                    <a:cubicBezTo>
                      <a:pt x="43487" y="49646"/>
                      <a:pt x="52020" y="41084"/>
                      <a:pt x="52048" y="30544"/>
                    </a:cubicBezTo>
                    <a:cubicBezTo>
                      <a:pt x="52048" y="22830"/>
                      <a:pt x="47386" y="15851"/>
                      <a:pt x="40237" y="12884"/>
                    </a:cubicBezTo>
                    <a:cubicBezTo>
                      <a:pt x="37887" y="11914"/>
                      <a:pt x="35417" y="11443"/>
                      <a:pt x="32965" y="11443"/>
                    </a:cubicBezTo>
                    <a:close/>
                    <a:moveTo>
                      <a:pt x="32947" y="8137"/>
                    </a:moveTo>
                    <a:cubicBezTo>
                      <a:pt x="45295" y="8165"/>
                      <a:pt x="55326" y="18168"/>
                      <a:pt x="55354" y="30544"/>
                    </a:cubicBezTo>
                    <a:cubicBezTo>
                      <a:pt x="55354" y="39615"/>
                      <a:pt x="49873" y="47781"/>
                      <a:pt x="41509" y="51256"/>
                    </a:cubicBezTo>
                    <a:cubicBezTo>
                      <a:pt x="38739" y="52398"/>
                      <a:pt x="35830" y="52954"/>
                      <a:pt x="32944" y="52954"/>
                    </a:cubicBezTo>
                    <a:cubicBezTo>
                      <a:pt x="27116" y="52954"/>
                      <a:pt x="21385" y="50686"/>
                      <a:pt x="17095" y="46396"/>
                    </a:cubicBezTo>
                    <a:cubicBezTo>
                      <a:pt x="10681" y="39982"/>
                      <a:pt x="8760" y="30347"/>
                      <a:pt x="12235" y="21983"/>
                    </a:cubicBezTo>
                    <a:cubicBezTo>
                      <a:pt x="15711" y="13591"/>
                      <a:pt x="23877" y="8137"/>
                      <a:pt x="32947" y="8137"/>
                    </a:cubicBezTo>
                    <a:close/>
                    <a:moveTo>
                      <a:pt x="32964" y="7435"/>
                    </a:moveTo>
                    <a:cubicBezTo>
                      <a:pt x="26937" y="7435"/>
                      <a:pt x="21014" y="9784"/>
                      <a:pt x="16587" y="14212"/>
                    </a:cubicBezTo>
                    <a:cubicBezTo>
                      <a:pt x="9975" y="20824"/>
                      <a:pt x="7997" y="30742"/>
                      <a:pt x="11585" y="39389"/>
                    </a:cubicBezTo>
                    <a:cubicBezTo>
                      <a:pt x="15145" y="48035"/>
                      <a:pt x="23594" y="53658"/>
                      <a:pt x="32947" y="53658"/>
                    </a:cubicBezTo>
                    <a:cubicBezTo>
                      <a:pt x="45691" y="53658"/>
                      <a:pt x="56033" y="43316"/>
                      <a:pt x="56061" y="30544"/>
                    </a:cubicBezTo>
                    <a:cubicBezTo>
                      <a:pt x="56061" y="21192"/>
                      <a:pt x="50409" y="12771"/>
                      <a:pt x="41791" y="9183"/>
                    </a:cubicBezTo>
                    <a:cubicBezTo>
                      <a:pt x="38935" y="8006"/>
                      <a:pt x="35937" y="7435"/>
                      <a:pt x="32964" y="7435"/>
                    </a:cubicBezTo>
                    <a:close/>
                    <a:moveTo>
                      <a:pt x="32947" y="4379"/>
                    </a:moveTo>
                    <a:cubicBezTo>
                      <a:pt x="47386" y="4407"/>
                      <a:pt x="59084" y="16105"/>
                      <a:pt x="59112" y="30544"/>
                    </a:cubicBezTo>
                    <a:cubicBezTo>
                      <a:pt x="59112" y="41141"/>
                      <a:pt x="52727" y="50663"/>
                      <a:pt x="42950" y="54732"/>
                    </a:cubicBezTo>
                    <a:cubicBezTo>
                      <a:pt x="39714" y="56069"/>
                      <a:pt x="36318" y="56719"/>
                      <a:pt x="32950" y="56719"/>
                    </a:cubicBezTo>
                    <a:cubicBezTo>
                      <a:pt x="26141" y="56719"/>
                      <a:pt x="19449" y="54062"/>
                      <a:pt x="14439" y="49052"/>
                    </a:cubicBezTo>
                    <a:cubicBezTo>
                      <a:pt x="6951" y="41564"/>
                      <a:pt x="4719" y="30318"/>
                      <a:pt x="8760" y="20542"/>
                    </a:cubicBezTo>
                    <a:cubicBezTo>
                      <a:pt x="12800" y="10765"/>
                      <a:pt x="22351" y="4379"/>
                      <a:pt x="32947" y="4379"/>
                    </a:cubicBezTo>
                    <a:close/>
                    <a:moveTo>
                      <a:pt x="32937" y="3678"/>
                    </a:moveTo>
                    <a:cubicBezTo>
                      <a:pt x="25941" y="3678"/>
                      <a:pt x="19070" y="6416"/>
                      <a:pt x="13930" y="11556"/>
                    </a:cubicBezTo>
                    <a:cubicBezTo>
                      <a:pt x="6245" y="19242"/>
                      <a:pt x="3956" y="30799"/>
                      <a:pt x="8110" y="40830"/>
                    </a:cubicBezTo>
                    <a:cubicBezTo>
                      <a:pt x="12263" y="50861"/>
                      <a:pt x="22068" y="57416"/>
                      <a:pt x="32947" y="57416"/>
                    </a:cubicBezTo>
                    <a:lnTo>
                      <a:pt x="32947" y="57445"/>
                    </a:lnTo>
                    <a:cubicBezTo>
                      <a:pt x="47782" y="57416"/>
                      <a:pt x="59791" y="45379"/>
                      <a:pt x="59819" y="30544"/>
                    </a:cubicBezTo>
                    <a:cubicBezTo>
                      <a:pt x="59819" y="19666"/>
                      <a:pt x="53263" y="9889"/>
                      <a:pt x="43232" y="5735"/>
                    </a:cubicBezTo>
                    <a:cubicBezTo>
                      <a:pt x="39900" y="4350"/>
                      <a:pt x="36403" y="3678"/>
                      <a:pt x="32937" y="3678"/>
                    </a:cubicBezTo>
                    <a:close/>
                    <a:moveTo>
                      <a:pt x="32947" y="706"/>
                    </a:moveTo>
                    <a:cubicBezTo>
                      <a:pt x="49421" y="734"/>
                      <a:pt x="62758" y="14071"/>
                      <a:pt x="62786" y="30544"/>
                    </a:cubicBezTo>
                    <a:cubicBezTo>
                      <a:pt x="62786" y="42610"/>
                      <a:pt x="55496" y="53489"/>
                      <a:pt x="44363" y="58123"/>
                    </a:cubicBezTo>
                    <a:cubicBezTo>
                      <a:pt x="40668" y="59647"/>
                      <a:pt x="36791" y="60389"/>
                      <a:pt x="32947" y="60389"/>
                    </a:cubicBezTo>
                    <a:cubicBezTo>
                      <a:pt x="25179" y="60389"/>
                      <a:pt x="17548" y="57361"/>
                      <a:pt x="11839" y="51652"/>
                    </a:cubicBezTo>
                    <a:cubicBezTo>
                      <a:pt x="3306" y="43119"/>
                      <a:pt x="763" y="30290"/>
                      <a:pt x="5369" y="19129"/>
                    </a:cubicBezTo>
                    <a:cubicBezTo>
                      <a:pt x="10003" y="7996"/>
                      <a:pt x="20882" y="706"/>
                      <a:pt x="32947" y="706"/>
                    </a:cubicBezTo>
                    <a:close/>
                    <a:moveTo>
                      <a:pt x="32965" y="0"/>
                    </a:moveTo>
                    <a:cubicBezTo>
                      <a:pt x="25013" y="0"/>
                      <a:pt x="17196" y="3110"/>
                      <a:pt x="11331" y="8956"/>
                    </a:cubicBezTo>
                    <a:cubicBezTo>
                      <a:pt x="2600" y="17688"/>
                      <a:pt x="0" y="30827"/>
                      <a:pt x="4719" y="42243"/>
                    </a:cubicBezTo>
                    <a:cubicBezTo>
                      <a:pt x="9438" y="53658"/>
                      <a:pt x="20571" y="61090"/>
                      <a:pt x="32947" y="61090"/>
                    </a:cubicBezTo>
                    <a:cubicBezTo>
                      <a:pt x="49788" y="61061"/>
                      <a:pt x="63464" y="47414"/>
                      <a:pt x="63492" y="30544"/>
                    </a:cubicBezTo>
                    <a:cubicBezTo>
                      <a:pt x="63492" y="18196"/>
                      <a:pt x="56033" y="7063"/>
                      <a:pt x="44617" y="2316"/>
                    </a:cubicBezTo>
                    <a:cubicBezTo>
                      <a:pt x="40845" y="757"/>
                      <a:pt x="36889" y="0"/>
                      <a:pt x="3296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 rot="5400000" flipH="1">
                <a:off x="7609355" y="3613514"/>
                <a:ext cx="264709" cy="264709"/>
              </a:xfrm>
              <a:custGeom>
                <a:avLst/>
                <a:gdLst/>
                <a:ahLst/>
                <a:cxnLst/>
                <a:rect l="l" t="t" r="r" b="b"/>
                <a:pathLst>
                  <a:path w="11078" h="11078" extrusionOk="0">
                    <a:moveTo>
                      <a:pt x="11077" y="1"/>
                    </a:moveTo>
                    <a:cubicBezTo>
                      <a:pt x="4945" y="1"/>
                      <a:pt x="1" y="4974"/>
                      <a:pt x="1" y="11077"/>
                    </a:cubicBezTo>
                    <a:lnTo>
                      <a:pt x="707" y="11077"/>
                    </a:lnTo>
                    <a:cubicBezTo>
                      <a:pt x="707" y="5341"/>
                      <a:pt x="5341" y="707"/>
                      <a:pt x="11077" y="707"/>
                    </a:cubicBezTo>
                    <a:lnTo>
                      <a:pt x="110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 rot="5400000" flipH="1">
                <a:off x="7609021" y="3613849"/>
                <a:ext cx="371376" cy="370707"/>
              </a:xfrm>
              <a:custGeom>
                <a:avLst/>
                <a:gdLst/>
                <a:ahLst/>
                <a:cxnLst/>
                <a:rect l="l" t="t" r="r" b="b"/>
                <a:pathLst>
                  <a:path w="15542" h="15514" extrusionOk="0">
                    <a:moveTo>
                      <a:pt x="15541" y="1"/>
                    </a:moveTo>
                    <a:cubicBezTo>
                      <a:pt x="6951" y="1"/>
                      <a:pt x="28" y="6952"/>
                      <a:pt x="0" y="15513"/>
                    </a:cubicBezTo>
                    <a:lnTo>
                      <a:pt x="706" y="15513"/>
                    </a:lnTo>
                    <a:cubicBezTo>
                      <a:pt x="735" y="7347"/>
                      <a:pt x="7347" y="707"/>
                      <a:pt x="15541" y="707"/>
                    </a:cubicBezTo>
                    <a:lnTo>
                      <a:pt x="155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 rot="5400000" flipH="1">
                <a:off x="7609355" y="3613514"/>
                <a:ext cx="164780" cy="164780"/>
              </a:xfrm>
              <a:custGeom>
                <a:avLst/>
                <a:gdLst/>
                <a:ahLst/>
                <a:cxnLst/>
                <a:rect l="l" t="t" r="r" b="b"/>
                <a:pathLst>
                  <a:path w="6896" h="6896" extrusionOk="0">
                    <a:moveTo>
                      <a:pt x="6895" y="1"/>
                    </a:moveTo>
                    <a:cubicBezTo>
                      <a:pt x="3080" y="29"/>
                      <a:pt x="0" y="3109"/>
                      <a:pt x="0" y="6895"/>
                    </a:cubicBezTo>
                    <a:lnTo>
                      <a:pt x="707" y="6895"/>
                    </a:lnTo>
                    <a:cubicBezTo>
                      <a:pt x="707" y="3476"/>
                      <a:pt x="3476" y="736"/>
                      <a:pt x="6895" y="707"/>
                    </a:cubicBezTo>
                    <a:lnTo>
                      <a:pt x="68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 rot="5400000" flipH="1">
                <a:off x="7609343" y="3613526"/>
                <a:ext cx="729921" cy="729897"/>
              </a:xfrm>
              <a:custGeom>
                <a:avLst/>
                <a:gdLst/>
                <a:ahLst/>
                <a:cxnLst/>
                <a:rect l="l" t="t" r="r" b="b"/>
                <a:pathLst>
                  <a:path w="30547" h="30546" extrusionOk="0">
                    <a:moveTo>
                      <a:pt x="30546" y="0"/>
                    </a:moveTo>
                    <a:cubicBezTo>
                      <a:pt x="13677" y="28"/>
                      <a:pt x="29" y="13705"/>
                      <a:pt x="1" y="30545"/>
                    </a:cubicBezTo>
                    <a:lnTo>
                      <a:pt x="707" y="30545"/>
                    </a:lnTo>
                    <a:cubicBezTo>
                      <a:pt x="707" y="14072"/>
                      <a:pt x="14073" y="735"/>
                      <a:pt x="30546" y="707"/>
                    </a:cubicBezTo>
                    <a:lnTo>
                      <a:pt x="305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 rot="5400000" flipH="1">
                <a:off x="7609355" y="3613514"/>
                <a:ext cx="642130" cy="642130"/>
              </a:xfrm>
              <a:custGeom>
                <a:avLst/>
                <a:gdLst/>
                <a:ahLst/>
                <a:cxnLst/>
                <a:rect l="l" t="t" r="r" b="b"/>
                <a:pathLst>
                  <a:path w="26873" h="26873" extrusionOk="0">
                    <a:moveTo>
                      <a:pt x="26872" y="1"/>
                    </a:moveTo>
                    <a:cubicBezTo>
                      <a:pt x="12037" y="29"/>
                      <a:pt x="0" y="12038"/>
                      <a:pt x="0" y="26872"/>
                    </a:cubicBezTo>
                    <a:lnTo>
                      <a:pt x="707" y="26872"/>
                    </a:lnTo>
                    <a:cubicBezTo>
                      <a:pt x="707" y="12433"/>
                      <a:pt x="12405" y="735"/>
                      <a:pt x="26872" y="707"/>
                    </a:cubicBezTo>
                    <a:lnTo>
                      <a:pt x="268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 rot="5400000" flipH="1">
                <a:off x="7609355" y="3613514"/>
                <a:ext cx="552333" cy="552333"/>
              </a:xfrm>
              <a:custGeom>
                <a:avLst/>
                <a:gdLst/>
                <a:ahLst/>
                <a:cxnLst/>
                <a:rect l="l" t="t" r="r" b="b"/>
                <a:pathLst>
                  <a:path w="23115" h="23115" extrusionOk="0">
                    <a:moveTo>
                      <a:pt x="23114" y="1"/>
                    </a:moveTo>
                    <a:cubicBezTo>
                      <a:pt x="10342" y="29"/>
                      <a:pt x="0" y="10371"/>
                      <a:pt x="0" y="23114"/>
                    </a:cubicBezTo>
                    <a:lnTo>
                      <a:pt x="707" y="23114"/>
                    </a:lnTo>
                    <a:cubicBezTo>
                      <a:pt x="707" y="10738"/>
                      <a:pt x="10738" y="735"/>
                      <a:pt x="23114" y="707"/>
                    </a:cubicBezTo>
                    <a:lnTo>
                      <a:pt x="231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 rot="5400000" flipH="1">
                <a:off x="7609343" y="3613526"/>
                <a:ext cx="456466" cy="456442"/>
              </a:xfrm>
              <a:custGeom>
                <a:avLst/>
                <a:gdLst/>
                <a:ahLst/>
                <a:cxnLst/>
                <a:rect l="l" t="t" r="r" b="b"/>
                <a:pathLst>
                  <a:path w="19103" h="19102" extrusionOk="0">
                    <a:moveTo>
                      <a:pt x="19102" y="0"/>
                    </a:moveTo>
                    <a:cubicBezTo>
                      <a:pt x="8534" y="0"/>
                      <a:pt x="1" y="8562"/>
                      <a:pt x="1" y="19101"/>
                    </a:cubicBezTo>
                    <a:lnTo>
                      <a:pt x="707" y="19101"/>
                    </a:lnTo>
                    <a:cubicBezTo>
                      <a:pt x="707" y="8957"/>
                      <a:pt x="8930" y="706"/>
                      <a:pt x="19102" y="706"/>
                    </a:cubicBezTo>
                    <a:lnTo>
                      <a:pt x="191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65" name="Google Shape;265;p7"/>
              <p:cNvGrpSpPr/>
              <p:nvPr/>
            </p:nvGrpSpPr>
            <p:grpSpPr>
              <a:xfrm>
                <a:off x="7819993" y="3824157"/>
                <a:ext cx="1108723" cy="1108711"/>
                <a:chOff x="7775815" y="3745608"/>
                <a:chExt cx="1206970" cy="1206957"/>
              </a:xfrm>
            </p:grpSpPr>
            <p:grpSp>
              <p:nvGrpSpPr>
                <p:cNvPr id="266" name="Google Shape;266;p7"/>
                <p:cNvGrpSpPr/>
                <p:nvPr/>
              </p:nvGrpSpPr>
              <p:grpSpPr>
                <a:xfrm rot="5400000" flipH="1">
                  <a:off x="8231428" y="4201221"/>
                  <a:ext cx="295732" cy="1206958"/>
                  <a:chOff x="2595950" y="2900400"/>
                  <a:chExt cx="329800" cy="1346000"/>
                </a:xfrm>
              </p:grpSpPr>
              <p:sp>
                <p:nvSpPr>
                  <p:cNvPr id="267" name="Google Shape;267;p7"/>
                  <p:cNvSpPr/>
                  <p:nvPr/>
                </p:nvSpPr>
                <p:spPr>
                  <a:xfrm>
                    <a:off x="2595950" y="2900400"/>
                    <a:ext cx="329800" cy="3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8" name="Google Shape;268;p7"/>
                  <p:cNvSpPr/>
                  <p:nvPr/>
                </p:nvSpPr>
                <p:spPr>
                  <a:xfrm>
                    <a:off x="2595950" y="3408850"/>
                    <a:ext cx="329800" cy="329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4" extrusionOk="0">
                        <a:moveTo>
                          <a:pt x="6596" y="1"/>
                        </a:moveTo>
                        <a:cubicBezTo>
                          <a:pt x="2948" y="1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1"/>
                          <a:pt x="6596" y="1"/>
                        </a:cubicBez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9" name="Google Shape;269;p7"/>
                  <p:cNvSpPr/>
                  <p:nvPr/>
                </p:nvSpPr>
                <p:spPr>
                  <a:xfrm>
                    <a:off x="2595950" y="3917325"/>
                    <a:ext cx="329800" cy="3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70" name="Google Shape;270;p7"/>
                <p:cNvGrpSpPr/>
                <p:nvPr/>
              </p:nvGrpSpPr>
              <p:grpSpPr>
                <a:xfrm rot="10800000" flipH="1">
                  <a:off x="8687053" y="3745608"/>
                  <a:ext cx="295732" cy="751031"/>
                  <a:chOff x="2595950" y="3408850"/>
                  <a:chExt cx="329800" cy="837550"/>
                </a:xfrm>
              </p:grpSpPr>
              <p:sp>
                <p:nvSpPr>
                  <p:cNvPr id="271" name="Google Shape;271;p7"/>
                  <p:cNvSpPr/>
                  <p:nvPr/>
                </p:nvSpPr>
                <p:spPr>
                  <a:xfrm>
                    <a:off x="2595950" y="3408850"/>
                    <a:ext cx="329800" cy="329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4" extrusionOk="0">
                        <a:moveTo>
                          <a:pt x="6596" y="1"/>
                        </a:moveTo>
                        <a:cubicBezTo>
                          <a:pt x="2948" y="1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1"/>
                          <a:pt x="6596" y="1"/>
                        </a:cubicBez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2" name="Google Shape;272;p7"/>
                  <p:cNvSpPr/>
                  <p:nvPr/>
                </p:nvSpPr>
                <p:spPr>
                  <a:xfrm>
                    <a:off x="2595950" y="3917325"/>
                    <a:ext cx="329800" cy="3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noFill/>
                  <a:ln w="19050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73" name="Google Shape;273;p7"/>
            <p:cNvGrpSpPr/>
            <p:nvPr/>
          </p:nvGrpSpPr>
          <p:grpSpPr>
            <a:xfrm rot="-5400000">
              <a:off x="-382549" y="2189581"/>
              <a:ext cx="1529448" cy="764338"/>
              <a:chOff x="3474425" y="329950"/>
              <a:chExt cx="2726775" cy="1362700"/>
            </a:xfrm>
          </p:grpSpPr>
          <p:sp>
            <p:nvSpPr>
              <p:cNvPr id="274" name="Google Shape;274;p7"/>
              <p:cNvSpPr/>
              <p:nvPr/>
            </p:nvSpPr>
            <p:spPr>
              <a:xfrm>
                <a:off x="3474425" y="329950"/>
                <a:ext cx="2726775" cy="1362700"/>
              </a:xfrm>
              <a:custGeom>
                <a:avLst/>
                <a:gdLst/>
                <a:ahLst/>
                <a:cxnLst/>
                <a:rect l="l" t="t" r="r" b="b"/>
                <a:pathLst>
                  <a:path w="109071" h="54508" extrusionOk="0">
                    <a:moveTo>
                      <a:pt x="1" y="0"/>
                    </a:moveTo>
                    <a:cubicBezTo>
                      <a:pt x="1" y="30093"/>
                      <a:pt x="24414" y="54507"/>
                      <a:pt x="54536" y="54507"/>
                    </a:cubicBezTo>
                    <a:cubicBezTo>
                      <a:pt x="84657" y="54507"/>
                      <a:pt x="109070" y="30093"/>
                      <a:pt x="10907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3787375" y="332075"/>
                <a:ext cx="2101600" cy="1051150"/>
              </a:xfrm>
              <a:custGeom>
                <a:avLst/>
                <a:gdLst/>
                <a:ahLst/>
                <a:cxnLst/>
                <a:rect l="l" t="t" r="r" b="b"/>
                <a:pathLst>
                  <a:path w="84064" h="42046" extrusionOk="0">
                    <a:moveTo>
                      <a:pt x="0" y="0"/>
                    </a:moveTo>
                    <a:cubicBezTo>
                      <a:pt x="0" y="23227"/>
                      <a:pt x="18791" y="42046"/>
                      <a:pt x="42018" y="42046"/>
                    </a:cubicBezTo>
                    <a:cubicBezTo>
                      <a:pt x="65244" y="42046"/>
                      <a:pt x="84063" y="23227"/>
                      <a:pt x="8406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3850250" y="329950"/>
                <a:ext cx="1975150" cy="1362700"/>
              </a:xfrm>
              <a:custGeom>
                <a:avLst/>
                <a:gdLst/>
                <a:ahLst/>
                <a:cxnLst/>
                <a:rect l="l" t="t" r="r" b="b"/>
                <a:pathLst>
                  <a:path w="79006" h="54508" extrusionOk="0">
                    <a:moveTo>
                      <a:pt x="37581" y="0"/>
                    </a:moveTo>
                    <a:lnTo>
                      <a:pt x="0" y="37581"/>
                    </a:lnTo>
                    <a:cubicBezTo>
                      <a:pt x="622" y="38231"/>
                      <a:pt x="1272" y="38881"/>
                      <a:pt x="1922" y="39503"/>
                    </a:cubicBezTo>
                    <a:lnTo>
                      <a:pt x="38146" y="3250"/>
                    </a:lnTo>
                    <a:lnTo>
                      <a:pt x="38146" y="54507"/>
                    </a:lnTo>
                    <a:lnTo>
                      <a:pt x="40859" y="54507"/>
                    </a:lnTo>
                    <a:lnTo>
                      <a:pt x="40859" y="3250"/>
                    </a:lnTo>
                    <a:lnTo>
                      <a:pt x="77084" y="39503"/>
                    </a:lnTo>
                    <a:cubicBezTo>
                      <a:pt x="77734" y="38881"/>
                      <a:pt x="78383" y="38231"/>
                      <a:pt x="79005" y="37581"/>
                    </a:cubicBezTo>
                    <a:lnTo>
                      <a:pt x="4142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4069925" y="332075"/>
                <a:ext cx="1535775" cy="1051150"/>
              </a:xfrm>
              <a:custGeom>
                <a:avLst/>
                <a:gdLst/>
                <a:ahLst/>
                <a:cxnLst/>
                <a:rect l="l" t="t" r="r" b="b"/>
                <a:pathLst>
                  <a:path w="61431" h="42046" extrusionOk="0">
                    <a:moveTo>
                      <a:pt x="28709" y="0"/>
                    </a:moveTo>
                    <a:lnTo>
                      <a:pt x="1" y="28709"/>
                    </a:lnTo>
                    <a:cubicBezTo>
                      <a:pt x="623" y="29359"/>
                      <a:pt x="1272" y="30008"/>
                      <a:pt x="1922" y="30630"/>
                    </a:cubicBezTo>
                    <a:lnTo>
                      <a:pt x="29359" y="3165"/>
                    </a:lnTo>
                    <a:lnTo>
                      <a:pt x="29359" y="42017"/>
                    </a:lnTo>
                    <a:cubicBezTo>
                      <a:pt x="29811" y="42017"/>
                      <a:pt x="30263" y="42046"/>
                      <a:pt x="30716" y="42046"/>
                    </a:cubicBezTo>
                    <a:cubicBezTo>
                      <a:pt x="31168" y="42046"/>
                      <a:pt x="31620" y="42046"/>
                      <a:pt x="32072" y="42017"/>
                    </a:cubicBezTo>
                    <a:lnTo>
                      <a:pt x="32072" y="3165"/>
                    </a:lnTo>
                    <a:lnTo>
                      <a:pt x="59509" y="30630"/>
                    </a:lnTo>
                    <a:cubicBezTo>
                      <a:pt x="60187" y="30008"/>
                      <a:pt x="60809" y="29359"/>
                      <a:pt x="61430" y="28709"/>
                    </a:cubicBezTo>
                    <a:lnTo>
                      <a:pt x="327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8" name="Google Shape;278;p7"/>
            <p:cNvGrpSpPr/>
            <p:nvPr/>
          </p:nvGrpSpPr>
          <p:grpSpPr>
            <a:xfrm rot="5400000" flipH="1">
              <a:off x="128212" y="3756837"/>
              <a:ext cx="507950" cy="189000"/>
              <a:chOff x="1648000" y="4487175"/>
              <a:chExt cx="507950" cy="189000"/>
            </a:xfrm>
          </p:grpSpPr>
          <p:sp>
            <p:nvSpPr>
              <p:cNvPr id="279" name="Google Shape;279;p7"/>
              <p:cNvSpPr/>
              <p:nvPr/>
            </p:nvSpPr>
            <p:spPr>
              <a:xfrm>
                <a:off x="1648000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173985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47" y="1"/>
                    </a:moveTo>
                    <a:cubicBezTo>
                      <a:pt x="466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50" y="7559"/>
                    </a:cubicBezTo>
                    <a:cubicBezTo>
                      <a:pt x="1427" y="7559"/>
                      <a:pt x="1907" y="7234"/>
                      <a:pt x="1879" y="6584"/>
                    </a:cubicBezTo>
                    <a:lnTo>
                      <a:pt x="1879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18323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28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19242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201640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61" y="1"/>
                    </a:moveTo>
                    <a:cubicBezTo>
                      <a:pt x="453" y="1"/>
                      <a:pt x="29" y="396"/>
                      <a:pt x="29" y="905"/>
                    </a:cubicBezTo>
                    <a:lnTo>
                      <a:pt x="29" y="6584"/>
                    </a:lnTo>
                    <a:cubicBezTo>
                      <a:pt x="0" y="7234"/>
                      <a:pt x="481" y="7559"/>
                      <a:pt x="958" y="7559"/>
                    </a:cubicBezTo>
                    <a:cubicBezTo>
                      <a:pt x="1434" y="7559"/>
                      <a:pt x="1908" y="7234"/>
                      <a:pt x="1865" y="6584"/>
                    </a:cubicBezTo>
                    <a:lnTo>
                      <a:pt x="1865" y="905"/>
                    </a:lnTo>
                    <a:cubicBezTo>
                      <a:pt x="1865" y="396"/>
                      <a:pt x="1442" y="1"/>
                      <a:pt x="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7"/>
              <p:cNvSpPr/>
              <p:nvPr/>
            </p:nvSpPr>
            <p:spPr>
              <a:xfrm>
                <a:off x="2108575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8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8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85" name="Google Shape;285;p7"/>
            <p:cNvSpPr/>
            <p:nvPr/>
          </p:nvSpPr>
          <p:spPr>
            <a:xfrm>
              <a:off x="6550786" y="4366200"/>
              <a:ext cx="777300" cy="777300"/>
            </a:xfrm>
            <a:prstGeom prst="round1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1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7" name="Google Shape;287;p8"/>
          <p:cNvGrpSpPr/>
          <p:nvPr/>
        </p:nvGrpSpPr>
        <p:grpSpPr>
          <a:xfrm>
            <a:off x="0" y="-197890"/>
            <a:ext cx="9144010" cy="5341390"/>
            <a:chOff x="0" y="-197890"/>
            <a:chExt cx="9144010" cy="5341390"/>
          </a:xfrm>
        </p:grpSpPr>
        <p:grpSp>
          <p:nvGrpSpPr>
            <p:cNvPr id="288" name="Google Shape;288;p8"/>
            <p:cNvGrpSpPr/>
            <p:nvPr/>
          </p:nvGrpSpPr>
          <p:grpSpPr>
            <a:xfrm>
              <a:off x="0" y="-197890"/>
              <a:ext cx="1527000" cy="1724877"/>
              <a:chOff x="0" y="-197890"/>
              <a:chExt cx="1527000" cy="1724877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0" y="-12"/>
                <a:ext cx="1527000" cy="1527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209700" y="209688"/>
                <a:ext cx="1107600" cy="11076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91" name="Google Shape;291;p8"/>
              <p:cNvGrpSpPr/>
              <p:nvPr/>
            </p:nvGrpSpPr>
            <p:grpSpPr>
              <a:xfrm rot="10800000" flipH="1">
                <a:off x="269376" y="-197890"/>
                <a:ext cx="1029013" cy="1496277"/>
                <a:chOff x="1256350" y="2465275"/>
                <a:chExt cx="1330850" cy="1935175"/>
              </a:xfrm>
            </p:grpSpPr>
            <p:sp>
              <p:nvSpPr>
                <p:cNvPr id="292" name="Google Shape;292;p8"/>
                <p:cNvSpPr/>
                <p:nvPr/>
              </p:nvSpPr>
              <p:spPr>
                <a:xfrm>
                  <a:off x="1256350" y="3491300"/>
                  <a:ext cx="298425" cy="909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37" h="36366" extrusionOk="0">
                      <a:moveTo>
                        <a:pt x="11178" y="1"/>
                      </a:moveTo>
                      <a:lnTo>
                        <a:pt x="8551" y="2627"/>
                      </a:lnTo>
                      <a:cubicBezTo>
                        <a:pt x="3065" y="8085"/>
                        <a:pt x="0" y="15469"/>
                        <a:pt x="29" y="23203"/>
                      </a:cubicBezTo>
                      <a:lnTo>
                        <a:pt x="29" y="36365"/>
                      </a:lnTo>
                      <a:lnTo>
                        <a:pt x="1109" y="36365"/>
                      </a:lnTo>
                      <a:lnTo>
                        <a:pt x="1109" y="23203"/>
                      </a:lnTo>
                      <a:cubicBezTo>
                        <a:pt x="1080" y="15761"/>
                        <a:pt x="4057" y="8639"/>
                        <a:pt x="9310" y="3386"/>
                      </a:cubicBezTo>
                      <a:lnTo>
                        <a:pt x="11937" y="759"/>
                      </a:lnTo>
                      <a:lnTo>
                        <a:pt x="1117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3" name="Google Shape;293;p8"/>
                <p:cNvSpPr/>
                <p:nvPr/>
              </p:nvSpPr>
              <p:spPr>
                <a:xfrm>
                  <a:off x="1419775" y="2465275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4" name="Google Shape;294;p8"/>
                <p:cNvSpPr/>
                <p:nvPr/>
              </p:nvSpPr>
              <p:spPr>
                <a:xfrm>
                  <a:off x="1500025" y="2642900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5" name="Google Shape;295;p8"/>
            <p:cNvGrpSpPr/>
            <p:nvPr/>
          </p:nvGrpSpPr>
          <p:grpSpPr>
            <a:xfrm>
              <a:off x="0" y="2200"/>
              <a:ext cx="9144010" cy="5141300"/>
              <a:chOff x="0" y="2200"/>
              <a:chExt cx="9144010" cy="5141300"/>
            </a:xfrm>
          </p:grpSpPr>
          <p:grpSp>
            <p:nvGrpSpPr>
              <p:cNvPr id="296" name="Google Shape;296;p8"/>
              <p:cNvGrpSpPr/>
              <p:nvPr/>
            </p:nvGrpSpPr>
            <p:grpSpPr>
              <a:xfrm rot="-5400000">
                <a:off x="221375" y="1796575"/>
                <a:ext cx="1107600" cy="1550349"/>
                <a:chOff x="2088813" y="-12"/>
                <a:chExt cx="1107600" cy="1550349"/>
              </a:xfrm>
            </p:grpSpPr>
            <p:sp>
              <p:nvSpPr>
                <p:cNvPr id="297" name="Google Shape;297;p8"/>
                <p:cNvSpPr/>
                <p:nvPr/>
              </p:nvSpPr>
              <p:spPr>
                <a:xfrm rot="-5400000">
                  <a:off x="2364975" y="-2761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298" name="Google Shape;298;p8"/>
                <p:cNvGrpSpPr/>
                <p:nvPr/>
              </p:nvGrpSpPr>
              <p:grpSpPr>
                <a:xfrm rot="-5400000">
                  <a:off x="2184038" y="897412"/>
                  <a:ext cx="917175" cy="388675"/>
                  <a:chOff x="1505150" y="1628800"/>
                  <a:chExt cx="917175" cy="388675"/>
                </a:xfrm>
              </p:grpSpPr>
              <p:sp>
                <p:nvSpPr>
                  <p:cNvPr id="299" name="Google Shape;299;p8"/>
                  <p:cNvSpPr/>
                  <p:nvPr/>
                </p:nvSpPr>
                <p:spPr>
                  <a:xfrm>
                    <a:off x="1968450" y="1628800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8"/>
                  <p:cNvSpPr/>
                  <p:nvPr/>
                </p:nvSpPr>
                <p:spPr>
                  <a:xfrm>
                    <a:off x="1505150" y="1628800"/>
                    <a:ext cx="453850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4" h="15547" extrusionOk="0">
                        <a:moveTo>
                          <a:pt x="10390" y="4398"/>
                        </a:moveTo>
                        <a:cubicBezTo>
                          <a:pt x="12258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1" y="11172"/>
                        </a:cubicBezTo>
                        <a:cubicBezTo>
                          <a:pt x="9531" y="11172"/>
                          <a:pt x="8685" y="10864"/>
                          <a:pt x="7997" y="10176"/>
                        </a:cubicBezTo>
                        <a:cubicBezTo>
                          <a:pt x="5837" y="8046"/>
                          <a:pt x="7355" y="4398"/>
                          <a:pt x="10390" y="4398"/>
                        </a:cubicBezTo>
                        <a:close/>
                        <a:moveTo>
                          <a:pt x="10322" y="1"/>
                        </a:moveTo>
                        <a:cubicBezTo>
                          <a:pt x="8410" y="1"/>
                          <a:pt x="6460" y="710"/>
                          <a:pt x="4874" y="2296"/>
                        </a:cubicBezTo>
                        <a:cubicBezTo>
                          <a:pt x="0" y="7170"/>
                          <a:pt x="3473" y="15546"/>
                          <a:pt x="10390" y="15546"/>
                        </a:cubicBezTo>
                        <a:cubicBezTo>
                          <a:pt x="14680" y="15546"/>
                          <a:pt x="18124" y="12073"/>
                          <a:pt x="18153" y="7783"/>
                        </a:cubicBezTo>
                        <a:cubicBezTo>
                          <a:pt x="18153" y="3104"/>
                          <a:pt x="14320" y="1"/>
                          <a:pt x="10322" y="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01" name="Google Shape;301;p8"/>
              <p:cNvGrpSpPr/>
              <p:nvPr/>
            </p:nvGrpSpPr>
            <p:grpSpPr>
              <a:xfrm flipH="1">
                <a:off x="7246588" y="3616508"/>
                <a:ext cx="1897408" cy="1526980"/>
                <a:chOff x="-12" y="3616520"/>
                <a:chExt cx="1897408" cy="1526980"/>
              </a:xfrm>
            </p:grpSpPr>
            <p:sp>
              <p:nvSpPr>
                <p:cNvPr id="302" name="Google Shape;302;p8"/>
                <p:cNvSpPr/>
                <p:nvPr/>
              </p:nvSpPr>
              <p:spPr>
                <a:xfrm flipH="1">
                  <a:off x="-12" y="3616520"/>
                  <a:ext cx="1526962" cy="15269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302" h="88303" extrusionOk="0">
                      <a:moveTo>
                        <a:pt x="62504" y="1"/>
                      </a:moveTo>
                      <a:cubicBezTo>
                        <a:pt x="27974" y="1"/>
                        <a:pt x="1" y="27975"/>
                        <a:pt x="1" y="62504"/>
                      </a:cubicBezTo>
                      <a:lnTo>
                        <a:pt x="1" y="88302"/>
                      </a:lnTo>
                      <a:lnTo>
                        <a:pt x="88302" y="88302"/>
                      </a:lnTo>
                      <a:lnTo>
                        <a:pt x="88302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03" name="Google Shape;303;p8"/>
                <p:cNvGrpSpPr/>
                <p:nvPr/>
              </p:nvGrpSpPr>
              <p:grpSpPr>
                <a:xfrm rot="-5400000">
                  <a:off x="358471" y="3431305"/>
                  <a:ext cx="1180453" cy="1897397"/>
                  <a:chOff x="3037675" y="237375"/>
                  <a:chExt cx="1053600" cy="1693500"/>
                </a:xfrm>
              </p:grpSpPr>
              <p:sp>
                <p:nvSpPr>
                  <p:cNvPr id="304" name="Google Shape;304;p8"/>
                  <p:cNvSpPr/>
                  <p:nvPr/>
                </p:nvSpPr>
                <p:spPr>
                  <a:xfrm>
                    <a:off x="3429475" y="1382175"/>
                    <a:ext cx="270000" cy="5487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0800" h="21948" extrusionOk="0">
                        <a:moveTo>
                          <a:pt x="5400" y="0"/>
                        </a:moveTo>
                        <a:cubicBezTo>
                          <a:pt x="2423" y="0"/>
                          <a:pt x="1" y="4933"/>
                          <a:pt x="1" y="10974"/>
                        </a:cubicBezTo>
                        <a:cubicBezTo>
                          <a:pt x="1" y="17045"/>
                          <a:pt x="2423" y="21948"/>
                          <a:pt x="5400" y="21948"/>
                        </a:cubicBezTo>
                        <a:cubicBezTo>
                          <a:pt x="8377" y="21948"/>
                          <a:pt x="10799" y="17045"/>
                          <a:pt x="10799" y="10974"/>
                        </a:cubicBezTo>
                        <a:cubicBezTo>
                          <a:pt x="10799" y="4933"/>
                          <a:pt x="8377" y="0"/>
                          <a:pt x="5400" y="0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8"/>
                  <p:cNvSpPr/>
                  <p:nvPr/>
                </p:nvSpPr>
                <p:spPr>
                  <a:xfrm>
                    <a:off x="3598025" y="1078325"/>
                    <a:ext cx="493250" cy="4318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30" h="17275" extrusionOk="0">
                        <a:moveTo>
                          <a:pt x="4602" y="1"/>
                        </a:moveTo>
                        <a:cubicBezTo>
                          <a:pt x="3588" y="1"/>
                          <a:pt x="2734" y="286"/>
                          <a:pt x="2131" y="889"/>
                        </a:cubicBezTo>
                        <a:cubicBezTo>
                          <a:pt x="1" y="2990"/>
                          <a:pt x="1781" y="8156"/>
                          <a:pt x="6071" y="12446"/>
                        </a:cubicBezTo>
                        <a:cubicBezTo>
                          <a:pt x="9110" y="15506"/>
                          <a:pt x="12625" y="17275"/>
                          <a:pt x="15153" y="17275"/>
                        </a:cubicBezTo>
                        <a:cubicBezTo>
                          <a:pt x="16169" y="17275"/>
                          <a:pt x="17026" y="16989"/>
                          <a:pt x="17629" y="16386"/>
                        </a:cubicBezTo>
                        <a:cubicBezTo>
                          <a:pt x="19730" y="14285"/>
                          <a:pt x="17979" y="9119"/>
                          <a:pt x="13689" y="4829"/>
                        </a:cubicBezTo>
                        <a:cubicBezTo>
                          <a:pt x="10629" y="1769"/>
                          <a:pt x="7123" y="1"/>
                          <a:pt x="4602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6" name="Google Shape;306;p8"/>
                  <p:cNvSpPr/>
                  <p:nvPr/>
                </p:nvSpPr>
                <p:spPr>
                  <a:xfrm>
                    <a:off x="3598025" y="645800"/>
                    <a:ext cx="493250" cy="432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30" h="17298" extrusionOk="0">
                        <a:moveTo>
                          <a:pt x="4573" y="1"/>
                        </a:moveTo>
                        <a:cubicBezTo>
                          <a:pt x="3563" y="1"/>
                          <a:pt x="2709" y="284"/>
                          <a:pt x="2102" y="883"/>
                        </a:cubicBezTo>
                        <a:cubicBezTo>
                          <a:pt x="1" y="3014"/>
                          <a:pt x="1781" y="8179"/>
                          <a:pt x="6071" y="12470"/>
                        </a:cubicBezTo>
                        <a:cubicBezTo>
                          <a:pt x="9110" y="15530"/>
                          <a:pt x="12625" y="17298"/>
                          <a:pt x="15153" y="17298"/>
                        </a:cubicBezTo>
                        <a:cubicBezTo>
                          <a:pt x="16169" y="17298"/>
                          <a:pt x="17026" y="17012"/>
                          <a:pt x="17629" y="16410"/>
                        </a:cubicBezTo>
                        <a:cubicBezTo>
                          <a:pt x="19730" y="14308"/>
                          <a:pt x="17979" y="9113"/>
                          <a:pt x="13689" y="4852"/>
                        </a:cubicBezTo>
                        <a:cubicBezTo>
                          <a:pt x="10621" y="1785"/>
                          <a:pt x="7106" y="1"/>
                          <a:pt x="4573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7" name="Google Shape;307;p8"/>
                  <p:cNvSpPr/>
                  <p:nvPr/>
                </p:nvSpPr>
                <p:spPr>
                  <a:xfrm>
                    <a:off x="3037675" y="1078000"/>
                    <a:ext cx="493250" cy="432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30" h="17288" extrusionOk="0">
                        <a:moveTo>
                          <a:pt x="15124" y="1"/>
                        </a:moveTo>
                        <a:cubicBezTo>
                          <a:pt x="12603" y="1"/>
                          <a:pt x="9100" y="1784"/>
                          <a:pt x="6042" y="4842"/>
                        </a:cubicBezTo>
                        <a:cubicBezTo>
                          <a:pt x="1752" y="9103"/>
                          <a:pt x="0" y="14298"/>
                          <a:pt x="2102" y="16399"/>
                        </a:cubicBezTo>
                        <a:cubicBezTo>
                          <a:pt x="2704" y="17002"/>
                          <a:pt x="3561" y="17288"/>
                          <a:pt x="4578" y="17288"/>
                        </a:cubicBezTo>
                        <a:cubicBezTo>
                          <a:pt x="7106" y="17288"/>
                          <a:pt x="10620" y="15519"/>
                          <a:pt x="13659" y="12459"/>
                        </a:cubicBezTo>
                        <a:cubicBezTo>
                          <a:pt x="17949" y="8169"/>
                          <a:pt x="19730" y="3003"/>
                          <a:pt x="17599" y="902"/>
                        </a:cubicBezTo>
                        <a:cubicBezTo>
                          <a:pt x="16996" y="290"/>
                          <a:pt x="16140" y="1"/>
                          <a:pt x="15124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8" name="Google Shape;308;p8"/>
                  <p:cNvSpPr/>
                  <p:nvPr/>
                </p:nvSpPr>
                <p:spPr>
                  <a:xfrm>
                    <a:off x="3037675" y="645800"/>
                    <a:ext cx="493250" cy="4324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730" h="17298" extrusionOk="0">
                        <a:moveTo>
                          <a:pt x="15147" y="1"/>
                        </a:moveTo>
                        <a:cubicBezTo>
                          <a:pt x="12624" y="1"/>
                          <a:pt x="9109" y="1785"/>
                          <a:pt x="6042" y="4852"/>
                        </a:cubicBezTo>
                        <a:cubicBezTo>
                          <a:pt x="1752" y="9113"/>
                          <a:pt x="0" y="14308"/>
                          <a:pt x="2102" y="16410"/>
                        </a:cubicBezTo>
                        <a:cubicBezTo>
                          <a:pt x="2704" y="17012"/>
                          <a:pt x="3561" y="17298"/>
                          <a:pt x="4578" y="17298"/>
                        </a:cubicBezTo>
                        <a:cubicBezTo>
                          <a:pt x="7106" y="17298"/>
                          <a:pt x="10620" y="15530"/>
                          <a:pt x="13659" y="12470"/>
                        </a:cubicBezTo>
                        <a:cubicBezTo>
                          <a:pt x="17949" y="8179"/>
                          <a:pt x="19730" y="3014"/>
                          <a:pt x="17599" y="883"/>
                        </a:cubicBezTo>
                        <a:cubicBezTo>
                          <a:pt x="17000" y="284"/>
                          <a:pt x="16152" y="1"/>
                          <a:pt x="15147" y="1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8"/>
                  <p:cNvSpPr/>
                  <p:nvPr/>
                </p:nvSpPr>
                <p:spPr>
                  <a:xfrm>
                    <a:off x="3190175" y="237375"/>
                    <a:ext cx="750850" cy="1567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034" h="62691" extrusionOk="0">
                        <a:moveTo>
                          <a:pt x="14972" y="1"/>
                        </a:moveTo>
                        <a:cubicBezTo>
                          <a:pt x="14797" y="1"/>
                          <a:pt x="14622" y="118"/>
                          <a:pt x="14651" y="351"/>
                        </a:cubicBezTo>
                        <a:lnTo>
                          <a:pt x="14651" y="13543"/>
                        </a:lnTo>
                        <a:lnTo>
                          <a:pt x="117" y="28077"/>
                        </a:lnTo>
                        <a:cubicBezTo>
                          <a:pt x="0" y="28194"/>
                          <a:pt x="0" y="28398"/>
                          <a:pt x="117" y="28515"/>
                        </a:cubicBezTo>
                        <a:cubicBezTo>
                          <a:pt x="190" y="28588"/>
                          <a:pt x="277" y="28624"/>
                          <a:pt x="361" y="28624"/>
                        </a:cubicBezTo>
                        <a:cubicBezTo>
                          <a:pt x="445" y="28624"/>
                          <a:pt x="526" y="28588"/>
                          <a:pt x="584" y="28515"/>
                        </a:cubicBezTo>
                        <a:lnTo>
                          <a:pt x="14651" y="14477"/>
                        </a:lnTo>
                        <a:lnTo>
                          <a:pt x="14651" y="30820"/>
                        </a:lnTo>
                        <a:lnTo>
                          <a:pt x="117" y="45355"/>
                        </a:lnTo>
                        <a:cubicBezTo>
                          <a:pt x="0" y="45471"/>
                          <a:pt x="0" y="45676"/>
                          <a:pt x="117" y="45822"/>
                        </a:cubicBezTo>
                        <a:cubicBezTo>
                          <a:pt x="190" y="45880"/>
                          <a:pt x="277" y="45909"/>
                          <a:pt x="361" y="45909"/>
                        </a:cubicBezTo>
                        <a:cubicBezTo>
                          <a:pt x="445" y="45909"/>
                          <a:pt x="526" y="45880"/>
                          <a:pt x="584" y="45822"/>
                        </a:cubicBezTo>
                        <a:lnTo>
                          <a:pt x="14651" y="31754"/>
                        </a:lnTo>
                        <a:lnTo>
                          <a:pt x="14651" y="62340"/>
                        </a:lnTo>
                        <a:cubicBezTo>
                          <a:pt x="14622" y="62574"/>
                          <a:pt x="14797" y="62691"/>
                          <a:pt x="14972" y="62691"/>
                        </a:cubicBezTo>
                        <a:cubicBezTo>
                          <a:pt x="15147" y="62691"/>
                          <a:pt x="15322" y="62574"/>
                          <a:pt x="15293" y="62340"/>
                        </a:cubicBezTo>
                        <a:lnTo>
                          <a:pt x="15293" y="31754"/>
                        </a:lnTo>
                        <a:lnTo>
                          <a:pt x="29360" y="45822"/>
                        </a:lnTo>
                        <a:cubicBezTo>
                          <a:pt x="29430" y="45878"/>
                          <a:pt x="29503" y="45902"/>
                          <a:pt x="29573" y="45902"/>
                        </a:cubicBezTo>
                        <a:cubicBezTo>
                          <a:pt x="29826" y="45902"/>
                          <a:pt x="30033" y="45584"/>
                          <a:pt x="29827" y="45355"/>
                        </a:cubicBezTo>
                        <a:lnTo>
                          <a:pt x="15293" y="30820"/>
                        </a:lnTo>
                        <a:lnTo>
                          <a:pt x="15293" y="14477"/>
                        </a:lnTo>
                        <a:lnTo>
                          <a:pt x="29360" y="28515"/>
                        </a:lnTo>
                        <a:cubicBezTo>
                          <a:pt x="29428" y="28583"/>
                          <a:pt x="29504" y="28611"/>
                          <a:pt x="29577" y="28611"/>
                        </a:cubicBezTo>
                        <a:cubicBezTo>
                          <a:pt x="29818" y="28611"/>
                          <a:pt x="30029" y="28301"/>
                          <a:pt x="29827" y="28077"/>
                        </a:cubicBezTo>
                        <a:lnTo>
                          <a:pt x="15293" y="13543"/>
                        </a:lnTo>
                        <a:lnTo>
                          <a:pt x="15293" y="351"/>
                        </a:lnTo>
                        <a:cubicBezTo>
                          <a:pt x="15322" y="118"/>
                          <a:pt x="15147" y="1"/>
                          <a:pt x="14972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10" name="Google Shape;310;p8"/>
              <p:cNvGrpSpPr/>
              <p:nvPr/>
            </p:nvGrpSpPr>
            <p:grpSpPr>
              <a:xfrm>
                <a:off x="11675" y="3616500"/>
                <a:ext cx="1527000" cy="1527000"/>
                <a:chOff x="7617000" y="0"/>
                <a:chExt cx="1527000" cy="1527000"/>
              </a:xfrm>
            </p:grpSpPr>
            <p:sp>
              <p:nvSpPr>
                <p:cNvPr id="311" name="Google Shape;311;p8"/>
                <p:cNvSpPr/>
                <p:nvPr/>
              </p:nvSpPr>
              <p:spPr>
                <a:xfrm>
                  <a:off x="7617000" y="0"/>
                  <a:ext cx="1527000" cy="15270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12" name="Google Shape;312;p8"/>
                <p:cNvGrpSpPr/>
                <p:nvPr/>
              </p:nvGrpSpPr>
              <p:grpSpPr>
                <a:xfrm rot="-5400000">
                  <a:off x="7617014" y="67925"/>
                  <a:ext cx="1526973" cy="1391150"/>
                  <a:chOff x="2460175" y="3102825"/>
                  <a:chExt cx="1814800" cy="1653375"/>
                </a:xfrm>
              </p:grpSpPr>
              <p:sp>
                <p:nvSpPr>
                  <p:cNvPr id="313" name="Google Shape;313;p8"/>
                  <p:cNvSpPr/>
                  <p:nvPr/>
                </p:nvSpPr>
                <p:spPr>
                  <a:xfrm>
                    <a:off x="2460175" y="3102825"/>
                    <a:ext cx="1814800" cy="16533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592" h="66135" extrusionOk="0">
                        <a:moveTo>
                          <a:pt x="36296" y="0"/>
                        </a:moveTo>
                        <a:cubicBezTo>
                          <a:pt x="27833" y="0"/>
                          <a:pt x="19370" y="3229"/>
                          <a:pt x="12914" y="9685"/>
                        </a:cubicBezTo>
                        <a:cubicBezTo>
                          <a:pt x="1" y="22599"/>
                          <a:pt x="1" y="43537"/>
                          <a:pt x="12914" y="56450"/>
                        </a:cubicBezTo>
                        <a:cubicBezTo>
                          <a:pt x="19370" y="62906"/>
                          <a:pt x="27833" y="66135"/>
                          <a:pt x="36296" y="66135"/>
                        </a:cubicBezTo>
                        <a:cubicBezTo>
                          <a:pt x="44759" y="66135"/>
                          <a:pt x="53221" y="62906"/>
                          <a:pt x="59678" y="56450"/>
                        </a:cubicBezTo>
                        <a:cubicBezTo>
                          <a:pt x="72591" y="43537"/>
                          <a:pt x="72591" y="22599"/>
                          <a:pt x="59678" y="9685"/>
                        </a:cubicBezTo>
                        <a:cubicBezTo>
                          <a:pt x="53221" y="3229"/>
                          <a:pt x="44759" y="0"/>
                          <a:pt x="36296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4" name="Google Shape;314;p8"/>
                  <p:cNvSpPr/>
                  <p:nvPr/>
                </p:nvSpPr>
                <p:spPr>
                  <a:xfrm>
                    <a:off x="2544250" y="3165550"/>
                    <a:ext cx="1587325" cy="1527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3493" h="61090" extrusionOk="0">
                        <a:moveTo>
                          <a:pt x="32947" y="24356"/>
                        </a:moveTo>
                        <a:cubicBezTo>
                          <a:pt x="36338" y="24385"/>
                          <a:pt x="39107" y="27125"/>
                          <a:pt x="39107" y="30544"/>
                        </a:cubicBezTo>
                        <a:cubicBezTo>
                          <a:pt x="39107" y="34253"/>
                          <a:pt x="36067" y="36721"/>
                          <a:pt x="32893" y="36721"/>
                        </a:cubicBezTo>
                        <a:cubicBezTo>
                          <a:pt x="31376" y="36721"/>
                          <a:pt x="29828" y="36157"/>
                          <a:pt x="28567" y="34896"/>
                        </a:cubicBezTo>
                        <a:cubicBezTo>
                          <a:pt x="24668" y="30997"/>
                          <a:pt x="27437" y="24356"/>
                          <a:pt x="32947" y="24356"/>
                        </a:cubicBezTo>
                        <a:close/>
                        <a:moveTo>
                          <a:pt x="32884" y="23631"/>
                        </a:moveTo>
                        <a:cubicBezTo>
                          <a:pt x="31192" y="23631"/>
                          <a:pt x="29466" y="24258"/>
                          <a:pt x="28059" y="25656"/>
                        </a:cubicBezTo>
                        <a:cubicBezTo>
                          <a:pt x="23735" y="30008"/>
                          <a:pt x="26787" y="37411"/>
                          <a:pt x="32947" y="37411"/>
                        </a:cubicBezTo>
                        <a:lnTo>
                          <a:pt x="32947" y="37439"/>
                        </a:lnTo>
                        <a:cubicBezTo>
                          <a:pt x="36733" y="37439"/>
                          <a:pt x="39813" y="34331"/>
                          <a:pt x="39813" y="30544"/>
                        </a:cubicBezTo>
                        <a:cubicBezTo>
                          <a:pt x="39813" y="26376"/>
                          <a:pt x="36424" y="23631"/>
                          <a:pt x="32884" y="23631"/>
                        </a:cubicBezTo>
                        <a:close/>
                        <a:moveTo>
                          <a:pt x="32947" y="20146"/>
                        </a:moveTo>
                        <a:lnTo>
                          <a:pt x="32947" y="20174"/>
                        </a:lnTo>
                        <a:cubicBezTo>
                          <a:pt x="38655" y="20174"/>
                          <a:pt x="43289" y="24808"/>
                          <a:pt x="43317" y="30544"/>
                        </a:cubicBezTo>
                        <a:cubicBezTo>
                          <a:pt x="43317" y="34726"/>
                          <a:pt x="40774" y="38513"/>
                          <a:pt x="36903" y="40123"/>
                        </a:cubicBezTo>
                        <a:cubicBezTo>
                          <a:pt x="35625" y="40655"/>
                          <a:pt x="34283" y="40913"/>
                          <a:pt x="32952" y="40913"/>
                        </a:cubicBezTo>
                        <a:cubicBezTo>
                          <a:pt x="30248" y="40913"/>
                          <a:pt x="27588" y="39851"/>
                          <a:pt x="25600" y="37863"/>
                        </a:cubicBezTo>
                        <a:cubicBezTo>
                          <a:pt x="19073" y="31336"/>
                          <a:pt x="23707" y="20146"/>
                          <a:pt x="32947" y="20146"/>
                        </a:cubicBezTo>
                        <a:close/>
                        <a:moveTo>
                          <a:pt x="32946" y="19453"/>
                        </a:moveTo>
                        <a:cubicBezTo>
                          <a:pt x="30061" y="19453"/>
                          <a:pt x="27228" y="20571"/>
                          <a:pt x="25092" y="22689"/>
                        </a:cubicBezTo>
                        <a:cubicBezTo>
                          <a:pt x="21927" y="25882"/>
                          <a:pt x="20995" y="30629"/>
                          <a:pt x="22690" y="34783"/>
                        </a:cubicBezTo>
                        <a:cubicBezTo>
                          <a:pt x="24414" y="38908"/>
                          <a:pt x="28454" y="41621"/>
                          <a:pt x="32947" y="41621"/>
                        </a:cubicBezTo>
                        <a:cubicBezTo>
                          <a:pt x="39050" y="41621"/>
                          <a:pt x="44024" y="36648"/>
                          <a:pt x="44024" y="30544"/>
                        </a:cubicBezTo>
                        <a:cubicBezTo>
                          <a:pt x="44024" y="26052"/>
                          <a:pt x="41311" y="22011"/>
                          <a:pt x="37185" y="20287"/>
                        </a:cubicBezTo>
                        <a:cubicBezTo>
                          <a:pt x="35811" y="19726"/>
                          <a:pt x="34372" y="19453"/>
                          <a:pt x="32946" y="19453"/>
                        </a:cubicBezTo>
                        <a:close/>
                        <a:moveTo>
                          <a:pt x="32947" y="15710"/>
                        </a:moveTo>
                        <a:lnTo>
                          <a:pt x="32947" y="15738"/>
                        </a:lnTo>
                        <a:cubicBezTo>
                          <a:pt x="41113" y="15738"/>
                          <a:pt x="47725" y="22350"/>
                          <a:pt x="47753" y="30544"/>
                        </a:cubicBezTo>
                        <a:cubicBezTo>
                          <a:pt x="47753" y="36535"/>
                          <a:pt x="44137" y="41932"/>
                          <a:pt x="38598" y="44221"/>
                        </a:cubicBezTo>
                        <a:cubicBezTo>
                          <a:pt x="36768" y="44977"/>
                          <a:pt x="34848" y="45345"/>
                          <a:pt x="32944" y="45345"/>
                        </a:cubicBezTo>
                        <a:cubicBezTo>
                          <a:pt x="29089" y="45345"/>
                          <a:pt x="25301" y="43837"/>
                          <a:pt x="22464" y="40999"/>
                        </a:cubicBezTo>
                        <a:cubicBezTo>
                          <a:pt x="18225" y="36761"/>
                          <a:pt x="16954" y="30403"/>
                          <a:pt x="19243" y="24865"/>
                        </a:cubicBezTo>
                        <a:cubicBezTo>
                          <a:pt x="21531" y="19327"/>
                          <a:pt x="26957" y="15710"/>
                          <a:pt x="32947" y="15710"/>
                        </a:cubicBezTo>
                        <a:close/>
                        <a:moveTo>
                          <a:pt x="32945" y="15009"/>
                        </a:moveTo>
                        <a:cubicBezTo>
                          <a:pt x="28901" y="15009"/>
                          <a:pt x="24923" y="16585"/>
                          <a:pt x="21955" y="19553"/>
                        </a:cubicBezTo>
                        <a:cubicBezTo>
                          <a:pt x="17519" y="23989"/>
                          <a:pt x="16191" y="30686"/>
                          <a:pt x="18593" y="36478"/>
                        </a:cubicBezTo>
                        <a:cubicBezTo>
                          <a:pt x="20995" y="42271"/>
                          <a:pt x="26646" y="46057"/>
                          <a:pt x="32947" y="46057"/>
                        </a:cubicBezTo>
                        <a:lnTo>
                          <a:pt x="32947" y="46085"/>
                        </a:lnTo>
                        <a:cubicBezTo>
                          <a:pt x="41509" y="46057"/>
                          <a:pt x="48460" y="39106"/>
                          <a:pt x="48460" y="30544"/>
                        </a:cubicBezTo>
                        <a:cubicBezTo>
                          <a:pt x="48460" y="24243"/>
                          <a:pt x="44673" y="18592"/>
                          <a:pt x="38881" y="16190"/>
                        </a:cubicBezTo>
                        <a:cubicBezTo>
                          <a:pt x="36963" y="15395"/>
                          <a:pt x="34946" y="15009"/>
                          <a:pt x="32945" y="15009"/>
                        </a:cubicBezTo>
                        <a:close/>
                        <a:moveTo>
                          <a:pt x="32947" y="12149"/>
                        </a:moveTo>
                        <a:cubicBezTo>
                          <a:pt x="43091" y="12149"/>
                          <a:pt x="51314" y="20400"/>
                          <a:pt x="51342" y="30544"/>
                        </a:cubicBezTo>
                        <a:cubicBezTo>
                          <a:pt x="51342" y="37976"/>
                          <a:pt x="46849" y="44701"/>
                          <a:pt x="39983" y="47555"/>
                        </a:cubicBezTo>
                        <a:cubicBezTo>
                          <a:pt x="37700" y="48490"/>
                          <a:pt x="35306" y="48946"/>
                          <a:pt x="32934" y="48946"/>
                        </a:cubicBezTo>
                        <a:cubicBezTo>
                          <a:pt x="28141" y="48946"/>
                          <a:pt x="23437" y="47086"/>
                          <a:pt x="19921" y="43571"/>
                        </a:cubicBezTo>
                        <a:cubicBezTo>
                          <a:pt x="14665" y="38287"/>
                          <a:pt x="13083" y="30375"/>
                          <a:pt x="15937" y="23509"/>
                        </a:cubicBezTo>
                        <a:cubicBezTo>
                          <a:pt x="18791" y="16642"/>
                          <a:pt x="25487" y="12149"/>
                          <a:pt x="32947" y="12149"/>
                        </a:cubicBezTo>
                        <a:close/>
                        <a:moveTo>
                          <a:pt x="32965" y="11443"/>
                        </a:moveTo>
                        <a:cubicBezTo>
                          <a:pt x="27990" y="11443"/>
                          <a:pt x="23094" y="13384"/>
                          <a:pt x="19440" y="17038"/>
                        </a:cubicBezTo>
                        <a:cubicBezTo>
                          <a:pt x="13959" y="22491"/>
                          <a:pt x="12320" y="30714"/>
                          <a:pt x="15287" y="37863"/>
                        </a:cubicBezTo>
                        <a:cubicBezTo>
                          <a:pt x="18254" y="45012"/>
                          <a:pt x="25205" y="49646"/>
                          <a:pt x="32947" y="49646"/>
                        </a:cubicBezTo>
                        <a:lnTo>
                          <a:pt x="32947" y="49674"/>
                        </a:lnTo>
                        <a:cubicBezTo>
                          <a:pt x="43487" y="49646"/>
                          <a:pt x="52020" y="41084"/>
                          <a:pt x="52048" y="30544"/>
                        </a:cubicBezTo>
                        <a:cubicBezTo>
                          <a:pt x="52048" y="22830"/>
                          <a:pt x="47386" y="15851"/>
                          <a:pt x="40237" y="12884"/>
                        </a:cubicBezTo>
                        <a:cubicBezTo>
                          <a:pt x="37887" y="11914"/>
                          <a:pt x="35417" y="11443"/>
                          <a:pt x="32965" y="11443"/>
                        </a:cubicBezTo>
                        <a:close/>
                        <a:moveTo>
                          <a:pt x="32947" y="8137"/>
                        </a:moveTo>
                        <a:cubicBezTo>
                          <a:pt x="45295" y="8165"/>
                          <a:pt x="55326" y="18168"/>
                          <a:pt x="55354" y="30544"/>
                        </a:cubicBezTo>
                        <a:cubicBezTo>
                          <a:pt x="55354" y="39615"/>
                          <a:pt x="49873" y="47781"/>
                          <a:pt x="41509" y="51256"/>
                        </a:cubicBezTo>
                        <a:cubicBezTo>
                          <a:pt x="38739" y="52398"/>
                          <a:pt x="35830" y="52954"/>
                          <a:pt x="32944" y="52954"/>
                        </a:cubicBezTo>
                        <a:cubicBezTo>
                          <a:pt x="27116" y="52954"/>
                          <a:pt x="21385" y="50686"/>
                          <a:pt x="17095" y="46396"/>
                        </a:cubicBezTo>
                        <a:cubicBezTo>
                          <a:pt x="10681" y="39982"/>
                          <a:pt x="8760" y="30347"/>
                          <a:pt x="12235" y="21983"/>
                        </a:cubicBezTo>
                        <a:cubicBezTo>
                          <a:pt x="15711" y="13591"/>
                          <a:pt x="23877" y="8137"/>
                          <a:pt x="32947" y="8137"/>
                        </a:cubicBezTo>
                        <a:close/>
                        <a:moveTo>
                          <a:pt x="32964" y="7435"/>
                        </a:moveTo>
                        <a:cubicBezTo>
                          <a:pt x="26937" y="7435"/>
                          <a:pt x="21014" y="9784"/>
                          <a:pt x="16587" y="14212"/>
                        </a:cubicBezTo>
                        <a:cubicBezTo>
                          <a:pt x="9975" y="20824"/>
                          <a:pt x="7997" y="30742"/>
                          <a:pt x="11585" y="39389"/>
                        </a:cubicBezTo>
                        <a:cubicBezTo>
                          <a:pt x="15145" y="48035"/>
                          <a:pt x="23594" y="53658"/>
                          <a:pt x="32947" y="53658"/>
                        </a:cubicBezTo>
                        <a:cubicBezTo>
                          <a:pt x="45691" y="53658"/>
                          <a:pt x="56033" y="43316"/>
                          <a:pt x="56061" y="30544"/>
                        </a:cubicBezTo>
                        <a:cubicBezTo>
                          <a:pt x="56061" y="21192"/>
                          <a:pt x="50409" y="12771"/>
                          <a:pt x="41791" y="9183"/>
                        </a:cubicBezTo>
                        <a:cubicBezTo>
                          <a:pt x="38935" y="8006"/>
                          <a:pt x="35937" y="7435"/>
                          <a:pt x="32964" y="7435"/>
                        </a:cubicBezTo>
                        <a:close/>
                        <a:moveTo>
                          <a:pt x="32947" y="4379"/>
                        </a:moveTo>
                        <a:cubicBezTo>
                          <a:pt x="47386" y="4407"/>
                          <a:pt x="59084" y="16105"/>
                          <a:pt x="59112" y="30544"/>
                        </a:cubicBezTo>
                        <a:cubicBezTo>
                          <a:pt x="59112" y="41141"/>
                          <a:pt x="52727" y="50663"/>
                          <a:pt x="42950" y="54732"/>
                        </a:cubicBezTo>
                        <a:cubicBezTo>
                          <a:pt x="39714" y="56069"/>
                          <a:pt x="36318" y="56719"/>
                          <a:pt x="32950" y="56719"/>
                        </a:cubicBezTo>
                        <a:cubicBezTo>
                          <a:pt x="26141" y="56719"/>
                          <a:pt x="19449" y="54062"/>
                          <a:pt x="14439" y="49052"/>
                        </a:cubicBezTo>
                        <a:cubicBezTo>
                          <a:pt x="6951" y="41564"/>
                          <a:pt x="4719" y="30318"/>
                          <a:pt x="8760" y="20542"/>
                        </a:cubicBezTo>
                        <a:cubicBezTo>
                          <a:pt x="12800" y="10765"/>
                          <a:pt x="22351" y="4379"/>
                          <a:pt x="32947" y="4379"/>
                        </a:cubicBezTo>
                        <a:close/>
                        <a:moveTo>
                          <a:pt x="32937" y="3678"/>
                        </a:moveTo>
                        <a:cubicBezTo>
                          <a:pt x="25941" y="3678"/>
                          <a:pt x="19070" y="6416"/>
                          <a:pt x="13930" y="11556"/>
                        </a:cubicBezTo>
                        <a:cubicBezTo>
                          <a:pt x="6245" y="19242"/>
                          <a:pt x="3956" y="30799"/>
                          <a:pt x="8110" y="40830"/>
                        </a:cubicBezTo>
                        <a:cubicBezTo>
                          <a:pt x="12263" y="50861"/>
                          <a:pt x="22068" y="57416"/>
                          <a:pt x="32947" y="57416"/>
                        </a:cubicBezTo>
                        <a:lnTo>
                          <a:pt x="32947" y="57445"/>
                        </a:lnTo>
                        <a:cubicBezTo>
                          <a:pt x="47782" y="57416"/>
                          <a:pt x="59791" y="45379"/>
                          <a:pt x="59819" y="30544"/>
                        </a:cubicBezTo>
                        <a:cubicBezTo>
                          <a:pt x="59819" y="19666"/>
                          <a:pt x="53263" y="9889"/>
                          <a:pt x="43232" y="5735"/>
                        </a:cubicBezTo>
                        <a:cubicBezTo>
                          <a:pt x="39900" y="4350"/>
                          <a:pt x="36403" y="3678"/>
                          <a:pt x="32937" y="3678"/>
                        </a:cubicBezTo>
                        <a:close/>
                        <a:moveTo>
                          <a:pt x="32947" y="706"/>
                        </a:moveTo>
                        <a:cubicBezTo>
                          <a:pt x="49421" y="734"/>
                          <a:pt x="62758" y="14071"/>
                          <a:pt x="62786" y="30544"/>
                        </a:cubicBezTo>
                        <a:cubicBezTo>
                          <a:pt x="62786" y="42610"/>
                          <a:pt x="55496" y="53489"/>
                          <a:pt x="44363" y="58123"/>
                        </a:cubicBezTo>
                        <a:cubicBezTo>
                          <a:pt x="40668" y="59647"/>
                          <a:pt x="36791" y="60389"/>
                          <a:pt x="32947" y="60389"/>
                        </a:cubicBezTo>
                        <a:cubicBezTo>
                          <a:pt x="25179" y="60389"/>
                          <a:pt x="17548" y="57361"/>
                          <a:pt x="11839" y="51652"/>
                        </a:cubicBezTo>
                        <a:cubicBezTo>
                          <a:pt x="3306" y="43119"/>
                          <a:pt x="763" y="30290"/>
                          <a:pt x="5369" y="19129"/>
                        </a:cubicBezTo>
                        <a:cubicBezTo>
                          <a:pt x="10003" y="7996"/>
                          <a:pt x="20882" y="706"/>
                          <a:pt x="32947" y="706"/>
                        </a:cubicBezTo>
                        <a:close/>
                        <a:moveTo>
                          <a:pt x="32965" y="0"/>
                        </a:moveTo>
                        <a:cubicBezTo>
                          <a:pt x="25013" y="0"/>
                          <a:pt x="17196" y="3110"/>
                          <a:pt x="11331" y="8956"/>
                        </a:cubicBezTo>
                        <a:cubicBezTo>
                          <a:pt x="2600" y="17688"/>
                          <a:pt x="0" y="30827"/>
                          <a:pt x="4719" y="42243"/>
                        </a:cubicBezTo>
                        <a:cubicBezTo>
                          <a:pt x="9438" y="53658"/>
                          <a:pt x="20571" y="61090"/>
                          <a:pt x="32947" y="61090"/>
                        </a:cubicBezTo>
                        <a:cubicBezTo>
                          <a:pt x="49788" y="61061"/>
                          <a:pt x="63464" y="47414"/>
                          <a:pt x="63492" y="30544"/>
                        </a:cubicBezTo>
                        <a:cubicBezTo>
                          <a:pt x="63492" y="18196"/>
                          <a:pt x="56033" y="7063"/>
                          <a:pt x="44617" y="2316"/>
                        </a:cubicBezTo>
                        <a:cubicBezTo>
                          <a:pt x="40845" y="757"/>
                          <a:pt x="36889" y="0"/>
                          <a:pt x="32965" y="0"/>
                        </a:cubicBez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15" name="Google Shape;315;p8"/>
              <p:cNvGrpSpPr/>
              <p:nvPr/>
            </p:nvGrpSpPr>
            <p:grpSpPr>
              <a:xfrm>
                <a:off x="8036945" y="2018675"/>
                <a:ext cx="1107064" cy="1108350"/>
                <a:chOff x="8036945" y="2018675"/>
                <a:chExt cx="1107064" cy="1108350"/>
              </a:xfrm>
            </p:grpSpPr>
            <p:grpSp>
              <p:nvGrpSpPr>
                <p:cNvPr id="316" name="Google Shape;316;p8"/>
                <p:cNvGrpSpPr/>
                <p:nvPr/>
              </p:nvGrpSpPr>
              <p:grpSpPr>
                <a:xfrm rot="10800000">
                  <a:off x="8590210" y="2018675"/>
                  <a:ext cx="553800" cy="1108350"/>
                  <a:chOff x="380375" y="689750"/>
                  <a:chExt cx="553800" cy="1108350"/>
                </a:xfrm>
              </p:grpSpPr>
              <p:sp>
                <p:nvSpPr>
                  <p:cNvPr id="317" name="Google Shape;317;p8"/>
                  <p:cNvSpPr/>
                  <p:nvPr/>
                </p:nvSpPr>
                <p:spPr>
                  <a:xfrm>
                    <a:off x="380375" y="689750"/>
                    <a:ext cx="553800" cy="1108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52" h="44334" extrusionOk="0">
                        <a:moveTo>
                          <a:pt x="0" y="1"/>
                        </a:moveTo>
                        <a:lnTo>
                          <a:pt x="0" y="44333"/>
                        </a:lnTo>
                        <a:cubicBezTo>
                          <a:pt x="12229" y="44333"/>
                          <a:pt x="22152" y="34410"/>
                          <a:pt x="22152" y="22152"/>
                        </a:cubicBezTo>
                        <a:cubicBezTo>
                          <a:pt x="22152" y="9924"/>
                          <a:pt x="12229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8" name="Google Shape;318;p8"/>
                  <p:cNvSpPr/>
                  <p:nvPr/>
                </p:nvSpPr>
                <p:spPr>
                  <a:xfrm>
                    <a:off x="380375" y="921050"/>
                    <a:ext cx="313750" cy="645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0" h="25801" extrusionOk="0">
                        <a:moveTo>
                          <a:pt x="0" y="0"/>
                        </a:moveTo>
                        <a:lnTo>
                          <a:pt x="0" y="3649"/>
                        </a:lnTo>
                        <a:cubicBezTo>
                          <a:pt x="4961" y="3853"/>
                          <a:pt x="8901" y="7939"/>
                          <a:pt x="8901" y="12900"/>
                        </a:cubicBezTo>
                        <a:cubicBezTo>
                          <a:pt x="8901" y="17891"/>
                          <a:pt x="4961" y="21977"/>
                          <a:pt x="0" y="22152"/>
                        </a:cubicBezTo>
                        <a:lnTo>
                          <a:pt x="0" y="25800"/>
                        </a:lnTo>
                        <a:cubicBezTo>
                          <a:pt x="6975" y="25596"/>
                          <a:pt x="12550" y="19905"/>
                          <a:pt x="12550" y="12900"/>
                        </a:cubicBezTo>
                        <a:cubicBezTo>
                          <a:pt x="12550" y="5925"/>
                          <a:pt x="6975" y="205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19" name="Google Shape;319;p8"/>
                <p:cNvGrpSpPr/>
                <p:nvPr/>
              </p:nvGrpSpPr>
              <p:grpSpPr>
                <a:xfrm rot="10800000">
                  <a:off x="8036945" y="2172366"/>
                  <a:ext cx="160019" cy="800968"/>
                  <a:chOff x="1872825" y="1506100"/>
                  <a:chExt cx="329800" cy="1650800"/>
                </a:xfrm>
              </p:grpSpPr>
              <p:sp>
                <p:nvSpPr>
                  <p:cNvPr id="320" name="Google Shape;320;p8"/>
                  <p:cNvSpPr/>
                  <p:nvPr/>
                </p:nvSpPr>
                <p:spPr>
                  <a:xfrm>
                    <a:off x="1872825" y="1506100"/>
                    <a:ext cx="329800" cy="3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1" name="Google Shape;321;p8"/>
                  <p:cNvSpPr/>
                  <p:nvPr/>
                </p:nvSpPr>
                <p:spPr>
                  <a:xfrm>
                    <a:off x="1872825" y="2166950"/>
                    <a:ext cx="329800" cy="3291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4" extrusionOk="0">
                        <a:moveTo>
                          <a:pt x="6596" y="1"/>
                        </a:moveTo>
                        <a:cubicBezTo>
                          <a:pt x="2948" y="1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1"/>
                          <a:pt x="6596" y="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2" name="Google Shape;322;p8"/>
                  <p:cNvSpPr/>
                  <p:nvPr/>
                </p:nvSpPr>
                <p:spPr>
                  <a:xfrm>
                    <a:off x="1872825" y="2827825"/>
                    <a:ext cx="329800" cy="3290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192" h="13163" extrusionOk="0">
                        <a:moveTo>
                          <a:pt x="6596" y="0"/>
                        </a:moveTo>
                        <a:cubicBezTo>
                          <a:pt x="2948" y="0"/>
                          <a:pt x="0" y="2948"/>
                          <a:pt x="0" y="6567"/>
                        </a:cubicBezTo>
                        <a:cubicBezTo>
                          <a:pt x="0" y="10215"/>
                          <a:pt x="2948" y="13163"/>
                          <a:pt x="6596" y="13163"/>
                        </a:cubicBezTo>
                        <a:cubicBezTo>
                          <a:pt x="10244" y="13163"/>
                          <a:pt x="13192" y="10215"/>
                          <a:pt x="13192" y="6567"/>
                        </a:cubicBezTo>
                        <a:cubicBezTo>
                          <a:pt x="13192" y="2948"/>
                          <a:pt x="10244" y="0"/>
                          <a:pt x="6596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323" name="Google Shape;323;p8"/>
              <p:cNvGrpSpPr/>
              <p:nvPr/>
            </p:nvGrpSpPr>
            <p:grpSpPr>
              <a:xfrm rot="5400000">
                <a:off x="7617000" y="2200"/>
                <a:ext cx="1527000" cy="1527000"/>
                <a:chOff x="-1450" y="1817475"/>
                <a:chExt cx="1527000" cy="1527000"/>
              </a:xfrm>
            </p:grpSpPr>
            <p:sp>
              <p:nvSpPr>
                <p:cNvPr id="324" name="Google Shape;324;p8"/>
                <p:cNvSpPr/>
                <p:nvPr/>
              </p:nvSpPr>
              <p:spPr>
                <a:xfrm>
                  <a:off x="-1450" y="1817475"/>
                  <a:ext cx="1527000" cy="1527000"/>
                </a:xfrm>
                <a:prstGeom prst="rect">
                  <a:avLst/>
                </a:pr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325" name="Google Shape;325;p8"/>
                <p:cNvGrpSpPr/>
                <p:nvPr/>
              </p:nvGrpSpPr>
              <p:grpSpPr>
                <a:xfrm>
                  <a:off x="994488" y="2104893"/>
                  <a:ext cx="263250" cy="952154"/>
                  <a:chOff x="105244" y="3109529"/>
                  <a:chExt cx="388675" cy="1405808"/>
                </a:xfrm>
              </p:grpSpPr>
              <p:sp>
                <p:nvSpPr>
                  <p:cNvPr id="326" name="Google Shape;326;p8"/>
                  <p:cNvSpPr/>
                  <p:nvPr/>
                </p:nvSpPr>
                <p:spPr>
                  <a:xfrm rot="5400000">
                    <a:off x="72644" y="4094063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7" name="Google Shape;327;p8"/>
                  <p:cNvSpPr/>
                  <p:nvPr/>
                </p:nvSpPr>
                <p:spPr>
                  <a:xfrm rot="5400000">
                    <a:off x="72656" y="3618096"/>
                    <a:ext cx="453850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4" h="15547" extrusionOk="0">
                        <a:moveTo>
                          <a:pt x="10390" y="4398"/>
                        </a:moveTo>
                        <a:cubicBezTo>
                          <a:pt x="12258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1" y="11172"/>
                        </a:cubicBezTo>
                        <a:cubicBezTo>
                          <a:pt x="9531" y="11172"/>
                          <a:pt x="8685" y="10864"/>
                          <a:pt x="7997" y="10176"/>
                        </a:cubicBezTo>
                        <a:cubicBezTo>
                          <a:pt x="5837" y="8046"/>
                          <a:pt x="7355" y="4398"/>
                          <a:pt x="10390" y="4398"/>
                        </a:cubicBezTo>
                        <a:close/>
                        <a:moveTo>
                          <a:pt x="10322" y="1"/>
                        </a:moveTo>
                        <a:cubicBezTo>
                          <a:pt x="8410" y="1"/>
                          <a:pt x="6460" y="710"/>
                          <a:pt x="4874" y="2296"/>
                        </a:cubicBezTo>
                        <a:cubicBezTo>
                          <a:pt x="0" y="7170"/>
                          <a:pt x="3473" y="15546"/>
                          <a:pt x="10390" y="15546"/>
                        </a:cubicBezTo>
                        <a:cubicBezTo>
                          <a:pt x="14680" y="15546"/>
                          <a:pt x="18124" y="12073"/>
                          <a:pt x="18153" y="7783"/>
                        </a:cubicBezTo>
                        <a:cubicBezTo>
                          <a:pt x="18153" y="3104"/>
                          <a:pt x="14320" y="1"/>
                          <a:pt x="10322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8" name="Google Shape;328;p8"/>
                  <p:cNvSpPr/>
                  <p:nvPr/>
                </p:nvSpPr>
                <p:spPr>
                  <a:xfrm rot="5400000">
                    <a:off x="72644" y="3142129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29" name="Google Shape;329;p8"/>
                <p:cNvGrpSpPr/>
                <p:nvPr/>
              </p:nvGrpSpPr>
              <p:grpSpPr>
                <a:xfrm rot="5400000">
                  <a:off x="-360644" y="2219799"/>
                  <a:ext cx="1443947" cy="722352"/>
                  <a:chOff x="4122925" y="4029425"/>
                  <a:chExt cx="1430500" cy="715625"/>
                </a:xfrm>
              </p:grpSpPr>
              <p:sp>
                <p:nvSpPr>
                  <p:cNvPr id="330" name="Google Shape;330;p8"/>
                  <p:cNvSpPr/>
                  <p:nvPr/>
                </p:nvSpPr>
                <p:spPr>
                  <a:xfrm>
                    <a:off x="4837800" y="4030125"/>
                    <a:ext cx="715625" cy="714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25" h="28597" extrusionOk="0">
                        <a:moveTo>
                          <a:pt x="57" y="1"/>
                        </a:moveTo>
                        <a:cubicBezTo>
                          <a:pt x="29" y="933"/>
                          <a:pt x="1" y="1837"/>
                          <a:pt x="1" y="2798"/>
                        </a:cubicBezTo>
                        <a:lnTo>
                          <a:pt x="1" y="14129"/>
                        </a:lnTo>
                        <a:cubicBezTo>
                          <a:pt x="7997" y="14129"/>
                          <a:pt x="14496" y="20600"/>
                          <a:pt x="14496" y="28596"/>
                        </a:cubicBezTo>
                        <a:lnTo>
                          <a:pt x="28624" y="28596"/>
                        </a:lnTo>
                        <a:cubicBezTo>
                          <a:pt x="28596" y="12829"/>
                          <a:pt x="15824" y="29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1" name="Google Shape;331;p8"/>
                  <p:cNvSpPr/>
                  <p:nvPr/>
                </p:nvSpPr>
                <p:spPr>
                  <a:xfrm>
                    <a:off x="4122925" y="4029425"/>
                    <a:ext cx="714900" cy="71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96" h="28625" extrusionOk="0">
                        <a:moveTo>
                          <a:pt x="28596" y="0"/>
                        </a:moveTo>
                        <a:cubicBezTo>
                          <a:pt x="12800" y="29"/>
                          <a:pt x="0" y="12829"/>
                          <a:pt x="0" y="28624"/>
                        </a:cubicBezTo>
                        <a:lnTo>
                          <a:pt x="14128" y="28624"/>
                        </a:lnTo>
                        <a:cubicBezTo>
                          <a:pt x="14128" y="20628"/>
                          <a:pt x="20599" y="14129"/>
                          <a:pt x="28596" y="14129"/>
                        </a:cubicBezTo>
                        <a:lnTo>
                          <a:pt x="28596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  <p:sp>
        <p:nvSpPr>
          <p:cNvPr id="332" name="Google Shape;332;p8"/>
          <p:cNvSpPr txBox="1">
            <a:spLocks noGrp="1"/>
          </p:cNvSpPr>
          <p:nvPr>
            <p:ph type="title"/>
          </p:nvPr>
        </p:nvSpPr>
        <p:spPr>
          <a:xfrm>
            <a:off x="1714950" y="1700250"/>
            <a:ext cx="5714100" cy="17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7000"/>
            </a:lvl1pPr>
            <a:lvl2pPr lvl="1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9"/>
          <p:cNvSpPr txBox="1">
            <a:spLocks noGrp="1"/>
          </p:cNvSpPr>
          <p:nvPr>
            <p:ph type="subTitle" idx="1"/>
          </p:nvPr>
        </p:nvSpPr>
        <p:spPr>
          <a:xfrm>
            <a:off x="720000" y="1641131"/>
            <a:ext cx="2922900" cy="17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35" name="Google Shape;335;p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3852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336" name="Google Shape;336;p9"/>
          <p:cNvGrpSpPr/>
          <p:nvPr/>
        </p:nvGrpSpPr>
        <p:grpSpPr>
          <a:xfrm>
            <a:off x="-12" y="3616520"/>
            <a:ext cx="3225653" cy="1526980"/>
            <a:chOff x="-12" y="3616520"/>
            <a:chExt cx="3225653" cy="1526980"/>
          </a:xfrm>
        </p:grpSpPr>
        <p:grpSp>
          <p:nvGrpSpPr>
            <p:cNvPr id="337" name="Google Shape;337;p9"/>
            <p:cNvGrpSpPr/>
            <p:nvPr/>
          </p:nvGrpSpPr>
          <p:grpSpPr>
            <a:xfrm>
              <a:off x="-12" y="3616520"/>
              <a:ext cx="1897408" cy="1526980"/>
              <a:chOff x="-12" y="3616520"/>
              <a:chExt cx="1897408" cy="1526980"/>
            </a:xfrm>
          </p:grpSpPr>
          <p:sp>
            <p:nvSpPr>
              <p:cNvPr id="338" name="Google Shape;338;p9"/>
              <p:cNvSpPr/>
              <p:nvPr/>
            </p:nvSpPr>
            <p:spPr>
              <a:xfrm flipH="1">
                <a:off x="-12" y="3616520"/>
                <a:ext cx="1526962" cy="1526980"/>
              </a:xfrm>
              <a:custGeom>
                <a:avLst/>
                <a:gdLst/>
                <a:ahLst/>
                <a:cxnLst/>
                <a:rect l="l" t="t" r="r" b="b"/>
                <a:pathLst>
                  <a:path w="88302" h="88303" extrusionOk="0">
                    <a:moveTo>
                      <a:pt x="62504" y="1"/>
                    </a:moveTo>
                    <a:cubicBezTo>
                      <a:pt x="27974" y="1"/>
                      <a:pt x="1" y="27975"/>
                      <a:pt x="1" y="62504"/>
                    </a:cubicBezTo>
                    <a:lnTo>
                      <a:pt x="1" y="88302"/>
                    </a:lnTo>
                    <a:lnTo>
                      <a:pt x="88302" y="88302"/>
                    </a:lnTo>
                    <a:lnTo>
                      <a:pt x="8830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39" name="Google Shape;339;p9"/>
              <p:cNvGrpSpPr/>
              <p:nvPr/>
            </p:nvGrpSpPr>
            <p:grpSpPr>
              <a:xfrm rot="-5400000">
                <a:off x="358471" y="3431305"/>
                <a:ext cx="1180453" cy="1897397"/>
                <a:chOff x="3037675" y="237375"/>
                <a:chExt cx="1053600" cy="1693500"/>
              </a:xfrm>
            </p:grpSpPr>
            <p:sp>
              <p:nvSpPr>
                <p:cNvPr id="340" name="Google Shape;340;p9"/>
                <p:cNvSpPr/>
                <p:nvPr/>
              </p:nvSpPr>
              <p:spPr>
                <a:xfrm>
                  <a:off x="3429475" y="1382175"/>
                  <a:ext cx="270000" cy="54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0" h="21948" extrusionOk="0">
                      <a:moveTo>
                        <a:pt x="5400" y="0"/>
                      </a:moveTo>
                      <a:cubicBezTo>
                        <a:pt x="2423" y="0"/>
                        <a:pt x="1" y="4933"/>
                        <a:pt x="1" y="10974"/>
                      </a:cubicBezTo>
                      <a:cubicBezTo>
                        <a:pt x="1" y="17045"/>
                        <a:pt x="2423" y="21948"/>
                        <a:pt x="5400" y="21948"/>
                      </a:cubicBezTo>
                      <a:cubicBezTo>
                        <a:pt x="8377" y="21948"/>
                        <a:pt x="10799" y="17045"/>
                        <a:pt x="10799" y="10974"/>
                      </a:cubicBezTo>
                      <a:cubicBezTo>
                        <a:pt x="10799" y="4933"/>
                        <a:pt x="8377" y="0"/>
                        <a:pt x="540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1" name="Google Shape;341;p9"/>
                <p:cNvSpPr/>
                <p:nvPr/>
              </p:nvSpPr>
              <p:spPr>
                <a:xfrm>
                  <a:off x="3598025" y="1078325"/>
                  <a:ext cx="493250" cy="431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30" h="17275" extrusionOk="0">
                      <a:moveTo>
                        <a:pt x="4602" y="1"/>
                      </a:moveTo>
                      <a:cubicBezTo>
                        <a:pt x="3588" y="1"/>
                        <a:pt x="2734" y="286"/>
                        <a:pt x="2131" y="889"/>
                      </a:cubicBezTo>
                      <a:cubicBezTo>
                        <a:pt x="1" y="2990"/>
                        <a:pt x="1781" y="8156"/>
                        <a:pt x="6071" y="12446"/>
                      </a:cubicBezTo>
                      <a:cubicBezTo>
                        <a:pt x="9110" y="15506"/>
                        <a:pt x="12625" y="17275"/>
                        <a:pt x="15153" y="17275"/>
                      </a:cubicBezTo>
                      <a:cubicBezTo>
                        <a:pt x="16169" y="17275"/>
                        <a:pt x="17026" y="16989"/>
                        <a:pt x="17629" y="16386"/>
                      </a:cubicBezTo>
                      <a:cubicBezTo>
                        <a:pt x="19730" y="14285"/>
                        <a:pt x="17979" y="9119"/>
                        <a:pt x="13689" y="4829"/>
                      </a:cubicBezTo>
                      <a:cubicBezTo>
                        <a:pt x="10629" y="1769"/>
                        <a:pt x="7123" y="1"/>
                        <a:pt x="460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2" name="Google Shape;342;p9"/>
                <p:cNvSpPr/>
                <p:nvPr/>
              </p:nvSpPr>
              <p:spPr>
                <a:xfrm>
                  <a:off x="3598025" y="645800"/>
                  <a:ext cx="493250" cy="43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30" h="17298" extrusionOk="0">
                      <a:moveTo>
                        <a:pt x="4573" y="1"/>
                      </a:moveTo>
                      <a:cubicBezTo>
                        <a:pt x="3563" y="1"/>
                        <a:pt x="2709" y="284"/>
                        <a:pt x="2102" y="883"/>
                      </a:cubicBezTo>
                      <a:cubicBezTo>
                        <a:pt x="1" y="3014"/>
                        <a:pt x="1781" y="8179"/>
                        <a:pt x="6071" y="12470"/>
                      </a:cubicBezTo>
                      <a:cubicBezTo>
                        <a:pt x="9110" y="15530"/>
                        <a:pt x="12625" y="17298"/>
                        <a:pt x="15153" y="17298"/>
                      </a:cubicBezTo>
                      <a:cubicBezTo>
                        <a:pt x="16169" y="17298"/>
                        <a:pt x="17026" y="17012"/>
                        <a:pt x="17629" y="16410"/>
                      </a:cubicBezTo>
                      <a:cubicBezTo>
                        <a:pt x="19730" y="14308"/>
                        <a:pt x="17979" y="9113"/>
                        <a:pt x="13689" y="4852"/>
                      </a:cubicBezTo>
                      <a:cubicBezTo>
                        <a:pt x="10621" y="1785"/>
                        <a:pt x="7106" y="1"/>
                        <a:pt x="457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3" name="Google Shape;343;p9"/>
                <p:cNvSpPr/>
                <p:nvPr/>
              </p:nvSpPr>
              <p:spPr>
                <a:xfrm>
                  <a:off x="3037675" y="1078000"/>
                  <a:ext cx="493250" cy="43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30" h="17288" extrusionOk="0">
                      <a:moveTo>
                        <a:pt x="15124" y="1"/>
                      </a:moveTo>
                      <a:cubicBezTo>
                        <a:pt x="12603" y="1"/>
                        <a:pt x="9100" y="1784"/>
                        <a:pt x="6042" y="4842"/>
                      </a:cubicBezTo>
                      <a:cubicBezTo>
                        <a:pt x="1752" y="9103"/>
                        <a:pt x="0" y="14298"/>
                        <a:pt x="2102" y="16399"/>
                      </a:cubicBezTo>
                      <a:cubicBezTo>
                        <a:pt x="2704" y="17002"/>
                        <a:pt x="3561" y="17288"/>
                        <a:pt x="4578" y="17288"/>
                      </a:cubicBezTo>
                      <a:cubicBezTo>
                        <a:pt x="7106" y="17288"/>
                        <a:pt x="10620" y="15519"/>
                        <a:pt x="13659" y="12459"/>
                      </a:cubicBezTo>
                      <a:cubicBezTo>
                        <a:pt x="17949" y="8169"/>
                        <a:pt x="19730" y="3003"/>
                        <a:pt x="17599" y="902"/>
                      </a:cubicBezTo>
                      <a:cubicBezTo>
                        <a:pt x="16996" y="290"/>
                        <a:pt x="16140" y="1"/>
                        <a:pt x="15124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4" name="Google Shape;344;p9"/>
                <p:cNvSpPr/>
                <p:nvPr/>
              </p:nvSpPr>
              <p:spPr>
                <a:xfrm>
                  <a:off x="3037675" y="645800"/>
                  <a:ext cx="493250" cy="432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30" h="17298" extrusionOk="0">
                      <a:moveTo>
                        <a:pt x="15147" y="1"/>
                      </a:moveTo>
                      <a:cubicBezTo>
                        <a:pt x="12624" y="1"/>
                        <a:pt x="9109" y="1785"/>
                        <a:pt x="6042" y="4852"/>
                      </a:cubicBezTo>
                      <a:cubicBezTo>
                        <a:pt x="1752" y="9113"/>
                        <a:pt x="0" y="14308"/>
                        <a:pt x="2102" y="16410"/>
                      </a:cubicBezTo>
                      <a:cubicBezTo>
                        <a:pt x="2704" y="17012"/>
                        <a:pt x="3561" y="17298"/>
                        <a:pt x="4578" y="17298"/>
                      </a:cubicBezTo>
                      <a:cubicBezTo>
                        <a:pt x="7106" y="17298"/>
                        <a:pt x="10620" y="15530"/>
                        <a:pt x="13659" y="12470"/>
                      </a:cubicBezTo>
                      <a:cubicBezTo>
                        <a:pt x="17949" y="8179"/>
                        <a:pt x="19730" y="3014"/>
                        <a:pt x="17599" y="883"/>
                      </a:cubicBezTo>
                      <a:cubicBezTo>
                        <a:pt x="17000" y="284"/>
                        <a:pt x="16152" y="1"/>
                        <a:pt x="151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5" name="Google Shape;345;p9"/>
                <p:cNvSpPr/>
                <p:nvPr/>
              </p:nvSpPr>
              <p:spPr>
                <a:xfrm>
                  <a:off x="3190175" y="237375"/>
                  <a:ext cx="750850" cy="156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034" h="62691" extrusionOk="0">
                      <a:moveTo>
                        <a:pt x="14972" y="1"/>
                      </a:moveTo>
                      <a:cubicBezTo>
                        <a:pt x="14797" y="1"/>
                        <a:pt x="14622" y="118"/>
                        <a:pt x="14651" y="351"/>
                      </a:cubicBezTo>
                      <a:lnTo>
                        <a:pt x="14651" y="13543"/>
                      </a:lnTo>
                      <a:lnTo>
                        <a:pt x="117" y="28077"/>
                      </a:lnTo>
                      <a:cubicBezTo>
                        <a:pt x="0" y="28194"/>
                        <a:pt x="0" y="28398"/>
                        <a:pt x="117" y="28515"/>
                      </a:cubicBezTo>
                      <a:cubicBezTo>
                        <a:pt x="190" y="28588"/>
                        <a:pt x="277" y="28624"/>
                        <a:pt x="361" y="28624"/>
                      </a:cubicBezTo>
                      <a:cubicBezTo>
                        <a:pt x="445" y="28624"/>
                        <a:pt x="526" y="28588"/>
                        <a:pt x="584" y="28515"/>
                      </a:cubicBezTo>
                      <a:lnTo>
                        <a:pt x="14651" y="14477"/>
                      </a:lnTo>
                      <a:lnTo>
                        <a:pt x="14651" y="30820"/>
                      </a:lnTo>
                      <a:lnTo>
                        <a:pt x="117" y="45355"/>
                      </a:lnTo>
                      <a:cubicBezTo>
                        <a:pt x="0" y="45471"/>
                        <a:pt x="0" y="45676"/>
                        <a:pt x="117" y="45822"/>
                      </a:cubicBezTo>
                      <a:cubicBezTo>
                        <a:pt x="190" y="45880"/>
                        <a:pt x="277" y="45909"/>
                        <a:pt x="361" y="45909"/>
                      </a:cubicBezTo>
                      <a:cubicBezTo>
                        <a:pt x="445" y="45909"/>
                        <a:pt x="526" y="45880"/>
                        <a:pt x="584" y="45822"/>
                      </a:cubicBezTo>
                      <a:lnTo>
                        <a:pt x="14651" y="31754"/>
                      </a:lnTo>
                      <a:lnTo>
                        <a:pt x="14651" y="62340"/>
                      </a:lnTo>
                      <a:cubicBezTo>
                        <a:pt x="14622" y="62574"/>
                        <a:pt x="14797" y="62691"/>
                        <a:pt x="14972" y="62691"/>
                      </a:cubicBezTo>
                      <a:cubicBezTo>
                        <a:pt x="15147" y="62691"/>
                        <a:pt x="15322" y="62574"/>
                        <a:pt x="15293" y="62340"/>
                      </a:cubicBezTo>
                      <a:lnTo>
                        <a:pt x="15293" y="31754"/>
                      </a:lnTo>
                      <a:lnTo>
                        <a:pt x="29360" y="45822"/>
                      </a:lnTo>
                      <a:cubicBezTo>
                        <a:pt x="29430" y="45878"/>
                        <a:pt x="29503" y="45902"/>
                        <a:pt x="29573" y="45902"/>
                      </a:cubicBezTo>
                      <a:cubicBezTo>
                        <a:pt x="29826" y="45902"/>
                        <a:pt x="30033" y="45584"/>
                        <a:pt x="29827" y="45355"/>
                      </a:cubicBezTo>
                      <a:lnTo>
                        <a:pt x="15293" y="30820"/>
                      </a:lnTo>
                      <a:lnTo>
                        <a:pt x="15293" y="14477"/>
                      </a:lnTo>
                      <a:lnTo>
                        <a:pt x="29360" y="28515"/>
                      </a:lnTo>
                      <a:cubicBezTo>
                        <a:pt x="29428" y="28583"/>
                        <a:pt x="29504" y="28611"/>
                        <a:pt x="29577" y="28611"/>
                      </a:cubicBezTo>
                      <a:cubicBezTo>
                        <a:pt x="29818" y="28611"/>
                        <a:pt x="30029" y="28301"/>
                        <a:pt x="29827" y="28077"/>
                      </a:cubicBezTo>
                      <a:lnTo>
                        <a:pt x="15293" y="13543"/>
                      </a:lnTo>
                      <a:lnTo>
                        <a:pt x="15293" y="351"/>
                      </a:lnTo>
                      <a:cubicBezTo>
                        <a:pt x="15322" y="118"/>
                        <a:pt x="15147" y="1"/>
                        <a:pt x="1497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46" name="Google Shape;346;p9"/>
            <p:cNvGrpSpPr/>
            <p:nvPr/>
          </p:nvGrpSpPr>
          <p:grpSpPr>
            <a:xfrm>
              <a:off x="2461691" y="4296906"/>
              <a:ext cx="763950" cy="166200"/>
              <a:chOff x="778750" y="1794600"/>
              <a:chExt cx="763950" cy="166200"/>
            </a:xfrm>
          </p:grpSpPr>
          <p:sp>
            <p:nvSpPr>
              <p:cNvPr id="347" name="Google Shape;347;p9"/>
              <p:cNvSpPr/>
              <p:nvPr/>
            </p:nvSpPr>
            <p:spPr>
              <a:xfrm>
                <a:off x="1370475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17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1079350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46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778750" y="1794600"/>
                <a:ext cx="194100" cy="166200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6648" extrusionOk="0">
                    <a:moveTo>
                      <a:pt x="3327" y="752"/>
                    </a:moveTo>
                    <a:cubicBezTo>
                      <a:pt x="5633" y="752"/>
                      <a:pt x="6771" y="3525"/>
                      <a:pt x="5137" y="5159"/>
                    </a:cubicBezTo>
                    <a:cubicBezTo>
                      <a:pt x="4610" y="5686"/>
                      <a:pt x="3964" y="5922"/>
                      <a:pt x="3331" y="5922"/>
                    </a:cubicBezTo>
                    <a:cubicBezTo>
                      <a:pt x="2002" y="5922"/>
                      <a:pt x="730" y="4882"/>
                      <a:pt x="730" y="3320"/>
                    </a:cubicBezTo>
                    <a:cubicBezTo>
                      <a:pt x="730" y="1890"/>
                      <a:pt x="1897" y="752"/>
                      <a:pt x="3327" y="752"/>
                    </a:cubicBezTo>
                    <a:close/>
                    <a:moveTo>
                      <a:pt x="3332" y="1"/>
                    </a:moveTo>
                    <a:cubicBezTo>
                      <a:pt x="1628" y="1"/>
                      <a:pt x="0" y="1327"/>
                      <a:pt x="0" y="3320"/>
                    </a:cubicBezTo>
                    <a:cubicBezTo>
                      <a:pt x="0" y="5159"/>
                      <a:pt x="1489" y="6647"/>
                      <a:pt x="3327" y="6647"/>
                    </a:cubicBezTo>
                    <a:cubicBezTo>
                      <a:pt x="6275" y="6647"/>
                      <a:pt x="7763" y="3058"/>
                      <a:pt x="5662" y="985"/>
                    </a:cubicBezTo>
                    <a:cubicBezTo>
                      <a:pt x="4982" y="305"/>
                      <a:pt x="4148" y="1"/>
                      <a:pt x="3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27_1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3"/>
          <p:cNvSpPr txBox="1">
            <a:spLocks noGrp="1"/>
          </p:cNvSpPr>
          <p:nvPr>
            <p:ph type="subTitle" idx="1"/>
          </p:nvPr>
        </p:nvSpPr>
        <p:spPr>
          <a:xfrm>
            <a:off x="5571650" y="2435844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subTitle" idx="2"/>
          </p:nvPr>
        </p:nvSpPr>
        <p:spPr>
          <a:xfrm>
            <a:off x="5571650" y="2795157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29" name="Google Shape;429;p13"/>
          <p:cNvSpPr txBox="1">
            <a:spLocks noGrp="1"/>
          </p:cNvSpPr>
          <p:nvPr>
            <p:ph type="subTitle" idx="3"/>
          </p:nvPr>
        </p:nvSpPr>
        <p:spPr>
          <a:xfrm>
            <a:off x="5571650" y="1248875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4"/>
          </p:nvPr>
        </p:nvSpPr>
        <p:spPr>
          <a:xfrm>
            <a:off x="5571650" y="1608186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subTitle" idx="5"/>
          </p:nvPr>
        </p:nvSpPr>
        <p:spPr>
          <a:xfrm>
            <a:off x="5571650" y="3622812"/>
            <a:ext cx="27450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432" name="Google Shape;432;p13"/>
          <p:cNvSpPr txBox="1">
            <a:spLocks noGrp="1"/>
          </p:cNvSpPr>
          <p:nvPr>
            <p:ph type="subTitle" idx="6"/>
          </p:nvPr>
        </p:nvSpPr>
        <p:spPr>
          <a:xfrm>
            <a:off x="5571650" y="3982126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434" name="Google Shape;434;p13"/>
          <p:cNvSpPr txBox="1">
            <a:spLocks noGrp="1"/>
          </p:cNvSpPr>
          <p:nvPr>
            <p:ph type="subTitle" idx="7"/>
          </p:nvPr>
        </p:nvSpPr>
        <p:spPr>
          <a:xfrm>
            <a:off x="1739500" y="1248875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435" name="Google Shape;435;p13"/>
          <p:cNvSpPr txBox="1">
            <a:spLocks noGrp="1"/>
          </p:cNvSpPr>
          <p:nvPr>
            <p:ph type="subTitle" idx="8"/>
          </p:nvPr>
        </p:nvSpPr>
        <p:spPr>
          <a:xfrm>
            <a:off x="1739500" y="1608175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36" name="Google Shape;436;p13"/>
          <p:cNvSpPr txBox="1">
            <a:spLocks noGrp="1"/>
          </p:cNvSpPr>
          <p:nvPr>
            <p:ph type="subTitle" idx="9"/>
          </p:nvPr>
        </p:nvSpPr>
        <p:spPr>
          <a:xfrm>
            <a:off x="1739500" y="2435837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437" name="Google Shape;437;p13"/>
          <p:cNvSpPr txBox="1">
            <a:spLocks noGrp="1"/>
          </p:cNvSpPr>
          <p:nvPr>
            <p:ph type="subTitle" idx="13"/>
          </p:nvPr>
        </p:nvSpPr>
        <p:spPr>
          <a:xfrm>
            <a:off x="1739500" y="2795151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38" name="Google Shape;438;p13"/>
          <p:cNvSpPr txBox="1">
            <a:spLocks noGrp="1"/>
          </p:cNvSpPr>
          <p:nvPr>
            <p:ph type="subTitle" idx="14"/>
          </p:nvPr>
        </p:nvSpPr>
        <p:spPr>
          <a:xfrm>
            <a:off x="1739500" y="3622823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439" name="Google Shape;439;p13"/>
          <p:cNvSpPr txBox="1">
            <a:spLocks noGrp="1"/>
          </p:cNvSpPr>
          <p:nvPr>
            <p:ph type="subTitle" idx="15"/>
          </p:nvPr>
        </p:nvSpPr>
        <p:spPr>
          <a:xfrm>
            <a:off x="1739500" y="3982126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440" name="Google Shape;440;p13"/>
          <p:cNvSpPr txBox="1">
            <a:spLocks noGrp="1"/>
          </p:cNvSpPr>
          <p:nvPr>
            <p:ph type="title" idx="16" hasCustomPrompt="1"/>
          </p:nvPr>
        </p:nvSpPr>
        <p:spPr>
          <a:xfrm>
            <a:off x="4676882" y="1485252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1" name="Google Shape;441;p13"/>
          <p:cNvSpPr txBox="1">
            <a:spLocks noGrp="1"/>
          </p:cNvSpPr>
          <p:nvPr>
            <p:ph type="title" idx="17" hasCustomPrompt="1"/>
          </p:nvPr>
        </p:nvSpPr>
        <p:spPr>
          <a:xfrm>
            <a:off x="4676882" y="2672233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2" name="Google Shape;442;p13"/>
          <p:cNvSpPr txBox="1">
            <a:spLocks noGrp="1"/>
          </p:cNvSpPr>
          <p:nvPr>
            <p:ph type="title" idx="18" hasCustomPrompt="1"/>
          </p:nvPr>
        </p:nvSpPr>
        <p:spPr>
          <a:xfrm>
            <a:off x="844722" y="1485252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3" name="Google Shape;443;p13"/>
          <p:cNvSpPr txBox="1">
            <a:spLocks noGrp="1"/>
          </p:cNvSpPr>
          <p:nvPr>
            <p:ph type="title" idx="19" hasCustomPrompt="1"/>
          </p:nvPr>
        </p:nvSpPr>
        <p:spPr>
          <a:xfrm>
            <a:off x="844722" y="2672233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13"/>
          <p:cNvSpPr txBox="1">
            <a:spLocks noGrp="1"/>
          </p:cNvSpPr>
          <p:nvPr>
            <p:ph type="title" idx="20" hasCustomPrompt="1"/>
          </p:nvPr>
        </p:nvSpPr>
        <p:spPr>
          <a:xfrm>
            <a:off x="844722" y="3859208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5" name="Google Shape;445;p13"/>
          <p:cNvSpPr txBox="1">
            <a:spLocks noGrp="1"/>
          </p:cNvSpPr>
          <p:nvPr>
            <p:ph type="title" idx="21" hasCustomPrompt="1"/>
          </p:nvPr>
        </p:nvSpPr>
        <p:spPr>
          <a:xfrm>
            <a:off x="4676882" y="3859208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446" name="Google Shape;446;p13"/>
          <p:cNvGrpSpPr/>
          <p:nvPr/>
        </p:nvGrpSpPr>
        <p:grpSpPr>
          <a:xfrm>
            <a:off x="8367278" y="0"/>
            <a:ext cx="776721" cy="5143526"/>
            <a:chOff x="8367278" y="0"/>
            <a:chExt cx="776721" cy="5143526"/>
          </a:xfrm>
        </p:grpSpPr>
        <p:grpSp>
          <p:nvGrpSpPr>
            <p:cNvPr id="447" name="Google Shape;447;p13"/>
            <p:cNvGrpSpPr/>
            <p:nvPr/>
          </p:nvGrpSpPr>
          <p:grpSpPr>
            <a:xfrm>
              <a:off x="8367278" y="0"/>
              <a:ext cx="776721" cy="776381"/>
              <a:chOff x="396246" y="329971"/>
              <a:chExt cx="1627322" cy="1626611"/>
            </a:xfrm>
          </p:grpSpPr>
          <p:sp>
            <p:nvSpPr>
              <p:cNvPr id="448" name="Google Shape;448;p13"/>
              <p:cNvSpPr/>
              <p:nvPr/>
            </p:nvSpPr>
            <p:spPr>
              <a:xfrm>
                <a:off x="396246" y="329971"/>
                <a:ext cx="1627322" cy="1626611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64002" extrusionOk="0">
                    <a:moveTo>
                      <a:pt x="0" y="0"/>
                    </a:moveTo>
                    <a:lnTo>
                      <a:pt x="0" y="64001"/>
                    </a:lnTo>
                    <a:lnTo>
                      <a:pt x="64029" y="64001"/>
                    </a:lnTo>
                    <a:lnTo>
                      <a:pt x="640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545876" y="466886"/>
                <a:ext cx="699405" cy="699998"/>
              </a:xfrm>
              <a:custGeom>
                <a:avLst/>
                <a:gdLst/>
                <a:ahLst/>
                <a:cxnLst/>
                <a:rect l="l" t="t" r="r" b="b"/>
                <a:pathLst>
                  <a:path w="33061" h="33089" extrusionOk="0">
                    <a:moveTo>
                      <a:pt x="16530" y="1"/>
                    </a:moveTo>
                    <a:cubicBezTo>
                      <a:pt x="7403" y="1"/>
                      <a:pt x="0" y="7404"/>
                      <a:pt x="0" y="16531"/>
                    </a:cubicBezTo>
                    <a:cubicBezTo>
                      <a:pt x="0" y="25686"/>
                      <a:pt x="7403" y="33089"/>
                      <a:pt x="16530" y="33089"/>
                    </a:cubicBezTo>
                    <a:cubicBezTo>
                      <a:pt x="25657" y="33089"/>
                      <a:pt x="33060" y="25686"/>
                      <a:pt x="33060" y="16531"/>
                    </a:cubicBezTo>
                    <a:cubicBezTo>
                      <a:pt x="33060" y="7404"/>
                      <a:pt x="25657" y="1"/>
                      <a:pt x="165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1200425" y="468685"/>
                <a:ext cx="700019" cy="699405"/>
              </a:xfrm>
              <a:custGeom>
                <a:avLst/>
                <a:gdLst/>
                <a:ahLst/>
                <a:cxnLst/>
                <a:rect l="l" t="t" r="r" b="b"/>
                <a:pathLst>
                  <a:path w="33090" h="33061" extrusionOk="0">
                    <a:moveTo>
                      <a:pt x="16531" y="0"/>
                    </a:moveTo>
                    <a:cubicBezTo>
                      <a:pt x="7404" y="0"/>
                      <a:pt x="1" y="7404"/>
                      <a:pt x="1" y="16530"/>
                    </a:cubicBezTo>
                    <a:cubicBezTo>
                      <a:pt x="1" y="25657"/>
                      <a:pt x="7404" y="33060"/>
                      <a:pt x="16531" y="33060"/>
                    </a:cubicBezTo>
                    <a:cubicBezTo>
                      <a:pt x="25686" y="33060"/>
                      <a:pt x="33089" y="25657"/>
                      <a:pt x="33089" y="16530"/>
                    </a:cubicBezTo>
                    <a:cubicBezTo>
                      <a:pt x="33089" y="7404"/>
                      <a:pt x="25686" y="0"/>
                      <a:pt x="16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545876" y="1118465"/>
                <a:ext cx="699405" cy="699405"/>
              </a:xfrm>
              <a:custGeom>
                <a:avLst/>
                <a:gdLst/>
                <a:ahLst/>
                <a:cxnLst/>
                <a:rect l="l" t="t" r="r" b="b"/>
                <a:pathLst>
                  <a:path w="33061" h="33061" extrusionOk="0">
                    <a:moveTo>
                      <a:pt x="16530" y="0"/>
                    </a:moveTo>
                    <a:cubicBezTo>
                      <a:pt x="7403" y="0"/>
                      <a:pt x="0" y="7403"/>
                      <a:pt x="0" y="16530"/>
                    </a:cubicBezTo>
                    <a:cubicBezTo>
                      <a:pt x="0" y="25657"/>
                      <a:pt x="7403" y="33060"/>
                      <a:pt x="16530" y="33060"/>
                    </a:cubicBezTo>
                    <a:cubicBezTo>
                      <a:pt x="25657" y="33060"/>
                      <a:pt x="33060" y="25657"/>
                      <a:pt x="33060" y="16530"/>
                    </a:cubicBezTo>
                    <a:cubicBezTo>
                      <a:pt x="33060" y="7403"/>
                      <a:pt x="25657" y="0"/>
                      <a:pt x="165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1200425" y="1119650"/>
                <a:ext cx="700019" cy="699998"/>
              </a:xfrm>
              <a:custGeom>
                <a:avLst/>
                <a:gdLst/>
                <a:ahLst/>
                <a:cxnLst/>
                <a:rect l="l" t="t" r="r" b="b"/>
                <a:pathLst>
                  <a:path w="33090" h="33089" extrusionOk="0">
                    <a:moveTo>
                      <a:pt x="16531" y="1"/>
                    </a:moveTo>
                    <a:cubicBezTo>
                      <a:pt x="7404" y="1"/>
                      <a:pt x="1" y="7432"/>
                      <a:pt x="1" y="16559"/>
                    </a:cubicBezTo>
                    <a:cubicBezTo>
                      <a:pt x="1" y="25686"/>
                      <a:pt x="7404" y="33089"/>
                      <a:pt x="16531" y="33089"/>
                    </a:cubicBezTo>
                    <a:cubicBezTo>
                      <a:pt x="25686" y="33089"/>
                      <a:pt x="33089" y="25686"/>
                      <a:pt x="33089" y="16559"/>
                    </a:cubicBezTo>
                    <a:cubicBezTo>
                      <a:pt x="33089" y="7432"/>
                      <a:pt x="25686" y="1"/>
                      <a:pt x="16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13"/>
            <p:cNvGrpSpPr/>
            <p:nvPr/>
          </p:nvGrpSpPr>
          <p:grpSpPr>
            <a:xfrm>
              <a:off x="8367288" y="3616500"/>
              <a:ext cx="776700" cy="1527027"/>
              <a:chOff x="8352055" y="3616500"/>
              <a:chExt cx="776700" cy="1527027"/>
            </a:xfrm>
          </p:grpSpPr>
          <p:sp>
            <p:nvSpPr>
              <p:cNvPr id="454" name="Google Shape;454;p13"/>
              <p:cNvSpPr/>
              <p:nvPr/>
            </p:nvSpPr>
            <p:spPr>
              <a:xfrm>
                <a:off x="8352055" y="3616500"/>
                <a:ext cx="776700" cy="152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5" name="Google Shape;455;p13"/>
              <p:cNvGrpSpPr/>
              <p:nvPr/>
            </p:nvGrpSpPr>
            <p:grpSpPr>
              <a:xfrm>
                <a:off x="8390897" y="3616506"/>
                <a:ext cx="699016" cy="1527021"/>
                <a:chOff x="6497875" y="329950"/>
                <a:chExt cx="547475" cy="1195975"/>
              </a:xfrm>
            </p:grpSpPr>
            <p:sp>
              <p:nvSpPr>
                <p:cNvPr id="456" name="Google Shape;456;p13"/>
                <p:cNvSpPr/>
                <p:nvPr/>
              </p:nvSpPr>
              <p:spPr>
                <a:xfrm>
                  <a:off x="6497875" y="329950"/>
                  <a:ext cx="547475" cy="27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" h="10936" extrusionOk="0">
                      <a:moveTo>
                        <a:pt x="0" y="0"/>
                      </a:moveTo>
                      <a:cubicBezTo>
                        <a:pt x="0" y="6047"/>
                        <a:pt x="4889" y="10936"/>
                        <a:pt x="10964" y="10936"/>
                      </a:cubicBezTo>
                      <a:cubicBezTo>
                        <a:pt x="17011" y="10936"/>
                        <a:pt x="21899" y="6047"/>
                        <a:pt x="2189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7" name="Google Shape;457;p13"/>
                <p:cNvSpPr/>
                <p:nvPr/>
              </p:nvSpPr>
              <p:spPr>
                <a:xfrm>
                  <a:off x="6497875" y="630175"/>
                  <a:ext cx="547475" cy="27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" h="10936" extrusionOk="0">
                      <a:moveTo>
                        <a:pt x="10964" y="0"/>
                      </a:moveTo>
                      <a:cubicBezTo>
                        <a:pt x="4889" y="0"/>
                        <a:pt x="0" y="4889"/>
                        <a:pt x="0" y="10936"/>
                      </a:cubicBezTo>
                      <a:lnTo>
                        <a:pt x="21899" y="10936"/>
                      </a:lnTo>
                      <a:cubicBezTo>
                        <a:pt x="21899" y="4889"/>
                        <a:pt x="17011" y="0"/>
                        <a:pt x="1096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8" name="Google Shape;458;p13"/>
                <p:cNvSpPr/>
                <p:nvPr/>
              </p:nvSpPr>
              <p:spPr>
                <a:xfrm>
                  <a:off x="6497875" y="951600"/>
                  <a:ext cx="547475" cy="2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" h="10964" extrusionOk="0">
                      <a:moveTo>
                        <a:pt x="0" y="0"/>
                      </a:moveTo>
                      <a:cubicBezTo>
                        <a:pt x="0" y="6047"/>
                        <a:pt x="4889" y="10964"/>
                        <a:pt x="10964" y="10964"/>
                      </a:cubicBezTo>
                      <a:cubicBezTo>
                        <a:pt x="17011" y="10964"/>
                        <a:pt x="21899" y="6047"/>
                        <a:pt x="21899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59" name="Google Shape;459;p13"/>
                <p:cNvSpPr/>
                <p:nvPr/>
              </p:nvSpPr>
              <p:spPr>
                <a:xfrm>
                  <a:off x="6497875" y="1252525"/>
                  <a:ext cx="547475" cy="27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" h="10936" extrusionOk="0">
                      <a:moveTo>
                        <a:pt x="10964" y="0"/>
                      </a:moveTo>
                      <a:cubicBezTo>
                        <a:pt x="4889" y="0"/>
                        <a:pt x="0" y="4889"/>
                        <a:pt x="0" y="10936"/>
                      </a:cubicBezTo>
                      <a:lnTo>
                        <a:pt x="21899" y="10936"/>
                      </a:lnTo>
                      <a:cubicBezTo>
                        <a:pt x="21899" y="4889"/>
                        <a:pt x="17011" y="0"/>
                        <a:pt x="1096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60" name="Google Shape;460;p13"/>
            <p:cNvGrpSpPr/>
            <p:nvPr/>
          </p:nvGrpSpPr>
          <p:grpSpPr>
            <a:xfrm>
              <a:off x="8552251" y="1230298"/>
              <a:ext cx="406775" cy="1932285"/>
              <a:chOff x="8552253" y="1150225"/>
              <a:chExt cx="406775" cy="1932285"/>
            </a:xfrm>
          </p:grpSpPr>
          <p:grpSp>
            <p:nvGrpSpPr>
              <p:cNvPr id="461" name="Google Shape;461;p13"/>
              <p:cNvGrpSpPr/>
              <p:nvPr/>
            </p:nvGrpSpPr>
            <p:grpSpPr>
              <a:xfrm>
                <a:off x="8552253" y="1694365"/>
                <a:ext cx="406775" cy="1388145"/>
                <a:chOff x="8558563" y="2291660"/>
                <a:chExt cx="406775" cy="1388145"/>
              </a:xfrm>
            </p:grpSpPr>
            <p:sp>
              <p:nvSpPr>
                <p:cNvPr id="462" name="Google Shape;462;p13"/>
                <p:cNvSpPr/>
                <p:nvPr/>
              </p:nvSpPr>
              <p:spPr>
                <a:xfrm rot="5400000">
                  <a:off x="8524575" y="2325647"/>
                  <a:ext cx="474750" cy="40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90" h="16271" extrusionOk="0">
                      <a:moveTo>
                        <a:pt x="10851" y="3583"/>
                      </a:moveTo>
                      <a:cubicBezTo>
                        <a:pt x="13395" y="3583"/>
                        <a:pt x="15457" y="5617"/>
                        <a:pt x="15457" y="8161"/>
                      </a:cubicBezTo>
                      <a:cubicBezTo>
                        <a:pt x="15457" y="10932"/>
                        <a:pt x="13194" y="12760"/>
                        <a:pt x="10829" y="12760"/>
                      </a:cubicBezTo>
                      <a:cubicBezTo>
                        <a:pt x="9698" y="12760"/>
                        <a:pt x="8543" y="12342"/>
                        <a:pt x="7602" y="11410"/>
                      </a:cubicBezTo>
                      <a:cubicBezTo>
                        <a:pt x="4720" y="8528"/>
                        <a:pt x="6754" y="3583"/>
                        <a:pt x="10851" y="3583"/>
                      </a:cubicBezTo>
                      <a:close/>
                      <a:moveTo>
                        <a:pt x="10804" y="1"/>
                      </a:moveTo>
                      <a:cubicBezTo>
                        <a:pt x="8806" y="1"/>
                        <a:pt x="6770" y="741"/>
                        <a:pt x="5115" y="2396"/>
                      </a:cubicBezTo>
                      <a:cubicBezTo>
                        <a:pt x="1" y="7511"/>
                        <a:pt x="3618" y="16270"/>
                        <a:pt x="10851" y="16270"/>
                      </a:cubicBezTo>
                      <a:cubicBezTo>
                        <a:pt x="15344" y="16270"/>
                        <a:pt x="18989" y="12625"/>
                        <a:pt x="18989" y="8132"/>
                      </a:cubicBezTo>
                      <a:cubicBezTo>
                        <a:pt x="18989" y="3239"/>
                        <a:pt x="14981" y="1"/>
                        <a:pt x="10804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3" name="Google Shape;463;p13"/>
                <p:cNvSpPr/>
                <p:nvPr/>
              </p:nvSpPr>
              <p:spPr>
                <a:xfrm rot="5400000">
                  <a:off x="8439113" y="3308930"/>
                  <a:ext cx="645675" cy="9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7" h="3843" extrusionOk="0">
                      <a:moveTo>
                        <a:pt x="1922" y="0"/>
                      </a:moveTo>
                      <a:cubicBezTo>
                        <a:pt x="876" y="0"/>
                        <a:pt x="0" y="848"/>
                        <a:pt x="0" y="1922"/>
                      </a:cubicBezTo>
                      <a:cubicBezTo>
                        <a:pt x="0" y="2967"/>
                        <a:pt x="876" y="3843"/>
                        <a:pt x="1922" y="3843"/>
                      </a:cubicBezTo>
                      <a:lnTo>
                        <a:pt x="23905" y="3843"/>
                      </a:lnTo>
                      <a:cubicBezTo>
                        <a:pt x="24951" y="3843"/>
                        <a:pt x="25827" y="2967"/>
                        <a:pt x="25827" y="1922"/>
                      </a:cubicBezTo>
                      <a:cubicBezTo>
                        <a:pt x="25827" y="848"/>
                        <a:pt x="24951" y="0"/>
                        <a:pt x="239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64" name="Google Shape;464;p13"/>
              <p:cNvSpPr/>
              <p:nvPr/>
            </p:nvSpPr>
            <p:spPr>
              <a:xfrm>
                <a:off x="8564540" y="1150225"/>
                <a:ext cx="382200" cy="384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8">
    <p:bg>
      <p:bgPr>
        <a:solidFill>
          <a:schemeClr val="accent2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"/>
          <p:cNvSpPr txBox="1">
            <a:spLocks noGrp="1"/>
          </p:cNvSpPr>
          <p:nvPr>
            <p:ph type="title"/>
          </p:nvPr>
        </p:nvSpPr>
        <p:spPr>
          <a:xfrm>
            <a:off x="2144400" y="3289384"/>
            <a:ext cx="48552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467" name="Google Shape;467;p14"/>
          <p:cNvSpPr txBox="1">
            <a:spLocks noGrp="1"/>
          </p:cNvSpPr>
          <p:nvPr>
            <p:ph type="subTitle" idx="1"/>
          </p:nvPr>
        </p:nvSpPr>
        <p:spPr>
          <a:xfrm>
            <a:off x="2144400" y="1451816"/>
            <a:ext cx="4855200" cy="17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2600"/>
            </a:lvl9pPr>
          </a:lstStyle>
          <a:p>
            <a:endParaRPr/>
          </a:p>
        </p:txBody>
      </p:sp>
      <p:grpSp>
        <p:nvGrpSpPr>
          <p:cNvPr id="468" name="Google Shape;468;p14"/>
          <p:cNvGrpSpPr/>
          <p:nvPr/>
        </p:nvGrpSpPr>
        <p:grpSpPr>
          <a:xfrm>
            <a:off x="-54" y="25"/>
            <a:ext cx="9144054" cy="5143548"/>
            <a:chOff x="-54" y="25"/>
            <a:chExt cx="9144054" cy="5143548"/>
          </a:xfrm>
        </p:grpSpPr>
        <p:grpSp>
          <p:nvGrpSpPr>
            <p:cNvPr id="469" name="Google Shape;469;p14"/>
            <p:cNvGrpSpPr/>
            <p:nvPr/>
          </p:nvGrpSpPr>
          <p:grpSpPr>
            <a:xfrm rot="10800000">
              <a:off x="7121125" y="25"/>
              <a:ext cx="2022872" cy="1649930"/>
              <a:chOff x="0" y="3493780"/>
              <a:chExt cx="2022872" cy="1649930"/>
            </a:xfrm>
          </p:grpSpPr>
          <p:sp>
            <p:nvSpPr>
              <p:cNvPr id="470" name="Google Shape;470;p14"/>
              <p:cNvSpPr/>
              <p:nvPr/>
            </p:nvSpPr>
            <p:spPr>
              <a:xfrm>
                <a:off x="0" y="3616500"/>
                <a:ext cx="1527000" cy="1527000"/>
              </a:xfrm>
              <a:prstGeom prst="round1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1" name="Google Shape;471;p14"/>
              <p:cNvGrpSpPr/>
              <p:nvPr/>
            </p:nvGrpSpPr>
            <p:grpSpPr>
              <a:xfrm>
                <a:off x="388474" y="3493780"/>
                <a:ext cx="1634398" cy="1649930"/>
                <a:chOff x="388474" y="3493780"/>
                <a:chExt cx="1634398" cy="1649930"/>
              </a:xfrm>
            </p:grpSpPr>
            <p:grpSp>
              <p:nvGrpSpPr>
                <p:cNvPr id="472" name="Google Shape;472;p14"/>
                <p:cNvGrpSpPr/>
                <p:nvPr/>
              </p:nvGrpSpPr>
              <p:grpSpPr>
                <a:xfrm>
                  <a:off x="1027816" y="4648510"/>
                  <a:ext cx="995056" cy="494998"/>
                  <a:chOff x="5600520" y="4029425"/>
                  <a:chExt cx="1430500" cy="715625"/>
                </a:xfrm>
              </p:grpSpPr>
              <p:sp>
                <p:nvSpPr>
                  <p:cNvPr id="473" name="Google Shape;473;p14"/>
                  <p:cNvSpPr/>
                  <p:nvPr/>
                </p:nvSpPr>
                <p:spPr>
                  <a:xfrm flipH="1">
                    <a:off x="5600520" y="4030125"/>
                    <a:ext cx="715625" cy="714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25" h="28597" extrusionOk="0">
                        <a:moveTo>
                          <a:pt x="57" y="1"/>
                        </a:moveTo>
                        <a:cubicBezTo>
                          <a:pt x="29" y="933"/>
                          <a:pt x="1" y="1837"/>
                          <a:pt x="1" y="2798"/>
                        </a:cubicBezTo>
                        <a:lnTo>
                          <a:pt x="1" y="14129"/>
                        </a:lnTo>
                        <a:cubicBezTo>
                          <a:pt x="7997" y="14129"/>
                          <a:pt x="14496" y="20600"/>
                          <a:pt x="14496" y="28596"/>
                        </a:cubicBezTo>
                        <a:lnTo>
                          <a:pt x="28624" y="28596"/>
                        </a:lnTo>
                        <a:cubicBezTo>
                          <a:pt x="28596" y="12829"/>
                          <a:pt x="15824" y="29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4"/>
                  <p:cNvSpPr/>
                  <p:nvPr/>
                </p:nvSpPr>
                <p:spPr>
                  <a:xfrm flipH="1">
                    <a:off x="6316120" y="4029425"/>
                    <a:ext cx="714900" cy="71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96" h="28625" extrusionOk="0">
                        <a:moveTo>
                          <a:pt x="28596" y="0"/>
                        </a:moveTo>
                        <a:cubicBezTo>
                          <a:pt x="12800" y="29"/>
                          <a:pt x="0" y="12829"/>
                          <a:pt x="0" y="28624"/>
                        </a:cubicBezTo>
                        <a:lnTo>
                          <a:pt x="14128" y="28624"/>
                        </a:lnTo>
                        <a:cubicBezTo>
                          <a:pt x="14128" y="20628"/>
                          <a:pt x="20599" y="14129"/>
                          <a:pt x="28596" y="14129"/>
                        </a:cubicBezTo>
                        <a:lnTo>
                          <a:pt x="28596" y="0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75" name="Google Shape;475;p14"/>
                <p:cNvGrpSpPr/>
                <p:nvPr/>
              </p:nvGrpSpPr>
              <p:grpSpPr>
                <a:xfrm>
                  <a:off x="388474" y="3493780"/>
                  <a:ext cx="1134683" cy="1649930"/>
                  <a:chOff x="5411900" y="3137500"/>
                  <a:chExt cx="1330850" cy="1935175"/>
                </a:xfrm>
              </p:grpSpPr>
              <p:sp>
                <p:nvSpPr>
                  <p:cNvPr id="476" name="Google Shape;476;p14"/>
                  <p:cNvSpPr/>
                  <p:nvPr/>
                </p:nvSpPr>
                <p:spPr>
                  <a:xfrm>
                    <a:off x="5411900" y="4163525"/>
                    <a:ext cx="298425" cy="9091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37" h="36366" extrusionOk="0">
                        <a:moveTo>
                          <a:pt x="11178" y="1"/>
                        </a:moveTo>
                        <a:lnTo>
                          <a:pt x="8551" y="2627"/>
                        </a:lnTo>
                        <a:cubicBezTo>
                          <a:pt x="3065" y="8085"/>
                          <a:pt x="0" y="15469"/>
                          <a:pt x="29" y="23203"/>
                        </a:cubicBezTo>
                        <a:lnTo>
                          <a:pt x="29" y="36365"/>
                        </a:lnTo>
                        <a:lnTo>
                          <a:pt x="1109" y="36365"/>
                        </a:lnTo>
                        <a:lnTo>
                          <a:pt x="1109" y="23203"/>
                        </a:lnTo>
                        <a:cubicBezTo>
                          <a:pt x="1080" y="15761"/>
                          <a:pt x="4057" y="8639"/>
                          <a:pt x="9310" y="3386"/>
                        </a:cubicBezTo>
                        <a:lnTo>
                          <a:pt x="11937" y="759"/>
                        </a:lnTo>
                        <a:lnTo>
                          <a:pt x="11178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4"/>
                  <p:cNvSpPr/>
                  <p:nvPr/>
                </p:nvSpPr>
                <p:spPr>
                  <a:xfrm>
                    <a:off x="5575325" y="3137500"/>
                    <a:ext cx="1167425" cy="1108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97" h="44328" extrusionOk="0">
                        <a:moveTo>
                          <a:pt x="35185" y="0"/>
                        </a:moveTo>
                        <a:cubicBezTo>
                          <a:pt x="28477" y="0"/>
                          <a:pt x="21850" y="1939"/>
                          <a:pt x="16198" y="5844"/>
                        </a:cubicBezTo>
                        <a:lnTo>
                          <a:pt x="16198" y="16497"/>
                        </a:lnTo>
                        <a:cubicBezTo>
                          <a:pt x="16198" y="17664"/>
                          <a:pt x="15235" y="18627"/>
                          <a:pt x="14068" y="18627"/>
                        </a:cubicBezTo>
                        <a:cubicBezTo>
                          <a:pt x="12900" y="18627"/>
                          <a:pt x="11937" y="17664"/>
                          <a:pt x="11937" y="16497"/>
                        </a:cubicBezTo>
                        <a:lnTo>
                          <a:pt x="11937" y="9346"/>
                        </a:lnTo>
                        <a:cubicBezTo>
                          <a:pt x="2832" y="18219"/>
                          <a:pt x="1" y="31177"/>
                          <a:pt x="3386" y="42939"/>
                        </a:cubicBezTo>
                        <a:cubicBezTo>
                          <a:pt x="6597" y="43864"/>
                          <a:pt x="9894" y="44328"/>
                          <a:pt x="13172" y="44328"/>
                        </a:cubicBezTo>
                        <a:cubicBezTo>
                          <a:pt x="21783" y="44328"/>
                          <a:pt x="30260" y="41126"/>
                          <a:pt x="36686" y="34679"/>
                        </a:cubicBezTo>
                        <a:cubicBezTo>
                          <a:pt x="40335" y="31060"/>
                          <a:pt x="43049" y="26624"/>
                          <a:pt x="44625" y="21750"/>
                        </a:cubicBezTo>
                        <a:lnTo>
                          <a:pt x="38642" y="21750"/>
                        </a:lnTo>
                        <a:cubicBezTo>
                          <a:pt x="37416" y="21750"/>
                          <a:pt x="36395" y="20729"/>
                          <a:pt x="36395" y="19474"/>
                        </a:cubicBezTo>
                        <a:cubicBezTo>
                          <a:pt x="36395" y="18219"/>
                          <a:pt x="37416" y="17226"/>
                          <a:pt x="38642" y="17226"/>
                        </a:cubicBezTo>
                        <a:lnTo>
                          <a:pt x="45763" y="17226"/>
                        </a:lnTo>
                        <a:cubicBezTo>
                          <a:pt x="46697" y="11944"/>
                          <a:pt x="46434" y="6515"/>
                          <a:pt x="44946" y="1379"/>
                        </a:cubicBezTo>
                        <a:cubicBezTo>
                          <a:pt x="41742" y="461"/>
                          <a:pt x="38454" y="0"/>
                          <a:pt x="3518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4"/>
                  <p:cNvSpPr/>
                  <p:nvPr/>
                </p:nvSpPr>
                <p:spPr>
                  <a:xfrm>
                    <a:off x="5655575" y="3315125"/>
                    <a:ext cx="905450" cy="90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18" h="36009" extrusionOk="0">
                        <a:moveTo>
                          <a:pt x="35388" y="0"/>
                        </a:moveTo>
                        <a:cubicBezTo>
                          <a:pt x="35257" y="0"/>
                          <a:pt x="35119" y="50"/>
                          <a:pt x="34994" y="169"/>
                        </a:cubicBezTo>
                        <a:lnTo>
                          <a:pt x="27581" y="7582"/>
                        </a:lnTo>
                        <a:lnTo>
                          <a:pt x="27581" y="957"/>
                        </a:lnTo>
                        <a:cubicBezTo>
                          <a:pt x="27610" y="534"/>
                          <a:pt x="27296" y="322"/>
                          <a:pt x="26986" y="322"/>
                        </a:cubicBezTo>
                        <a:cubicBezTo>
                          <a:pt x="26676" y="322"/>
                          <a:pt x="26370" y="534"/>
                          <a:pt x="26414" y="957"/>
                        </a:cubicBezTo>
                        <a:lnTo>
                          <a:pt x="26414" y="8750"/>
                        </a:lnTo>
                        <a:lnTo>
                          <a:pt x="6422" y="28742"/>
                        </a:lnTo>
                        <a:lnTo>
                          <a:pt x="6422" y="12748"/>
                        </a:lnTo>
                        <a:cubicBezTo>
                          <a:pt x="6422" y="12354"/>
                          <a:pt x="6130" y="12157"/>
                          <a:pt x="5838" y="12157"/>
                        </a:cubicBezTo>
                        <a:cubicBezTo>
                          <a:pt x="5546" y="12157"/>
                          <a:pt x="5254" y="12354"/>
                          <a:pt x="5254" y="12748"/>
                        </a:cubicBezTo>
                        <a:lnTo>
                          <a:pt x="5254" y="29938"/>
                        </a:lnTo>
                        <a:lnTo>
                          <a:pt x="1" y="35192"/>
                        </a:lnTo>
                        <a:cubicBezTo>
                          <a:pt x="59" y="35396"/>
                          <a:pt x="89" y="35629"/>
                          <a:pt x="176" y="35834"/>
                        </a:cubicBezTo>
                        <a:lnTo>
                          <a:pt x="818" y="36009"/>
                        </a:lnTo>
                        <a:lnTo>
                          <a:pt x="18213" y="18644"/>
                        </a:lnTo>
                        <a:lnTo>
                          <a:pt x="34410" y="18644"/>
                        </a:lnTo>
                        <a:cubicBezTo>
                          <a:pt x="34761" y="18644"/>
                          <a:pt x="35023" y="18381"/>
                          <a:pt x="35023" y="18060"/>
                        </a:cubicBezTo>
                        <a:cubicBezTo>
                          <a:pt x="34995" y="17727"/>
                          <a:pt x="34757" y="17474"/>
                          <a:pt x="34459" y="17474"/>
                        </a:cubicBezTo>
                        <a:cubicBezTo>
                          <a:pt x="34443" y="17474"/>
                          <a:pt x="34427" y="17475"/>
                          <a:pt x="34410" y="17476"/>
                        </a:cubicBezTo>
                        <a:lnTo>
                          <a:pt x="19380" y="17476"/>
                        </a:lnTo>
                        <a:lnTo>
                          <a:pt x="35811" y="1016"/>
                        </a:lnTo>
                        <a:cubicBezTo>
                          <a:pt x="36218" y="587"/>
                          <a:pt x="35838" y="0"/>
                          <a:pt x="353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79" name="Google Shape;479;p14"/>
            <p:cNvGrpSpPr/>
            <p:nvPr/>
          </p:nvGrpSpPr>
          <p:grpSpPr>
            <a:xfrm>
              <a:off x="-54" y="25"/>
              <a:ext cx="1527000" cy="1527000"/>
              <a:chOff x="-54" y="25"/>
              <a:chExt cx="1527000" cy="1527000"/>
            </a:xfrm>
          </p:grpSpPr>
          <p:sp>
            <p:nvSpPr>
              <p:cNvPr id="480" name="Google Shape;480;p14"/>
              <p:cNvSpPr/>
              <p:nvPr/>
            </p:nvSpPr>
            <p:spPr>
              <a:xfrm>
                <a:off x="-54" y="25"/>
                <a:ext cx="1527000" cy="152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1" name="Google Shape;481;p14"/>
              <p:cNvGrpSpPr/>
              <p:nvPr/>
            </p:nvGrpSpPr>
            <p:grpSpPr>
              <a:xfrm>
                <a:off x="105805" y="105872"/>
                <a:ext cx="1315283" cy="1315306"/>
                <a:chOff x="2790325" y="2128575"/>
                <a:chExt cx="1415500" cy="1415525"/>
              </a:xfrm>
            </p:grpSpPr>
            <p:sp>
              <p:nvSpPr>
                <p:cNvPr id="482" name="Google Shape;482;p14"/>
                <p:cNvSpPr/>
                <p:nvPr/>
              </p:nvSpPr>
              <p:spPr>
                <a:xfrm>
                  <a:off x="2790325" y="2128575"/>
                  <a:ext cx="1415500" cy="141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20" h="56621" extrusionOk="0">
                      <a:moveTo>
                        <a:pt x="28310" y="1"/>
                      </a:moveTo>
                      <a:cubicBezTo>
                        <a:pt x="12667" y="1"/>
                        <a:pt x="1" y="12667"/>
                        <a:pt x="1" y="28311"/>
                      </a:cubicBezTo>
                      <a:cubicBezTo>
                        <a:pt x="1" y="43954"/>
                        <a:pt x="12667" y="56620"/>
                        <a:pt x="28310" y="56620"/>
                      </a:cubicBezTo>
                      <a:cubicBezTo>
                        <a:pt x="43924" y="56620"/>
                        <a:pt x="56620" y="43954"/>
                        <a:pt x="56620" y="28311"/>
                      </a:cubicBezTo>
                      <a:cubicBezTo>
                        <a:pt x="56620" y="12667"/>
                        <a:pt x="43924" y="1"/>
                        <a:pt x="2831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3" name="Google Shape;483;p14"/>
                <p:cNvSpPr/>
                <p:nvPr/>
              </p:nvSpPr>
              <p:spPr>
                <a:xfrm>
                  <a:off x="2944275" y="2322875"/>
                  <a:ext cx="1067475" cy="102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99" h="41086" extrusionOk="0">
                      <a:moveTo>
                        <a:pt x="22152" y="8018"/>
                      </a:moveTo>
                      <a:cubicBezTo>
                        <a:pt x="29040" y="8047"/>
                        <a:pt x="34644" y="13622"/>
                        <a:pt x="34673" y="20539"/>
                      </a:cubicBezTo>
                      <a:cubicBezTo>
                        <a:pt x="34644" y="25588"/>
                        <a:pt x="31608" y="30170"/>
                        <a:pt x="26939" y="32096"/>
                      </a:cubicBezTo>
                      <a:cubicBezTo>
                        <a:pt x="25390" y="32735"/>
                        <a:pt x="23761" y="33046"/>
                        <a:pt x="22146" y="33046"/>
                      </a:cubicBezTo>
                      <a:cubicBezTo>
                        <a:pt x="18890" y="33046"/>
                        <a:pt x="15689" y="31781"/>
                        <a:pt x="13309" y="29382"/>
                      </a:cubicBezTo>
                      <a:cubicBezTo>
                        <a:pt x="9719" y="25821"/>
                        <a:pt x="8669" y="20422"/>
                        <a:pt x="10595" y="15752"/>
                      </a:cubicBezTo>
                      <a:cubicBezTo>
                        <a:pt x="12521" y="11083"/>
                        <a:pt x="17074" y="8018"/>
                        <a:pt x="22152" y="8018"/>
                      </a:cubicBezTo>
                      <a:close/>
                      <a:moveTo>
                        <a:pt x="22140" y="1"/>
                      </a:moveTo>
                      <a:cubicBezTo>
                        <a:pt x="16803" y="1"/>
                        <a:pt x="11559" y="2083"/>
                        <a:pt x="7618" y="6004"/>
                      </a:cubicBezTo>
                      <a:cubicBezTo>
                        <a:pt x="1752" y="11900"/>
                        <a:pt x="1" y="20714"/>
                        <a:pt x="3182" y="28389"/>
                      </a:cubicBezTo>
                      <a:cubicBezTo>
                        <a:pt x="6363" y="36065"/>
                        <a:pt x="13835" y="41085"/>
                        <a:pt x="22152" y="41085"/>
                      </a:cubicBezTo>
                      <a:cubicBezTo>
                        <a:pt x="33476" y="41056"/>
                        <a:pt x="42670" y="31863"/>
                        <a:pt x="42699" y="20539"/>
                      </a:cubicBezTo>
                      <a:cubicBezTo>
                        <a:pt x="42670" y="12221"/>
                        <a:pt x="37679" y="4749"/>
                        <a:pt x="30003" y="1568"/>
                      </a:cubicBezTo>
                      <a:cubicBezTo>
                        <a:pt x="27458" y="513"/>
                        <a:pt x="24788" y="1"/>
                        <a:pt x="2214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4"/>
                <p:cNvSpPr/>
                <p:nvPr/>
              </p:nvSpPr>
              <p:spPr>
                <a:xfrm>
                  <a:off x="2790325" y="2836325"/>
                  <a:ext cx="1415500" cy="70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20" h="28311" extrusionOk="0">
                      <a:moveTo>
                        <a:pt x="1" y="1"/>
                      </a:moveTo>
                      <a:cubicBezTo>
                        <a:pt x="1" y="15644"/>
                        <a:pt x="12667" y="28310"/>
                        <a:pt x="28310" y="28310"/>
                      </a:cubicBezTo>
                      <a:cubicBezTo>
                        <a:pt x="43924" y="28310"/>
                        <a:pt x="56620" y="15644"/>
                        <a:pt x="5662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4"/>
                <p:cNvSpPr/>
                <p:nvPr/>
              </p:nvSpPr>
              <p:spPr>
                <a:xfrm>
                  <a:off x="2984400" y="2836325"/>
                  <a:ext cx="1027350" cy="5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4" h="20548" extrusionOk="0">
                      <a:moveTo>
                        <a:pt x="1" y="1"/>
                      </a:moveTo>
                      <a:cubicBezTo>
                        <a:pt x="30" y="11325"/>
                        <a:pt x="9194" y="20518"/>
                        <a:pt x="20547" y="20547"/>
                      </a:cubicBezTo>
                      <a:cubicBezTo>
                        <a:pt x="31871" y="20518"/>
                        <a:pt x="41065" y="11325"/>
                        <a:pt x="41094" y="1"/>
                      </a:cubicBezTo>
                      <a:lnTo>
                        <a:pt x="33068" y="1"/>
                      </a:lnTo>
                      <a:cubicBezTo>
                        <a:pt x="32951" y="6830"/>
                        <a:pt x="27377" y="12288"/>
                        <a:pt x="20547" y="12288"/>
                      </a:cubicBezTo>
                      <a:cubicBezTo>
                        <a:pt x="13718" y="12288"/>
                        <a:pt x="8144" y="6830"/>
                        <a:pt x="802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86" name="Google Shape;486;p14"/>
            <p:cNvGrpSpPr/>
            <p:nvPr/>
          </p:nvGrpSpPr>
          <p:grpSpPr>
            <a:xfrm>
              <a:off x="7616996" y="3616573"/>
              <a:ext cx="1527000" cy="1527000"/>
              <a:chOff x="7616996" y="3616500"/>
              <a:chExt cx="1527000" cy="1527000"/>
            </a:xfrm>
          </p:grpSpPr>
          <p:sp>
            <p:nvSpPr>
              <p:cNvPr id="487" name="Google Shape;487;p14"/>
              <p:cNvSpPr/>
              <p:nvPr/>
            </p:nvSpPr>
            <p:spPr>
              <a:xfrm>
                <a:off x="7616996" y="3616500"/>
                <a:ext cx="1527000" cy="1527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88" name="Google Shape;488;p14"/>
              <p:cNvGrpSpPr/>
              <p:nvPr/>
            </p:nvGrpSpPr>
            <p:grpSpPr>
              <a:xfrm rot="5400000" flipH="1">
                <a:off x="7830409" y="3829913"/>
                <a:ext cx="1315350" cy="1311825"/>
                <a:chOff x="4028700" y="262275"/>
                <a:chExt cx="1315350" cy="1311825"/>
              </a:xfrm>
            </p:grpSpPr>
            <p:sp>
              <p:nvSpPr>
                <p:cNvPr id="489" name="Google Shape;489;p14"/>
                <p:cNvSpPr/>
                <p:nvPr/>
              </p:nvSpPr>
              <p:spPr>
                <a:xfrm>
                  <a:off x="4656000" y="6481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86" y="0"/>
                      </a:moveTo>
                      <a:cubicBezTo>
                        <a:pt x="4553" y="0"/>
                        <a:pt x="0" y="2247"/>
                        <a:pt x="0" y="5020"/>
                      </a:cubicBezTo>
                      <a:cubicBezTo>
                        <a:pt x="0" y="7763"/>
                        <a:pt x="4553" y="10011"/>
                        <a:pt x="10186" y="10011"/>
                      </a:cubicBezTo>
                      <a:cubicBezTo>
                        <a:pt x="15789" y="10011"/>
                        <a:pt x="20342" y="7763"/>
                        <a:pt x="20342" y="5020"/>
                      </a:cubicBezTo>
                      <a:cubicBezTo>
                        <a:pt x="20342" y="2247"/>
                        <a:pt x="15789" y="0"/>
                        <a:pt x="1018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14"/>
                <p:cNvSpPr/>
                <p:nvPr/>
              </p:nvSpPr>
              <p:spPr>
                <a:xfrm>
                  <a:off x="4372900" y="3650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57" y="0"/>
                      </a:moveTo>
                      <a:cubicBezTo>
                        <a:pt x="4553" y="0"/>
                        <a:pt x="0" y="2247"/>
                        <a:pt x="0" y="4991"/>
                      </a:cubicBezTo>
                      <a:cubicBezTo>
                        <a:pt x="0" y="7764"/>
                        <a:pt x="4553" y="10011"/>
                        <a:pt x="10157" y="10011"/>
                      </a:cubicBezTo>
                      <a:cubicBezTo>
                        <a:pt x="15790" y="10011"/>
                        <a:pt x="20342" y="7764"/>
                        <a:pt x="20342" y="4991"/>
                      </a:cubicBezTo>
                      <a:cubicBezTo>
                        <a:pt x="20342" y="2247"/>
                        <a:pt x="15790" y="0"/>
                        <a:pt x="101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1" name="Google Shape;491;p14"/>
                <p:cNvSpPr/>
                <p:nvPr/>
              </p:nvSpPr>
              <p:spPr>
                <a:xfrm>
                  <a:off x="4417400" y="8867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5021" y="1"/>
                      </a:moveTo>
                      <a:cubicBezTo>
                        <a:pt x="2248" y="1"/>
                        <a:pt x="1" y="4554"/>
                        <a:pt x="1" y="10186"/>
                      </a:cubicBezTo>
                      <a:cubicBezTo>
                        <a:pt x="1" y="15790"/>
                        <a:pt x="2248" y="20343"/>
                        <a:pt x="5021" y="20343"/>
                      </a:cubicBezTo>
                      <a:cubicBezTo>
                        <a:pt x="7764" y="20343"/>
                        <a:pt x="10011" y="15790"/>
                        <a:pt x="10011" y="10186"/>
                      </a:cubicBezTo>
                      <a:cubicBezTo>
                        <a:pt x="10011" y="4554"/>
                        <a:pt x="7764" y="1"/>
                        <a:pt x="50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2" name="Google Shape;492;p14"/>
                <p:cNvSpPr/>
                <p:nvPr/>
              </p:nvSpPr>
              <p:spPr>
                <a:xfrm>
                  <a:off x="4134300" y="6036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4991" y="1"/>
                      </a:moveTo>
                      <a:cubicBezTo>
                        <a:pt x="2248" y="1"/>
                        <a:pt x="1" y="4554"/>
                        <a:pt x="1" y="10157"/>
                      </a:cubicBezTo>
                      <a:cubicBezTo>
                        <a:pt x="1" y="15790"/>
                        <a:pt x="2248" y="20343"/>
                        <a:pt x="4991" y="20343"/>
                      </a:cubicBezTo>
                      <a:cubicBezTo>
                        <a:pt x="7764" y="20343"/>
                        <a:pt x="10011" y="15790"/>
                        <a:pt x="10011" y="10157"/>
                      </a:cubicBezTo>
                      <a:cubicBezTo>
                        <a:pt x="10011" y="4554"/>
                        <a:pt x="7764" y="1"/>
                        <a:pt x="499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3" name="Google Shape;493;p14"/>
                <p:cNvSpPr/>
                <p:nvPr/>
              </p:nvSpPr>
              <p:spPr>
                <a:xfrm>
                  <a:off x="4028700" y="262275"/>
                  <a:ext cx="1035175" cy="103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07" h="41266" extrusionOk="0">
                      <a:moveTo>
                        <a:pt x="429" y="0"/>
                      </a:moveTo>
                      <a:cubicBezTo>
                        <a:pt x="195" y="0"/>
                        <a:pt x="0" y="296"/>
                        <a:pt x="226" y="522"/>
                      </a:cubicBezTo>
                      <a:lnTo>
                        <a:pt x="8865" y="9161"/>
                      </a:lnTo>
                      <a:lnTo>
                        <a:pt x="8865" y="28219"/>
                      </a:lnTo>
                      <a:cubicBezTo>
                        <a:pt x="8865" y="28424"/>
                        <a:pt x="9018" y="28526"/>
                        <a:pt x="9172" y="28526"/>
                      </a:cubicBezTo>
                      <a:cubicBezTo>
                        <a:pt x="9325" y="28526"/>
                        <a:pt x="9478" y="28424"/>
                        <a:pt x="9478" y="28219"/>
                      </a:cubicBezTo>
                      <a:lnTo>
                        <a:pt x="9478" y="9774"/>
                      </a:lnTo>
                      <a:lnTo>
                        <a:pt x="20218" y="20514"/>
                      </a:lnTo>
                      <a:lnTo>
                        <a:pt x="20218" y="39543"/>
                      </a:lnTo>
                      <a:cubicBezTo>
                        <a:pt x="20218" y="39747"/>
                        <a:pt x="20364" y="39850"/>
                        <a:pt x="20510" y="39850"/>
                      </a:cubicBezTo>
                      <a:cubicBezTo>
                        <a:pt x="20656" y="39850"/>
                        <a:pt x="20802" y="39747"/>
                        <a:pt x="20802" y="39543"/>
                      </a:cubicBezTo>
                      <a:lnTo>
                        <a:pt x="20802" y="21098"/>
                      </a:lnTo>
                      <a:lnTo>
                        <a:pt x="40881" y="41177"/>
                      </a:lnTo>
                      <a:cubicBezTo>
                        <a:pt x="40940" y="41236"/>
                        <a:pt x="41013" y="41265"/>
                        <a:pt x="41089" y="41265"/>
                      </a:cubicBezTo>
                      <a:cubicBezTo>
                        <a:pt x="41166" y="41265"/>
                        <a:pt x="41246" y="41236"/>
                        <a:pt x="41319" y="41177"/>
                      </a:cubicBezTo>
                      <a:cubicBezTo>
                        <a:pt x="41407" y="41061"/>
                        <a:pt x="41407" y="40856"/>
                        <a:pt x="41319" y="40740"/>
                      </a:cubicBezTo>
                      <a:lnTo>
                        <a:pt x="21240" y="20689"/>
                      </a:lnTo>
                      <a:lnTo>
                        <a:pt x="39685" y="20689"/>
                      </a:lnTo>
                      <a:cubicBezTo>
                        <a:pt x="40093" y="20689"/>
                        <a:pt x="40093" y="20077"/>
                        <a:pt x="39685" y="20077"/>
                      </a:cubicBezTo>
                      <a:lnTo>
                        <a:pt x="20627" y="20077"/>
                      </a:lnTo>
                      <a:lnTo>
                        <a:pt x="9887" y="9336"/>
                      </a:lnTo>
                      <a:lnTo>
                        <a:pt x="28332" y="9336"/>
                      </a:lnTo>
                      <a:cubicBezTo>
                        <a:pt x="28740" y="9336"/>
                        <a:pt x="28740" y="8723"/>
                        <a:pt x="28332" y="8723"/>
                      </a:cubicBezTo>
                      <a:lnTo>
                        <a:pt x="9274" y="8723"/>
                      </a:lnTo>
                      <a:lnTo>
                        <a:pt x="635" y="85"/>
                      </a:lnTo>
                      <a:cubicBezTo>
                        <a:pt x="569" y="25"/>
                        <a:pt x="497" y="0"/>
                        <a:pt x="4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4" name="Google Shape;494;p14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0" y="1"/>
                      </a:move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5" name="Google Shape;495;p14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19175" y="1"/>
                      </a:moveTo>
                      <a:cubicBezTo>
                        <a:pt x="17862" y="9982"/>
                        <a:pt x="9982" y="17862"/>
                        <a:pt x="0" y="19175"/>
                      </a:cubicBez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96" name="Google Shape;496;p14"/>
            <p:cNvGrpSpPr/>
            <p:nvPr/>
          </p:nvGrpSpPr>
          <p:grpSpPr>
            <a:xfrm rot="10800000" flipH="1">
              <a:off x="7430175" y="2017950"/>
              <a:ext cx="1713825" cy="1107600"/>
              <a:chOff x="5508300" y="2282550"/>
              <a:chExt cx="1713825" cy="1107600"/>
            </a:xfrm>
          </p:grpSpPr>
          <p:sp>
            <p:nvSpPr>
              <p:cNvPr id="497" name="Google Shape;497;p14"/>
              <p:cNvSpPr/>
              <p:nvPr/>
            </p:nvSpPr>
            <p:spPr>
              <a:xfrm>
                <a:off x="6666850" y="2282550"/>
                <a:ext cx="555275" cy="1107600"/>
              </a:xfrm>
              <a:custGeom>
                <a:avLst/>
                <a:gdLst/>
                <a:ahLst/>
                <a:cxnLst/>
                <a:rect l="l" t="t" r="r" b="b"/>
                <a:pathLst>
                  <a:path w="22211" h="44304" extrusionOk="0">
                    <a:moveTo>
                      <a:pt x="22152" y="0"/>
                    </a:moveTo>
                    <a:cubicBezTo>
                      <a:pt x="9924" y="0"/>
                      <a:pt x="1" y="9923"/>
                      <a:pt x="1" y="22152"/>
                    </a:cubicBezTo>
                    <a:cubicBezTo>
                      <a:pt x="1" y="34380"/>
                      <a:pt x="9924" y="44303"/>
                      <a:pt x="22152" y="44303"/>
                    </a:cubicBezTo>
                    <a:lnTo>
                      <a:pt x="22211" y="44303"/>
                    </a:lnTo>
                    <a:lnTo>
                      <a:pt x="22211" y="31549"/>
                    </a:lnTo>
                    <a:lnTo>
                      <a:pt x="22152" y="31549"/>
                    </a:lnTo>
                    <a:cubicBezTo>
                      <a:pt x="16957" y="31549"/>
                      <a:pt x="12755" y="27347"/>
                      <a:pt x="12755" y="22152"/>
                    </a:cubicBezTo>
                    <a:cubicBezTo>
                      <a:pt x="12755" y="16957"/>
                      <a:pt x="16957" y="12754"/>
                      <a:pt x="22152" y="12754"/>
                    </a:cubicBezTo>
                    <a:lnTo>
                      <a:pt x="22211" y="12754"/>
                    </a:lnTo>
                    <a:lnTo>
                      <a:pt x="2221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14"/>
              <p:cNvSpPr/>
              <p:nvPr/>
            </p:nvSpPr>
            <p:spPr>
              <a:xfrm>
                <a:off x="6047800" y="2642013"/>
                <a:ext cx="453875" cy="388675"/>
              </a:xfrm>
              <a:custGeom>
                <a:avLst/>
                <a:gdLst/>
                <a:ahLst/>
                <a:cxnLst/>
                <a:rect l="l" t="t" r="r" b="b"/>
                <a:pathLst>
                  <a:path w="18155" h="15547" extrusionOk="0">
                    <a:moveTo>
                      <a:pt x="10391" y="4398"/>
                    </a:moveTo>
                    <a:cubicBezTo>
                      <a:pt x="12259" y="4398"/>
                      <a:pt x="13776" y="5915"/>
                      <a:pt x="13776" y="7783"/>
                    </a:cubicBezTo>
                    <a:cubicBezTo>
                      <a:pt x="13776" y="9819"/>
                      <a:pt x="12103" y="11172"/>
                      <a:pt x="10362" y="11172"/>
                    </a:cubicBezTo>
                    <a:cubicBezTo>
                      <a:pt x="9531" y="11172"/>
                      <a:pt x="8685" y="10864"/>
                      <a:pt x="7998" y="10176"/>
                    </a:cubicBezTo>
                    <a:cubicBezTo>
                      <a:pt x="5867" y="8046"/>
                      <a:pt x="7385" y="4398"/>
                      <a:pt x="10391" y="4398"/>
                    </a:cubicBezTo>
                    <a:close/>
                    <a:moveTo>
                      <a:pt x="10344" y="1"/>
                    </a:moveTo>
                    <a:cubicBezTo>
                      <a:pt x="8437" y="1"/>
                      <a:pt x="6490" y="710"/>
                      <a:pt x="4904" y="2296"/>
                    </a:cubicBezTo>
                    <a:cubicBezTo>
                      <a:pt x="1" y="7170"/>
                      <a:pt x="3474" y="15546"/>
                      <a:pt x="10391" y="15546"/>
                    </a:cubicBezTo>
                    <a:cubicBezTo>
                      <a:pt x="14681" y="15546"/>
                      <a:pt x="18154" y="12073"/>
                      <a:pt x="18154" y="7783"/>
                    </a:cubicBezTo>
                    <a:cubicBezTo>
                      <a:pt x="18154" y="3104"/>
                      <a:pt x="14334" y="1"/>
                      <a:pt x="103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14"/>
              <p:cNvSpPr/>
              <p:nvPr/>
            </p:nvSpPr>
            <p:spPr>
              <a:xfrm>
                <a:off x="5508300" y="2642013"/>
                <a:ext cx="453850" cy="388675"/>
              </a:xfrm>
              <a:custGeom>
                <a:avLst/>
                <a:gdLst/>
                <a:ahLst/>
                <a:cxnLst/>
                <a:rect l="l" t="t" r="r" b="b"/>
                <a:pathLst>
                  <a:path w="18154" h="15547" extrusionOk="0">
                    <a:moveTo>
                      <a:pt x="10390" y="4398"/>
                    </a:moveTo>
                    <a:cubicBezTo>
                      <a:pt x="12258" y="4398"/>
                      <a:pt x="13776" y="5915"/>
                      <a:pt x="13776" y="7783"/>
                    </a:cubicBezTo>
                    <a:cubicBezTo>
                      <a:pt x="13776" y="9819"/>
                      <a:pt x="12103" y="11172"/>
                      <a:pt x="10361" y="11172"/>
                    </a:cubicBezTo>
                    <a:cubicBezTo>
                      <a:pt x="9531" y="11172"/>
                      <a:pt x="8685" y="10864"/>
                      <a:pt x="7997" y="10176"/>
                    </a:cubicBezTo>
                    <a:cubicBezTo>
                      <a:pt x="5837" y="8046"/>
                      <a:pt x="7355" y="4398"/>
                      <a:pt x="10390" y="4398"/>
                    </a:cubicBezTo>
                    <a:close/>
                    <a:moveTo>
                      <a:pt x="10322" y="1"/>
                    </a:moveTo>
                    <a:cubicBezTo>
                      <a:pt x="8410" y="1"/>
                      <a:pt x="6460" y="710"/>
                      <a:pt x="4874" y="2296"/>
                    </a:cubicBezTo>
                    <a:cubicBezTo>
                      <a:pt x="0" y="7170"/>
                      <a:pt x="3473" y="15546"/>
                      <a:pt x="10390" y="15546"/>
                    </a:cubicBezTo>
                    <a:cubicBezTo>
                      <a:pt x="14680" y="15546"/>
                      <a:pt x="18124" y="12073"/>
                      <a:pt x="18153" y="7783"/>
                    </a:cubicBezTo>
                    <a:cubicBezTo>
                      <a:pt x="18153" y="3104"/>
                      <a:pt x="14320" y="1"/>
                      <a:pt x="1032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0" name="Google Shape;500;p14"/>
            <p:cNvGrpSpPr/>
            <p:nvPr/>
          </p:nvGrpSpPr>
          <p:grpSpPr>
            <a:xfrm>
              <a:off x="0" y="2017619"/>
              <a:ext cx="985085" cy="1108350"/>
              <a:chOff x="0" y="2017619"/>
              <a:chExt cx="985085" cy="1108350"/>
            </a:xfrm>
          </p:grpSpPr>
          <p:grpSp>
            <p:nvGrpSpPr>
              <p:cNvPr id="501" name="Google Shape;501;p14"/>
              <p:cNvGrpSpPr/>
              <p:nvPr/>
            </p:nvGrpSpPr>
            <p:grpSpPr>
              <a:xfrm>
                <a:off x="0" y="2017619"/>
                <a:ext cx="553800" cy="1108350"/>
                <a:chOff x="380375" y="689750"/>
                <a:chExt cx="553800" cy="1108350"/>
              </a:xfrm>
            </p:grpSpPr>
            <p:sp>
              <p:nvSpPr>
                <p:cNvPr id="502" name="Google Shape;502;p14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3" name="Google Shape;503;p14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04" name="Google Shape;504;p14"/>
              <p:cNvGrpSpPr/>
              <p:nvPr/>
            </p:nvGrpSpPr>
            <p:grpSpPr>
              <a:xfrm>
                <a:off x="825066" y="2171310"/>
                <a:ext cx="160019" cy="800968"/>
                <a:chOff x="1872825" y="1506100"/>
                <a:chExt cx="329800" cy="1650800"/>
              </a:xfrm>
            </p:grpSpPr>
            <p:sp>
              <p:nvSpPr>
                <p:cNvPr id="505" name="Google Shape;505;p14"/>
                <p:cNvSpPr/>
                <p:nvPr/>
              </p:nvSpPr>
              <p:spPr>
                <a:xfrm>
                  <a:off x="1872825" y="1506100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6" name="Google Shape;506;p14"/>
                <p:cNvSpPr/>
                <p:nvPr/>
              </p:nvSpPr>
              <p:spPr>
                <a:xfrm>
                  <a:off x="1872825" y="2166950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7" name="Google Shape;507;p14"/>
                <p:cNvSpPr/>
                <p:nvPr/>
              </p:nvSpPr>
              <p:spPr>
                <a:xfrm>
                  <a:off x="1872825" y="28278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08" name="Google Shape;508;p14"/>
            <p:cNvGrpSpPr/>
            <p:nvPr/>
          </p:nvGrpSpPr>
          <p:grpSpPr>
            <a:xfrm rot="5400000">
              <a:off x="-54" y="3616573"/>
              <a:ext cx="1527000" cy="1527000"/>
              <a:chOff x="7617000" y="1808423"/>
              <a:chExt cx="1527000" cy="1527000"/>
            </a:xfrm>
          </p:grpSpPr>
          <p:sp>
            <p:nvSpPr>
              <p:cNvPr id="509" name="Google Shape;509;p14"/>
              <p:cNvSpPr/>
              <p:nvPr/>
            </p:nvSpPr>
            <p:spPr>
              <a:xfrm rot="-5400000">
                <a:off x="7617000" y="1808423"/>
                <a:ext cx="1527000" cy="1527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10" name="Google Shape;510;p14"/>
              <p:cNvGrpSpPr/>
              <p:nvPr/>
            </p:nvGrpSpPr>
            <p:grpSpPr>
              <a:xfrm rot="5400000">
                <a:off x="8159254" y="2243785"/>
                <a:ext cx="1313215" cy="656276"/>
                <a:chOff x="3474425" y="329950"/>
                <a:chExt cx="2726775" cy="1362700"/>
              </a:xfrm>
            </p:grpSpPr>
            <p:sp>
              <p:nvSpPr>
                <p:cNvPr id="511" name="Google Shape;511;p14"/>
                <p:cNvSpPr/>
                <p:nvPr/>
              </p:nvSpPr>
              <p:spPr>
                <a:xfrm>
                  <a:off x="3474425" y="329950"/>
                  <a:ext cx="2726775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71" h="54508" extrusionOk="0">
                      <a:moveTo>
                        <a:pt x="1" y="0"/>
                      </a:moveTo>
                      <a:cubicBezTo>
                        <a:pt x="1" y="30093"/>
                        <a:pt x="24414" y="54507"/>
                        <a:pt x="54536" y="54507"/>
                      </a:cubicBezTo>
                      <a:cubicBezTo>
                        <a:pt x="84657" y="54507"/>
                        <a:pt x="109070" y="30093"/>
                        <a:pt x="10907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2" name="Google Shape;512;p14"/>
                <p:cNvSpPr/>
                <p:nvPr/>
              </p:nvSpPr>
              <p:spPr>
                <a:xfrm>
                  <a:off x="3787375" y="332075"/>
                  <a:ext cx="2101600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4" h="42046" extrusionOk="0">
                      <a:moveTo>
                        <a:pt x="0" y="0"/>
                      </a:moveTo>
                      <a:cubicBezTo>
                        <a:pt x="0" y="23227"/>
                        <a:pt x="18791" y="42046"/>
                        <a:pt x="42018" y="42046"/>
                      </a:cubicBezTo>
                      <a:cubicBezTo>
                        <a:pt x="65244" y="42046"/>
                        <a:pt x="84063" y="23227"/>
                        <a:pt x="84063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3" name="Google Shape;513;p14"/>
                <p:cNvSpPr/>
                <p:nvPr/>
              </p:nvSpPr>
              <p:spPr>
                <a:xfrm>
                  <a:off x="3850250" y="329950"/>
                  <a:ext cx="1975150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06" h="54508" extrusionOk="0">
                      <a:moveTo>
                        <a:pt x="37581" y="0"/>
                      </a:moveTo>
                      <a:lnTo>
                        <a:pt x="0" y="37581"/>
                      </a:lnTo>
                      <a:cubicBezTo>
                        <a:pt x="622" y="38231"/>
                        <a:pt x="1272" y="38881"/>
                        <a:pt x="1922" y="39503"/>
                      </a:cubicBezTo>
                      <a:lnTo>
                        <a:pt x="38146" y="3250"/>
                      </a:lnTo>
                      <a:lnTo>
                        <a:pt x="38146" y="54507"/>
                      </a:lnTo>
                      <a:lnTo>
                        <a:pt x="40859" y="54507"/>
                      </a:lnTo>
                      <a:lnTo>
                        <a:pt x="40859" y="3250"/>
                      </a:lnTo>
                      <a:lnTo>
                        <a:pt x="77084" y="39503"/>
                      </a:lnTo>
                      <a:cubicBezTo>
                        <a:pt x="77734" y="38881"/>
                        <a:pt x="78383" y="38231"/>
                        <a:pt x="79005" y="37581"/>
                      </a:cubicBezTo>
                      <a:lnTo>
                        <a:pt x="41424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4" name="Google Shape;514;p14"/>
                <p:cNvSpPr/>
                <p:nvPr/>
              </p:nvSpPr>
              <p:spPr>
                <a:xfrm>
                  <a:off x="4069925" y="332075"/>
                  <a:ext cx="1535775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31" h="42046" extrusionOk="0">
                      <a:moveTo>
                        <a:pt x="28709" y="0"/>
                      </a:moveTo>
                      <a:lnTo>
                        <a:pt x="1" y="28709"/>
                      </a:lnTo>
                      <a:cubicBezTo>
                        <a:pt x="623" y="29359"/>
                        <a:pt x="1272" y="30008"/>
                        <a:pt x="1922" y="30630"/>
                      </a:cubicBezTo>
                      <a:lnTo>
                        <a:pt x="29359" y="3165"/>
                      </a:lnTo>
                      <a:lnTo>
                        <a:pt x="29359" y="42017"/>
                      </a:lnTo>
                      <a:cubicBezTo>
                        <a:pt x="29811" y="42017"/>
                        <a:pt x="30263" y="42046"/>
                        <a:pt x="30716" y="42046"/>
                      </a:cubicBezTo>
                      <a:cubicBezTo>
                        <a:pt x="31168" y="42046"/>
                        <a:pt x="31620" y="42046"/>
                        <a:pt x="32072" y="42017"/>
                      </a:cubicBezTo>
                      <a:lnTo>
                        <a:pt x="32072" y="3165"/>
                      </a:lnTo>
                      <a:lnTo>
                        <a:pt x="59509" y="30630"/>
                      </a:lnTo>
                      <a:cubicBezTo>
                        <a:pt x="60187" y="30008"/>
                        <a:pt x="60809" y="29359"/>
                        <a:pt x="61430" y="28709"/>
                      </a:cubicBezTo>
                      <a:lnTo>
                        <a:pt x="327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22_1">
    <p:bg>
      <p:bgPr>
        <a:solidFill>
          <a:schemeClr val="accent3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5"/>
          <p:cNvSpPr txBox="1">
            <a:spLocks noGrp="1"/>
          </p:cNvSpPr>
          <p:nvPr>
            <p:ph type="title"/>
          </p:nvPr>
        </p:nvSpPr>
        <p:spPr>
          <a:xfrm>
            <a:off x="2090250" y="1933323"/>
            <a:ext cx="49635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17" name="Google Shape;517;p15"/>
          <p:cNvSpPr txBox="1">
            <a:spLocks noGrp="1"/>
          </p:cNvSpPr>
          <p:nvPr>
            <p:ph type="title" idx="2" hasCustomPrompt="1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18" name="Google Shape;518;p15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grpSp>
        <p:nvGrpSpPr>
          <p:cNvPr id="519" name="Google Shape;519;p15"/>
          <p:cNvGrpSpPr/>
          <p:nvPr/>
        </p:nvGrpSpPr>
        <p:grpSpPr>
          <a:xfrm>
            <a:off x="-2907" y="-9"/>
            <a:ext cx="9148357" cy="5148515"/>
            <a:chOff x="-2907" y="-9"/>
            <a:chExt cx="9148357" cy="5148515"/>
          </a:xfrm>
        </p:grpSpPr>
        <p:grpSp>
          <p:nvGrpSpPr>
            <p:cNvPr id="520" name="Google Shape;520;p15"/>
            <p:cNvGrpSpPr/>
            <p:nvPr/>
          </p:nvGrpSpPr>
          <p:grpSpPr>
            <a:xfrm>
              <a:off x="7617000" y="0"/>
              <a:ext cx="1527000" cy="1527000"/>
              <a:chOff x="7617000" y="0"/>
              <a:chExt cx="1527000" cy="1527000"/>
            </a:xfrm>
          </p:grpSpPr>
          <p:sp>
            <p:nvSpPr>
              <p:cNvPr id="521" name="Google Shape;521;p15"/>
              <p:cNvSpPr/>
              <p:nvPr/>
            </p:nvSpPr>
            <p:spPr>
              <a:xfrm>
                <a:off x="7617000" y="0"/>
                <a:ext cx="1527000" cy="1527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2" name="Google Shape;522;p15"/>
              <p:cNvGrpSpPr/>
              <p:nvPr/>
            </p:nvGrpSpPr>
            <p:grpSpPr>
              <a:xfrm rot="-5400000">
                <a:off x="7617014" y="67925"/>
                <a:ext cx="1526973" cy="1391150"/>
                <a:chOff x="2460175" y="3102825"/>
                <a:chExt cx="1814800" cy="1653375"/>
              </a:xfrm>
            </p:grpSpPr>
            <p:sp>
              <p:nvSpPr>
                <p:cNvPr id="523" name="Google Shape;523;p15"/>
                <p:cNvSpPr/>
                <p:nvPr/>
              </p:nvSpPr>
              <p:spPr>
                <a:xfrm>
                  <a:off x="2460175" y="3102825"/>
                  <a:ext cx="1814800" cy="165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92" h="66135" extrusionOk="0">
                      <a:moveTo>
                        <a:pt x="36296" y="0"/>
                      </a:moveTo>
                      <a:cubicBezTo>
                        <a:pt x="27833" y="0"/>
                        <a:pt x="19370" y="3229"/>
                        <a:pt x="12914" y="9685"/>
                      </a:cubicBezTo>
                      <a:cubicBezTo>
                        <a:pt x="1" y="22599"/>
                        <a:pt x="1" y="43537"/>
                        <a:pt x="12914" y="56450"/>
                      </a:cubicBezTo>
                      <a:cubicBezTo>
                        <a:pt x="19370" y="62906"/>
                        <a:pt x="27833" y="66135"/>
                        <a:pt x="36296" y="66135"/>
                      </a:cubicBezTo>
                      <a:cubicBezTo>
                        <a:pt x="44759" y="66135"/>
                        <a:pt x="53221" y="62906"/>
                        <a:pt x="59678" y="56450"/>
                      </a:cubicBezTo>
                      <a:cubicBezTo>
                        <a:pt x="72591" y="43537"/>
                        <a:pt x="72591" y="22599"/>
                        <a:pt x="59678" y="9685"/>
                      </a:cubicBezTo>
                      <a:cubicBezTo>
                        <a:pt x="53221" y="3229"/>
                        <a:pt x="44759" y="0"/>
                        <a:pt x="3629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524;p15"/>
                <p:cNvSpPr/>
                <p:nvPr/>
              </p:nvSpPr>
              <p:spPr>
                <a:xfrm>
                  <a:off x="2544250" y="3165550"/>
                  <a:ext cx="1587325" cy="15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93" h="61090" extrusionOk="0">
                      <a:moveTo>
                        <a:pt x="32947" y="24356"/>
                      </a:moveTo>
                      <a:cubicBezTo>
                        <a:pt x="36338" y="24385"/>
                        <a:pt x="39107" y="27125"/>
                        <a:pt x="39107" y="30544"/>
                      </a:cubicBezTo>
                      <a:cubicBezTo>
                        <a:pt x="39107" y="34253"/>
                        <a:pt x="36067" y="36721"/>
                        <a:pt x="32893" y="36721"/>
                      </a:cubicBezTo>
                      <a:cubicBezTo>
                        <a:pt x="31376" y="36721"/>
                        <a:pt x="29828" y="36157"/>
                        <a:pt x="28567" y="34896"/>
                      </a:cubicBezTo>
                      <a:cubicBezTo>
                        <a:pt x="24668" y="30997"/>
                        <a:pt x="27437" y="24356"/>
                        <a:pt x="32947" y="24356"/>
                      </a:cubicBezTo>
                      <a:close/>
                      <a:moveTo>
                        <a:pt x="32884" y="23631"/>
                      </a:moveTo>
                      <a:cubicBezTo>
                        <a:pt x="31192" y="23631"/>
                        <a:pt x="29466" y="24258"/>
                        <a:pt x="28059" y="25656"/>
                      </a:cubicBezTo>
                      <a:cubicBezTo>
                        <a:pt x="23735" y="30008"/>
                        <a:pt x="26787" y="37411"/>
                        <a:pt x="32947" y="37411"/>
                      </a:cubicBezTo>
                      <a:lnTo>
                        <a:pt x="32947" y="37439"/>
                      </a:lnTo>
                      <a:cubicBezTo>
                        <a:pt x="36733" y="37439"/>
                        <a:pt x="39813" y="34331"/>
                        <a:pt x="39813" y="30544"/>
                      </a:cubicBezTo>
                      <a:cubicBezTo>
                        <a:pt x="39813" y="26376"/>
                        <a:pt x="36424" y="23631"/>
                        <a:pt x="32884" y="23631"/>
                      </a:cubicBezTo>
                      <a:close/>
                      <a:moveTo>
                        <a:pt x="32947" y="20146"/>
                      </a:moveTo>
                      <a:lnTo>
                        <a:pt x="32947" y="20174"/>
                      </a:lnTo>
                      <a:cubicBezTo>
                        <a:pt x="38655" y="20174"/>
                        <a:pt x="43289" y="24808"/>
                        <a:pt x="43317" y="30544"/>
                      </a:cubicBezTo>
                      <a:cubicBezTo>
                        <a:pt x="43317" y="34726"/>
                        <a:pt x="40774" y="38513"/>
                        <a:pt x="36903" y="40123"/>
                      </a:cubicBezTo>
                      <a:cubicBezTo>
                        <a:pt x="35625" y="40655"/>
                        <a:pt x="34283" y="40913"/>
                        <a:pt x="32952" y="40913"/>
                      </a:cubicBezTo>
                      <a:cubicBezTo>
                        <a:pt x="30248" y="40913"/>
                        <a:pt x="27588" y="39851"/>
                        <a:pt x="25600" y="37863"/>
                      </a:cubicBezTo>
                      <a:cubicBezTo>
                        <a:pt x="19073" y="31336"/>
                        <a:pt x="23707" y="20146"/>
                        <a:pt x="32947" y="20146"/>
                      </a:cubicBezTo>
                      <a:close/>
                      <a:moveTo>
                        <a:pt x="32946" y="19453"/>
                      </a:moveTo>
                      <a:cubicBezTo>
                        <a:pt x="30061" y="19453"/>
                        <a:pt x="27228" y="20571"/>
                        <a:pt x="25092" y="22689"/>
                      </a:cubicBezTo>
                      <a:cubicBezTo>
                        <a:pt x="21927" y="25882"/>
                        <a:pt x="20995" y="30629"/>
                        <a:pt x="22690" y="34783"/>
                      </a:cubicBezTo>
                      <a:cubicBezTo>
                        <a:pt x="24414" y="38908"/>
                        <a:pt x="28454" y="41621"/>
                        <a:pt x="32947" y="41621"/>
                      </a:cubicBezTo>
                      <a:cubicBezTo>
                        <a:pt x="39050" y="41621"/>
                        <a:pt x="44024" y="36648"/>
                        <a:pt x="44024" y="30544"/>
                      </a:cubicBezTo>
                      <a:cubicBezTo>
                        <a:pt x="44024" y="26052"/>
                        <a:pt x="41311" y="22011"/>
                        <a:pt x="37185" y="20287"/>
                      </a:cubicBezTo>
                      <a:cubicBezTo>
                        <a:pt x="35811" y="19726"/>
                        <a:pt x="34372" y="19453"/>
                        <a:pt x="32946" y="19453"/>
                      </a:cubicBezTo>
                      <a:close/>
                      <a:moveTo>
                        <a:pt x="32947" y="15710"/>
                      </a:moveTo>
                      <a:lnTo>
                        <a:pt x="32947" y="15738"/>
                      </a:lnTo>
                      <a:cubicBezTo>
                        <a:pt x="41113" y="15738"/>
                        <a:pt x="47725" y="22350"/>
                        <a:pt x="47753" y="30544"/>
                      </a:cubicBezTo>
                      <a:cubicBezTo>
                        <a:pt x="47753" y="36535"/>
                        <a:pt x="44137" y="41932"/>
                        <a:pt x="38598" y="44221"/>
                      </a:cubicBezTo>
                      <a:cubicBezTo>
                        <a:pt x="36768" y="44977"/>
                        <a:pt x="34848" y="45345"/>
                        <a:pt x="32944" y="45345"/>
                      </a:cubicBezTo>
                      <a:cubicBezTo>
                        <a:pt x="29089" y="45345"/>
                        <a:pt x="25301" y="43837"/>
                        <a:pt x="22464" y="40999"/>
                      </a:cubicBezTo>
                      <a:cubicBezTo>
                        <a:pt x="18225" y="36761"/>
                        <a:pt x="16954" y="30403"/>
                        <a:pt x="19243" y="24865"/>
                      </a:cubicBezTo>
                      <a:cubicBezTo>
                        <a:pt x="21531" y="19327"/>
                        <a:pt x="26957" y="15710"/>
                        <a:pt x="32947" y="15710"/>
                      </a:cubicBezTo>
                      <a:close/>
                      <a:moveTo>
                        <a:pt x="32945" y="15009"/>
                      </a:moveTo>
                      <a:cubicBezTo>
                        <a:pt x="28901" y="15009"/>
                        <a:pt x="24923" y="16585"/>
                        <a:pt x="21955" y="19553"/>
                      </a:cubicBezTo>
                      <a:cubicBezTo>
                        <a:pt x="17519" y="23989"/>
                        <a:pt x="16191" y="30686"/>
                        <a:pt x="18593" y="36478"/>
                      </a:cubicBezTo>
                      <a:cubicBezTo>
                        <a:pt x="20995" y="42271"/>
                        <a:pt x="26646" y="46057"/>
                        <a:pt x="32947" y="46057"/>
                      </a:cubicBezTo>
                      <a:lnTo>
                        <a:pt x="32947" y="46085"/>
                      </a:lnTo>
                      <a:cubicBezTo>
                        <a:pt x="41509" y="46057"/>
                        <a:pt x="48460" y="39106"/>
                        <a:pt x="48460" y="30544"/>
                      </a:cubicBezTo>
                      <a:cubicBezTo>
                        <a:pt x="48460" y="24243"/>
                        <a:pt x="44673" y="18592"/>
                        <a:pt x="38881" y="16190"/>
                      </a:cubicBezTo>
                      <a:cubicBezTo>
                        <a:pt x="36963" y="15395"/>
                        <a:pt x="34946" y="15009"/>
                        <a:pt x="32945" y="15009"/>
                      </a:cubicBezTo>
                      <a:close/>
                      <a:moveTo>
                        <a:pt x="32947" y="12149"/>
                      </a:moveTo>
                      <a:cubicBezTo>
                        <a:pt x="43091" y="12149"/>
                        <a:pt x="51314" y="20400"/>
                        <a:pt x="51342" y="30544"/>
                      </a:cubicBezTo>
                      <a:cubicBezTo>
                        <a:pt x="51342" y="37976"/>
                        <a:pt x="46849" y="44701"/>
                        <a:pt x="39983" y="47555"/>
                      </a:cubicBezTo>
                      <a:cubicBezTo>
                        <a:pt x="37700" y="48490"/>
                        <a:pt x="35306" y="48946"/>
                        <a:pt x="32934" y="48946"/>
                      </a:cubicBezTo>
                      <a:cubicBezTo>
                        <a:pt x="28141" y="48946"/>
                        <a:pt x="23437" y="47086"/>
                        <a:pt x="19921" y="43571"/>
                      </a:cubicBezTo>
                      <a:cubicBezTo>
                        <a:pt x="14665" y="38287"/>
                        <a:pt x="13083" y="30375"/>
                        <a:pt x="15937" y="23509"/>
                      </a:cubicBezTo>
                      <a:cubicBezTo>
                        <a:pt x="18791" y="16642"/>
                        <a:pt x="25487" y="12149"/>
                        <a:pt x="32947" y="12149"/>
                      </a:cubicBezTo>
                      <a:close/>
                      <a:moveTo>
                        <a:pt x="32965" y="11443"/>
                      </a:moveTo>
                      <a:cubicBezTo>
                        <a:pt x="27990" y="11443"/>
                        <a:pt x="23094" y="13384"/>
                        <a:pt x="19440" y="17038"/>
                      </a:cubicBezTo>
                      <a:cubicBezTo>
                        <a:pt x="13959" y="22491"/>
                        <a:pt x="12320" y="30714"/>
                        <a:pt x="15287" y="37863"/>
                      </a:cubicBezTo>
                      <a:cubicBezTo>
                        <a:pt x="18254" y="45012"/>
                        <a:pt x="25205" y="49646"/>
                        <a:pt x="32947" y="49646"/>
                      </a:cubicBezTo>
                      <a:lnTo>
                        <a:pt x="32947" y="49674"/>
                      </a:lnTo>
                      <a:cubicBezTo>
                        <a:pt x="43487" y="49646"/>
                        <a:pt x="52020" y="41084"/>
                        <a:pt x="52048" y="30544"/>
                      </a:cubicBezTo>
                      <a:cubicBezTo>
                        <a:pt x="52048" y="22830"/>
                        <a:pt x="47386" y="15851"/>
                        <a:pt x="40237" y="12884"/>
                      </a:cubicBezTo>
                      <a:cubicBezTo>
                        <a:pt x="37887" y="11914"/>
                        <a:pt x="35417" y="11443"/>
                        <a:pt x="32965" y="11443"/>
                      </a:cubicBezTo>
                      <a:close/>
                      <a:moveTo>
                        <a:pt x="32947" y="8137"/>
                      </a:moveTo>
                      <a:cubicBezTo>
                        <a:pt x="45295" y="8165"/>
                        <a:pt x="55326" y="18168"/>
                        <a:pt x="55354" y="30544"/>
                      </a:cubicBezTo>
                      <a:cubicBezTo>
                        <a:pt x="55354" y="39615"/>
                        <a:pt x="49873" y="47781"/>
                        <a:pt x="41509" y="51256"/>
                      </a:cubicBezTo>
                      <a:cubicBezTo>
                        <a:pt x="38739" y="52398"/>
                        <a:pt x="35830" y="52954"/>
                        <a:pt x="32944" y="52954"/>
                      </a:cubicBezTo>
                      <a:cubicBezTo>
                        <a:pt x="27116" y="52954"/>
                        <a:pt x="21385" y="50686"/>
                        <a:pt x="17095" y="46396"/>
                      </a:cubicBezTo>
                      <a:cubicBezTo>
                        <a:pt x="10681" y="39982"/>
                        <a:pt x="8760" y="30347"/>
                        <a:pt x="12235" y="21983"/>
                      </a:cubicBezTo>
                      <a:cubicBezTo>
                        <a:pt x="15711" y="13591"/>
                        <a:pt x="23877" y="8137"/>
                        <a:pt x="32947" y="8137"/>
                      </a:cubicBezTo>
                      <a:close/>
                      <a:moveTo>
                        <a:pt x="32964" y="7435"/>
                      </a:moveTo>
                      <a:cubicBezTo>
                        <a:pt x="26937" y="7435"/>
                        <a:pt x="21014" y="9784"/>
                        <a:pt x="16587" y="14212"/>
                      </a:cubicBezTo>
                      <a:cubicBezTo>
                        <a:pt x="9975" y="20824"/>
                        <a:pt x="7997" y="30742"/>
                        <a:pt x="11585" y="39389"/>
                      </a:cubicBezTo>
                      <a:cubicBezTo>
                        <a:pt x="15145" y="48035"/>
                        <a:pt x="23594" y="53658"/>
                        <a:pt x="32947" y="53658"/>
                      </a:cubicBezTo>
                      <a:cubicBezTo>
                        <a:pt x="45691" y="53658"/>
                        <a:pt x="56033" y="43316"/>
                        <a:pt x="56061" y="30544"/>
                      </a:cubicBezTo>
                      <a:cubicBezTo>
                        <a:pt x="56061" y="21192"/>
                        <a:pt x="50409" y="12771"/>
                        <a:pt x="41791" y="9183"/>
                      </a:cubicBezTo>
                      <a:cubicBezTo>
                        <a:pt x="38935" y="8006"/>
                        <a:pt x="35937" y="7435"/>
                        <a:pt x="32964" y="7435"/>
                      </a:cubicBezTo>
                      <a:close/>
                      <a:moveTo>
                        <a:pt x="32947" y="4379"/>
                      </a:moveTo>
                      <a:cubicBezTo>
                        <a:pt x="47386" y="4407"/>
                        <a:pt x="59084" y="16105"/>
                        <a:pt x="59112" y="30544"/>
                      </a:cubicBezTo>
                      <a:cubicBezTo>
                        <a:pt x="59112" y="41141"/>
                        <a:pt x="52727" y="50663"/>
                        <a:pt x="42950" y="54732"/>
                      </a:cubicBezTo>
                      <a:cubicBezTo>
                        <a:pt x="39714" y="56069"/>
                        <a:pt x="36318" y="56719"/>
                        <a:pt x="32950" y="56719"/>
                      </a:cubicBezTo>
                      <a:cubicBezTo>
                        <a:pt x="26141" y="56719"/>
                        <a:pt x="19449" y="54062"/>
                        <a:pt x="14439" y="49052"/>
                      </a:cubicBezTo>
                      <a:cubicBezTo>
                        <a:pt x="6951" y="41564"/>
                        <a:pt x="4719" y="30318"/>
                        <a:pt x="8760" y="20542"/>
                      </a:cubicBezTo>
                      <a:cubicBezTo>
                        <a:pt x="12800" y="10765"/>
                        <a:pt x="22351" y="4379"/>
                        <a:pt x="32947" y="4379"/>
                      </a:cubicBezTo>
                      <a:close/>
                      <a:moveTo>
                        <a:pt x="32937" y="3678"/>
                      </a:moveTo>
                      <a:cubicBezTo>
                        <a:pt x="25941" y="3678"/>
                        <a:pt x="19070" y="6416"/>
                        <a:pt x="13930" y="11556"/>
                      </a:cubicBezTo>
                      <a:cubicBezTo>
                        <a:pt x="6245" y="19242"/>
                        <a:pt x="3956" y="30799"/>
                        <a:pt x="8110" y="40830"/>
                      </a:cubicBezTo>
                      <a:cubicBezTo>
                        <a:pt x="12263" y="50861"/>
                        <a:pt x="22068" y="57416"/>
                        <a:pt x="32947" y="57416"/>
                      </a:cubicBezTo>
                      <a:lnTo>
                        <a:pt x="32947" y="57445"/>
                      </a:lnTo>
                      <a:cubicBezTo>
                        <a:pt x="47782" y="57416"/>
                        <a:pt x="59791" y="45379"/>
                        <a:pt x="59819" y="30544"/>
                      </a:cubicBezTo>
                      <a:cubicBezTo>
                        <a:pt x="59819" y="19666"/>
                        <a:pt x="53263" y="9889"/>
                        <a:pt x="43232" y="5735"/>
                      </a:cubicBezTo>
                      <a:cubicBezTo>
                        <a:pt x="39900" y="4350"/>
                        <a:pt x="36403" y="3678"/>
                        <a:pt x="32937" y="3678"/>
                      </a:cubicBezTo>
                      <a:close/>
                      <a:moveTo>
                        <a:pt x="32947" y="706"/>
                      </a:moveTo>
                      <a:cubicBezTo>
                        <a:pt x="49421" y="734"/>
                        <a:pt x="62758" y="14071"/>
                        <a:pt x="62786" y="30544"/>
                      </a:cubicBezTo>
                      <a:cubicBezTo>
                        <a:pt x="62786" y="42610"/>
                        <a:pt x="55496" y="53489"/>
                        <a:pt x="44363" y="58123"/>
                      </a:cubicBezTo>
                      <a:cubicBezTo>
                        <a:pt x="40668" y="59647"/>
                        <a:pt x="36791" y="60389"/>
                        <a:pt x="32947" y="60389"/>
                      </a:cubicBezTo>
                      <a:cubicBezTo>
                        <a:pt x="25179" y="60389"/>
                        <a:pt x="17548" y="57361"/>
                        <a:pt x="11839" y="51652"/>
                      </a:cubicBezTo>
                      <a:cubicBezTo>
                        <a:pt x="3306" y="43119"/>
                        <a:pt x="763" y="30290"/>
                        <a:pt x="5369" y="19129"/>
                      </a:cubicBezTo>
                      <a:cubicBezTo>
                        <a:pt x="10003" y="7996"/>
                        <a:pt x="20882" y="706"/>
                        <a:pt x="32947" y="706"/>
                      </a:cubicBezTo>
                      <a:close/>
                      <a:moveTo>
                        <a:pt x="32965" y="0"/>
                      </a:moveTo>
                      <a:cubicBezTo>
                        <a:pt x="25013" y="0"/>
                        <a:pt x="17196" y="3110"/>
                        <a:pt x="11331" y="8956"/>
                      </a:cubicBezTo>
                      <a:cubicBezTo>
                        <a:pt x="2600" y="17688"/>
                        <a:pt x="0" y="30827"/>
                        <a:pt x="4719" y="42243"/>
                      </a:cubicBezTo>
                      <a:cubicBezTo>
                        <a:pt x="9438" y="53658"/>
                        <a:pt x="20571" y="61090"/>
                        <a:pt x="32947" y="61090"/>
                      </a:cubicBezTo>
                      <a:cubicBezTo>
                        <a:pt x="49788" y="61061"/>
                        <a:pt x="63464" y="47414"/>
                        <a:pt x="63492" y="30544"/>
                      </a:cubicBezTo>
                      <a:cubicBezTo>
                        <a:pt x="63492" y="18196"/>
                        <a:pt x="56033" y="7063"/>
                        <a:pt x="44617" y="2316"/>
                      </a:cubicBezTo>
                      <a:cubicBezTo>
                        <a:pt x="40845" y="757"/>
                        <a:pt x="36889" y="0"/>
                        <a:pt x="32965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25" name="Google Shape;525;p15"/>
            <p:cNvGrpSpPr/>
            <p:nvPr/>
          </p:nvGrpSpPr>
          <p:grpSpPr>
            <a:xfrm>
              <a:off x="7618450" y="1809350"/>
              <a:ext cx="1527000" cy="1527000"/>
              <a:chOff x="7618450" y="1809350"/>
              <a:chExt cx="1527000" cy="1527000"/>
            </a:xfrm>
          </p:grpSpPr>
          <p:sp>
            <p:nvSpPr>
              <p:cNvPr id="526" name="Google Shape;526;p15"/>
              <p:cNvSpPr/>
              <p:nvPr/>
            </p:nvSpPr>
            <p:spPr>
              <a:xfrm>
                <a:off x="7618450" y="1809350"/>
                <a:ext cx="1527000" cy="152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27" name="Google Shape;527;p15"/>
              <p:cNvGrpSpPr/>
              <p:nvPr/>
            </p:nvGrpSpPr>
            <p:grpSpPr>
              <a:xfrm rot="10800000">
                <a:off x="8590210" y="2018675"/>
                <a:ext cx="553800" cy="1108350"/>
                <a:chOff x="380375" y="689750"/>
                <a:chExt cx="553800" cy="1108350"/>
              </a:xfrm>
            </p:grpSpPr>
            <p:sp>
              <p:nvSpPr>
                <p:cNvPr id="528" name="Google Shape;528;p15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5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30" name="Google Shape;530;p15"/>
              <p:cNvGrpSpPr/>
              <p:nvPr/>
            </p:nvGrpSpPr>
            <p:grpSpPr>
              <a:xfrm rot="10800000">
                <a:off x="8036945" y="2172366"/>
                <a:ext cx="160019" cy="800968"/>
                <a:chOff x="1872825" y="1506100"/>
                <a:chExt cx="329800" cy="1650800"/>
              </a:xfrm>
            </p:grpSpPr>
            <p:sp>
              <p:nvSpPr>
                <p:cNvPr id="531" name="Google Shape;531;p15"/>
                <p:cNvSpPr/>
                <p:nvPr/>
              </p:nvSpPr>
              <p:spPr>
                <a:xfrm>
                  <a:off x="1872825" y="1506100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5"/>
                <p:cNvSpPr/>
                <p:nvPr/>
              </p:nvSpPr>
              <p:spPr>
                <a:xfrm>
                  <a:off x="1872825" y="2166950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15"/>
                <p:cNvSpPr/>
                <p:nvPr/>
              </p:nvSpPr>
              <p:spPr>
                <a:xfrm>
                  <a:off x="1872825" y="28278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34" name="Google Shape;534;p15"/>
            <p:cNvGrpSpPr/>
            <p:nvPr/>
          </p:nvGrpSpPr>
          <p:grpSpPr>
            <a:xfrm>
              <a:off x="-1450" y="1808250"/>
              <a:ext cx="1527000" cy="1527000"/>
              <a:chOff x="-1450" y="1817475"/>
              <a:chExt cx="1527000" cy="1527000"/>
            </a:xfrm>
          </p:grpSpPr>
          <p:sp>
            <p:nvSpPr>
              <p:cNvPr id="535" name="Google Shape;535;p15"/>
              <p:cNvSpPr/>
              <p:nvPr/>
            </p:nvSpPr>
            <p:spPr>
              <a:xfrm>
                <a:off x="-1450" y="1817475"/>
                <a:ext cx="1527000" cy="1527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36" name="Google Shape;536;p15"/>
              <p:cNvGrpSpPr/>
              <p:nvPr/>
            </p:nvGrpSpPr>
            <p:grpSpPr>
              <a:xfrm>
                <a:off x="994488" y="2104893"/>
                <a:ext cx="263250" cy="952154"/>
                <a:chOff x="105244" y="3109529"/>
                <a:chExt cx="388675" cy="1405808"/>
              </a:xfrm>
            </p:grpSpPr>
            <p:sp>
              <p:nvSpPr>
                <p:cNvPr id="537" name="Google Shape;537;p15"/>
                <p:cNvSpPr/>
                <p:nvPr/>
              </p:nvSpPr>
              <p:spPr>
                <a:xfrm rot="5400000">
                  <a:off x="72644" y="4094063"/>
                  <a:ext cx="453875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5" h="15547" extrusionOk="0">
                      <a:moveTo>
                        <a:pt x="10391" y="4398"/>
                      </a:moveTo>
                      <a:cubicBezTo>
                        <a:pt x="12259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2" y="11172"/>
                      </a:cubicBezTo>
                      <a:cubicBezTo>
                        <a:pt x="9531" y="11172"/>
                        <a:pt x="8685" y="10864"/>
                        <a:pt x="7998" y="10176"/>
                      </a:cubicBezTo>
                      <a:cubicBezTo>
                        <a:pt x="5867" y="8046"/>
                        <a:pt x="7385" y="4398"/>
                        <a:pt x="10391" y="4398"/>
                      </a:cubicBezTo>
                      <a:close/>
                      <a:moveTo>
                        <a:pt x="10344" y="1"/>
                      </a:moveTo>
                      <a:cubicBezTo>
                        <a:pt x="8437" y="1"/>
                        <a:pt x="6490" y="710"/>
                        <a:pt x="4904" y="2296"/>
                      </a:cubicBezTo>
                      <a:cubicBezTo>
                        <a:pt x="1" y="7170"/>
                        <a:pt x="3474" y="15546"/>
                        <a:pt x="10391" y="15546"/>
                      </a:cubicBezTo>
                      <a:cubicBezTo>
                        <a:pt x="14681" y="15546"/>
                        <a:pt x="18154" y="12073"/>
                        <a:pt x="18154" y="7783"/>
                      </a:cubicBezTo>
                      <a:cubicBezTo>
                        <a:pt x="18154" y="3104"/>
                        <a:pt x="14334" y="1"/>
                        <a:pt x="103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8" name="Google Shape;538;p15"/>
                <p:cNvSpPr/>
                <p:nvPr/>
              </p:nvSpPr>
              <p:spPr>
                <a:xfrm rot="5400000">
                  <a:off x="72656" y="3618096"/>
                  <a:ext cx="453850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4" h="15547" extrusionOk="0">
                      <a:moveTo>
                        <a:pt x="10390" y="4398"/>
                      </a:moveTo>
                      <a:cubicBezTo>
                        <a:pt x="12258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1" y="11172"/>
                      </a:cubicBezTo>
                      <a:cubicBezTo>
                        <a:pt x="9531" y="11172"/>
                        <a:pt x="8685" y="10864"/>
                        <a:pt x="7997" y="10176"/>
                      </a:cubicBezTo>
                      <a:cubicBezTo>
                        <a:pt x="5837" y="8046"/>
                        <a:pt x="7355" y="4398"/>
                        <a:pt x="10390" y="4398"/>
                      </a:cubicBezTo>
                      <a:close/>
                      <a:moveTo>
                        <a:pt x="10322" y="1"/>
                      </a:moveTo>
                      <a:cubicBezTo>
                        <a:pt x="8410" y="1"/>
                        <a:pt x="6460" y="710"/>
                        <a:pt x="4874" y="2296"/>
                      </a:cubicBezTo>
                      <a:cubicBezTo>
                        <a:pt x="0" y="7170"/>
                        <a:pt x="3473" y="15546"/>
                        <a:pt x="10390" y="15546"/>
                      </a:cubicBezTo>
                      <a:cubicBezTo>
                        <a:pt x="14680" y="15546"/>
                        <a:pt x="18124" y="12073"/>
                        <a:pt x="18153" y="7783"/>
                      </a:cubicBezTo>
                      <a:cubicBezTo>
                        <a:pt x="18153" y="3104"/>
                        <a:pt x="14320" y="1"/>
                        <a:pt x="1032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9" name="Google Shape;539;p15"/>
                <p:cNvSpPr/>
                <p:nvPr/>
              </p:nvSpPr>
              <p:spPr>
                <a:xfrm rot="5400000">
                  <a:off x="72644" y="3142129"/>
                  <a:ext cx="453875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5" h="15547" extrusionOk="0">
                      <a:moveTo>
                        <a:pt x="10391" y="4398"/>
                      </a:moveTo>
                      <a:cubicBezTo>
                        <a:pt x="12259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2" y="11172"/>
                      </a:cubicBezTo>
                      <a:cubicBezTo>
                        <a:pt x="9531" y="11172"/>
                        <a:pt x="8685" y="10864"/>
                        <a:pt x="7998" y="10176"/>
                      </a:cubicBezTo>
                      <a:cubicBezTo>
                        <a:pt x="5867" y="8046"/>
                        <a:pt x="7385" y="4398"/>
                        <a:pt x="10391" y="4398"/>
                      </a:cubicBezTo>
                      <a:close/>
                      <a:moveTo>
                        <a:pt x="10344" y="1"/>
                      </a:moveTo>
                      <a:cubicBezTo>
                        <a:pt x="8437" y="1"/>
                        <a:pt x="6490" y="710"/>
                        <a:pt x="4904" y="2296"/>
                      </a:cubicBezTo>
                      <a:cubicBezTo>
                        <a:pt x="1" y="7170"/>
                        <a:pt x="3474" y="15546"/>
                        <a:pt x="10391" y="15546"/>
                      </a:cubicBezTo>
                      <a:cubicBezTo>
                        <a:pt x="14681" y="15546"/>
                        <a:pt x="18154" y="12073"/>
                        <a:pt x="18154" y="7783"/>
                      </a:cubicBezTo>
                      <a:cubicBezTo>
                        <a:pt x="18154" y="3104"/>
                        <a:pt x="14334" y="1"/>
                        <a:pt x="10344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40" name="Google Shape;540;p15"/>
              <p:cNvGrpSpPr/>
              <p:nvPr/>
            </p:nvGrpSpPr>
            <p:grpSpPr>
              <a:xfrm rot="5400000">
                <a:off x="-360644" y="2219799"/>
                <a:ext cx="1443947" cy="722352"/>
                <a:chOff x="4122925" y="4029425"/>
                <a:chExt cx="1430500" cy="715625"/>
              </a:xfrm>
            </p:grpSpPr>
            <p:sp>
              <p:nvSpPr>
                <p:cNvPr id="541" name="Google Shape;541;p15"/>
                <p:cNvSpPr/>
                <p:nvPr/>
              </p:nvSpPr>
              <p:spPr>
                <a:xfrm>
                  <a:off x="4837800" y="4030125"/>
                  <a:ext cx="715625" cy="71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25" h="28597" extrusionOk="0">
                      <a:moveTo>
                        <a:pt x="57" y="1"/>
                      </a:moveTo>
                      <a:cubicBezTo>
                        <a:pt x="29" y="933"/>
                        <a:pt x="1" y="1837"/>
                        <a:pt x="1" y="2798"/>
                      </a:cubicBezTo>
                      <a:lnTo>
                        <a:pt x="1" y="14129"/>
                      </a:lnTo>
                      <a:cubicBezTo>
                        <a:pt x="7997" y="14129"/>
                        <a:pt x="14496" y="20600"/>
                        <a:pt x="14496" y="28596"/>
                      </a:cubicBezTo>
                      <a:lnTo>
                        <a:pt x="28624" y="28596"/>
                      </a:lnTo>
                      <a:cubicBezTo>
                        <a:pt x="28596" y="12829"/>
                        <a:pt x="15824" y="29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2" name="Google Shape;542;p15"/>
                <p:cNvSpPr/>
                <p:nvPr/>
              </p:nvSpPr>
              <p:spPr>
                <a:xfrm>
                  <a:off x="4122925" y="4029425"/>
                  <a:ext cx="714900" cy="71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6" h="28625" extrusionOk="0">
                      <a:moveTo>
                        <a:pt x="28596" y="0"/>
                      </a:moveTo>
                      <a:cubicBezTo>
                        <a:pt x="12800" y="29"/>
                        <a:pt x="0" y="12829"/>
                        <a:pt x="0" y="28624"/>
                      </a:cubicBezTo>
                      <a:lnTo>
                        <a:pt x="14128" y="28624"/>
                      </a:lnTo>
                      <a:cubicBezTo>
                        <a:pt x="14128" y="20628"/>
                        <a:pt x="20599" y="14129"/>
                        <a:pt x="28596" y="14129"/>
                      </a:cubicBezTo>
                      <a:lnTo>
                        <a:pt x="285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43" name="Google Shape;543;p15"/>
            <p:cNvGrpSpPr/>
            <p:nvPr/>
          </p:nvGrpSpPr>
          <p:grpSpPr>
            <a:xfrm>
              <a:off x="-1450" y="3616500"/>
              <a:ext cx="1527000" cy="1527023"/>
              <a:chOff x="-1450" y="3616500"/>
              <a:chExt cx="1527000" cy="1527023"/>
            </a:xfrm>
          </p:grpSpPr>
          <p:sp>
            <p:nvSpPr>
              <p:cNvPr id="544" name="Google Shape;544;p15"/>
              <p:cNvSpPr/>
              <p:nvPr/>
            </p:nvSpPr>
            <p:spPr>
              <a:xfrm>
                <a:off x="-1450" y="3616500"/>
                <a:ext cx="1527000" cy="152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45" name="Google Shape;545;p15"/>
              <p:cNvGrpSpPr/>
              <p:nvPr/>
            </p:nvGrpSpPr>
            <p:grpSpPr>
              <a:xfrm>
                <a:off x="38452" y="3616508"/>
                <a:ext cx="1447195" cy="1527015"/>
                <a:chOff x="6497875" y="951600"/>
                <a:chExt cx="547475" cy="574325"/>
              </a:xfrm>
            </p:grpSpPr>
            <p:sp>
              <p:nvSpPr>
                <p:cNvPr id="546" name="Google Shape;546;p15"/>
                <p:cNvSpPr/>
                <p:nvPr/>
              </p:nvSpPr>
              <p:spPr>
                <a:xfrm>
                  <a:off x="6497875" y="1252525"/>
                  <a:ext cx="547475" cy="273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" h="10936" extrusionOk="0">
                      <a:moveTo>
                        <a:pt x="10964" y="0"/>
                      </a:moveTo>
                      <a:cubicBezTo>
                        <a:pt x="4889" y="0"/>
                        <a:pt x="0" y="4889"/>
                        <a:pt x="0" y="10936"/>
                      </a:cubicBezTo>
                      <a:lnTo>
                        <a:pt x="21899" y="10936"/>
                      </a:lnTo>
                      <a:cubicBezTo>
                        <a:pt x="21899" y="4889"/>
                        <a:pt x="17011" y="0"/>
                        <a:pt x="1096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7" name="Google Shape;547;p15"/>
                <p:cNvSpPr/>
                <p:nvPr/>
              </p:nvSpPr>
              <p:spPr>
                <a:xfrm>
                  <a:off x="6497875" y="951600"/>
                  <a:ext cx="547475" cy="2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899" h="10964" extrusionOk="0">
                      <a:moveTo>
                        <a:pt x="0" y="0"/>
                      </a:moveTo>
                      <a:cubicBezTo>
                        <a:pt x="0" y="6047"/>
                        <a:pt x="4889" y="10964"/>
                        <a:pt x="10964" y="10964"/>
                      </a:cubicBezTo>
                      <a:cubicBezTo>
                        <a:pt x="17011" y="10964"/>
                        <a:pt x="21899" y="6047"/>
                        <a:pt x="21899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48" name="Google Shape;548;p15"/>
            <p:cNvGrpSpPr/>
            <p:nvPr/>
          </p:nvGrpSpPr>
          <p:grpSpPr>
            <a:xfrm>
              <a:off x="7614109" y="3618695"/>
              <a:ext cx="1529811" cy="1529811"/>
              <a:chOff x="6858648" y="2863161"/>
              <a:chExt cx="2285347" cy="2285347"/>
            </a:xfrm>
          </p:grpSpPr>
          <p:sp>
            <p:nvSpPr>
              <p:cNvPr id="549" name="Google Shape;549;p15"/>
              <p:cNvSpPr/>
              <p:nvPr/>
            </p:nvSpPr>
            <p:spPr>
              <a:xfrm>
                <a:off x="6858648" y="2863161"/>
                <a:ext cx="2285347" cy="2285347"/>
              </a:xfrm>
              <a:custGeom>
                <a:avLst/>
                <a:gdLst/>
                <a:ahLst/>
                <a:cxnLst/>
                <a:rect l="l" t="t" r="r" b="b"/>
                <a:pathLst>
                  <a:path w="113094" h="113094" extrusionOk="0">
                    <a:moveTo>
                      <a:pt x="40101" y="1"/>
                    </a:moveTo>
                    <a:cubicBezTo>
                      <a:pt x="17950" y="1"/>
                      <a:pt x="1" y="17950"/>
                      <a:pt x="1" y="40101"/>
                    </a:cubicBezTo>
                    <a:lnTo>
                      <a:pt x="1" y="113094"/>
                    </a:lnTo>
                    <a:lnTo>
                      <a:pt x="113094" y="113094"/>
                    </a:lnTo>
                    <a:lnTo>
                      <a:pt x="11309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5"/>
              <p:cNvSpPr/>
              <p:nvPr/>
            </p:nvSpPr>
            <p:spPr>
              <a:xfrm>
                <a:off x="7204672" y="3209185"/>
                <a:ext cx="1593300" cy="1593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1" name="Google Shape;551;p15"/>
              <p:cNvGrpSpPr/>
              <p:nvPr/>
            </p:nvGrpSpPr>
            <p:grpSpPr>
              <a:xfrm flipH="1">
                <a:off x="7259697" y="3209175"/>
                <a:ext cx="1167425" cy="1108200"/>
                <a:chOff x="5575325" y="3137500"/>
                <a:chExt cx="1167425" cy="1108200"/>
              </a:xfrm>
            </p:grpSpPr>
            <p:sp>
              <p:nvSpPr>
                <p:cNvPr id="552" name="Google Shape;552;p15"/>
                <p:cNvSpPr/>
                <p:nvPr/>
              </p:nvSpPr>
              <p:spPr>
                <a:xfrm>
                  <a:off x="5575325" y="3137500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3" name="Google Shape;553;p15"/>
                <p:cNvSpPr/>
                <p:nvPr/>
              </p:nvSpPr>
              <p:spPr>
                <a:xfrm>
                  <a:off x="5655575" y="3315125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54" name="Google Shape;554;p15"/>
            <p:cNvGrpSpPr/>
            <p:nvPr/>
          </p:nvGrpSpPr>
          <p:grpSpPr>
            <a:xfrm>
              <a:off x="-2907" y="-9"/>
              <a:ext cx="1529907" cy="1527009"/>
              <a:chOff x="-2907" y="-9"/>
              <a:chExt cx="1529907" cy="1527009"/>
            </a:xfrm>
          </p:grpSpPr>
          <p:sp>
            <p:nvSpPr>
              <p:cNvPr id="555" name="Google Shape;555;p15"/>
              <p:cNvSpPr/>
              <p:nvPr/>
            </p:nvSpPr>
            <p:spPr>
              <a:xfrm>
                <a:off x="0" y="0"/>
                <a:ext cx="1527000" cy="1527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56" name="Google Shape;556;p15"/>
              <p:cNvGrpSpPr/>
              <p:nvPr/>
            </p:nvGrpSpPr>
            <p:grpSpPr>
              <a:xfrm rot="10800000" flipH="1">
                <a:off x="-2907" y="-9"/>
                <a:ext cx="764130" cy="764134"/>
                <a:chOff x="9247818" y="906703"/>
                <a:chExt cx="993925" cy="1029275"/>
              </a:xfrm>
            </p:grpSpPr>
            <p:sp>
              <p:nvSpPr>
                <p:cNvPr id="557" name="Google Shape;557;p15"/>
                <p:cNvSpPr/>
                <p:nvPr/>
              </p:nvSpPr>
              <p:spPr>
                <a:xfrm>
                  <a:off x="9247818" y="906703"/>
                  <a:ext cx="993925" cy="10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57" h="41171" extrusionOk="0">
                      <a:moveTo>
                        <a:pt x="0" y="1"/>
                      </a:moveTo>
                      <a:lnTo>
                        <a:pt x="0" y="41170"/>
                      </a:lnTo>
                      <a:lnTo>
                        <a:pt x="39757" y="41170"/>
                      </a:lnTo>
                      <a:cubicBezTo>
                        <a:pt x="39757" y="18989"/>
                        <a:pt x="22181" y="764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8" name="Google Shape;558;p15"/>
                <p:cNvSpPr/>
                <p:nvPr/>
              </p:nvSpPr>
              <p:spPr>
                <a:xfrm>
                  <a:off x="9247818" y="1120053"/>
                  <a:ext cx="787650" cy="81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06" h="32637" extrusionOk="0">
                      <a:moveTo>
                        <a:pt x="0" y="0"/>
                      </a:moveTo>
                      <a:lnTo>
                        <a:pt x="0" y="32636"/>
                      </a:lnTo>
                      <a:lnTo>
                        <a:pt x="31506" y="32636"/>
                      </a:lnTo>
                      <a:cubicBezTo>
                        <a:pt x="28454" y="16445"/>
                        <a:pt x="16078" y="361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59" name="Google Shape;559;p15"/>
              <p:cNvGrpSpPr/>
              <p:nvPr/>
            </p:nvGrpSpPr>
            <p:grpSpPr>
              <a:xfrm>
                <a:off x="285527" y="285521"/>
                <a:ext cx="955945" cy="955958"/>
                <a:chOff x="340570" y="334393"/>
                <a:chExt cx="955945" cy="955958"/>
              </a:xfrm>
            </p:grpSpPr>
            <p:grpSp>
              <p:nvGrpSpPr>
                <p:cNvPr id="560" name="Google Shape;560;p15"/>
                <p:cNvGrpSpPr/>
                <p:nvPr/>
              </p:nvGrpSpPr>
              <p:grpSpPr>
                <a:xfrm>
                  <a:off x="1065532" y="334393"/>
                  <a:ext cx="230983" cy="955958"/>
                  <a:chOff x="2439600" y="1817078"/>
                  <a:chExt cx="371295" cy="1536662"/>
                </a:xfrm>
              </p:grpSpPr>
              <p:sp>
                <p:nvSpPr>
                  <p:cNvPr id="561" name="Google Shape;561;p15"/>
                  <p:cNvSpPr/>
                  <p:nvPr/>
                </p:nvSpPr>
                <p:spPr>
                  <a:xfrm>
                    <a:off x="2439600" y="298235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2" name="Google Shape;562;p15"/>
                  <p:cNvSpPr/>
                  <p:nvPr/>
                </p:nvSpPr>
                <p:spPr>
                  <a:xfrm>
                    <a:off x="2439600" y="239971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3" name="Google Shape;563;p15"/>
                  <p:cNvSpPr/>
                  <p:nvPr/>
                </p:nvSpPr>
                <p:spPr>
                  <a:xfrm>
                    <a:off x="2439600" y="1817078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564" name="Google Shape;564;p15"/>
                <p:cNvGrpSpPr/>
                <p:nvPr/>
              </p:nvGrpSpPr>
              <p:grpSpPr>
                <a:xfrm rot="5400000">
                  <a:off x="521827" y="878098"/>
                  <a:ext cx="230983" cy="593498"/>
                  <a:chOff x="2439600" y="2399717"/>
                  <a:chExt cx="371295" cy="954023"/>
                </a:xfrm>
              </p:grpSpPr>
              <p:sp>
                <p:nvSpPr>
                  <p:cNvPr id="565" name="Google Shape;565;p15"/>
                  <p:cNvSpPr/>
                  <p:nvPr/>
                </p:nvSpPr>
                <p:spPr>
                  <a:xfrm>
                    <a:off x="2439600" y="298235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66" name="Google Shape;566;p15"/>
                  <p:cNvSpPr/>
                  <p:nvPr/>
                </p:nvSpPr>
                <p:spPr>
                  <a:xfrm>
                    <a:off x="2439600" y="239971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2_1_2">
    <p:bg>
      <p:bgPr>
        <a:solidFill>
          <a:schemeClr val="accent4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6"/>
          <p:cNvSpPr txBox="1">
            <a:spLocks noGrp="1"/>
          </p:cNvSpPr>
          <p:nvPr>
            <p:ph type="title"/>
          </p:nvPr>
        </p:nvSpPr>
        <p:spPr>
          <a:xfrm>
            <a:off x="1950150" y="1933323"/>
            <a:ext cx="52437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69" name="Google Shape;569;p16"/>
          <p:cNvSpPr txBox="1">
            <a:spLocks noGrp="1"/>
          </p:cNvSpPr>
          <p:nvPr>
            <p:ph type="title" idx="2" hasCustomPrompt="1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570" name="Google Shape;570;p16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grpSp>
        <p:nvGrpSpPr>
          <p:cNvPr id="571" name="Google Shape;571;p16"/>
          <p:cNvGrpSpPr/>
          <p:nvPr/>
        </p:nvGrpSpPr>
        <p:grpSpPr>
          <a:xfrm>
            <a:off x="-1450" y="0"/>
            <a:ext cx="9146900" cy="5148506"/>
            <a:chOff x="-1450" y="0"/>
            <a:chExt cx="9146900" cy="5148506"/>
          </a:xfrm>
        </p:grpSpPr>
        <p:grpSp>
          <p:nvGrpSpPr>
            <p:cNvPr id="572" name="Google Shape;572;p16"/>
            <p:cNvGrpSpPr/>
            <p:nvPr/>
          </p:nvGrpSpPr>
          <p:grpSpPr>
            <a:xfrm>
              <a:off x="7617000" y="1807026"/>
              <a:ext cx="1528450" cy="1529448"/>
              <a:chOff x="7617000" y="1807026"/>
              <a:chExt cx="1528450" cy="1529448"/>
            </a:xfrm>
          </p:grpSpPr>
          <p:sp>
            <p:nvSpPr>
              <p:cNvPr id="573" name="Google Shape;573;p16"/>
              <p:cNvSpPr/>
              <p:nvPr/>
            </p:nvSpPr>
            <p:spPr>
              <a:xfrm>
                <a:off x="8363050" y="1808250"/>
                <a:ext cx="782400" cy="15270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74" name="Google Shape;574;p16"/>
              <p:cNvGrpSpPr/>
              <p:nvPr/>
            </p:nvGrpSpPr>
            <p:grpSpPr>
              <a:xfrm rot="5400000">
                <a:off x="7234445" y="2189581"/>
                <a:ext cx="1529448" cy="764338"/>
                <a:chOff x="3474425" y="329950"/>
                <a:chExt cx="2726775" cy="1362700"/>
              </a:xfrm>
            </p:grpSpPr>
            <p:sp>
              <p:nvSpPr>
                <p:cNvPr id="575" name="Google Shape;575;p16"/>
                <p:cNvSpPr/>
                <p:nvPr/>
              </p:nvSpPr>
              <p:spPr>
                <a:xfrm>
                  <a:off x="3474425" y="329950"/>
                  <a:ext cx="2726775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71" h="54508" extrusionOk="0">
                      <a:moveTo>
                        <a:pt x="1" y="0"/>
                      </a:moveTo>
                      <a:cubicBezTo>
                        <a:pt x="1" y="30093"/>
                        <a:pt x="24414" y="54507"/>
                        <a:pt x="54536" y="54507"/>
                      </a:cubicBezTo>
                      <a:cubicBezTo>
                        <a:pt x="84657" y="54507"/>
                        <a:pt x="109070" y="30093"/>
                        <a:pt x="10907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6" name="Google Shape;576;p16"/>
                <p:cNvSpPr/>
                <p:nvPr/>
              </p:nvSpPr>
              <p:spPr>
                <a:xfrm>
                  <a:off x="3787375" y="332075"/>
                  <a:ext cx="2101600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4" h="42046" extrusionOk="0">
                      <a:moveTo>
                        <a:pt x="0" y="0"/>
                      </a:moveTo>
                      <a:cubicBezTo>
                        <a:pt x="0" y="23227"/>
                        <a:pt x="18791" y="42046"/>
                        <a:pt x="42018" y="42046"/>
                      </a:cubicBezTo>
                      <a:cubicBezTo>
                        <a:pt x="65244" y="42046"/>
                        <a:pt x="84063" y="23227"/>
                        <a:pt x="84063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7" name="Google Shape;577;p16"/>
                <p:cNvSpPr/>
                <p:nvPr/>
              </p:nvSpPr>
              <p:spPr>
                <a:xfrm>
                  <a:off x="3850250" y="329950"/>
                  <a:ext cx="1975150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06" h="54508" extrusionOk="0">
                      <a:moveTo>
                        <a:pt x="37581" y="0"/>
                      </a:moveTo>
                      <a:lnTo>
                        <a:pt x="0" y="37581"/>
                      </a:lnTo>
                      <a:cubicBezTo>
                        <a:pt x="622" y="38231"/>
                        <a:pt x="1272" y="38881"/>
                        <a:pt x="1922" y="39503"/>
                      </a:cubicBezTo>
                      <a:lnTo>
                        <a:pt x="38146" y="3250"/>
                      </a:lnTo>
                      <a:lnTo>
                        <a:pt x="38146" y="54507"/>
                      </a:lnTo>
                      <a:lnTo>
                        <a:pt x="40859" y="54507"/>
                      </a:lnTo>
                      <a:lnTo>
                        <a:pt x="40859" y="3250"/>
                      </a:lnTo>
                      <a:lnTo>
                        <a:pt x="77084" y="39503"/>
                      </a:lnTo>
                      <a:cubicBezTo>
                        <a:pt x="77734" y="38881"/>
                        <a:pt x="78383" y="38231"/>
                        <a:pt x="79005" y="37581"/>
                      </a:cubicBezTo>
                      <a:lnTo>
                        <a:pt x="41424" y="0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78" name="Google Shape;578;p16"/>
                <p:cNvSpPr/>
                <p:nvPr/>
              </p:nvSpPr>
              <p:spPr>
                <a:xfrm>
                  <a:off x="4069925" y="332075"/>
                  <a:ext cx="1535775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31" h="42046" extrusionOk="0">
                      <a:moveTo>
                        <a:pt x="28709" y="0"/>
                      </a:moveTo>
                      <a:lnTo>
                        <a:pt x="1" y="28709"/>
                      </a:lnTo>
                      <a:cubicBezTo>
                        <a:pt x="623" y="29359"/>
                        <a:pt x="1272" y="30008"/>
                        <a:pt x="1922" y="30630"/>
                      </a:cubicBezTo>
                      <a:lnTo>
                        <a:pt x="29359" y="3165"/>
                      </a:lnTo>
                      <a:lnTo>
                        <a:pt x="29359" y="42017"/>
                      </a:lnTo>
                      <a:cubicBezTo>
                        <a:pt x="29811" y="42017"/>
                        <a:pt x="30263" y="42046"/>
                        <a:pt x="30716" y="42046"/>
                      </a:cubicBezTo>
                      <a:cubicBezTo>
                        <a:pt x="31168" y="42046"/>
                        <a:pt x="31620" y="42046"/>
                        <a:pt x="32072" y="42017"/>
                      </a:cubicBezTo>
                      <a:lnTo>
                        <a:pt x="32072" y="3165"/>
                      </a:lnTo>
                      <a:lnTo>
                        <a:pt x="59509" y="30630"/>
                      </a:lnTo>
                      <a:cubicBezTo>
                        <a:pt x="60187" y="30008"/>
                        <a:pt x="60809" y="29359"/>
                        <a:pt x="61430" y="28709"/>
                      </a:cubicBezTo>
                      <a:lnTo>
                        <a:pt x="327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79" name="Google Shape;579;p16"/>
            <p:cNvGrpSpPr/>
            <p:nvPr/>
          </p:nvGrpSpPr>
          <p:grpSpPr>
            <a:xfrm>
              <a:off x="0" y="0"/>
              <a:ext cx="1527000" cy="1527000"/>
              <a:chOff x="0" y="0"/>
              <a:chExt cx="1527000" cy="1527000"/>
            </a:xfrm>
          </p:grpSpPr>
          <p:sp>
            <p:nvSpPr>
              <p:cNvPr id="580" name="Google Shape;580;p16"/>
              <p:cNvSpPr/>
              <p:nvPr/>
            </p:nvSpPr>
            <p:spPr>
              <a:xfrm>
                <a:off x="0" y="0"/>
                <a:ext cx="1527000" cy="1527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1" name="Google Shape;581;p16"/>
              <p:cNvGrpSpPr/>
              <p:nvPr/>
            </p:nvGrpSpPr>
            <p:grpSpPr>
              <a:xfrm>
                <a:off x="260007" y="259998"/>
                <a:ext cx="1006987" cy="1007004"/>
                <a:chOff x="2790325" y="2128575"/>
                <a:chExt cx="1415500" cy="1415525"/>
              </a:xfrm>
            </p:grpSpPr>
            <p:sp>
              <p:nvSpPr>
                <p:cNvPr id="582" name="Google Shape;582;p16"/>
                <p:cNvSpPr/>
                <p:nvPr/>
              </p:nvSpPr>
              <p:spPr>
                <a:xfrm>
                  <a:off x="2790325" y="2128575"/>
                  <a:ext cx="1415500" cy="141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20" h="56621" extrusionOk="0">
                      <a:moveTo>
                        <a:pt x="28310" y="1"/>
                      </a:moveTo>
                      <a:cubicBezTo>
                        <a:pt x="12667" y="1"/>
                        <a:pt x="1" y="12667"/>
                        <a:pt x="1" y="28311"/>
                      </a:cubicBezTo>
                      <a:cubicBezTo>
                        <a:pt x="1" y="43954"/>
                        <a:pt x="12667" y="56620"/>
                        <a:pt x="28310" y="56620"/>
                      </a:cubicBezTo>
                      <a:cubicBezTo>
                        <a:pt x="43924" y="56620"/>
                        <a:pt x="56620" y="43954"/>
                        <a:pt x="56620" y="28311"/>
                      </a:cubicBezTo>
                      <a:cubicBezTo>
                        <a:pt x="56620" y="12667"/>
                        <a:pt x="43924" y="1"/>
                        <a:pt x="283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3" name="Google Shape;583;p16"/>
                <p:cNvSpPr/>
                <p:nvPr/>
              </p:nvSpPr>
              <p:spPr>
                <a:xfrm>
                  <a:off x="2944275" y="2322875"/>
                  <a:ext cx="1067475" cy="102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99" h="41086" extrusionOk="0">
                      <a:moveTo>
                        <a:pt x="22152" y="8018"/>
                      </a:moveTo>
                      <a:cubicBezTo>
                        <a:pt x="29040" y="8047"/>
                        <a:pt x="34644" y="13622"/>
                        <a:pt x="34673" y="20539"/>
                      </a:cubicBezTo>
                      <a:cubicBezTo>
                        <a:pt x="34644" y="25588"/>
                        <a:pt x="31608" y="30170"/>
                        <a:pt x="26939" y="32096"/>
                      </a:cubicBezTo>
                      <a:cubicBezTo>
                        <a:pt x="25390" y="32735"/>
                        <a:pt x="23761" y="33046"/>
                        <a:pt x="22146" y="33046"/>
                      </a:cubicBezTo>
                      <a:cubicBezTo>
                        <a:pt x="18890" y="33046"/>
                        <a:pt x="15689" y="31781"/>
                        <a:pt x="13309" y="29382"/>
                      </a:cubicBezTo>
                      <a:cubicBezTo>
                        <a:pt x="9719" y="25821"/>
                        <a:pt x="8669" y="20422"/>
                        <a:pt x="10595" y="15752"/>
                      </a:cubicBezTo>
                      <a:cubicBezTo>
                        <a:pt x="12521" y="11083"/>
                        <a:pt x="17074" y="8018"/>
                        <a:pt x="22152" y="8018"/>
                      </a:cubicBezTo>
                      <a:close/>
                      <a:moveTo>
                        <a:pt x="22140" y="1"/>
                      </a:moveTo>
                      <a:cubicBezTo>
                        <a:pt x="16803" y="1"/>
                        <a:pt x="11559" y="2083"/>
                        <a:pt x="7618" y="6004"/>
                      </a:cubicBezTo>
                      <a:cubicBezTo>
                        <a:pt x="1752" y="11900"/>
                        <a:pt x="1" y="20714"/>
                        <a:pt x="3182" y="28389"/>
                      </a:cubicBezTo>
                      <a:cubicBezTo>
                        <a:pt x="6363" y="36065"/>
                        <a:pt x="13835" y="41085"/>
                        <a:pt x="22152" y="41085"/>
                      </a:cubicBezTo>
                      <a:cubicBezTo>
                        <a:pt x="33476" y="41056"/>
                        <a:pt x="42670" y="31863"/>
                        <a:pt x="42699" y="20539"/>
                      </a:cubicBezTo>
                      <a:cubicBezTo>
                        <a:pt x="42670" y="12221"/>
                        <a:pt x="37679" y="4749"/>
                        <a:pt x="30003" y="1568"/>
                      </a:cubicBezTo>
                      <a:cubicBezTo>
                        <a:pt x="27458" y="513"/>
                        <a:pt x="24788" y="1"/>
                        <a:pt x="2214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4" name="Google Shape;584;p16"/>
                <p:cNvSpPr/>
                <p:nvPr/>
              </p:nvSpPr>
              <p:spPr>
                <a:xfrm>
                  <a:off x="2984400" y="2836325"/>
                  <a:ext cx="1027350" cy="5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4" h="20548" extrusionOk="0">
                      <a:moveTo>
                        <a:pt x="1" y="1"/>
                      </a:moveTo>
                      <a:cubicBezTo>
                        <a:pt x="30" y="11325"/>
                        <a:pt x="9194" y="20518"/>
                        <a:pt x="20547" y="20547"/>
                      </a:cubicBezTo>
                      <a:cubicBezTo>
                        <a:pt x="31871" y="20518"/>
                        <a:pt x="41065" y="11325"/>
                        <a:pt x="41094" y="1"/>
                      </a:cubicBezTo>
                      <a:lnTo>
                        <a:pt x="33068" y="1"/>
                      </a:lnTo>
                      <a:cubicBezTo>
                        <a:pt x="32951" y="6830"/>
                        <a:pt x="27377" y="12288"/>
                        <a:pt x="20547" y="12288"/>
                      </a:cubicBezTo>
                      <a:cubicBezTo>
                        <a:pt x="13718" y="12288"/>
                        <a:pt x="8144" y="6830"/>
                        <a:pt x="80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85" name="Google Shape;585;p16"/>
            <p:cNvGrpSpPr/>
            <p:nvPr/>
          </p:nvGrpSpPr>
          <p:grpSpPr>
            <a:xfrm>
              <a:off x="7617000" y="0"/>
              <a:ext cx="1527000" cy="1527000"/>
              <a:chOff x="7617000" y="0"/>
              <a:chExt cx="1527000" cy="1527000"/>
            </a:xfrm>
          </p:grpSpPr>
          <p:sp>
            <p:nvSpPr>
              <p:cNvPr id="586" name="Google Shape;586;p16"/>
              <p:cNvSpPr/>
              <p:nvPr/>
            </p:nvSpPr>
            <p:spPr>
              <a:xfrm>
                <a:off x="7617000" y="0"/>
                <a:ext cx="1527000" cy="1527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87" name="Google Shape;587;p16"/>
              <p:cNvGrpSpPr/>
              <p:nvPr/>
            </p:nvGrpSpPr>
            <p:grpSpPr>
              <a:xfrm flipH="1">
                <a:off x="7828650" y="0"/>
                <a:ext cx="1315350" cy="1311825"/>
                <a:chOff x="4028700" y="262275"/>
                <a:chExt cx="1315350" cy="1311825"/>
              </a:xfrm>
            </p:grpSpPr>
            <p:sp>
              <p:nvSpPr>
                <p:cNvPr id="588" name="Google Shape;588;p16"/>
                <p:cNvSpPr/>
                <p:nvPr/>
              </p:nvSpPr>
              <p:spPr>
                <a:xfrm>
                  <a:off x="4656000" y="6481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86" y="0"/>
                      </a:moveTo>
                      <a:cubicBezTo>
                        <a:pt x="4553" y="0"/>
                        <a:pt x="0" y="2247"/>
                        <a:pt x="0" y="5020"/>
                      </a:cubicBezTo>
                      <a:cubicBezTo>
                        <a:pt x="0" y="7763"/>
                        <a:pt x="4553" y="10011"/>
                        <a:pt x="10186" y="10011"/>
                      </a:cubicBezTo>
                      <a:cubicBezTo>
                        <a:pt x="15789" y="10011"/>
                        <a:pt x="20342" y="7763"/>
                        <a:pt x="20342" y="5020"/>
                      </a:cubicBezTo>
                      <a:cubicBezTo>
                        <a:pt x="20342" y="2247"/>
                        <a:pt x="15789" y="0"/>
                        <a:pt x="1018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89" name="Google Shape;589;p16"/>
                <p:cNvSpPr/>
                <p:nvPr/>
              </p:nvSpPr>
              <p:spPr>
                <a:xfrm>
                  <a:off x="4372900" y="3650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57" y="0"/>
                      </a:moveTo>
                      <a:cubicBezTo>
                        <a:pt x="4553" y="0"/>
                        <a:pt x="0" y="2247"/>
                        <a:pt x="0" y="4991"/>
                      </a:cubicBezTo>
                      <a:cubicBezTo>
                        <a:pt x="0" y="7764"/>
                        <a:pt x="4553" y="10011"/>
                        <a:pt x="10157" y="10011"/>
                      </a:cubicBezTo>
                      <a:cubicBezTo>
                        <a:pt x="15790" y="10011"/>
                        <a:pt x="20342" y="7764"/>
                        <a:pt x="20342" y="4991"/>
                      </a:cubicBezTo>
                      <a:cubicBezTo>
                        <a:pt x="20342" y="2247"/>
                        <a:pt x="15790" y="0"/>
                        <a:pt x="10157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0" name="Google Shape;590;p16"/>
                <p:cNvSpPr/>
                <p:nvPr/>
              </p:nvSpPr>
              <p:spPr>
                <a:xfrm>
                  <a:off x="4417400" y="8867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5021" y="1"/>
                      </a:moveTo>
                      <a:cubicBezTo>
                        <a:pt x="2248" y="1"/>
                        <a:pt x="1" y="4554"/>
                        <a:pt x="1" y="10186"/>
                      </a:cubicBezTo>
                      <a:cubicBezTo>
                        <a:pt x="1" y="15790"/>
                        <a:pt x="2248" y="20343"/>
                        <a:pt x="5021" y="20343"/>
                      </a:cubicBezTo>
                      <a:cubicBezTo>
                        <a:pt x="7764" y="20343"/>
                        <a:pt x="10011" y="15790"/>
                        <a:pt x="10011" y="10186"/>
                      </a:cubicBezTo>
                      <a:cubicBezTo>
                        <a:pt x="10011" y="4554"/>
                        <a:pt x="7764" y="1"/>
                        <a:pt x="502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1" name="Google Shape;591;p16"/>
                <p:cNvSpPr/>
                <p:nvPr/>
              </p:nvSpPr>
              <p:spPr>
                <a:xfrm>
                  <a:off x="4134300" y="6036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4991" y="1"/>
                      </a:moveTo>
                      <a:cubicBezTo>
                        <a:pt x="2248" y="1"/>
                        <a:pt x="1" y="4554"/>
                        <a:pt x="1" y="10157"/>
                      </a:cubicBezTo>
                      <a:cubicBezTo>
                        <a:pt x="1" y="15790"/>
                        <a:pt x="2248" y="20343"/>
                        <a:pt x="4991" y="20343"/>
                      </a:cubicBezTo>
                      <a:cubicBezTo>
                        <a:pt x="7764" y="20343"/>
                        <a:pt x="10011" y="15790"/>
                        <a:pt x="10011" y="10157"/>
                      </a:cubicBezTo>
                      <a:cubicBezTo>
                        <a:pt x="10011" y="4554"/>
                        <a:pt x="7764" y="1"/>
                        <a:pt x="499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2" name="Google Shape;592;p16"/>
                <p:cNvSpPr/>
                <p:nvPr/>
              </p:nvSpPr>
              <p:spPr>
                <a:xfrm>
                  <a:off x="4028700" y="262275"/>
                  <a:ext cx="1035175" cy="103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07" h="41266" extrusionOk="0">
                      <a:moveTo>
                        <a:pt x="429" y="0"/>
                      </a:moveTo>
                      <a:cubicBezTo>
                        <a:pt x="195" y="0"/>
                        <a:pt x="0" y="296"/>
                        <a:pt x="226" y="522"/>
                      </a:cubicBezTo>
                      <a:lnTo>
                        <a:pt x="8865" y="9161"/>
                      </a:lnTo>
                      <a:lnTo>
                        <a:pt x="8865" y="28219"/>
                      </a:lnTo>
                      <a:cubicBezTo>
                        <a:pt x="8865" y="28424"/>
                        <a:pt x="9018" y="28526"/>
                        <a:pt x="9172" y="28526"/>
                      </a:cubicBezTo>
                      <a:cubicBezTo>
                        <a:pt x="9325" y="28526"/>
                        <a:pt x="9478" y="28424"/>
                        <a:pt x="9478" y="28219"/>
                      </a:cubicBezTo>
                      <a:lnTo>
                        <a:pt x="9478" y="9774"/>
                      </a:lnTo>
                      <a:lnTo>
                        <a:pt x="20218" y="20514"/>
                      </a:lnTo>
                      <a:lnTo>
                        <a:pt x="20218" y="39543"/>
                      </a:lnTo>
                      <a:cubicBezTo>
                        <a:pt x="20218" y="39747"/>
                        <a:pt x="20364" y="39850"/>
                        <a:pt x="20510" y="39850"/>
                      </a:cubicBezTo>
                      <a:cubicBezTo>
                        <a:pt x="20656" y="39850"/>
                        <a:pt x="20802" y="39747"/>
                        <a:pt x="20802" y="39543"/>
                      </a:cubicBezTo>
                      <a:lnTo>
                        <a:pt x="20802" y="21098"/>
                      </a:lnTo>
                      <a:lnTo>
                        <a:pt x="40881" y="41177"/>
                      </a:lnTo>
                      <a:cubicBezTo>
                        <a:pt x="40940" y="41236"/>
                        <a:pt x="41013" y="41265"/>
                        <a:pt x="41089" y="41265"/>
                      </a:cubicBezTo>
                      <a:cubicBezTo>
                        <a:pt x="41166" y="41265"/>
                        <a:pt x="41246" y="41236"/>
                        <a:pt x="41319" y="41177"/>
                      </a:cubicBezTo>
                      <a:cubicBezTo>
                        <a:pt x="41407" y="41061"/>
                        <a:pt x="41407" y="40856"/>
                        <a:pt x="41319" y="40740"/>
                      </a:cubicBezTo>
                      <a:lnTo>
                        <a:pt x="21240" y="20689"/>
                      </a:lnTo>
                      <a:lnTo>
                        <a:pt x="39685" y="20689"/>
                      </a:lnTo>
                      <a:cubicBezTo>
                        <a:pt x="40093" y="20689"/>
                        <a:pt x="40093" y="20077"/>
                        <a:pt x="39685" y="20077"/>
                      </a:cubicBezTo>
                      <a:lnTo>
                        <a:pt x="20627" y="20077"/>
                      </a:lnTo>
                      <a:lnTo>
                        <a:pt x="9887" y="9336"/>
                      </a:lnTo>
                      <a:lnTo>
                        <a:pt x="28332" y="9336"/>
                      </a:lnTo>
                      <a:cubicBezTo>
                        <a:pt x="28740" y="9336"/>
                        <a:pt x="28740" y="8723"/>
                        <a:pt x="28332" y="8723"/>
                      </a:cubicBezTo>
                      <a:lnTo>
                        <a:pt x="9274" y="8723"/>
                      </a:lnTo>
                      <a:lnTo>
                        <a:pt x="635" y="85"/>
                      </a:lnTo>
                      <a:cubicBezTo>
                        <a:pt x="569" y="25"/>
                        <a:pt x="497" y="0"/>
                        <a:pt x="4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3" name="Google Shape;593;p16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0" y="1"/>
                      </a:move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4" name="Google Shape;594;p16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19175" y="1"/>
                      </a:moveTo>
                      <a:cubicBezTo>
                        <a:pt x="17862" y="9982"/>
                        <a:pt x="9982" y="17862"/>
                        <a:pt x="0" y="19175"/>
                      </a:cubicBez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595" name="Google Shape;595;p16"/>
            <p:cNvGrpSpPr/>
            <p:nvPr/>
          </p:nvGrpSpPr>
          <p:grpSpPr>
            <a:xfrm>
              <a:off x="-1450" y="1808250"/>
              <a:ext cx="1527000" cy="1527000"/>
              <a:chOff x="-1450" y="1808250"/>
              <a:chExt cx="1527000" cy="1527000"/>
            </a:xfrm>
          </p:grpSpPr>
          <p:sp>
            <p:nvSpPr>
              <p:cNvPr id="596" name="Google Shape;596;p16"/>
              <p:cNvSpPr/>
              <p:nvPr/>
            </p:nvSpPr>
            <p:spPr>
              <a:xfrm>
                <a:off x="-1450" y="1808250"/>
                <a:ext cx="1527000" cy="1527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597" name="Google Shape;597;p16"/>
              <p:cNvGrpSpPr/>
              <p:nvPr/>
            </p:nvGrpSpPr>
            <p:grpSpPr>
              <a:xfrm rot="2700000">
                <a:off x="269230" y="2103931"/>
                <a:ext cx="985640" cy="935637"/>
                <a:chOff x="5575325" y="3137500"/>
                <a:chExt cx="1167425" cy="1108200"/>
              </a:xfrm>
            </p:grpSpPr>
            <p:sp>
              <p:nvSpPr>
                <p:cNvPr id="598" name="Google Shape;598;p16"/>
                <p:cNvSpPr/>
                <p:nvPr/>
              </p:nvSpPr>
              <p:spPr>
                <a:xfrm>
                  <a:off x="5575325" y="3137500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99" name="Google Shape;599;p16"/>
                <p:cNvSpPr/>
                <p:nvPr/>
              </p:nvSpPr>
              <p:spPr>
                <a:xfrm>
                  <a:off x="5655575" y="3315125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00" name="Google Shape;600;p16"/>
            <p:cNvGrpSpPr/>
            <p:nvPr/>
          </p:nvGrpSpPr>
          <p:grpSpPr>
            <a:xfrm>
              <a:off x="727" y="3621506"/>
              <a:ext cx="1527000" cy="1527000"/>
              <a:chOff x="727" y="3621506"/>
              <a:chExt cx="1527000" cy="1527000"/>
            </a:xfrm>
          </p:grpSpPr>
          <p:sp>
            <p:nvSpPr>
              <p:cNvPr id="601" name="Google Shape;601;p16"/>
              <p:cNvSpPr/>
              <p:nvPr/>
            </p:nvSpPr>
            <p:spPr>
              <a:xfrm>
                <a:off x="727" y="3621506"/>
                <a:ext cx="1527000" cy="1527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02" name="Google Shape;602;p16"/>
              <p:cNvGrpSpPr/>
              <p:nvPr/>
            </p:nvGrpSpPr>
            <p:grpSpPr>
              <a:xfrm>
                <a:off x="137822" y="3764023"/>
                <a:ext cx="1252809" cy="1241967"/>
                <a:chOff x="3178500" y="3787775"/>
                <a:chExt cx="1060175" cy="1051000"/>
              </a:xfrm>
            </p:grpSpPr>
            <p:sp>
              <p:nvSpPr>
                <p:cNvPr id="603" name="Google Shape;603;p16"/>
                <p:cNvSpPr/>
                <p:nvPr/>
              </p:nvSpPr>
              <p:spPr>
                <a:xfrm>
                  <a:off x="3178500" y="3792150"/>
                  <a:ext cx="2174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7425" extrusionOk="0">
                      <a:moveTo>
                        <a:pt x="4991" y="0"/>
                      </a:moveTo>
                      <a:cubicBezTo>
                        <a:pt x="1664" y="0"/>
                        <a:pt x="0" y="3999"/>
                        <a:pt x="2364" y="6333"/>
                      </a:cubicBezTo>
                      <a:cubicBezTo>
                        <a:pt x="3118" y="7087"/>
                        <a:pt x="4045" y="7424"/>
                        <a:pt x="4955" y="7424"/>
                      </a:cubicBezTo>
                      <a:cubicBezTo>
                        <a:pt x="6864" y="7424"/>
                        <a:pt x="8697" y="5940"/>
                        <a:pt x="8697" y="3707"/>
                      </a:cubicBezTo>
                      <a:cubicBezTo>
                        <a:pt x="8697" y="1664"/>
                        <a:pt x="7034" y="0"/>
                        <a:pt x="499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4" name="Google Shape;604;p16"/>
                <p:cNvSpPr/>
                <p:nvPr/>
              </p:nvSpPr>
              <p:spPr>
                <a:xfrm>
                  <a:off x="3443350" y="3787775"/>
                  <a:ext cx="227675" cy="19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7" h="7777" extrusionOk="0">
                      <a:moveTo>
                        <a:pt x="5174" y="335"/>
                      </a:moveTo>
                      <a:cubicBezTo>
                        <a:pt x="6987" y="335"/>
                        <a:pt x="8727" y="1747"/>
                        <a:pt x="8727" y="3882"/>
                      </a:cubicBezTo>
                      <a:cubicBezTo>
                        <a:pt x="8727" y="5837"/>
                        <a:pt x="7151" y="7413"/>
                        <a:pt x="5195" y="7413"/>
                      </a:cubicBezTo>
                      <a:cubicBezTo>
                        <a:pt x="2073" y="7413"/>
                        <a:pt x="497" y="3619"/>
                        <a:pt x="2715" y="1372"/>
                      </a:cubicBezTo>
                      <a:cubicBezTo>
                        <a:pt x="3431" y="656"/>
                        <a:pt x="4311" y="335"/>
                        <a:pt x="5174" y="335"/>
                      </a:cubicBezTo>
                      <a:close/>
                      <a:moveTo>
                        <a:pt x="5195" y="0"/>
                      </a:moveTo>
                      <a:cubicBezTo>
                        <a:pt x="1722" y="0"/>
                        <a:pt x="0" y="4174"/>
                        <a:pt x="2452" y="6625"/>
                      </a:cubicBezTo>
                      <a:cubicBezTo>
                        <a:pt x="3247" y="7420"/>
                        <a:pt x="4226" y="7776"/>
                        <a:pt x="5186" y="7776"/>
                      </a:cubicBezTo>
                      <a:cubicBezTo>
                        <a:pt x="7187" y="7776"/>
                        <a:pt x="9106" y="6229"/>
                        <a:pt x="9106" y="3882"/>
                      </a:cubicBezTo>
                      <a:cubicBezTo>
                        <a:pt x="9106" y="1722"/>
                        <a:pt x="7355" y="0"/>
                        <a:pt x="51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5" name="Google Shape;605;p16"/>
                <p:cNvSpPr/>
                <p:nvPr/>
              </p:nvSpPr>
              <p:spPr>
                <a:xfrm>
                  <a:off x="3751250" y="3791725"/>
                  <a:ext cx="216725" cy="18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31" extrusionOk="0">
                      <a:moveTo>
                        <a:pt x="3731" y="0"/>
                      </a:moveTo>
                      <a:cubicBezTo>
                        <a:pt x="1826" y="0"/>
                        <a:pt x="1" y="1476"/>
                        <a:pt x="1" y="3724"/>
                      </a:cubicBezTo>
                      <a:cubicBezTo>
                        <a:pt x="1" y="5767"/>
                        <a:pt x="1664" y="7430"/>
                        <a:pt x="3707" y="7430"/>
                      </a:cubicBezTo>
                      <a:cubicBezTo>
                        <a:pt x="7034" y="7430"/>
                        <a:pt x="8669" y="3432"/>
                        <a:pt x="6334" y="1097"/>
                      </a:cubicBezTo>
                      <a:cubicBezTo>
                        <a:pt x="5577" y="340"/>
                        <a:pt x="4645" y="0"/>
                        <a:pt x="373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6" name="Google Shape;606;p16"/>
                <p:cNvSpPr/>
                <p:nvPr/>
              </p:nvSpPr>
              <p:spPr>
                <a:xfrm>
                  <a:off x="4021950" y="3791725"/>
                  <a:ext cx="216725" cy="18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31" extrusionOk="0">
                      <a:moveTo>
                        <a:pt x="3730" y="0"/>
                      </a:moveTo>
                      <a:cubicBezTo>
                        <a:pt x="1826" y="0"/>
                        <a:pt x="0" y="1476"/>
                        <a:pt x="0" y="3724"/>
                      </a:cubicBezTo>
                      <a:cubicBezTo>
                        <a:pt x="0" y="5767"/>
                        <a:pt x="1664" y="7430"/>
                        <a:pt x="3707" y="7430"/>
                      </a:cubicBezTo>
                      <a:cubicBezTo>
                        <a:pt x="7005" y="7430"/>
                        <a:pt x="8668" y="3432"/>
                        <a:pt x="6333" y="1097"/>
                      </a:cubicBezTo>
                      <a:cubicBezTo>
                        <a:pt x="5576" y="340"/>
                        <a:pt x="4644" y="0"/>
                        <a:pt x="373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7" name="Google Shape;607;p16"/>
                <p:cNvSpPr/>
                <p:nvPr/>
              </p:nvSpPr>
              <p:spPr>
                <a:xfrm>
                  <a:off x="3178700" y="4078150"/>
                  <a:ext cx="2172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0" h="7425" extrusionOk="0">
                      <a:moveTo>
                        <a:pt x="5035" y="1"/>
                      </a:moveTo>
                      <a:cubicBezTo>
                        <a:pt x="5018" y="1"/>
                        <a:pt x="5000" y="1"/>
                        <a:pt x="4983" y="1"/>
                      </a:cubicBezTo>
                      <a:cubicBezTo>
                        <a:pt x="4971" y="1"/>
                        <a:pt x="4959" y="1"/>
                        <a:pt x="4947" y="1"/>
                      </a:cubicBezTo>
                      <a:cubicBezTo>
                        <a:pt x="1644" y="1"/>
                        <a:pt x="1" y="4008"/>
                        <a:pt x="2327" y="6334"/>
                      </a:cubicBezTo>
                      <a:cubicBezTo>
                        <a:pt x="3090" y="7088"/>
                        <a:pt x="4023" y="7425"/>
                        <a:pt x="4938" y="7425"/>
                      </a:cubicBezTo>
                      <a:cubicBezTo>
                        <a:pt x="6856" y="7425"/>
                        <a:pt x="8689" y="5941"/>
                        <a:pt x="8689" y="3707"/>
                      </a:cubicBezTo>
                      <a:cubicBezTo>
                        <a:pt x="8689" y="1682"/>
                        <a:pt x="7054" y="1"/>
                        <a:pt x="503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8" name="Google Shape;608;p16"/>
                <p:cNvSpPr/>
                <p:nvPr/>
              </p:nvSpPr>
              <p:spPr>
                <a:xfrm>
                  <a:off x="3480550" y="4077150"/>
                  <a:ext cx="217475" cy="18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7454" extrusionOk="0">
                      <a:moveTo>
                        <a:pt x="3753" y="1"/>
                      </a:moveTo>
                      <a:cubicBezTo>
                        <a:pt x="1835" y="1"/>
                        <a:pt x="1" y="1485"/>
                        <a:pt x="1" y="3718"/>
                      </a:cubicBezTo>
                      <a:cubicBezTo>
                        <a:pt x="1" y="5790"/>
                        <a:pt x="1664" y="7454"/>
                        <a:pt x="3707" y="7454"/>
                      </a:cubicBezTo>
                      <a:cubicBezTo>
                        <a:pt x="7035" y="7454"/>
                        <a:pt x="8698" y="3426"/>
                        <a:pt x="6363" y="1092"/>
                      </a:cubicBezTo>
                      <a:cubicBezTo>
                        <a:pt x="5600" y="338"/>
                        <a:pt x="4667" y="1"/>
                        <a:pt x="375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09" name="Google Shape;609;p16"/>
                <p:cNvSpPr/>
                <p:nvPr/>
              </p:nvSpPr>
              <p:spPr>
                <a:xfrm>
                  <a:off x="3713300" y="4073050"/>
                  <a:ext cx="228400" cy="19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6" h="7799" extrusionOk="0">
                      <a:moveTo>
                        <a:pt x="5212" y="345"/>
                      </a:moveTo>
                      <a:cubicBezTo>
                        <a:pt x="7027" y="345"/>
                        <a:pt x="8757" y="1754"/>
                        <a:pt x="8757" y="3882"/>
                      </a:cubicBezTo>
                      <a:cubicBezTo>
                        <a:pt x="8757" y="5838"/>
                        <a:pt x="7181" y="7414"/>
                        <a:pt x="5225" y="7414"/>
                      </a:cubicBezTo>
                      <a:cubicBezTo>
                        <a:pt x="2073" y="7414"/>
                        <a:pt x="497" y="3620"/>
                        <a:pt x="2715" y="1402"/>
                      </a:cubicBezTo>
                      <a:cubicBezTo>
                        <a:pt x="3445" y="671"/>
                        <a:pt x="4339" y="345"/>
                        <a:pt x="5212" y="345"/>
                      </a:cubicBezTo>
                      <a:close/>
                      <a:moveTo>
                        <a:pt x="5225" y="1"/>
                      </a:moveTo>
                      <a:cubicBezTo>
                        <a:pt x="1752" y="1"/>
                        <a:pt x="1" y="4203"/>
                        <a:pt x="2453" y="6655"/>
                      </a:cubicBezTo>
                      <a:cubicBezTo>
                        <a:pt x="3252" y="7445"/>
                        <a:pt x="4231" y="7799"/>
                        <a:pt x="5190" y="7799"/>
                      </a:cubicBezTo>
                      <a:cubicBezTo>
                        <a:pt x="7206" y="7799"/>
                        <a:pt x="9136" y="6236"/>
                        <a:pt x="9136" y="3882"/>
                      </a:cubicBezTo>
                      <a:cubicBezTo>
                        <a:pt x="9136" y="1752"/>
                        <a:pt x="7385" y="1"/>
                        <a:pt x="522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0" name="Google Shape;610;p16"/>
                <p:cNvSpPr/>
                <p:nvPr/>
              </p:nvSpPr>
              <p:spPr>
                <a:xfrm>
                  <a:off x="4021950" y="4077150"/>
                  <a:ext cx="216725" cy="18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54" extrusionOk="0">
                      <a:moveTo>
                        <a:pt x="3743" y="1"/>
                      </a:moveTo>
                      <a:cubicBezTo>
                        <a:pt x="1834" y="1"/>
                        <a:pt x="0" y="1485"/>
                        <a:pt x="0" y="3718"/>
                      </a:cubicBezTo>
                      <a:cubicBezTo>
                        <a:pt x="0" y="5790"/>
                        <a:pt x="1664" y="7454"/>
                        <a:pt x="3707" y="7454"/>
                      </a:cubicBezTo>
                      <a:cubicBezTo>
                        <a:pt x="7005" y="7454"/>
                        <a:pt x="8668" y="3426"/>
                        <a:pt x="6333" y="1092"/>
                      </a:cubicBezTo>
                      <a:cubicBezTo>
                        <a:pt x="5580" y="338"/>
                        <a:pt x="4653" y="1"/>
                        <a:pt x="374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1" name="Google Shape;611;p16"/>
                <p:cNvSpPr/>
                <p:nvPr/>
              </p:nvSpPr>
              <p:spPr>
                <a:xfrm>
                  <a:off x="3200375" y="4362475"/>
                  <a:ext cx="204325" cy="1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3" h="7435" extrusionOk="0">
                      <a:moveTo>
                        <a:pt x="4096" y="0"/>
                      </a:moveTo>
                      <a:cubicBezTo>
                        <a:pt x="2417" y="0"/>
                        <a:pt x="894" y="1166"/>
                        <a:pt x="468" y="2870"/>
                      </a:cubicBezTo>
                      <a:cubicBezTo>
                        <a:pt x="1" y="4884"/>
                        <a:pt x="1256" y="6869"/>
                        <a:pt x="3240" y="7336"/>
                      </a:cubicBezTo>
                      <a:cubicBezTo>
                        <a:pt x="3529" y="7403"/>
                        <a:pt x="3817" y="7435"/>
                        <a:pt x="4101" y="7435"/>
                      </a:cubicBezTo>
                      <a:cubicBezTo>
                        <a:pt x="5792" y="7435"/>
                        <a:pt x="7306" y="6288"/>
                        <a:pt x="7706" y="4563"/>
                      </a:cubicBezTo>
                      <a:cubicBezTo>
                        <a:pt x="8173" y="2578"/>
                        <a:pt x="6947" y="565"/>
                        <a:pt x="4933" y="98"/>
                      </a:cubicBezTo>
                      <a:cubicBezTo>
                        <a:pt x="4653" y="32"/>
                        <a:pt x="4372" y="0"/>
                        <a:pt x="40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2" name="Google Shape;612;p16"/>
                <p:cNvSpPr/>
                <p:nvPr/>
              </p:nvSpPr>
              <p:spPr>
                <a:xfrm>
                  <a:off x="3443350" y="4358350"/>
                  <a:ext cx="227675" cy="1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7" h="7806" extrusionOk="0">
                      <a:moveTo>
                        <a:pt x="5174" y="364"/>
                      </a:moveTo>
                      <a:cubicBezTo>
                        <a:pt x="6987" y="364"/>
                        <a:pt x="8727" y="1776"/>
                        <a:pt x="8727" y="3911"/>
                      </a:cubicBezTo>
                      <a:cubicBezTo>
                        <a:pt x="8727" y="5837"/>
                        <a:pt x="7151" y="7442"/>
                        <a:pt x="5195" y="7442"/>
                      </a:cubicBezTo>
                      <a:cubicBezTo>
                        <a:pt x="2043" y="7442"/>
                        <a:pt x="467" y="3619"/>
                        <a:pt x="2715" y="1401"/>
                      </a:cubicBezTo>
                      <a:cubicBezTo>
                        <a:pt x="3431" y="685"/>
                        <a:pt x="4311" y="364"/>
                        <a:pt x="5174" y="364"/>
                      </a:cubicBezTo>
                      <a:close/>
                      <a:moveTo>
                        <a:pt x="5195" y="0"/>
                      </a:moveTo>
                      <a:cubicBezTo>
                        <a:pt x="1722" y="0"/>
                        <a:pt x="0" y="4203"/>
                        <a:pt x="2452" y="6654"/>
                      </a:cubicBezTo>
                      <a:cubicBezTo>
                        <a:pt x="3247" y="7449"/>
                        <a:pt x="4226" y="7805"/>
                        <a:pt x="5186" y="7805"/>
                      </a:cubicBezTo>
                      <a:cubicBezTo>
                        <a:pt x="7187" y="7805"/>
                        <a:pt x="9106" y="6258"/>
                        <a:pt x="9106" y="3911"/>
                      </a:cubicBezTo>
                      <a:cubicBezTo>
                        <a:pt x="9106" y="1751"/>
                        <a:pt x="7355" y="0"/>
                        <a:pt x="519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3" name="Google Shape;613;p16"/>
                <p:cNvSpPr/>
                <p:nvPr/>
              </p:nvSpPr>
              <p:spPr>
                <a:xfrm>
                  <a:off x="3751250" y="4362725"/>
                  <a:ext cx="185350" cy="1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4" h="7443" extrusionOk="0">
                      <a:moveTo>
                        <a:pt x="3707" y="0"/>
                      </a:moveTo>
                      <a:cubicBezTo>
                        <a:pt x="1664" y="0"/>
                        <a:pt x="1" y="1664"/>
                        <a:pt x="1" y="3736"/>
                      </a:cubicBezTo>
                      <a:cubicBezTo>
                        <a:pt x="1" y="5779"/>
                        <a:pt x="1664" y="7442"/>
                        <a:pt x="3707" y="7442"/>
                      </a:cubicBezTo>
                      <a:cubicBezTo>
                        <a:pt x="5750" y="7442"/>
                        <a:pt x="7414" y="5779"/>
                        <a:pt x="7414" y="3736"/>
                      </a:cubicBezTo>
                      <a:cubicBezTo>
                        <a:pt x="7414" y="1664"/>
                        <a:pt x="5750" y="0"/>
                        <a:pt x="370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4" name="Google Shape;614;p16"/>
                <p:cNvSpPr/>
                <p:nvPr/>
              </p:nvSpPr>
              <p:spPr>
                <a:xfrm>
                  <a:off x="4017575" y="4363100"/>
                  <a:ext cx="193375" cy="18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5" h="7438" extrusionOk="0">
                      <a:moveTo>
                        <a:pt x="3882" y="1"/>
                      </a:moveTo>
                      <a:cubicBezTo>
                        <a:pt x="3775" y="1"/>
                        <a:pt x="3668" y="5"/>
                        <a:pt x="3561" y="14"/>
                      </a:cubicBezTo>
                      <a:cubicBezTo>
                        <a:pt x="1518" y="189"/>
                        <a:pt x="0" y="1970"/>
                        <a:pt x="175" y="4013"/>
                      </a:cubicBezTo>
                      <a:cubicBezTo>
                        <a:pt x="343" y="5965"/>
                        <a:pt x="1975" y="7437"/>
                        <a:pt x="3902" y="7437"/>
                      </a:cubicBezTo>
                      <a:cubicBezTo>
                        <a:pt x="3992" y="7437"/>
                        <a:pt x="4083" y="7434"/>
                        <a:pt x="4174" y="7427"/>
                      </a:cubicBezTo>
                      <a:cubicBezTo>
                        <a:pt x="6217" y="7252"/>
                        <a:pt x="7734" y="5443"/>
                        <a:pt x="7559" y="3400"/>
                      </a:cubicBezTo>
                      <a:cubicBezTo>
                        <a:pt x="7421" y="1464"/>
                        <a:pt x="5790" y="1"/>
                        <a:pt x="388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5" name="Google Shape;615;p16"/>
                <p:cNvSpPr/>
                <p:nvPr/>
              </p:nvSpPr>
              <p:spPr>
                <a:xfrm>
                  <a:off x="3178500" y="4648725"/>
                  <a:ext cx="2174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7425" extrusionOk="0">
                      <a:moveTo>
                        <a:pt x="4991" y="1"/>
                      </a:moveTo>
                      <a:cubicBezTo>
                        <a:pt x="1664" y="1"/>
                        <a:pt x="0" y="3999"/>
                        <a:pt x="2364" y="6334"/>
                      </a:cubicBezTo>
                      <a:cubicBezTo>
                        <a:pt x="3118" y="7088"/>
                        <a:pt x="4045" y="7425"/>
                        <a:pt x="4955" y="7425"/>
                      </a:cubicBezTo>
                      <a:cubicBezTo>
                        <a:pt x="6864" y="7425"/>
                        <a:pt x="8697" y="5941"/>
                        <a:pt x="8697" y="3707"/>
                      </a:cubicBezTo>
                      <a:cubicBezTo>
                        <a:pt x="8697" y="1664"/>
                        <a:pt x="7034" y="1"/>
                        <a:pt x="499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6" name="Google Shape;616;p16"/>
                <p:cNvSpPr/>
                <p:nvPr/>
              </p:nvSpPr>
              <p:spPr>
                <a:xfrm>
                  <a:off x="3449175" y="4648725"/>
                  <a:ext cx="217475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7425" extrusionOk="0">
                      <a:moveTo>
                        <a:pt x="4962" y="1"/>
                      </a:moveTo>
                      <a:cubicBezTo>
                        <a:pt x="1664" y="1"/>
                        <a:pt x="1" y="3999"/>
                        <a:pt x="2336" y="6334"/>
                      </a:cubicBezTo>
                      <a:cubicBezTo>
                        <a:pt x="3099" y="7088"/>
                        <a:pt x="4032" y="7425"/>
                        <a:pt x="4946" y="7425"/>
                      </a:cubicBezTo>
                      <a:cubicBezTo>
                        <a:pt x="6864" y="7425"/>
                        <a:pt x="8698" y="5941"/>
                        <a:pt x="8698" y="3707"/>
                      </a:cubicBezTo>
                      <a:cubicBezTo>
                        <a:pt x="8698" y="1664"/>
                        <a:pt x="7035" y="1"/>
                        <a:pt x="496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7" name="Google Shape;617;p16"/>
                <p:cNvSpPr/>
                <p:nvPr/>
              </p:nvSpPr>
              <p:spPr>
                <a:xfrm>
                  <a:off x="3720600" y="4648725"/>
                  <a:ext cx="216725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25" extrusionOk="0">
                      <a:moveTo>
                        <a:pt x="4987" y="0"/>
                      </a:moveTo>
                      <a:cubicBezTo>
                        <a:pt x="4969" y="0"/>
                        <a:pt x="4951" y="1"/>
                        <a:pt x="4933" y="1"/>
                      </a:cubicBezTo>
                      <a:cubicBezTo>
                        <a:pt x="1635" y="1"/>
                        <a:pt x="1" y="3999"/>
                        <a:pt x="2336" y="6334"/>
                      </a:cubicBezTo>
                      <a:cubicBezTo>
                        <a:pt x="3089" y="7088"/>
                        <a:pt x="4016" y="7425"/>
                        <a:pt x="4926" y="7425"/>
                      </a:cubicBezTo>
                      <a:cubicBezTo>
                        <a:pt x="6835" y="7425"/>
                        <a:pt x="8669" y="5941"/>
                        <a:pt x="8669" y="3707"/>
                      </a:cubicBezTo>
                      <a:cubicBezTo>
                        <a:pt x="8669" y="1653"/>
                        <a:pt x="7034" y="0"/>
                        <a:pt x="498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18" name="Google Shape;618;p16"/>
                <p:cNvSpPr/>
                <p:nvPr/>
              </p:nvSpPr>
              <p:spPr>
                <a:xfrm>
                  <a:off x="3984225" y="4644350"/>
                  <a:ext cx="227450" cy="19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8" h="7777" extrusionOk="0">
                      <a:moveTo>
                        <a:pt x="5186" y="336"/>
                      </a:moveTo>
                      <a:cubicBezTo>
                        <a:pt x="7007" y="336"/>
                        <a:pt x="8747" y="1748"/>
                        <a:pt x="8747" y="3882"/>
                      </a:cubicBezTo>
                      <a:cubicBezTo>
                        <a:pt x="8747" y="5838"/>
                        <a:pt x="7171" y="7414"/>
                        <a:pt x="5216" y="7414"/>
                      </a:cubicBezTo>
                      <a:cubicBezTo>
                        <a:pt x="2064" y="7414"/>
                        <a:pt x="488" y="3620"/>
                        <a:pt x="2706" y="1372"/>
                      </a:cubicBezTo>
                      <a:cubicBezTo>
                        <a:pt x="3431" y="656"/>
                        <a:pt x="4318" y="336"/>
                        <a:pt x="5186" y="336"/>
                      </a:cubicBezTo>
                      <a:close/>
                      <a:moveTo>
                        <a:pt x="5180" y="1"/>
                      </a:moveTo>
                      <a:cubicBezTo>
                        <a:pt x="1731" y="1"/>
                        <a:pt x="0" y="4183"/>
                        <a:pt x="2443" y="6626"/>
                      </a:cubicBezTo>
                      <a:cubicBezTo>
                        <a:pt x="3248" y="7421"/>
                        <a:pt x="4230" y="7777"/>
                        <a:pt x="5190" y="7777"/>
                      </a:cubicBezTo>
                      <a:cubicBezTo>
                        <a:pt x="7191" y="7777"/>
                        <a:pt x="9097" y="6229"/>
                        <a:pt x="9097" y="3882"/>
                      </a:cubicBezTo>
                      <a:cubicBezTo>
                        <a:pt x="9097" y="1723"/>
                        <a:pt x="7376" y="1"/>
                        <a:pt x="5216" y="1"/>
                      </a:cubicBezTo>
                      <a:cubicBezTo>
                        <a:pt x="5204" y="1"/>
                        <a:pt x="5192" y="1"/>
                        <a:pt x="5180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19" name="Google Shape;619;p16"/>
            <p:cNvGrpSpPr/>
            <p:nvPr/>
          </p:nvGrpSpPr>
          <p:grpSpPr>
            <a:xfrm>
              <a:off x="7616275" y="3616500"/>
              <a:ext cx="1527000" cy="1527000"/>
              <a:chOff x="7617000" y="0"/>
              <a:chExt cx="1527000" cy="1527000"/>
            </a:xfrm>
          </p:grpSpPr>
          <p:sp>
            <p:nvSpPr>
              <p:cNvPr id="620" name="Google Shape;620;p16"/>
              <p:cNvSpPr/>
              <p:nvPr/>
            </p:nvSpPr>
            <p:spPr>
              <a:xfrm>
                <a:off x="7617000" y="0"/>
                <a:ext cx="1527000" cy="152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1" name="Google Shape;621;p16"/>
              <p:cNvGrpSpPr/>
              <p:nvPr/>
            </p:nvGrpSpPr>
            <p:grpSpPr>
              <a:xfrm rot="-5400000">
                <a:off x="7617014" y="67925"/>
                <a:ext cx="1526973" cy="1391150"/>
                <a:chOff x="2460175" y="3102825"/>
                <a:chExt cx="1814800" cy="1653375"/>
              </a:xfrm>
            </p:grpSpPr>
            <p:sp>
              <p:nvSpPr>
                <p:cNvPr id="622" name="Google Shape;622;p16"/>
                <p:cNvSpPr/>
                <p:nvPr/>
              </p:nvSpPr>
              <p:spPr>
                <a:xfrm>
                  <a:off x="2460175" y="3102825"/>
                  <a:ext cx="1814800" cy="165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92" h="66135" extrusionOk="0">
                      <a:moveTo>
                        <a:pt x="36296" y="0"/>
                      </a:moveTo>
                      <a:cubicBezTo>
                        <a:pt x="27833" y="0"/>
                        <a:pt x="19370" y="3229"/>
                        <a:pt x="12914" y="9685"/>
                      </a:cubicBezTo>
                      <a:cubicBezTo>
                        <a:pt x="1" y="22599"/>
                        <a:pt x="1" y="43537"/>
                        <a:pt x="12914" y="56450"/>
                      </a:cubicBezTo>
                      <a:cubicBezTo>
                        <a:pt x="19370" y="62906"/>
                        <a:pt x="27833" y="66135"/>
                        <a:pt x="36296" y="66135"/>
                      </a:cubicBezTo>
                      <a:cubicBezTo>
                        <a:pt x="44759" y="66135"/>
                        <a:pt x="53221" y="62906"/>
                        <a:pt x="59678" y="56450"/>
                      </a:cubicBezTo>
                      <a:cubicBezTo>
                        <a:pt x="72591" y="43537"/>
                        <a:pt x="72591" y="22599"/>
                        <a:pt x="59678" y="9685"/>
                      </a:cubicBezTo>
                      <a:cubicBezTo>
                        <a:pt x="53221" y="3229"/>
                        <a:pt x="44759" y="0"/>
                        <a:pt x="3629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23" name="Google Shape;623;p16"/>
                <p:cNvSpPr/>
                <p:nvPr/>
              </p:nvSpPr>
              <p:spPr>
                <a:xfrm>
                  <a:off x="2544250" y="3165550"/>
                  <a:ext cx="1587325" cy="15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93" h="61090" extrusionOk="0">
                      <a:moveTo>
                        <a:pt x="32947" y="24356"/>
                      </a:moveTo>
                      <a:cubicBezTo>
                        <a:pt x="36338" y="24385"/>
                        <a:pt x="39107" y="27125"/>
                        <a:pt x="39107" y="30544"/>
                      </a:cubicBezTo>
                      <a:cubicBezTo>
                        <a:pt x="39107" y="34253"/>
                        <a:pt x="36067" y="36721"/>
                        <a:pt x="32893" y="36721"/>
                      </a:cubicBezTo>
                      <a:cubicBezTo>
                        <a:pt x="31376" y="36721"/>
                        <a:pt x="29828" y="36157"/>
                        <a:pt x="28567" y="34896"/>
                      </a:cubicBezTo>
                      <a:cubicBezTo>
                        <a:pt x="24668" y="30997"/>
                        <a:pt x="27437" y="24356"/>
                        <a:pt x="32947" y="24356"/>
                      </a:cubicBezTo>
                      <a:close/>
                      <a:moveTo>
                        <a:pt x="32884" y="23631"/>
                      </a:moveTo>
                      <a:cubicBezTo>
                        <a:pt x="31192" y="23631"/>
                        <a:pt x="29466" y="24258"/>
                        <a:pt x="28059" y="25656"/>
                      </a:cubicBezTo>
                      <a:cubicBezTo>
                        <a:pt x="23735" y="30008"/>
                        <a:pt x="26787" y="37411"/>
                        <a:pt x="32947" y="37411"/>
                      </a:cubicBezTo>
                      <a:lnTo>
                        <a:pt x="32947" y="37439"/>
                      </a:lnTo>
                      <a:cubicBezTo>
                        <a:pt x="36733" y="37439"/>
                        <a:pt x="39813" y="34331"/>
                        <a:pt x="39813" y="30544"/>
                      </a:cubicBezTo>
                      <a:cubicBezTo>
                        <a:pt x="39813" y="26376"/>
                        <a:pt x="36424" y="23631"/>
                        <a:pt x="32884" y="23631"/>
                      </a:cubicBezTo>
                      <a:close/>
                      <a:moveTo>
                        <a:pt x="32947" y="20146"/>
                      </a:moveTo>
                      <a:lnTo>
                        <a:pt x="32947" y="20174"/>
                      </a:lnTo>
                      <a:cubicBezTo>
                        <a:pt x="38655" y="20174"/>
                        <a:pt x="43289" y="24808"/>
                        <a:pt x="43317" y="30544"/>
                      </a:cubicBezTo>
                      <a:cubicBezTo>
                        <a:pt x="43317" y="34726"/>
                        <a:pt x="40774" y="38513"/>
                        <a:pt x="36903" y="40123"/>
                      </a:cubicBezTo>
                      <a:cubicBezTo>
                        <a:pt x="35625" y="40655"/>
                        <a:pt x="34283" y="40913"/>
                        <a:pt x="32952" y="40913"/>
                      </a:cubicBezTo>
                      <a:cubicBezTo>
                        <a:pt x="30248" y="40913"/>
                        <a:pt x="27588" y="39851"/>
                        <a:pt x="25600" y="37863"/>
                      </a:cubicBezTo>
                      <a:cubicBezTo>
                        <a:pt x="19073" y="31336"/>
                        <a:pt x="23707" y="20146"/>
                        <a:pt x="32947" y="20146"/>
                      </a:cubicBezTo>
                      <a:close/>
                      <a:moveTo>
                        <a:pt x="32946" y="19453"/>
                      </a:moveTo>
                      <a:cubicBezTo>
                        <a:pt x="30061" y="19453"/>
                        <a:pt x="27228" y="20571"/>
                        <a:pt x="25092" y="22689"/>
                      </a:cubicBezTo>
                      <a:cubicBezTo>
                        <a:pt x="21927" y="25882"/>
                        <a:pt x="20995" y="30629"/>
                        <a:pt x="22690" y="34783"/>
                      </a:cubicBezTo>
                      <a:cubicBezTo>
                        <a:pt x="24414" y="38908"/>
                        <a:pt x="28454" y="41621"/>
                        <a:pt x="32947" y="41621"/>
                      </a:cubicBezTo>
                      <a:cubicBezTo>
                        <a:pt x="39050" y="41621"/>
                        <a:pt x="44024" y="36648"/>
                        <a:pt x="44024" y="30544"/>
                      </a:cubicBezTo>
                      <a:cubicBezTo>
                        <a:pt x="44024" y="26052"/>
                        <a:pt x="41311" y="22011"/>
                        <a:pt x="37185" y="20287"/>
                      </a:cubicBezTo>
                      <a:cubicBezTo>
                        <a:pt x="35811" y="19726"/>
                        <a:pt x="34372" y="19453"/>
                        <a:pt x="32946" y="19453"/>
                      </a:cubicBezTo>
                      <a:close/>
                      <a:moveTo>
                        <a:pt x="32947" y="15710"/>
                      </a:moveTo>
                      <a:lnTo>
                        <a:pt x="32947" y="15738"/>
                      </a:lnTo>
                      <a:cubicBezTo>
                        <a:pt x="41113" y="15738"/>
                        <a:pt x="47725" y="22350"/>
                        <a:pt x="47753" y="30544"/>
                      </a:cubicBezTo>
                      <a:cubicBezTo>
                        <a:pt x="47753" y="36535"/>
                        <a:pt x="44137" y="41932"/>
                        <a:pt x="38598" y="44221"/>
                      </a:cubicBezTo>
                      <a:cubicBezTo>
                        <a:pt x="36768" y="44977"/>
                        <a:pt x="34848" y="45345"/>
                        <a:pt x="32944" y="45345"/>
                      </a:cubicBezTo>
                      <a:cubicBezTo>
                        <a:pt x="29089" y="45345"/>
                        <a:pt x="25301" y="43837"/>
                        <a:pt x="22464" y="40999"/>
                      </a:cubicBezTo>
                      <a:cubicBezTo>
                        <a:pt x="18225" y="36761"/>
                        <a:pt x="16954" y="30403"/>
                        <a:pt x="19243" y="24865"/>
                      </a:cubicBezTo>
                      <a:cubicBezTo>
                        <a:pt x="21531" y="19327"/>
                        <a:pt x="26957" y="15710"/>
                        <a:pt x="32947" y="15710"/>
                      </a:cubicBezTo>
                      <a:close/>
                      <a:moveTo>
                        <a:pt x="32945" y="15009"/>
                      </a:moveTo>
                      <a:cubicBezTo>
                        <a:pt x="28901" y="15009"/>
                        <a:pt x="24923" y="16585"/>
                        <a:pt x="21955" y="19553"/>
                      </a:cubicBezTo>
                      <a:cubicBezTo>
                        <a:pt x="17519" y="23989"/>
                        <a:pt x="16191" y="30686"/>
                        <a:pt x="18593" y="36478"/>
                      </a:cubicBezTo>
                      <a:cubicBezTo>
                        <a:pt x="20995" y="42271"/>
                        <a:pt x="26646" y="46057"/>
                        <a:pt x="32947" y="46057"/>
                      </a:cubicBezTo>
                      <a:lnTo>
                        <a:pt x="32947" y="46085"/>
                      </a:lnTo>
                      <a:cubicBezTo>
                        <a:pt x="41509" y="46057"/>
                        <a:pt x="48460" y="39106"/>
                        <a:pt x="48460" y="30544"/>
                      </a:cubicBezTo>
                      <a:cubicBezTo>
                        <a:pt x="48460" y="24243"/>
                        <a:pt x="44673" y="18592"/>
                        <a:pt x="38881" y="16190"/>
                      </a:cubicBezTo>
                      <a:cubicBezTo>
                        <a:pt x="36963" y="15395"/>
                        <a:pt x="34946" y="15009"/>
                        <a:pt x="32945" y="15009"/>
                      </a:cubicBezTo>
                      <a:close/>
                      <a:moveTo>
                        <a:pt x="32947" y="12149"/>
                      </a:moveTo>
                      <a:cubicBezTo>
                        <a:pt x="43091" y="12149"/>
                        <a:pt x="51314" y="20400"/>
                        <a:pt x="51342" y="30544"/>
                      </a:cubicBezTo>
                      <a:cubicBezTo>
                        <a:pt x="51342" y="37976"/>
                        <a:pt x="46849" y="44701"/>
                        <a:pt x="39983" y="47555"/>
                      </a:cubicBezTo>
                      <a:cubicBezTo>
                        <a:pt x="37700" y="48490"/>
                        <a:pt x="35306" y="48946"/>
                        <a:pt x="32934" y="48946"/>
                      </a:cubicBezTo>
                      <a:cubicBezTo>
                        <a:pt x="28141" y="48946"/>
                        <a:pt x="23437" y="47086"/>
                        <a:pt x="19921" y="43571"/>
                      </a:cubicBezTo>
                      <a:cubicBezTo>
                        <a:pt x="14665" y="38287"/>
                        <a:pt x="13083" y="30375"/>
                        <a:pt x="15937" y="23509"/>
                      </a:cubicBezTo>
                      <a:cubicBezTo>
                        <a:pt x="18791" y="16642"/>
                        <a:pt x="25487" y="12149"/>
                        <a:pt x="32947" y="12149"/>
                      </a:cubicBezTo>
                      <a:close/>
                      <a:moveTo>
                        <a:pt x="32965" y="11443"/>
                      </a:moveTo>
                      <a:cubicBezTo>
                        <a:pt x="27990" y="11443"/>
                        <a:pt x="23094" y="13384"/>
                        <a:pt x="19440" y="17038"/>
                      </a:cubicBezTo>
                      <a:cubicBezTo>
                        <a:pt x="13959" y="22491"/>
                        <a:pt x="12320" y="30714"/>
                        <a:pt x="15287" y="37863"/>
                      </a:cubicBezTo>
                      <a:cubicBezTo>
                        <a:pt x="18254" y="45012"/>
                        <a:pt x="25205" y="49646"/>
                        <a:pt x="32947" y="49646"/>
                      </a:cubicBezTo>
                      <a:lnTo>
                        <a:pt x="32947" y="49674"/>
                      </a:lnTo>
                      <a:cubicBezTo>
                        <a:pt x="43487" y="49646"/>
                        <a:pt x="52020" y="41084"/>
                        <a:pt x="52048" y="30544"/>
                      </a:cubicBezTo>
                      <a:cubicBezTo>
                        <a:pt x="52048" y="22830"/>
                        <a:pt x="47386" y="15851"/>
                        <a:pt x="40237" y="12884"/>
                      </a:cubicBezTo>
                      <a:cubicBezTo>
                        <a:pt x="37887" y="11914"/>
                        <a:pt x="35417" y="11443"/>
                        <a:pt x="32965" y="11443"/>
                      </a:cubicBezTo>
                      <a:close/>
                      <a:moveTo>
                        <a:pt x="32947" y="8137"/>
                      </a:moveTo>
                      <a:cubicBezTo>
                        <a:pt x="45295" y="8165"/>
                        <a:pt x="55326" y="18168"/>
                        <a:pt x="55354" y="30544"/>
                      </a:cubicBezTo>
                      <a:cubicBezTo>
                        <a:pt x="55354" y="39615"/>
                        <a:pt x="49873" y="47781"/>
                        <a:pt x="41509" y="51256"/>
                      </a:cubicBezTo>
                      <a:cubicBezTo>
                        <a:pt x="38739" y="52398"/>
                        <a:pt x="35830" y="52954"/>
                        <a:pt x="32944" y="52954"/>
                      </a:cubicBezTo>
                      <a:cubicBezTo>
                        <a:pt x="27116" y="52954"/>
                        <a:pt x="21385" y="50686"/>
                        <a:pt x="17095" y="46396"/>
                      </a:cubicBezTo>
                      <a:cubicBezTo>
                        <a:pt x="10681" y="39982"/>
                        <a:pt x="8760" y="30347"/>
                        <a:pt x="12235" y="21983"/>
                      </a:cubicBezTo>
                      <a:cubicBezTo>
                        <a:pt x="15711" y="13591"/>
                        <a:pt x="23877" y="8137"/>
                        <a:pt x="32947" y="8137"/>
                      </a:cubicBezTo>
                      <a:close/>
                      <a:moveTo>
                        <a:pt x="32964" y="7435"/>
                      </a:moveTo>
                      <a:cubicBezTo>
                        <a:pt x="26937" y="7435"/>
                        <a:pt x="21014" y="9784"/>
                        <a:pt x="16587" y="14212"/>
                      </a:cubicBezTo>
                      <a:cubicBezTo>
                        <a:pt x="9975" y="20824"/>
                        <a:pt x="7997" y="30742"/>
                        <a:pt x="11585" y="39389"/>
                      </a:cubicBezTo>
                      <a:cubicBezTo>
                        <a:pt x="15145" y="48035"/>
                        <a:pt x="23594" y="53658"/>
                        <a:pt x="32947" y="53658"/>
                      </a:cubicBezTo>
                      <a:cubicBezTo>
                        <a:pt x="45691" y="53658"/>
                        <a:pt x="56033" y="43316"/>
                        <a:pt x="56061" y="30544"/>
                      </a:cubicBezTo>
                      <a:cubicBezTo>
                        <a:pt x="56061" y="21192"/>
                        <a:pt x="50409" y="12771"/>
                        <a:pt x="41791" y="9183"/>
                      </a:cubicBezTo>
                      <a:cubicBezTo>
                        <a:pt x="38935" y="8006"/>
                        <a:pt x="35937" y="7435"/>
                        <a:pt x="32964" y="7435"/>
                      </a:cubicBezTo>
                      <a:close/>
                      <a:moveTo>
                        <a:pt x="32947" y="4379"/>
                      </a:moveTo>
                      <a:cubicBezTo>
                        <a:pt x="47386" y="4407"/>
                        <a:pt x="59084" y="16105"/>
                        <a:pt x="59112" y="30544"/>
                      </a:cubicBezTo>
                      <a:cubicBezTo>
                        <a:pt x="59112" y="41141"/>
                        <a:pt x="52727" y="50663"/>
                        <a:pt x="42950" y="54732"/>
                      </a:cubicBezTo>
                      <a:cubicBezTo>
                        <a:pt x="39714" y="56069"/>
                        <a:pt x="36318" y="56719"/>
                        <a:pt x="32950" y="56719"/>
                      </a:cubicBezTo>
                      <a:cubicBezTo>
                        <a:pt x="26141" y="56719"/>
                        <a:pt x="19449" y="54062"/>
                        <a:pt x="14439" y="49052"/>
                      </a:cubicBezTo>
                      <a:cubicBezTo>
                        <a:pt x="6951" y="41564"/>
                        <a:pt x="4719" y="30318"/>
                        <a:pt x="8760" y="20542"/>
                      </a:cubicBezTo>
                      <a:cubicBezTo>
                        <a:pt x="12800" y="10765"/>
                        <a:pt x="22351" y="4379"/>
                        <a:pt x="32947" y="4379"/>
                      </a:cubicBezTo>
                      <a:close/>
                      <a:moveTo>
                        <a:pt x="32937" y="3678"/>
                      </a:moveTo>
                      <a:cubicBezTo>
                        <a:pt x="25941" y="3678"/>
                        <a:pt x="19070" y="6416"/>
                        <a:pt x="13930" y="11556"/>
                      </a:cubicBezTo>
                      <a:cubicBezTo>
                        <a:pt x="6245" y="19242"/>
                        <a:pt x="3956" y="30799"/>
                        <a:pt x="8110" y="40830"/>
                      </a:cubicBezTo>
                      <a:cubicBezTo>
                        <a:pt x="12263" y="50861"/>
                        <a:pt x="22068" y="57416"/>
                        <a:pt x="32947" y="57416"/>
                      </a:cubicBezTo>
                      <a:lnTo>
                        <a:pt x="32947" y="57445"/>
                      </a:lnTo>
                      <a:cubicBezTo>
                        <a:pt x="47782" y="57416"/>
                        <a:pt x="59791" y="45379"/>
                        <a:pt x="59819" y="30544"/>
                      </a:cubicBezTo>
                      <a:cubicBezTo>
                        <a:pt x="59819" y="19666"/>
                        <a:pt x="53263" y="9889"/>
                        <a:pt x="43232" y="5735"/>
                      </a:cubicBezTo>
                      <a:cubicBezTo>
                        <a:pt x="39900" y="4350"/>
                        <a:pt x="36403" y="3678"/>
                        <a:pt x="32937" y="3678"/>
                      </a:cubicBezTo>
                      <a:close/>
                      <a:moveTo>
                        <a:pt x="32947" y="706"/>
                      </a:moveTo>
                      <a:cubicBezTo>
                        <a:pt x="49421" y="734"/>
                        <a:pt x="62758" y="14071"/>
                        <a:pt x="62786" y="30544"/>
                      </a:cubicBezTo>
                      <a:cubicBezTo>
                        <a:pt x="62786" y="42610"/>
                        <a:pt x="55496" y="53489"/>
                        <a:pt x="44363" y="58123"/>
                      </a:cubicBezTo>
                      <a:cubicBezTo>
                        <a:pt x="40668" y="59647"/>
                        <a:pt x="36791" y="60389"/>
                        <a:pt x="32947" y="60389"/>
                      </a:cubicBezTo>
                      <a:cubicBezTo>
                        <a:pt x="25179" y="60389"/>
                        <a:pt x="17548" y="57361"/>
                        <a:pt x="11839" y="51652"/>
                      </a:cubicBezTo>
                      <a:cubicBezTo>
                        <a:pt x="3306" y="43119"/>
                        <a:pt x="763" y="30290"/>
                        <a:pt x="5369" y="19129"/>
                      </a:cubicBezTo>
                      <a:cubicBezTo>
                        <a:pt x="10003" y="7996"/>
                        <a:pt x="20882" y="706"/>
                        <a:pt x="32947" y="706"/>
                      </a:cubicBezTo>
                      <a:close/>
                      <a:moveTo>
                        <a:pt x="32965" y="0"/>
                      </a:moveTo>
                      <a:cubicBezTo>
                        <a:pt x="25013" y="0"/>
                        <a:pt x="17196" y="3110"/>
                        <a:pt x="11331" y="8956"/>
                      </a:cubicBezTo>
                      <a:cubicBezTo>
                        <a:pt x="2600" y="17688"/>
                        <a:pt x="0" y="30827"/>
                        <a:pt x="4719" y="42243"/>
                      </a:cubicBezTo>
                      <a:cubicBezTo>
                        <a:pt x="9438" y="53658"/>
                        <a:pt x="20571" y="61090"/>
                        <a:pt x="32947" y="61090"/>
                      </a:cubicBezTo>
                      <a:cubicBezTo>
                        <a:pt x="49788" y="61061"/>
                        <a:pt x="63464" y="47414"/>
                        <a:pt x="63492" y="30544"/>
                      </a:cubicBezTo>
                      <a:cubicBezTo>
                        <a:pt x="63492" y="18196"/>
                        <a:pt x="56033" y="7063"/>
                        <a:pt x="44617" y="2316"/>
                      </a:cubicBezTo>
                      <a:cubicBezTo>
                        <a:pt x="40845" y="757"/>
                        <a:pt x="36889" y="0"/>
                        <a:pt x="32965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CUSTOM_22_1_2_1">
    <p:bg>
      <p:bgPr>
        <a:solidFill>
          <a:schemeClr val="accent2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7"/>
          <p:cNvSpPr txBox="1">
            <a:spLocks noGrp="1"/>
          </p:cNvSpPr>
          <p:nvPr>
            <p:ph type="title"/>
          </p:nvPr>
        </p:nvSpPr>
        <p:spPr>
          <a:xfrm>
            <a:off x="1950150" y="1933323"/>
            <a:ext cx="52437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626" name="Google Shape;626;p17"/>
          <p:cNvSpPr txBox="1">
            <a:spLocks noGrp="1"/>
          </p:cNvSpPr>
          <p:nvPr>
            <p:ph type="title" idx="2" hasCustomPrompt="1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27" name="Google Shape;627;p17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grpSp>
        <p:nvGrpSpPr>
          <p:cNvPr id="628" name="Google Shape;628;p17"/>
          <p:cNvGrpSpPr/>
          <p:nvPr/>
        </p:nvGrpSpPr>
        <p:grpSpPr>
          <a:xfrm>
            <a:off x="-1830" y="-53"/>
            <a:ext cx="9147554" cy="5144278"/>
            <a:chOff x="-1830" y="-53"/>
            <a:chExt cx="9147554" cy="5144278"/>
          </a:xfrm>
        </p:grpSpPr>
        <p:grpSp>
          <p:nvGrpSpPr>
            <p:cNvPr id="629" name="Google Shape;629;p17"/>
            <p:cNvGrpSpPr/>
            <p:nvPr/>
          </p:nvGrpSpPr>
          <p:grpSpPr>
            <a:xfrm rot="5400000">
              <a:off x="7616775" y="3615276"/>
              <a:ext cx="1528450" cy="1529448"/>
              <a:chOff x="7617000" y="1807026"/>
              <a:chExt cx="1528450" cy="1529448"/>
            </a:xfrm>
          </p:grpSpPr>
          <p:sp>
            <p:nvSpPr>
              <p:cNvPr id="630" name="Google Shape;630;p17"/>
              <p:cNvSpPr/>
              <p:nvPr/>
            </p:nvSpPr>
            <p:spPr>
              <a:xfrm>
                <a:off x="8363050" y="1808250"/>
                <a:ext cx="782400" cy="152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1" name="Google Shape;631;p17"/>
              <p:cNvGrpSpPr/>
              <p:nvPr/>
            </p:nvGrpSpPr>
            <p:grpSpPr>
              <a:xfrm rot="5400000">
                <a:off x="7234445" y="2189581"/>
                <a:ext cx="1529448" cy="764338"/>
                <a:chOff x="3474425" y="329950"/>
                <a:chExt cx="2726775" cy="1362700"/>
              </a:xfrm>
            </p:grpSpPr>
            <p:sp>
              <p:nvSpPr>
                <p:cNvPr id="632" name="Google Shape;632;p17"/>
                <p:cNvSpPr/>
                <p:nvPr/>
              </p:nvSpPr>
              <p:spPr>
                <a:xfrm>
                  <a:off x="3474425" y="329950"/>
                  <a:ext cx="2726775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71" h="54508" extrusionOk="0">
                      <a:moveTo>
                        <a:pt x="1" y="0"/>
                      </a:moveTo>
                      <a:cubicBezTo>
                        <a:pt x="1" y="30093"/>
                        <a:pt x="24414" y="54507"/>
                        <a:pt x="54536" y="54507"/>
                      </a:cubicBezTo>
                      <a:cubicBezTo>
                        <a:pt x="84657" y="54507"/>
                        <a:pt x="109070" y="30093"/>
                        <a:pt x="10907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3787375" y="332075"/>
                  <a:ext cx="2101600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4" h="42046" extrusionOk="0">
                      <a:moveTo>
                        <a:pt x="0" y="0"/>
                      </a:moveTo>
                      <a:cubicBezTo>
                        <a:pt x="0" y="23227"/>
                        <a:pt x="18791" y="42046"/>
                        <a:pt x="42018" y="42046"/>
                      </a:cubicBezTo>
                      <a:cubicBezTo>
                        <a:pt x="65244" y="42046"/>
                        <a:pt x="84063" y="23227"/>
                        <a:pt x="8406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3850250" y="329950"/>
                  <a:ext cx="1975150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06" h="54508" extrusionOk="0">
                      <a:moveTo>
                        <a:pt x="37581" y="0"/>
                      </a:moveTo>
                      <a:lnTo>
                        <a:pt x="0" y="37581"/>
                      </a:lnTo>
                      <a:cubicBezTo>
                        <a:pt x="622" y="38231"/>
                        <a:pt x="1272" y="38881"/>
                        <a:pt x="1922" y="39503"/>
                      </a:cubicBezTo>
                      <a:lnTo>
                        <a:pt x="38146" y="3250"/>
                      </a:lnTo>
                      <a:lnTo>
                        <a:pt x="38146" y="54507"/>
                      </a:lnTo>
                      <a:lnTo>
                        <a:pt x="40859" y="54507"/>
                      </a:lnTo>
                      <a:lnTo>
                        <a:pt x="40859" y="3250"/>
                      </a:lnTo>
                      <a:lnTo>
                        <a:pt x="77084" y="39503"/>
                      </a:lnTo>
                      <a:cubicBezTo>
                        <a:pt x="77734" y="38881"/>
                        <a:pt x="78383" y="38231"/>
                        <a:pt x="79005" y="37581"/>
                      </a:cubicBezTo>
                      <a:lnTo>
                        <a:pt x="414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069925" y="332075"/>
                  <a:ext cx="1535775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31" h="42046" extrusionOk="0">
                      <a:moveTo>
                        <a:pt x="28709" y="0"/>
                      </a:moveTo>
                      <a:lnTo>
                        <a:pt x="1" y="28709"/>
                      </a:lnTo>
                      <a:cubicBezTo>
                        <a:pt x="623" y="29359"/>
                        <a:pt x="1272" y="30008"/>
                        <a:pt x="1922" y="30630"/>
                      </a:cubicBezTo>
                      <a:lnTo>
                        <a:pt x="29359" y="3165"/>
                      </a:lnTo>
                      <a:lnTo>
                        <a:pt x="29359" y="42017"/>
                      </a:lnTo>
                      <a:cubicBezTo>
                        <a:pt x="29811" y="42017"/>
                        <a:pt x="30263" y="42046"/>
                        <a:pt x="30716" y="42046"/>
                      </a:cubicBezTo>
                      <a:cubicBezTo>
                        <a:pt x="31168" y="42046"/>
                        <a:pt x="31620" y="42046"/>
                        <a:pt x="32072" y="42017"/>
                      </a:cubicBezTo>
                      <a:lnTo>
                        <a:pt x="32072" y="3165"/>
                      </a:lnTo>
                      <a:lnTo>
                        <a:pt x="59509" y="30630"/>
                      </a:lnTo>
                      <a:cubicBezTo>
                        <a:pt x="60187" y="30008"/>
                        <a:pt x="60809" y="29359"/>
                        <a:pt x="61430" y="28709"/>
                      </a:cubicBezTo>
                      <a:lnTo>
                        <a:pt x="327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36" name="Google Shape;636;p17"/>
            <p:cNvGrpSpPr/>
            <p:nvPr/>
          </p:nvGrpSpPr>
          <p:grpSpPr>
            <a:xfrm>
              <a:off x="-1830" y="1808250"/>
              <a:ext cx="1527000" cy="1527000"/>
              <a:chOff x="0" y="0"/>
              <a:chExt cx="1527000" cy="1527000"/>
            </a:xfrm>
          </p:grpSpPr>
          <p:sp>
            <p:nvSpPr>
              <p:cNvPr id="637" name="Google Shape;637;p17"/>
              <p:cNvSpPr/>
              <p:nvPr/>
            </p:nvSpPr>
            <p:spPr>
              <a:xfrm>
                <a:off x="0" y="0"/>
                <a:ext cx="1527000" cy="1527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8" name="Google Shape;638;p17"/>
              <p:cNvGrpSpPr/>
              <p:nvPr/>
            </p:nvGrpSpPr>
            <p:grpSpPr>
              <a:xfrm>
                <a:off x="260007" y="259998"/>
                <a:ext cx="1006987" cy="1007004"/>
                <a:chOff x="2790325" y="2128575"/>
                <a:chExt cx="1415500" cy="1415525"/>
              </a:xfrm>
            </p:grpSpPr>
            <p:sp>
              <p:nvSpPr>
                <p:cNvPr id="639" name="Google Shape;639;p17"/>
                <p:cNvSpPr/>
                <p:nvPr/>
              </p:nvSpPr>
              <p:spPr>
                <a:xfrm>
                  <a:off x="2790325" y="2128575"/>
                  <a:ext cx="1415500" cy="141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20" h="56621" extrusionOk="0">
                      <a:moveTo>
                        <a:pt x="28310" y="1"/>
                      </a:moveTo>
                      <a:cubicBezTo>
                        <a:pt x="12667" y="1"/>
                        <a:pt x="1" y="12667"/>
                        <a:pt x="1" y="28311"/>
                      </a:cubicBezTo>
                      <a:cubicBezTo>
                        <a:pt x="1" y="43954"/>
                        <a:pt x="12667" y="56620"/>
                        <a:pt x="28310" y="56620"/>
                      </a:cubicBezTo>
                      <a:cubicBezTo>
                        <a:pt x="43924" y="56620"/>
                        <a:pt x="56620" y="43954"/>
                        <a:pt x="56620" y="28311"/>
                      </a:cubicBezTo>
                      <a:cubicBezTo>
                        <a:pt x="56620" y="12667"/>
                        <a:pt x="43924" y="1"/>
                        <a:pt x="28310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2944275" y="2322875"/>
                  <a:ext cx="1067475" cy="102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699" h="41086" extrusionOk="0">
                      <a:moveTo>
                        <a:pt x="22152" y="8018"/>
                      </a:moveTo>
                      <a:cubicBezTo>
                        <a:pt x="29040" y="8047"/>
                        <a:pt x="34644" y="13622"/>
                        <a:pt x="34673" y="20539"/>
                      </a:cubicBezTo>
                      <a:cubicBezTo>
                        <a:pt x="34644" y="25588"/>
                        <a:pt x="31608" y="30170"/>
                        <a:pt x="26939" y="32096"/>
                      </a:cubicBezTo>
                      <a:cubicBezTo>
                        <a:pt x="25390" y="32735"/>
                        <a:pt x="23761" y="33046"/>
                        <a:pt x="22146" y="33046"/>
                      </a:cubicBezTo>
                      <a:cubicBezTo>
                        <a:pt x="18890" y="33046"/>
                        <a:pt x="15689" y="31781"/>
                        <a:pt x="13309" y="29382"/>
                      </a:cubicBezTo>
                      <a:cubicBezTo>
                        <a:pt x="9719" y="25821"/>
                        <a:pt x="8669" y="20422"/>
                        <a:pt x="10595" y="15752"/>
                      </a:cubicBezTo>
                      <a:cubicBezTo>
                        <a:pt x="12521" y="11083"/>
                        <a:pt x="17074" y="8018"/>
                        <a:pt x="22152" y="8018"/>
                      </a:cubicBezTo>
                      <a:close/>
                      <a:moveTo>
                        <a:pt x="22140" y="1"/>
                      </a:moveTo>
                      <a:cubicBezTo>
                        <a:pt x="16803" y="1"/>
                        <a:pt x="11559" y="2083"/>
                        <a:pt x="7618" y="6004"/>
                      </a:cubicBezTo>
                      <a:cubicBezTo>
                        <a:pt x="1752" y="11900"/>
                        <a:pt x="1" y="20714"/>
                        <a:pt x="3182" y="28389"/>
                      </a:cubicBezTo>
                      <a:cubicBezTo>
                        <a:pt x="6363" y="36065"/>
                        <a:pt x="13835" y="41085"/>
                        <a:pt x="22152" y="41085"/>
                      </a:cubicBezTo>
                      <a:cubicBezTo>
                        <a:pt x="33476" y="41056"/>
                        <a:pt x="42670" y="31863"/>
                        <a:pt x="42699" y="20539"/>
                      </a:cubicBezTo>
                      <a:cubicBezTo>
                        <a:pt x="42670" y="12221"/>
                        <a:pt x="37679" y="4749"/>
                        <a:pt x="30003" y="1568"/>
                      </a:cubicBezTo>
                      <a:cubicBezTo>
                        <a:pt x="27458" y="513"/>
                        <a:pt x="24788" y="1"/>
                        <a:pt x="2214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2984400" y="2836325"/>
                  <a:ext cx="1027350" cy="513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94" h="20548" extrusionOk="0">
                      <a:moveTo>
                        <a:pt x="1" y="1"/>
                      </a:moveTo>
                      <a:cubicBezTo>
                        <a:pt x="30" y="11325"/>
                        <a:pt x="9194" y="20518"/>
                        <a:pt x="20547" y="20547"/>
                      </a:cubicBezTo>
                      <a:cubicBezTo>
                        <a:pt x="31871" y="20518"/>
                        <a:pt x="41065" y="11325"/>
                        <a:pt x="41094" y="1"/>
                      </a:cubicBezTo>
                      <a:lnTo>
                        <a:pt x="33068" y="1"/>
                      </a:lnTo>
                      <a:cubicBezTo>
                        <a:pt x="32951" y="6830"/>
                        <a:pt x="27377" y="12288"/>
                        <a:pt x="20547" y="12288"/>
                      </a:cubicBezTo>
                      <a:cubicBezTo>
                        <a:pt x="13718" y="12288"/>
                        <a:pt x="8144" y="6830"/>
                        <a:pt x="8027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42" name="Google Shape;642;p17"/>
            <p:cNvGrpSpPr/>
            <p:nvPr/>
          </p:nvGrpSpPr>
          <p:grpSpPr>
            <a:xfrm rot="10800000">
              <a:off x="-1830" y="3616500"/>
              <a:ext cx="1527000" cy="1527000"/>
              <a:chOff x="7617000" y="0"/>
              <a:chExt cx="1527000" cy="1527000"/>
            </a:xfrm>
          </p:grpSpPr>
          <p:sp>
            <p:nvSpPr>
              <p:cNvPr id="643" name="Google Shape;643;p17"/>
              <p:cNvSpPr/>
              <p:nvPr/>
            </p:nvSpPr>
            <p:spPr>
              <a:xfrm>
                <a:off x="7617000" y="0"/>
                <a:ext cx="1527000" cy="1527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44" name="Google Shape;644;p17"/>
              <p:cNvGrpSpPr/>
              <p:nvPr/>
            </p:nvGrpSpPr>
            <p:grpSpPr>
              <a:xfrm flipH="1">
                <a:off x="7828650" y="0"/>
                <a:ext cx="1315350" cy="1311825"/>
                <a:chOff x="4028700" y="262275"/>
                <a:chExt cx="1315350" cy="1311825"/>
              </a:xfrm>
            </p:grpSpPr>
            <p:sp>
              <p:nvSpPr>
                <p:cNvPr id="645" name="Google Shape;645;p17"/>
                <p:cNvSpPr/>
                <p:nvPr/>
              </p:nvSpPr>
              <p:spPr>
                <a:xfrm>
                  <a:off x="4656000" y="6481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86" y="0"/>
                      </a:moveTo>
                      <a:cubicBezTo>
                        <a:pt x="4553" y="0"/>
                        <a:pt x="0" y="2247"/>
                        <a:pt x="0" y="5020"/>
                      </a:cubicBezTo>
                      <a:cubicBezTo>
                        <a:pt x="0" y="7763"/>
                        <a:pt x="4553" y="10011"/>
                        <a:pt x="10186" y="10011"/>
                      </a:cubicBezTo>
                      <a:cubicBezTo>
                        <a:pt x="15789" y="10011"/>
                        <a:pt x="20342" y="7763"/>
                        <a:pt x="20342" y="5020"/>
                      </a:cubicBezTo>
                      <a:cubicBezTo>
                        <a:pt x="20342" y="2247"/>
                        <a:pt x="15789" y="0"/>
                        <a:pt x="1018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372900" y="365075"/>
                  <a:ext cx="508575" cy="250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3" h="10011" extrusionOk="0">
                      <a:moveTo>
                        <a:pt x="10157" y="0"/>
                      </a:moveTo>
                      <a:cubicBezTo>
                        <a:pt x="4553" y="0"/>
                        <a:pt x="0" y="2247"/>
                        <a:pt x="0" y="4991"/>
                      </a:cubicBezTo>
                      <a:cubicBezTo>
                        <a:pt x="0" y="7764"/>
                        <a:pt x="4553" y="10011"/>
                        <a:pt x="10157" y="10011"/>
                      </a:cubicBezTo>
                      <a:cubicBezTo>
                        <a:pt x="15790" y="10011"/>
                        <a:pt x="20342" y="7764"/>
                        <a:pt x="20342" y="4991"/>
                      </a:cubicBezTo>
                      <a:cubicBezTo>
                        <a:pt x="20342" y="2247"/>
                        <a:pt x="15790" y="0"/>
                        <a:pt x="101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417400" y="8867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5021" y="1"/>
                      </a:moveTo>
                      <a:cubicBezTo>
                        <a:pt x="2248" y="1"/>
                        <a:pt x="1" y="4554"/>
                        <a:pt x="1" y="10186"/>
                      </a:cubicBezTo>
                      <a:cubicBezTo>
                        <a:pt x="1" y="15790"/>
                        <a:pt x="2248" y="20343"/>
                        <a:pt x="5021" y="20343"/>
                      </a:cubicBezTo>
                      <a:cubicBezTo>
                        <a:pt x="7764" y="20343"/>
                        <a:pt x="10011" y="15790"/>
                        <a:pt x="10011" y="10186"/>
                      </a:cubicBezTo>
                      <a:cubicBezTo>
                        <a:pt x="10011" y="4554"/>
                        <a:pt x="7764" y="1"/>
                        <a:pt x="502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134300" y="603650"/>
                  <a:ext cx="250300" cy="50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2" h="20343" extrusionOk="0">
                      <a:moveTo>
                        <a:pt x="4991" y="1"/>
                      </a:moveTo>
                      <a:cubicBezTo>
                        <a:pt x="2248" y="1"/>
                        <a:pt x="1" y="4554"/>
                        <a:pt x="1" y="10157"/>
                      </a:cubicBezTo>
                      <a:cubicBezTo>
                        <a:pt x="1" y="15790"/>
                        <a:pt x="2248" y="20343"/>
                        <a:pt x="4991" y="20343"/>
                      </a:cubicBezTo>
                      <a:cubicBezTo>
                        <a:pt x="7764" y="20343"/>
                        <a:pt x="10011" y="15790"/>
                        <a:pt x="10011" y="10157"/>
                      </a:cubicBezTo>
                      <a:cubicBezTo>
                        <a:pt x="10011" y="4554"/>
                        <a:pt x="7764" y="1"/>
                        <a:pt x="4991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028700" y="262275"/>
                  <a:ext cx="1035175" cy="1031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07" h="41266" extrusionOk="0">
                      <a:moveTo>
                        <a:pt x="429" y="0"/>
                      </a:moveTo>
                      <a:cubicBezTo>
                        <a:pt x="195" y="0"/>
                        <a:pt x="0" y="296"/>
                        <a:pt x="226" y="522"/>
                      </a:cubicBezTo>
                      <a:lnTo>
                        <a:pt x="8865" y="9161"/>
                      </a:lnTo>
                      <a:lnTo>
                        <a:pt x="8865" y="28219"/>
                      </a:lnTo>
                      <a:cubicBezTo>
                        <a:pt x="8865" y="28424"/>
                        <a:pt x="9018" y="28526"/>
                        <a:pt x="9172" y="28526"/>
                      </a:cubicBezTo>
                      <a:cubicBezTo>
                        <a:pt x="9325" y="28526"/>
                        <a:pt x="9478" y="28424"/>
                        <a:pt x="9478" y="28219"/>
                      </a:cubicBezTo>
                      <a:lnTo>
                        <a:pt x="9478" y="9774"/>
                      </a:lnTo>
                      <a:lnTo>
                        <a:pt x="20218" y="20514"/>
                      </a:lnTo>
                      <a:lnTo>
                        <a:pt x="20218" y="39543"/>
                      </a:lnTo>
                      <a:cubicBezTo>
                        <a:pt x="20218" y="39747"/>
                        <a:pt x="20364" y="39850"/>
                        <a:pt x="20510" y="39850"/>
                      </a:cubicBezTo>
                      <a:cubicBezTo>
                        <a:pt x="20656" y="39850"/>
                        <a:pt x="20802" y="39747"/>
                        <a:pt x="20802" y="39543"/>
                      </a:cubicBezTo>
                      <a:lnTo>
                        <a:pt x="20802" y="21098"/>
                      </a:lnTo>
                      <a:lnTo>
                        <a:pt x="40881" y="41177"/>
                      </a:lnTo>
                      <a:cubicBezTo>
                        <a:pt x="40940" y="41236"/>
                        <a:pt x="41013" y="41265"/>
                        <a:pt x="41089" y="41265"/>
                      </a:cubicBezTo>
                      <a:cubicBezTo>
                        <a:pt x="41166" y="41265"/>
                        <a:pt x="41246" y="41236"/>
                        <a:pt x="41319" y="41177"/>
                      </a:cubicBezTo>
                      <a:cubicBezTo>
                        <a:pt x="41407" y="41061"/>
                        <a:pt x="41407" y="40856"/>
                        <a:pt x="41319" y="40740"/>
                      </a:cubicBezTo>
                      <a:lnTo>
                        <a:pt x="21240" y="20689"/>
                      </a:lnTo>
                      <a:lnTo>
                        <a:pt x="39685" y="20689"/>
                      </a:lnTo>
                      <a:cubicBezTo>
                        <a:pt x="40093" y="20689"/>
                        <a:pt x="40093" y="20077"/>
                        <a:pt x="39685" y="20077"/>
                      </a:cubicBezTo>
                      <a:lnTo>
                        <a:pt x="20627" y="20077"/>
                      </a:lnTo>
                      <a:lnTo>
                        <a:pt x="9887" y="9336"/>
                      </a:lnTo>
                      <a:lnTo>
                        <a:pt x="28332" y="9336"/>
                      </a:lnTo>
                      <a:cubicBezTo>
                        <a:pt x="28740" y="9336"/>
                        <a:pt x="28740" y="8723"/>
                        <a:pt x="28332" y="8723"/>
                      </a:cubicBezTo>
                      <a:lnTo>
                        <a:pt x="9274" y="8723"/>
                      </a:lnTo>
                      <a:lnTo>
                        <a:pt x="635" y="85"/>
                      </a:lnTo>
                      <a:cubicBezTo>
                        <a:pt x="569" y="25"/>
                        <a:pt x="497" y="0"/>
                        <a:pt x="42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0" y="1"/>
                      </a:move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785875" y="1016625"/>
                  <a:ext cx="558175" cy="55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27" h="22299" extrusionOk="0">
                      <a:moveTo>
                        <a:pt x="19175" y="1"/>
                      </a:moveTo>
                      <a:cubicBezTo>
                        <a:pt x="17862" y="9982"/>
                        <a:pt x="9982" y="17862"/>
                        <a:pt x="0" y="19175"/>
                      </a:cubicBezTo>
                      <a:lnTo>
                        <a:pt x="0" y="22298"/>
                      </a:lnTo>
                      <a:cubicBezTo>
                        <a:pt x="12316" y="22298"/>
                        <a:pt x="22327" y="12317"/>
                        <a:pt x="2232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52" name="Google Shape;652;p17"/>
            <p:cNvGrpSpPr/>
            <p:nvPr/>
          </p:nvGrpSpPr>
          <p:grpSpPr>
            <a:xfrm>
              <a:off x="7618724" y="6"/>
              <a:ext cx="1527000" cy="1527000"/>
              <a:chOff x="727" y="3621506"/>
              <a:chExt cx="1527000" cy="1527000"/>
            </a:xfrm>
          </p:grpSpPr>
          <p:sp>
            <p:nvSpPr>
              <p:cNvPr id="653" name="Google Shape;653;p17"/>
              <p:cNvSpPr/>
              <p:nvPr/>
            </p:nvSpPr>
            <p:spPr>
              <a:xfrm>
                <a:off x="727" y="3621506"/>
                <a:ext cx="1527000" cy="1527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54" name="Google Shape;654;p17"/>
              <p:cNvGrpSpPr/>
              <p:nvPr/>
            </p:nvGrpSpPr>
            <p:grpSpPr>
              <a:xfrm>
                <a:off x="137822" y="3764023"/>
                <a:ext cx="1252809" cy="1241967"/>
                <a:chOff x="3178500" y="3787775"/>
                <a:chExt cx="1060175" cy="1051000"/>
              </a:xfrm>
            </p:grpSpPr>
            <p:sp>
              <p:nvSpPr>
                <p:cNvPr id="655" name="Google Shape;655;p17"/>
                <p:cNvSpPr/>
                <p:nvPr/>
              </p:nvSpPr>
              <p:spPr>
                <a:xfrm>
                  <a:off x="3178500" y="3792150"/>
                  <a:ext cx="2174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7425" extrusionOk="0">
                      <a:moveTo>
                        <a:pt x="4991" y="0"/>
                      </a:moveTo>
                      <a:cubicBezTo>
                        <a:pt x="1664" y="0"/>
                        <a:pt x="0" y="3999"/>
                        <a:pt x="2364" y="6333"/>
                      </a:cubicBezTo>
                      <a:cubicBezTo>
                        <a:pt x="3118" y="7087"/>
                        <a:pt x="4045" y="7424"/>
                        <a:pt x="4955" y="7424"/>
                      </a:cubicBezTo>
                      <a:cubicBezTo>
                        <a:pt x="6864" y="7424"/>
                        <a:pt x="8697" y="5940"/>
                        <a:pt x="8697" y="3707"/>
                      </a:cubicBezTo>
                      <a:cubicBezTo>
                        <a:pt x="8697" y="1664"/>
                        <a:pt x="7034" y="0"/>
                        <a:pt x="499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3443350" y="3787775"/>
                  <a:ext cx="227675" cy="19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7" h="7777" extrusionOk="0">
                      <a:moveTo>
                        <a:pt x="5174" y="335"/>
                      </a:moveTo>
                      <a:cubicBezTo>
                        <a:pt x="6987" y="335"/>
                        <a:pt x="8727" y="1747"/>
                        <a:pt x="8727" y="3882"/>
                      </a:cubicBezTo>
                      <a:cubicBezTo>
                        <a:pt x="8727" y="5837"/>
                        <a:pt x="7151" y="7413"/>
                        <a:pt x="5195" y="7413"/>
                      </a:cubicBezTo>
                      <a:cubicBezTo>
                        <a:pt x="2073" y="7413"/>
                        <a:pt x="497" y="3619"/>
                        <a:pt x="2715" y="1372"/>
                      </a:cubicBezTo>
                      <a:cubicBezTo>
                        <a:pt x="3431" y="656"/>
                        <a:pt x="4311" y="335"/>
                        <a:pt x="5174" y="335"/>
                      </a:cubicBezTo>
                      <a:close/>
                      <a:moveTo>
                        <a:pt x="5195" y="0"/>
                      </a:moveTo>
                      <a:cubicBezTo>
                        <a:pt x="1722" y="0"/>
                        <a:pt x="0" y="4174"/>
                        <a:pt x="2452" y="6625"/>
                      </a:cubicBezTo>
                      <a:cubicBezTo>
                        <a:pt x="3247" y="7420"/>
                        <a:pt x="4226" y="7776"/>
                        <a:pt x="5186" y="7776"/>
                      </a:cubicBezTo>
                      <a:cubicBezTo>
                        <a:pt x="7187" y="7776"/>
                        <a:pt x="9106" y="6229"/>
                        <a:pt x="9106" y="3882"/>
                      </a:cubicBezTo>
                      <a:cubicBezTo>
                        <a:pt x="9106" y="1722"/>
                        <a:pt x="7355" y="0"/>
                        <a:pt x="51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3751250" y="3791725"/>
                  <a:ext cx="216725" cy="18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31" extrusionOk="0">
                      <a:moveTo>
                        <a:pt x="3731" y="0"/>
                      </a:moveTo>
                      <a:cubicBezTo>
                        <a:pt x="1826" y="0"/>
                        <a:pt x="1" y="1476"/>
                        <a:pt x="1" y="3724"/>
                      </a:cubicBezTo>
                      <a:cubicBezTo>
                        <a:pt x="1" y="5767"/>
                        <a:pt x="1664" y="7430"/>
                        <a:pt x="3707" y="7430"/>
                      </a:cubicBezTo>
                      <a:cubicBezTo>
                        <a:pt x="7034" y="7430"/>
                        <a:pt x="8669" y="3432"/>
                        <a:pt x="6334" y="1097"/>
                      </a:cubicBezTo>
                      <a:cubicBezTo>
                        <a:pt x="5577" y="340"/>
                        <a:pt x="4645" y="0"/>
                        <a:pt x="373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021950" y="3791725"/>
                  <a:ext cx="216725" cy="18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31" extrusionOk="0">
                      <a:moveTo>
                        <a:pt x="3730" y="0"/>
                      </a:moveTo>
                      <a:cubicBezTo>
                        <a:pt x="1826" y="0"/>
                        <a:pt x="0" y="1476"/>
                        <a:pt x="0" y="3724"/>
                      </a:cubicBezTo>
                      <a:cubicBezTo>
                        <a:pt x="0" y="5767"/>
                        <a:pt x="1664" y="7430"/>
                        <a:pt x="3707" y="7430"/>
                      </a:cubicBezTo>
                      <a:cubicBezTo>
                        <a:pt x="7005" y="7430"/>
                        <a:pt x="8668" y="3432"/>
                        <a:pt x="6333" y="1097"/>
                      </a:cubicBezTo>
                      <a:cubicBezTo>
                        <a:pt x="5576" y="340"/>
                        <a:pt x="4644" y="0"/>
                        <a:pt x="3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3178700" y="4078150"/>
                  <a:ext cx="2172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0" h="7425" extrusionOk="0">
                      <a:moveTo>
                        <a:pt x="5035" y="1"/>
                      </a:moveTo>
                      <a:cubicBezTo>
                        <a:pt x="5018" y="1"/>
                        <a:pt x="5000" y="1"/>
                        <a:pt x="4983" y="1"/>
                      </a:cubicBezTo>
                      <a:cubicBezTo>
                        <a:pt x="4971" y="1"/>
                        <a:pt x="4959" y="1"/>
                        <a:pt x="4947" y="1"/>
                      </a:cubicBezTo>
                      <a:cubicBezTo>
                        <a:pt x="1644" y="1"/>
                        <a:pt x="1" y="4008"/>
                        <a:pt x="2327" y="6334"/>
                      </a:cubicBezTo>
                      <a:cubicBezTo>
                        <a:pt x="3090" y="7088"/>
                        <a:pt x="4023" y="7425"/>
                        <a:pt x="4938" y="7425"/>
                      </a:cubicBezTo>
                      <a:cubicBezTo>
                        <a:pt x="6856" y="7425"/>
                        <a:pt x="8689" y="5941"/>
                        <a:pt x="8689" y="3707"/>
                      </a:cubicBezTo>
                      <a:cubicBezTo>
                        <a:pt x="8689" y="1682"/>
                        <a:pt x="7054" y="1"/>
                        <a:pt x="50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3480550" y="4077150"/>
                  <a:ext cx="217475" cy="18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7454" extrusionOk="0">
                      <a:moveTo>
                        <a:pt x="3753" y="1"/>
                      </a:moveTo>
                      <a:cubicBezTo>
                        <a:pt x="1835" y="1"/>
                        <a:pt x="1" y="1485"/>
                        <a:pt x="1" y="3718"/>
                      </a:cubicBezTo>
                      <a:cubicBezTo>
                        <a:pt x="1" y="5790"/>
                        <a:pt x="1664" y="7454"/>
                        <a:pt x="3707" y="7454"/>
                      </a:cubicBezTo>
                      <a:cubicBezTo>
                        <a:pt x="7035" y="7454"/>
                        <a:pt x="8698" y="3426"/>
                        <a:pt x="6363" y="1092"/>
                      </a:cubicBezTo>
                      <a:cubicBezTo>
                        <a:pt x="5600" y="338"/>
                        <a:pt x="4667" y="1"/>
                        <a:pt x="375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3713300" y="4073050"/>
                  <a:ext cx="228400" cy="19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6" h="7799" extrusionOk="0">
                      <a:moveTo>
                        <a:pt x="5212" y="345"/>
                      </a:moveTo>
                      <a:cubicBezTo>
                        <a:pt x="7027" y="345"/>
                        <a:pt x="8757" y="1754"/>
                        <a:pt x="8757" y="3882"/>
                      </a:cubicBezTo>
                      <a:cubicBezTo>
                        <a:pt x="8757" y="5838"/>
                        <a:pt x="7181" y="7414"/>
                        <a:pt x="5225" y="7414"/>
                      </a:cubicBezTo>
                      <a:cubicBezTo>
                        <a:pt x="2073" y="7414"/>
                        <a:pt x="497" y="3620"/>
                        <a:pt x="2715" y="1402"/>
                      </a:cubicBezTo>
                      <a:cubicBezTo>
                        <a:pt x="3445" y="671"/>
                        <a:pt x="4339" y="345"/>
                        <a:pt x="5212" y="345"/>
                      </a:cubicBezTo>
                      <a:close/>
                      <a:moveTo>
                        <a:pt x="5225" y="1"/>
                      </a:moveTo>
                      <a:cubicBezTo>
                        <a:pt x="1752" y="1"/>
                        <a:pt x="1" y="4203"/>
                        <a:pt x="2453" y="6655"/>
                      </a:cubicBezTo>
                      <a:cubicBezTo>
                        <a:pt x="3252" y="7445"/>
                        <a:pt x="4231" y="7799"/>
                        <a:pt x="5190" y="7799"/>
                      </a:cubicBezTo>
                      <a:cubicBezTo>
                        <a:pt x="7206" y="7799"/>
                        <a:pt x="9136" y="6236"/>
                        <a:pt x="9136" y="3882"/>
                      </a:cubicBezTo>
                      <a:cubicBezTo>
                        <a:pt x="9136" y="1752"/>
                        <a:pt x="7385" y="1"/>
                        <a:pt x="522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021950" y="4077150"/>
                  <a:ext cx="216725" cy="18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54" extrusionOk="0">
                      <a:moveTo>
                        <a:pt x="3743" y="1"/>
                      </a:moveTo>
                      <a:cubicBezTo>
                        <a:pt x="1834" y="1"/>
                        <a:pt x="0" y="1485"/>
                        <a:pt x="0" y="3718"/>
                      </a:cubicBezTo>
                      <a:cubicBezTo>
                        <a:pt x="0" y="5790"/>
                        <a:pt x="1664" y="7454"/>
                        <a:pt x="3707" y="7454"/>
                      </a:cubicBezTo>
                      <a:cubicBezTo>
                        <a:pt x="7005" y="7454"/>
                        <a:pt x="8668" y="3426"/>
                        <a:pt x="6333" y="1092"/>
                      </a:cubicBezTo>
                      <a:cubicBezTo>
                        <a:pt x="5580" y="338"/>
                        <a:pt x="4653" y="1"/>
                        <a:pt x="37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3200375" y="4362475"/>
                  <a:ext cx="204325" cy="1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3" h="7435" extrusionOk="0">
                      <a:moveTo>
                        <a:pt x="4096" y="0"/>
                      </a:moveTo>
                      <a:cubicBezTo>
                        <a:pt x="2417" y="0"/>
                        <a:pt x="894" y="1166"/>
                        <a:pt x="468" y="2870"/>
                      </a:cubicBezTo>
                      <a:cubicBezTo>
                        <a:pt x="1" y="4884"/>
                        <a:pt x="1256" y="6869"/>
                        <a:pt x="3240" y="7336"/>
                      </a:cubicBezTo>
                      <a:cubicBezTo>
                        <a:pt x="3529" y="7403"/>
                        <a:pt x="3817" y="7435"/>
                        <a:pt x="4101" y="7435"/>
                      </a:cubicBezTo>
                      <a:cubicBezTo>
                        <a:pt x="5792" y="7435"/>
                        <a:pt x="7306" y="6288"/>
                        <a:pt x="7706" y="4563"/>
                      </a:cubicBezTo>
                      <a:cubicBezTo>
                        <a:pt x="8173" y="2578"/>
                        <a:pt x="6947" y="565"/>
                        <a:pt x="4933" y="98"/>
                      </a:cubicBezTo>
                      <a:cubicBezTo>
                        <a:pt x="4653" y="32"/>
                        <a:pt x="4372" y="0"/>
                        <a:pt x="40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3443350" y="4358350"/>
                  <a:ext cx="227675" cy="1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7" h="7806" extrusionOk="0">
                      <a:moveTo>
                        <a:pt x="5174" y="364"/>
                      </a:moveTo>
                      <a:cubicBezTo>
                        <a:pt x="6987" y="364"/>
                        <a:pt x="8727" y="1776"/>
                        <a:pt x="8727" y="3911"/>
                      </a:cubicBezTo>
                      <a:cubicBezTo>
                        <a:pt x="8727" y="5837"/>
                        <a:pt x="7151" y="7442"/>
                        <a:pt x="5195" y="7442"/>
                      </a:cubicBezTo>
                      <a:cubicBezTo>
                        <a:pt x="2043" y="7442"/>
                        <a:pt x="467" y="3619"/>
                        <a:pt x="2715" y="1401"/>
                      </a:cubicBezTo>
                      <a:cubicBezTo>
                        <a:pt x="3431" y="685"/>
                        <a:pt x="4311" y="364"/>
                        <a:pt x="5174" y="364"/>
                      </a:cubicBezTo>
                      <a:close/>
                      <a:moveTo>
                        <a:pt x="5195" y="0"/>
                      </a:moveTo>
                      <a:cubicBezTo>
                        <a:pt x="1722" y="0"/>
                        <a:pt x="0" y="4203"/>
                        <a:pt x="2452" y="6654"/>
                      </a:cubicBezTo>
                      <a:cubicBezTo>
                        <a:pt x="3247" y="7449"/>
                        <a:pt x="4226" y="7805"/>
                        <a:pt x="5186" y="7805"/>
                      </a:cubicBezTo>
                      <a:cubicBezTo>
                        <a:pt x="7187" y="7805"/>
                        <a:pt x="9106" y="6258"/>
                        <a:pt x="9106" y="3911"/>
                      </a:cubicBezTo>
                      <a:cubicBezTo>
                        <a:pt x="9106" y="1751"/>
                        <a:pt x="7355" y="0"/>
                        <a:pt x="51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3751250" y="4362725"/>
                  <a:ext cx="185350" cy="1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4" h="7443" extrusionOk="0">
                      <a:moveTo>
                        <a:pt x="3707" y="0"/>
                      </a:moveTo>
                      <a:cubicBezTo>
                        <a:pt x="1664" y="0"/>
                        <a:pt x="1" y="1664"/>
                        <a:pt x="1" y="3736"/>
                      </a:cubicBezTo>
                      <a:cubicBezTo>
                        <a:pt x="1" y="5779"/>
                        <a:pt x="1664" y="7442"/>
                        <a:pt x="3707" y="7442"/>
                      </a:cubicBezTo>
                      <a:cubicBezTo>
                        <a:pt x="5750" y="7442"/>
                        <a:pt x="7414" y="5779"/>
                        <a:pt x="7414" y="3736"/>
                      </a:cubicBezTo>
                      <a:cubicBezTo>
                        <a:pt x="7414" y="1664"/>
                        <a:pt x="5750" y="0"/>
                        <a:pt x="37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017575" y="4363100"/>
                  <a:ext cx="193375" cy="18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5" h="7438" extrusionOk="0">
                      <a:moveTo>
                        <a:pt x="3882" y="1"/>
                      </a:moveTo>
                      <a:cubicBezTo>
                        <a:pt x="3775" y="1"/>
                        <a:pt x="3668" y="5"/>
                        <a:pt x="3561" y="14"/>
                      </a:cubicBezTo>
                      <a:cubicBezTo>
                        <a:pt x="1518" y="189"/>
                        <a:pt x="0" y="1970"/>
                        <a:pt x="175" y="4013"/>
                      </a:cubicBezTo>
                      <a:cubicBezTo>
                        <a:pt x="343" y="5965"/>
                        <a:pt x="1975" y="7437"/>
                        <a:pt x="3902" y="7437"/>
                      </a:cubicBezTo>
                      <a:cubicBezTo>
                        <a:pt x="3992" y="7437"/>
                        <a:pt x="4083" y="7434"/>
                        <a:pt x="4174" y="7427"/>
                      </a:cubicBezTo>
                      <a:cubicBezTo>
                        <a:pt x="6217" y="7252"/>
                        <a:pt x="7734" y="5443"/>
                        <a:pt x="7559" y="3400"/>
                      </a:cubicBezTo>
                      <a:cubicBezTo>
                        <a:pt x="7421" y="1464"/>
                        <a:pt x="5790" y="1"/>
                        <a:pt x="388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3178500" y="4648725"/>
                  <a:ext cx="2174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7425" extrusionOk="0">
                      <a:moveTo>
                        <a:pt x="4991" y="1"/>
                      </a:moveTo>
                      <a:cubicBezTo>
                        <a:pt x="1664" y="1"/>
                        <a:pt x="0" y="3999"/>
                        <a:pt x="2364" y="6334"/>
                      </a:cubicBezTo>
                      <a:cubicBezTo>
                        <a:pt x="3118" y="7088"/>
                        <a:pt x="4045" y="7425"/>
                        <a:pt x="4955" y="7425"/>
                      </a:cubicBezTo>
                      <a:cubicBezTo>
                        <a:pt x="6864" y="7425"/>
                        <a:pt x="8697" y="5941"/>
                        <a:pt x="8697" y="3707"/>
                      </a:cubicBezTo>
                      <a:cubicBezTo>
                        <a:pt x="8697" y="1664"/>
                        <a:pt x="7034" y="1"/>
                        <a:pt x="499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3449175" y="4648725"/>
                  <a:ext cx="217475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7425" extrusionOk="0">
                      <a:moveTo>
                        <a:pt x="4962" y="1"/>
                      </a:moveTo>
                      <a:cubicBezTo>
                        <a:pt x="1664" y="1"/>
                        <a:pt x="1" y="3999"/>
                        <a:pt x="2336" y="6334"/>
                      </a:cubicBezTo>
                      <a:cubicBezTo>
                        <a:pt x="3099" y="7088"/>
                        <a:pt x="4032" y="7425"/>
                        <a:pt x="4946" y="7425"/>
                      </a:cubicBezTo>
                      <a:cubicBezTo>
                        <a:pt x="6864" y="7425"/>
                        <a:pt x="8698" y="5941"/>
                        <a:pt x="8698" y="3707"/>
                      </a:cubicBezTo>
                      <a:cubicBezTo>
                        <a:pt x="8698" y="1664"/>
                        <a:pt x="7035" y="1"/>
                        <a:pt x="496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3720600" y="4648725"/>
                  <a:ext cx="216725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25" extrusionOk="0">
                      <a:moveTo>
                        <a:pt x="4987" y="0"/>
                      </a:moveTo>
                      <a:cubicBezTo>
                        <a:pt x="4969" y="0"/>
                        <a:pt x="4951" y="1"/>
                        <a:pt x="4933" y="1"/>
                      </a:cubicBezTo>
                      <a:cubicBezTo>
                        <a:pt x="1635" y="1"/>
                        <a:pt x="1" y="3999"/>
                        <a:pt x="2336" y="6334"/>
                      </a:cubicBezTo>
                      <a:cubicBezTo>
                        <a:pt x="3089" y="7088"/>
                        <a:pt x="4016" y="7425"/>
                        <a:pt x="4926" y="7425"/>
                      </a:cubicBezTo>
                      <a:cubicBezTo>
                        <a:pt x="6835" y="7425"/>
                        <a:pt x="8669" y="5941"/>
                        <a:pt x="8669" y="3707"/>
                      </a:cubicBezTo>
                      <a:cubicBezTo>
                        <a:pt x="8669" y="1653"/>
                        <a:pt x="7034" y="0"/>
                        <a:pt x="498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3984225" y="4644350"/>
                  <a:ext cx="227450" cy="19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8" h="7777" extrusionOk="0">
                      <a:moveTo>
                        <a:pt x="5186" y="336"/>
                      </a:moveTo>
                      <a:cubicBezTo>
                        <a:pt x="7007" y="336"/>
                        <a:pt x="8747" y="1748"/>
                        <a:pt x="8747" y="3882"/>
                      </a:cubicBezTo>
                      <a:cubicBezTo>
                        <a:pt x="8747" y="5838"/>
                        <a:pt x="7171" y="7414"/>
                        <a:pt x="5216" y="7414"/>
                      </a:cubicBezTo>
                      <a:cubicBezTo>
                        <a:pt x="2064" y="7414"/>
                        <a:pt x="488" y="3620"/>
                        <a:pt x="2706" y="1372"/>
                      </a:cubicBezTo>
                      <a:cubicBezTo>
                        <a:pt x="3431" y="656"/>
                        <a:pt x="4318" y="336"/>
                        <a:pt x="5186" y="336"/>
                      </a:cubicBezTo>
                      <a:close/>
                      <a:moveTo>
                        <a:pt x="5180" y="1"/>
                      </a:moveTo>
                      <a:cubicBezTo>
                        <a:pt x="1731" y="1"/>
                        <a:pt x="0" y="4183"/>
                        <a:pt x="2443" y="6626"/>
                      </a:cubicBezTo>
                      <a:cubicBezTo>
                        <a:pt x="3248" y="7421"/>
                        <a:pt x="4230" y="7777"/>
                        <a:pt x="5190" y="7777"/>
                      </a:cubicBezTo>
                      <a:cubicBezTo>
                        <a:pt x="7191" y="7777"/>
                        <a:pt x="9097" y="6229"/>
                        <a:pt x="9097" y="3882"/>
                      </a:cubicBezTo>
                      <a:cubicBezTo>
                        <a:pt x="9097" y="1723"/>
                        <a:pt x="7376" y="1"/>
                        <a:pt x="5216" y="1"/>
                      </a:cubicBezTo>
                      <a:cubicBezTo>
                        <a:pt x="5204" y="1"/>
                        <a:pt x="5192" y="1"/>
                        <a:pt x="518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671" name="Google Shape;671;p17"/>
            <p:cNvGrpSpPr/>
            <p:nvPr/>
          </p:nvGrpSpPr>
          <p:grpSpPr>
            <a:xfrm>
              <a:off x="-1830" y="-53"/>
              <a:ext cx="1527115" cy="1527115"/>
              <a:chOff x="422750" y="1929975"/>
              <a:chExt cx="1600750" cy="1600750"/>
            </a:xfrm>
          </p:grpSpPr>
          <p:sp>
            <p:nvSpPr>
              <p:cNvPr id="672" name="Google Shape;672;p17"/>
              <p:cNvSpPr/>
              <p:nvPr/>
            </p:nvSpPr>
            <p:spPr>
              <a:xfrm>
                <a:off x="422750" y="1929975"/>
                <a:ext cx="1600750" cy="1600750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64030" extrusionOk="0">
                    <a:moveTo>
                      <a:pt x="0" y="0"/>
                    </a:moveTo>
                    <a:lnTo>
                      <a:pt x="0" y="64029"/>
                    </a:lnTo>
                    <a:lnTo>
                      <a:pt x="64029" y="64029"/>
                    </a:lnTo>
                    <a:lnTo>
                      <a:pt x="6402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7"/>
              <p:cNvSpPr/>
              <p:nvPr/>
            </p:nvSpPr>
            <p:spPr>
              <a:xfrm>
                <a:off x="422750" y="1929975"/>
                <a:ext cx="1600750" cy="800375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32015" extrusionOk="0">
                    <a:moveTo>
                      <a:pt x="0" y="0"/>
                    </a:moveTo>
                    <a:cubicBezTo>
                      <a:pt x="0" y="17689"/>
                      <a:pt x="14326" y="32015"/>
                      <a:pt x="32015" y="32015"/>
                    </a:cubicBezTo>
                    <a:cubicBezTo>
                      <a:pt x="49703" y="32015"/>
                      <a:pt x="64029" y="17689"/>
                      <a:pt x="640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7"/>
              <p:cNvSpPr/>
              <p:nvPr/>
            </p:nvSpPr>
            <p:spPr>
              <a:xfrm>
                <a:off x="727200" y="1929975"/>
                <a:ext cx="991825" cy="495925"/>
              </a:xfrm>
              <a:custGeom>
                <a:avLst/>
                <a:gdLst/>
                <a:ahLst/>
                <a:cxnLst/>
                <a:rect l="l" t="t" r="r" b="b"/>
                <a:pathLst>
                  <a:path w="39673" h="19837" extrusionOk="0">
                    <a:moveTo>
                      <a:pt x="1" y="0"/>
                    </a:moveTo>
                    <a:cubicBezTo>
                      <a:pt x="1" y="10964"/>
                      <a:pt x="8873" y="19836"/>
                      <a:pt x="19837" y="19836"/>
                    </a:cubicBezTo>
                    <a:cubicBezTo>
                      <a:pt x="30800" y="19836"/>
                      <a:pt x="39673" y="10964"/>
                      <a:pt x="396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5" name="Google Shape;675;p17"/>
            <p:cNvGrpSpPr/>
            <p:nvPr/>
          </p:nvGrpSpPr>
          <p:grpSpPr>
            <a:xfrm>
              <a:off x="7618724" y="1808250"/>
              <a:ext cx="1527000" cy="1527000"/>
              <a:chOff x="7618724" y="1808250"/>
              <a:chExt cx="1527000" cy="1527000"/>
            </a:xfrm>
          </p:grpSpPr>
          <p:sp>
            <p:nvSpPr>
              <p:cNvPr id="676" name="Google Shape;676;p17"/>
              <p:cNvSpPr/>
              <p:nvPr/>
            </p:nvSpPr>
            <p:spPr>
              <a:xfrm>
                <a:off x="7618724" y="1808250"/>
                <a:ext cx="1527000" cy="1527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7" name="Google Shape;677;p17"/>
              <p:cNvGrpSpPr/>
              <p:nvPr/>
            </p:nvGrpSpPr>
            <p:grpSpPr>
              <a:xfrm rot="-5400000">
                <a:off x="7975161" y="1974677"/>
                <a:ext cx="814127" cy="1194147"/>
                <a:chOff x="5770275" y="1612800"/>
                <a:chExt cx="978400" cy="1435100"/>
              </a:xfrm>
            </p:grpSpPr>
            <p:sp>
              <p:nvSpPr>
                <p:cNvPr id="678" name="Google Shape;678;p17"/>
                <p:cNvSpPr/>
                <p:nvPr/>
              </p:nvSpPr>
              <p:spPr>
                <a:xfrm>
                  <a:off x="5770275" y="1612800"/>
                  <a:ext cx="978400" cy="143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36" h="57404" extrusionOk="0">
                      <a:moveTo>
                        <a:pt x="19582" y="0"/>
                      </a:moveTo>
                      <a:cubicBezTo>
                        <a:pt x="7968" y="6499"/>
                        <a:pt x="0" y="19893"/>
                        <a:pt x="0" y="35349"/>
                      </a:cubicBezTo>
                      <a:lnTo>
                        <a:pt x="0" y="36507"/>
                      </a:lnTo>
                      <a:cubicBezTo>
                        <a:pt x="353" y="50438"/>
                        <a:pt x="9946" y="57403"/>
                        <a:pt x="19543" y="57403"/>
                      </a:cubicBezTo>
                      <a:cubicBezTo>
                        <a:pt x="29139" y="57403"/>
                        <a:pt x="38740" y="50438"/>
                        <a:pt x="39107" y="36507"/>
                      </a:cubicBezTo>
                      <a:lnTo>
                        <a:pt x="39107" y="35349"/>
                      </a:lnTo>
                      <a:cubicBezTo>
                        <a:pt x="39135" y="19893"/>
                        <a:pt x="31167" y="6499"/>
                        <a:pt x="1958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5770975" y="1612800"/>
                  <a:ext cx="977700" cy="14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08" h="57389" extrusionOk="0">
                      <a:moveTo>
                        <a:pt x="19582" y="0"/>
                      </a:moveTo>
                      <a:cubicBezTo>
                        <a:pt x="19384" y="113"/>
                        <a:pt x="19215" y="226"/>
                        <a:pt x="19045" y="311"/>
                      </a:cubicBezTo>
                      <a:lnTo>
                        <a:pt x="19045" y="10512"/>
                      </a:lnTo>
                      <a:lnTo>
                        <a:pt x="13140" y="4634"/>
                      </a:lnTo>
                      <a:cubicBezTo>
                        <a:pt x="12885" y="4888"/>
                        <a:pt x="12631" y="5115"/>
                        <a:pt x="12377" y="5341"/>
                      </a:cubicBezTo>
                      <a:lnTo>
                        <a:pt x="19045" y="12009"/>
                      </a:lnTo>
                      <a:lnTo>
                        <a:pt x="19045" y="20853"/>
                      </a:lnTo>
                      <a:lnTo>
                        <a:pt x="8223" y="10059"/>
                      </a:lnTo>
                      <a:cubicBezTo>
                        <a:pt x="7997" y="10342"/>
                        <a:pt x="7799" y="10625"/>
                        <a:pt x="7601" y="10907"/>
                      </a:cubicBezTo>
                      <a:lnTo>
                        <a:pt x="19017" y="22379"/>
                      </a:lnTo>
                      <a:lnTo>
                        <a:pt x="19017" y="31224"/>
                      </a:lnTo>
                      <a:lnTo>
                        <a:pt x="4295" y="16474"/>
                      </a:lnTo>
                      <a:cubicBezTo>
                        <a:pt x="4126" y="16841"/>
                        <a:pt x="3956" y="17152"/>
                        <a:pt x="3815" y="17491"/>
                      </a:cubicBezTo>
                      <a:lnTo>
                        <a:pt x="19017" y="32721"/>
                      </a:lnTo>
                      <a:lnTo>
                        <a:pt x="19017" y="41565"/>
                      </a:lnTo>
                      <a:lnTo>
                        <a:pt x="1470" y="24018"/>
                      </a:lnTo>
                      <a:cubicBezTo>
                        <a:pt x="1357" y="24414"/>
                        <a:pt x="1272" y="24838"/>
                        <a:pt x="1159" y="25233"/>
                      </a:cubicBezTo>
                      <a:lnTo>
                        <a:pt x="19017" y="43091"/>
                      </a:lnTo>
                      <a:lnTo>
                        <a:pt x="19017" y="51935"/>
                      </a:lnTo>
                      <a:lnTo>
                        <a:pt x="57" y="32975"/>
                      </a:lnTo>
                      <a:cubicBezTo>
                        <a:pt x="29" y="33456"/>
                        <a:pt x="29" y="33936"/>
                        <a:pt x="0" y="34416"/>
                      </a:cubicBezTo>
                      <a:lnTo>
                        <a:pt x="19017" y="53461"/>
                      </a:lnTo>
                      <a:lnTo>
                        <a:pt x="19017" y="57389"/>
                      </a:lnTo>
                      <a:lnTo>
                        <a:pt x="20091" y="57389"/>
                      </a:lnTo>
                      <a:lnTo>
                        <a:pt x="20091" y="53207"/>
                      </a:lnTo>
                      <a:lnTo>
                        <a:pt x="39107" y="34219"/>
                      </a:lnTo>
                      <a:cubicBezTo>
                        <a:pt x="39079" y="33738"/>
                        <a:pt x="39051" y="33258"/>
                        <a:pt x="39022" y="32778"/>
                      </a:cubicBezTo>
                      <a:lnTo>
                        <a:pt x="20091" y="51709"/>
                      </a:lnTo>
                      <a:lnTo>
                        <a:pt x="20091" y="42865"/>
                      </a:lnTo>
                      <a:lnTo>
                        <a:pt x="37920" y="25064"/>
                      </a:lnTo>
                      <a:cubicBezTo>
                        <a:pt x="37807" y="24668"/>
                        <a:pt x="37694" y="24272"/>
                        <a:pt x="37610" y="23877"/>
                      </a:cubicBezTo>
                      <a:lnTo>
                        <a:pt x="20091" y="41368"/>
                      </a:lnTo>
                      <a:lnTo>
                        <a:pt x="20091" y="32495"/>
                      </a:lnTo>
                      <a:lnTo>
                        <a:pt x="35236" y="17378"/>
                      </a:lnTo>
                      <a:cubicBezTo>
                        <a:pt x="35095" y="17010"/>
                        <a:pt x="34925" y="16671"/>
                        <a:pt x="34756" y="16361"/>
                      </a:cubicBezTo>
                      <a:lnTo>
                        <a:pt x="20091" y="30997"/>
                      </a:lnTo>
                      <a:lnTo>
                        <a:pt x="20091" y="22153"/>
                      </a:lnTo>
                      <a:lnTo>
                        <a:pt x="31450" y="10794"/>
                      </a:lnTo>
                      <a:cubicBezTo>
                        <a:pt x="31252" y="10512"/>
                        <a:pt x="31026" y="10229"/>
                        <a:pt x="30828" y="9918"/>
                      </a:cubicBezTo>
                      <a:lnTo>
                        <a:pt x="20091" y="20656"/>
                      </a:lnTo>
                      <a:lnTo>
                        <a:pt x="20091" y="11783"/>
                      </a:lnTo>
                      <a:lnTo>
                        <a:pt x="26646" y="5256"/>
                      </a:lnTo>
                      <a:cubicBezTo>
                        <a:pt x="26392" y="5001"/>
                        <a:pt x="26137" y="4775"/>
                        <a:pt x="25855" y="4549"/>
                      </a:cubicBezTo>
                      <a:lnTo>
                        <a:pt x="20091" y="10314"/>
                      </a:lnTo>
                      <a:lnTo>
                        <a:pt x="20091" y="311"/>
                      </a:lnTo>
                      <a:cubicBezTo>
                        <a:pt x="19921" y="226"/>
                        <a:pt x="19752" y="113"/>
                        <a:pt x="19582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CUSTOM_22_1_1">
    <p:bg>
      <p:bgPr>
        <a:solidFill>
          <a:schemeClr val="lt2"/>
        </a:solidFill>
        <a:effectLst/>
      </p:bgPr>
    </p:bg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8"/>
          <p:cNvSpPr txBox="1">
            <a:spLocks noGrp="1"/>
          </p:cNvSpPr>
          <p:nvPr>
            <p:ph type="title"/>
          </p:nvPr>
        </p:nvSpPr>
        <p:spPr>
          <a:xfrm>
            <a:off x="2277450" y="1933325"/>
            <a:ext cx="45891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  <a:defRPr sz="6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682" name="Google Shape;682;p18"/>
          <p:cNvSpPr txBox="1">
            <a:spLocks noGrp="1"/>
          </p:cNvSpPr>
          <p:nvPr>
            <p:ph type="title" idx="2" hasCustomPrompt="1"/>
          </p:nvPr>
        </p:nvSpPr>
        <p:spPr>
          <a:xfrm>
            <a:off x="3772050" y="605466"/>
            <a:ext cx="15999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7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683" name="Google Shape;683;p18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grpSp>
        <p:nvGrpSpPr>
          <p:cNvPr id="684" name="Google Shape;684;p18"/>
          <p:cNvGrpSpPr/>
          <p:nvPr/>
        </p:nvGrpSpPr>
        <p:grpSpPr>
          <a:xfrm>
            <a:off x="0" y="-9"/>
            <a:ext cx="9145724" cy="5143646"/>
            <a:chOff x="0" y="-9"/>
            <a:chExt cx="9145724" cy="5143646"/>
          </a:xfrm>
        </p:grpSpPr>
        <p:grpSp>
          <p:nvGrpSpPr>
            <p:cNvPr id="685" name="Google Shape;685;p18"/>
            <p:cNvGrpSpPr/>
            <p:nvPr/>
          </p:nvGrpSpPr>
          <p:grpSpPr>
            <a:xfrm>
              <a:off x="7618724" y="1808250"/>
              <a:ext cx="1527000" cy="1527000"/>
              <a:chOff x="727" y="3621506"/>
              <a:chExt cx="1527000" cy="1527000"/>
            </a:xfrm>
          </p:grpSpPr>
          <p:sp>
            <p:nvSpPr>
              <p:cNvPr id="686" name="Google Shape;686;p18"/>
              <p:cNvSpPr/>
              <p:nvPr/>
            </p:nvSpPr>
            <p:spPr>
              <a:xfrm>
                <a:off x="727" y="3621506"/>
                <a:ext cx="1527000" cy="152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87" name="Google Shape;687;p18"/>
              <p:cNvGrpSpPr/>
              <p:nvPr/>
            </p:nvGrpSpPr>
            <p:grpSpPr>
              <a:xfrm>
                <a:off x="137822" y="3764023"/>
                <a:ext cx="1252809" cy="1241967"/>
                <a:chOff x="3178500" y="3787775"/>
                <a:chExt cx="1060175" cy="1051000"/>
              </a:xfrm>
            </p:grpSpPr>
            <p:sp>
              <p:nvSpPr>
                <p:cNvPr id="688" name="Google Shape;688;p18"/>
                <p:cNvSpPr/>
                <p:nvPr/>
              </p:nvSpPr>
              <p:spPr>
                <a:xfrm>
                  <a:off x="3178500" y="3792150"/>
                  <a:ext cx="2174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7425" extrusionOk="0">
                      <a:moveTo>
                        <a:pt x="4991" y="0"/>
                      </a:moveTo>
                      <a:cubicBezTo>
                        <a:pt x="1664" y="0"/>
                        <a:pt x="0" y="3999"/>
                        <a:pt x="2364" y="6333"/>
                      </a:cubicBezTo>
                      <a:cubicBezTo>
                        <a:pt x="3118" y="7087"/>
                        <a:pt x="4045" y="7424"/>
                        <a:pt x="4955" y="7424"/>
                      </a:cubicBezTo>
                      <a:cubicBezTo>
                        <a:pt x="6864" y="7424"/>
                        <a:pt x="8697" y="5940"/>
                        <a:pt x="8697" y="3707"/>
                      </a:cubicBezTo>
                      <a:cubicBezTo>
                        <a:pt x="8697" y="1664"/>
                        <a:pt x="7034" y="0"/>
                        <a:pt x="499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18"/>
                <p:cNvSpPr/>
                <p:nvPr/>
              </p:nvSpPr>
              <p:spPr>
                <a:xfrm>
                  <a:off x="3443350" y="3787775"/>
                  <a:ext cx="227675" cy="19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7" h="7777" extrusionOk="0">
                      <a:moveTo>
                        <a:pt x="5174" y="335"/>
                      </a:moveTo>
                      <a:cubicBezTo>
                        <a:pt x="6987" y="335"/>
                        <a:pt x="8727" y="1747"/>
                        <a:pt x="8727" y="3882"/>
                      </a:cubicBezTo>
                      <a:cubicBezTo>
                        <a:pt x="8727" y="5837"/>
                        <a:pt x="7151" y="7413"/>
                        <a:pt x="5195" y="7413"/>
                      </a:cubicBezTo>
                      <a:cubicBezTo>
                        <a:pt x="2073" y="7413"/>
                        <a:pt x="497" y="3619"/>
                        <a:pt x="2715" y="1372"/>
                      </a:cubicBezTo>
                      <a:cubicBezTo>
                        <a:pt x="3431" y="656"/>
                        <a:pt x="4311" y="335"/>
                        <a:pt x="5174" y="335"/>
                      </a:cubicBezTo>
                      <a:close/>
                      <a:moveTo>
                        <a:pt x="5195" y="0"/>
                      </a:moveTo>
                      <a:cubicBezTo>
                        <a:pt x="1722" y="0"/>
                        <a:pt x="0" y="4174"/>
                        <a:pt x="2452" y="6625"/>
                      </a:cubicBezTo>
                      <a:cubicBezTo>
                        <a:pt x="3247" y="7420"/>
                        <a:pt x="4226" y="7776"/>
                        <a:pt x="5186" y="7776"/>
                      </a:cubicBezTo>
                      <a:cubicBezTo>
                        <a:pt x="7187" y="7776"/>
                        <a:pt x="9106" y="6229"/>
                        <a:pt x="9106" y="3882"/>
                      </a:cubicBezTo>
                      <a:cubicBezTo>
                        <a:pt x="9106" y="1722"/>
                        <a:pt x="7355" y="0"/>
                        <a:pt x="51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0" name="Google Shape;690;p18"/>
                <p:cNvSpPr/>
                <p:nvPr/>
              </p:nvSpPr>
              <p:spPr>
                <a:xfrm>
                  <a:off x="3751250" y="3791725"/>
                  <a:ext cx="216725" cy="18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31" extrusionOk="0">
                      <a:moveTo>
                        <a:pt x="3731" y="0"/>
                      </a:moveTo>
                      <a:cubicBezTo>
                        <a:pt x="1826" y="0"/>
                        <a:pt x="1" y="1476"/>
                        <a:pt x="1" y="3724"/>
                      </a:cubicBezTo>
                      <a:cubicBezTo>
                        <a:pt x="1" y="5767"/>
                        <a:pt x="1664" y="7430"/>
                        <a:pt x="3707" y="7430"/>
                      </a:cubicBezTo>
                      <a:cubicBezTo>
                        <a:pt x="7034" y="7430"/>
                        <a:pt x="8669" y="3432"/>
                        <a:pt x="6334" y="1097"/>
                      </a:cubicBezTo>
                      <a:cubicBezTo>
                        <a:pt x="5577" y="340"/>
                        <a:pt x="4645" y="0"/>
                        <a:pt x="3731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1" name="Google Shape;691;p18"/>
                <p:cNvSpPr/>
                <p:nvPr/>
              </p:nvSpPr>
              <p:spPr>
                <a:xfrm>
                  <a:off x="4021950" y="3791725"/>
                  <a:ext cx="216725" cy="185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31" extrusionOk="0">
                      <a:moveTo>
                        <a:pt x="3730" y="0"/>
                      </a:moveTo>
                      <a:cubicBezTo>
                        <a:pt x="1826" y="0"/>
                        <a:pt x="0" y="1476"/>
                        <a:pt x="0" y="3724"/>
                      </a:cubicBezTo>
                      <a:cubicBezTo>
                        <a:pt x="0" y="5767"/>
                        <a:pt x="1664" y="7430"/>
                        <a:pt x="3707" y="7430"/>
                      </a:cubicBezTo>
                      <a:cubicBezTo>
                        <a:pt x="7005" y="7430"/>
                        <a:pt x="8668" y="3432"/>
                        <a:pt x="6333" y="1097"/>
                      </a:cubicBezTo>
                      <a:cubicBezTo>
                        <a:pt x="5576" y="340"/>
                        <a:pt x="4644" y="0"/>
                        <a:pt x="373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2" name="Google Shape;692;p18"/>
                <p:cNvSpPr/>
                <p:nvPr/>
              </p:nvSpPr>
              <p:spPr>
                <a:xfrm>
                  <a:off x="3178700" y="4078150"/>
                  <a:ext cx="2172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0" h="7425" extrusionOk="0">
                      <a:moveTo>
                        <a:pt x="5035" y="1"/>
                      </a:moveTo>
                      <a:cubicBezTo>
                        <a:pt x="5018" y="1"/>
                        <a:pt x="5000" y="1"/>
                        <a:pt x="4983" y="1"/>
                      </a:cubicBezTo>
                      <a:cubicBezTo>
                        <a:pt x="4971" y="1"/>
                        <a:pt x="4959" y="1"/>
                        <a:pt x="4947" y="1"/>
                      </a:cubicBezTo>
                      <a:cubicBezTo>
                        <a:pt x="1644" y="1"/>
                        <a:pt x="1" y="4008"/>
                        <a:pt x="2327" y="6334"/>
                      </a:cubicBezTo>
                      <a:cubicBezTo>
                        <a:pt x="3090" y="7088"/>
                        <a:pt x="4023" y="7425"/>
                        <a:pt x="4938" y="7425"/>
                      </a:cubicBezTo>
                      <a:cubicBezTo>
                        <a:pt x="6856" y="7425"/>
                        <a:pt x="8689" y="5941"/>
                        <a:pt x="8689" y="3707"/>
                      </a:cubicBezTo>
                      <a:cubicBezTo>
                        <a:pt x="8689" y="1682"/>
                        <a:pt x="7054" y="1"/>
                        <a:pt x="503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18"/>
                <p:cNvSpPr/>
                <p:nvPr/>
              </p:nvSpPr>
              <p:spPr>
                <a:xfrm>
                  <a:off x="3480550" y="4077150"/>
                  <a:ext cx="217475" cy="18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7454" extrusionOk="0">
                      <a:moveTo>
                        <a:pt x="3753" y="1"/>
                      </a:moveTo>
                      <a:cubicBezTo>
                        <a:pt x="1835" y="1"/>
                        <a:pt x="1" y="1485"/>
                        <a:pt x="1" y="3718"/>
                      </a:cubicBezTo>
                      <a:cubicBezTo>
                        <a:pt x="1" y="5790"/>
                        <a:pt x="1664" y="7454"/>
                        <a:pt x="3707" y="7454"/>
                      </a:cubicBezTo>
                      <a:cubicBezTo>
                        <a:pt x="7035" y="7454"/>
                        <a:pt x="8698" y="3426"/>
                        <a:pt x="6363" y="1092"/>
                      </a:cubicBezTo>
                      <a:cubicBezTo>
                        <a:pt x="5600" y="338"/>
                        <a:pt x="4667" y="1"/>
                        <a:pt x="375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4" name="Google Shape;694;p18"/>
                <p:cNvSpPr/>
                <p:nvPr/>
              </p:nvSpPr>
              <p:spPr>
                <a:xfrm>
                  <a:off x="3713300" y="4073050"/>
                  <a:ext cx="228400" cy="19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6" h="7799" extrusionOk="0">
                      <a:moveTo>
                        <a:pt x="5212" y="345"/>
                      </a:moveTo>
                      <a:cubicBezTo>
                        <a:pt x="7027" y="345"/>
                        <a:pt x="8757" y="1754"/>
                        <a:pt x="8757" y="3882"/>
                      </a:cubicBezTo>
                      <a:cubicBezTo>
                        <a:pt x="8757" y="5838"/>
                        <a:pt x="7181" y="7414"/>
                        <a:pt x="5225" y="7414"/>
                      </a:cubicBezTo>
                      <a:cubicBezTo>
                        <a:pt x="2073" y="7414"/>
                        <a:pt x="497" y="3620"/>
                        <a:pt x="2715" y="1402"/>
                      </a:cubicBezTo>
                      <a:cubicBezTo>
                        <a:pt x="3445" y="671"/>
                        <a:pt x="4339" y="345"/>
                        <a:pt x="5212" y="345"/>
                      </a:cubicBezTo>
                      <a:close/>
                      <a:moveTo>
                        <a:pt x="5225" y="1"/>
                      </a:moveTo>
                      <a:cubicBezTo>
                        <a:pt x="1752" y="1"/>
                        <a:pt x="1" y="4203"/>
                        <a:pt x="2453" y="6655"/>
                      </a:cubicBezTo>
                      <a:cubicBezTo>
                        <a:pt x="3252" y="7445"/>
                        <a:pt x="4231" y="7799"/>
                        <a:pt x="5190" y="7799"/>
                      </a:cubicBezTo>
                      <a:cubicBezTo>
                        <a:pt x="7206" y="7799"/>
                        <a:pt x="9136" y="6236"/>
                        <a:pt x="9136" y="3882"/>
                      </a:cubicBezTo>
                      <a:cubicBezTo>
                        <a:pt x="9136" y="1752"/>
                        <a:pt x="7385" y="1"/>
                        <a:pt x="522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5" name="Google Shape;695;p18"/>
                <p:cNvSpPr/>
                <p:nvPr/>
              </p:nvSpPr>
              <p:spPr>
                <a:xfrm>
                  <a:off x="4021950" y="4077150"/>
                  <a:ext cx="216725" cy="18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54" extrusionOk="0">
                      <a:moveTo>
                        <a:pt x="3743" y="1"/>
                      </a:moveTo>
                      <a:cubicBezTo>
                        <a:pt x="1834" y="1"/>
                        <a:pt x="0" y="1485"/>
                        <a:pt x="0" y="3718"/>
                      </a:cubicBezTo>
                      <a:cubicBezTo>
                        <a:pt x="0" y="5790"/>
                        <a:pt x="1664" y="7454"/>
                        <a:pt x="3707" y="7454"/>
                      </a:cubicBezTo>
                      <a:cubicBezTo>
                        <a:pt x="7005" y="7454"/>
                        <a:pt x="8668" y="3426"/>
                        <a:pt x="6333" y="1092"/>
                      </a:cubicBezTo>
                      <a:cubicBezTo>
                        <a:pt x="5580" y="338"/>
                        <a:pt x="4653" y="1"/>
                        <a:pt x="3743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6" name="Google Shape;696;p18"/>
                <p:cNvSpPr/>
                <p:nvPr/>
              </p:nvSpPr>
              <p:spPr>
                <a:xfrm>
                  <a:off x="3200375" y="4362475"/>
                  <a:ext cx="204325" cy="1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73" h="7435" extrusionOk="0">
                      <a:moveTo>
                        <a:pt x="4096" y="0"/>
                      </a:moveTo>
                      <a:cubicBezTo>
                        <a:pt x="2417" y="0"/>
                        <a:pt x="894" y="1166"/>
                        <a:pt x="468" y="2870"/>
                      </a:cubicBezTo>
                      <a:cubicBezTo>
                        <a:pt x="1" y="4884"/>
                        <a:pt x="1256" y="6869"/>
                        <a:pt x="3240" y="7336"/>
                      </a:cubicBezTo>
                      <a:cubicBezTo>
                        <a:pt x="3529" y="7403"/>
                        <a:pt x="3817" y="7435"/>
                        <a:pt x="4101" y="7435"/>
                      </a:cubicBezTo>
                      <a:cubicBezTo>
                        <a:pt x="5792" y="7435"/>
                        <a:pt x="7306" y="6288"/>
                        <a:pt x="7706" y="4563"/>
                      </a:cubicBezTo>
                      <a:cubicBezTo>
                        <a:pt x="8173" y="2578"/>
                        <a:pt x="6947" y="565"/>
                        <a:pt x="4933" y="98"/>
                      </a:cubicBezTo>
                      <a:cubicBezTo>
                        <a:pt x="4653" y="32"/>
                        <a:pt x="4372" y="0"/>
                        <a:pt x="4096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7" name="Google Shape;697;p18"/>
                <p:cNvSpPr/>
                <p:nvPr/>
              </p:nvSpPr>
              <p:spPr>
                <a:xfrm>
                  <a:off x="3443350" y="4358350"/>
                  <a:ext cx="227675" cy="1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7" h="7806" extrusionOk="0">
                      <a:moveTo>
                        <a:pt x="5174" y="364"/>
                      </a:moveTo>
                      <a:cubicBezTo>
                        <a:pt x="6987" y="364"/>
                        <a:pt x="8727" y="1776"/>
                        <a:pt x="8727" y="3911"/>
                      </a:cubicBezTo>
                      <a:cubicBezTo>
                        <a:pt x="8727" y="5837"/>
                        <a:pt x="7151" y="7442"/>
                        <a:pt x="5195" y="7442"/>
                      </a:cubicBezTo>
                      <a:cubicBezTo>
                        <a:pt x="2043" y="7442"/>
                        <a:pt x="467" y="3619"/>
                        <a:pt x="2715" y="1401"/>
                      </a:cubicBezTo>
                      <a:cubicBezTo>
                        <a:pt x="3431" y="685"/>
                        <a:pt x="4311" y="364"/>
                        <a:pt x="5174" y="364"/>
                      </a:cubicBezTo>
                      <a:close/>
                      <a:moveTo>
                        <a:pt x="5195" y="0"/>
                      </a:moveTo>
                      <a:cubicBezTo>
                        <a:pt x="1722" y="0"/>
                        <a:pt x="0" y="4203"/>
                        <a:pt x="2452" y="6654"/>
                      </a:cubicBezTo>
                      <a:cubicBezTo>
                        <a:pt x="3247" y="7449"/>
                        <a:pt x="4226" y="7805"/>
                        <a:pt x="5186" y="7805"/>
                      </a:cubicBezTo>
                      <a:cubicBezTo>
                        <a:pt x="7187" y="7805"/>
                        <a:pt x="9106" y="6258"/>
                        <a:pt x="9106" y="3911"/>
                      </a:cubicBezTo>
                      <a:cubicBezTo>
                        <a:pt x="9106" y="1751"/>
                        <a:pt x="7355" y="0"/>
                        <a:pt x="519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8" name="Google Shape;698;p18"/>
                <p:cNvSpPr/>
                <p:nvPr/>
              </p:nvSpPr>
              <p:spPr>
                <a:xfrm>
                  <a:off x="3751250" y="4362725"/>
                  <a:ext cx="185350" cy="1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14" h="7443" extrusionOk="0">
                      <a:moveTo>
                        <a:pt x="3707" y="0"/>
                      </a:moveTo>
                      <a:cubicBezTo>
                        <a:pt x="1664" y="0"/>
                        <a:pt x="1" y="1664"/>
                        <a:pt x="1" y="3736"/>
                      </a:cubicBezTo>
                      <a:cubicBezTo>
                        <a:pt x="1" y="5779"/>
                        <a:pt x="1664" y="7442"/>
                        <a:pt x="3707" y="7442"/>
                      </a:cubicBezTo>
                      <a:cubicBezTo>
                        <a:pt x="5750" y="7442"/>
                        <a:pt x="7414" y="5779"/>
                        <a:pt x="7414" y="3736"/>
                      </a:cubicBezTo>
                      <a:cubicBezTo>
                        <a:pt x="7414" y="1664"/>
                        <a:pt x="5750" y="0"/>
                        <a:pt x="370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9" name="Google Shape;699;p18"/>
                <p:cNvSpPr/>
                <p:nvPr/>
              </p:nvSpPr>
              <p:spPr>
                <a:xfrm>
                  <a:off x="4017575" y="4363100"/>
                  <a:ext cx="193375" cy="18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35" h="7438" extrusionOk="0">
                      <a:moveTo>
                        <a:pt x="3882" y="1"/>
                      </a:moveTo>
                      <a:cubicBezTo>
                        <a:pt x="3775" y="1"/>
                        <a:pt x="3668" y="5"/>
                        <a:pt x="3561" y="14"/>
                      </a:cubicBezTo>
                      <a:cubicBezTo>
                        <a:pt x="1518" y="189"/>
                        <a:pt x="0" y="1970"/>
                        <a:pt x="175" y="4013"/>
                      </a:cubicBezTo>
                      <a:cubicBezTo>
                        <a:pt x="343" y="5965"/>
                        <a:pt x="1975" y="7437"/>
                        <a:pt x="3902" y="7437"/>
                      </a:cubicBezTo>
                      <a:cubicBezTo>
                        <a:pt x="3992" y="7437"/>
                        <a:pt x="4083" y="7434"/>
                        <a:pt x="4174" y="7427"/>
                      </a:cubicBezTo>
                      <a:cubicBezTo>
                        <a:pt x="6217" y="7252"/>
                        <a:pt x="7734" y="5443"/>
                        <a:pt x="7559" y="3400"/>
                      </a:cubicBezTo>
                      <a:cubicBezTo>
                        <a:pt x="7421" y="1464"/>
                        <a:pt x="5790" y="1"/>
                        <a:pt x="388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0" name="Google Shape;700;p18"/>
                <p:cNvSpPr/>
                <p:nvPr/>
              </p:nvSpPr>
              <p:spPr>
                <a:xfrm>
                  <a:off x="3178500" y="4648725"/>
                  <a:ext cx="217450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8" h="7425" extrusionOk="0">
                      <a:moveTo>
                        <a:pt x="4991" y="1"/>
                      </a:moveTo>
                      <a:cubicBezTo>
                        <a:pt x="1664" y="1"/>
                        <a:pt x="0" y="3999"/>
                        <a:pt x="2364" y="6334"/>
                      </a:cubicBezTo>
                      <a:cubicBezTo>
                        <a:pt x="3118" y="7088"/>
                        <a:pt x="4045" y="7425"/>
                        <a:pt x="4955" y="7425"/>
                      </a:cubicBezTo>
                      <a:cubicBezTo>
                        <a:pt x="6864" y="7425"/>
                        <a:pt x="8697" y="5941"/>
                        <a:pt x="8697" y="3707"/>
                      </a:cubicBezTo>
                      <a:cubicBezTo>
                        <a:pt x="8697" y="1664"/>
                        <a:pt x="7034" y="1"/>
                        <a:pt x="499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1" name="Google Shape;701;p18"/>
                <p:cNvSpPr/>
                <p:nvPr/>
              </p:nvSpPr>
              <p:spPr>
                <a:xfrm>
                  <a:off x="3449175" y="4648725"/>
                  <a:ext cx="217475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" h="7425" extrusionOk="0">
                      <a:moveTo>
                        <a:pt x="4962" y="1"/>
                      </a:moveTo>
                      <a:cubicBezTo>
                        <a:pt x="1664" y="1"/>
                        <a:pt x="1" y="3999"/>
                        <a:pt x="2336" y="6334"/>
                      </a:cubicBezTo>
                      <a:cubicBezTo>
                        <a:pt x="3099" y="7088"/>
                        <a:pt x="4032" y="7425"/>
                        <a:pt x="4946" y="7425"/>
                      </a:cubicBezTo>
                      <a:cubicBezTo>
                        <a:pt x="6864" y="7425"/>
                        <a:pt x="8698" y="5941"/>
                        <a:pt x="8698" y="3707"/>
                      </a:cubicBezTo>
                      <a:cubicBezTo>
                        <a:pt x="8698" y="1664"/>
                        <a:pt x="7035" y="1"/>
                        <a:pt x="4962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2" name="Google Shape;702;p18"/>
                <p:cNvSpPr/>
                <p:nvPr/>
              </p:nvSpPr>
              <p:spPr>
                <a:xfrm>
                  <a:off x="3720600" y="4648725"/>
                  <a:ext cx="216725" cy="18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9" h="7425" extrusionOk="0">
                      <a:moveTo>
                        <a:pt x="4987" y="0"/>
                      </a:moveTo>
                      <a:cubicBezTo>
                        <a:pt x="4969" y="0"/>
                        <a:pt x="4951" y="1"/>
                        <a:pt x="4933" y="1"/>
                      </a:cubicBezTo>
                      <a:cubicBezTo>
                        <a:pt x="1635" y="1"/>
                        <a:pt x="1" y="3999"/>
                        <a:pt x="2336" y="6334"/>
                      </a:cubicBezTo>
                      <a:cubicBezTo>
                        <a:pt x="3089" y="7088"/>
                        <a:pt x="4016" y="7425"/>
                        <a:pt x="4926" y="7425"/>
                      </a:cubicBezTo>
                      <a:cubicBezTo>
                        <a:pt x="6835" y="7425"/>
                        <a:pt x="8669" y="5941"/>
                        <a:pt x="8669" y="3707"/>
                      </a:cubicBezTo>
                      <a:cubicBezTo>
                        <a:pt x="8669" y="1653"/>
                        <a:pt x="7034" y="0"/>
                        <a:pt x="4987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03" name="Google Shape;703;p18"/>
                <p:cNvSpPr/>
                <p:nvPr/>
              </p:nvSpPr>
              <p:spPr>
                <a:xfrm>
                  <a:off x="3984225" y="4644350"/>
                  <a:ext cx="227450" cy="194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98" h="7777" extrusionOk="0">
                      <a:moveTo>
                        <a:pt x="5186" y="336"/>
                      </a:moveTo>
                      <a:cubicBezTo>
                        <a:pt x="7007" y="336"/>
                        <a:pt x="8747" y="1748"/>
                        <a:pt x="8747" y="3882"/>
                      </a:cubicBezTo>
                      <a:cubicBezTo>
                        <a:pt x="8747" y="5838"/>
                        <a:pt x="7171" y="7414"/>
                        <a:pt x="5216" y="7414"/>
                      </a:cubicBezTo>
                      <a:cubicBezTo>
                        <a:pt x="2064" y="7414"/>
                        <a:pt x="488" y="3620"/>
                        <a:pt x="2706" y="1372"/>
                      </a:cubicBezTo>
                      <a:cubicBezTo>
                        <a:pt x="3431" y="656"/>
                        <a:pt x="4318" y="336"/>
                        <a:pt x="5186" y="336"/>
                      </a:cubicBezTo>
                      <a:close/>
                      <a:moveTo>
                        <a:pt x="5180" y="1"/>
                      </a:moveTo>
                      <a:cubicBezTo>
                        <a:pt x="1731" y="1"/>
                        <a:pt x="0" y="4183"/>
                        <a:pt x="2443" y="6626"/>
                      </a:cubicBezTo>
                      <a:cubicBezTo>
                        <a:pt x="3248" y="7421"/>
                        <a:pt x="4230" y="7777"/>
                        <a:pt x="5190" y="7777"/>
                      </a:cubicBezTo>
                      <a:cubicBezTo>
                        <a:pt x="7191" y="7777"/>
                        <a:pt x="9097" y="6229"/>
                        <a:pt x="9097" y="3882"/>
                      </a:cubicBezTo>
                      <a:cubicBezTo>
                        <a:pt x="9097" y="1723"/>
                        <a:pt x="7376" y="1"/>
                        <a:pt x="5216" y="1"/>
                      </a:cubicBezTo>
                      <a:cubicBezTo>
                        <a:pt x="5204" y="1"/>
                        <a:pt x="5192" y="1"/>
                        <a:pt x="5180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04" name="Google Shape;704;p18"/>
            <p:cNvGrpSpPr/>
            <p:nvPr/>
          </p:nvGrpSpPr>
          <p:grpSpPr>
            <a:xfrm rot="5400000">
              <a:off x="7616889" y="3616522"/>
              <a:ext cx="1527115" cy="1527115"/>
              <a:chOff x="422783" y="1929975"/>
              <a:chExt cx="1600750" cy="1600750"/>
            </a:xfrm>
          </p:grpSpPr>
          <p:sp>
            <p:nvSpPr>
              <p:cNvPr id="705" name="Google Shape;705;p18"/>
              <p:cNvSpPr/>
              <p:nvPr/>
            </p:nvSpPr>
            <p:spPr>
              <a:xfrm>
                <a:off x="422783" y="1929975"/>
                <a:ext cx="1600750" cy="1600750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64030" extrusionOk="0">
                    <a:moveTo>
                      <a:pt x="0" y="0"/>
                    </a:moveTo>
                    <a:lnTo>
                      <a:pt x="0" y="64029"/>
                    </a:lnTo>
                    <a:lnTo>
                      <a:pt x="64029" y="64029"/>
                    </a:lnTo>
                    <a:lnTo>
                      <a:pt x="640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Google Shape;706;p18"/>
              <p:cNvSpPr/>
              <p:nvPr/>
            </p:nvSpPr>
            <p:spPr>
              <a:xfrm>
                <a:off x="534915" y="1929986"/>
                <a:ext cx="1376485" cy="688242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32015" extrusionOk="0">
                    <a:moveTo>
                      <a:pt x="0" y="0"/>
                    </a:moveTo>
                    <a:cubicBezTo>
                      <a:pt x="0" y="17689"/>
                      <a:pt x="14326" y="32015"/>
                      <a:pt x="32015" y="32015"/>
                    </a:cubicBezTo>
                    <a:cubicBezTo>
                      <a:pt x="49703" y="32015"/>
                      <a:pt x="64029" y="17689"/>
                      <a:pt x="640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8"/>
              <p:cNvSpPr/>
              <p:nvPr/>
            </p:nvSpPr>
            <p:spPr>
              <a:xfrm>
                <a:off x="796722" y="1929986"/>
                <a:ext cx="852870" cy="426446"/>
              </a:xfrm>
              <a:custGeom>
                <a:avLst/>
                <a:gdLst/>
                <a:ahLst/>
                <a:cxnLst/>
                <a:rect l="l" t="t" r="r" b="b"/>
                <a:pathLst>
                  <a:path w="39673" h="19837" extrusionOk="0">
                    <a:moveTo>
                      <a:pt x="1" y="0"/>
                    </a:moveTo>
                    <a:cubicBezTo>
                      <a:pt x="1" y="10964"/>
                      <a:pt x="8873" y="19836"/>
                      <a:pt x="19837" y="19836"/>
                    </a:cubicBezTo>
                    <a:cubicBezTo>
                      <a:pt x="30800" y="19836"/>
                      <a:pt x="39673" y="10964"/>
                      <a:pt x="396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08" name="Google Shape;708;p18"/>
            <p:cNvGrpSpPr/>
            <p:nvPr/>
          </p:nvGrpSpPr>
          <p:grpSpPr>
            <a:xfrm>
              <a:off x="0" y="3616392"/>
              <a:ext cx="1527108" cy="1527108"/>
              <a:chOff x="380375" y="3567425"/>
              <a:chExt cx="1387775" cy="1387775"/>
            </a:xfrm>
          </p:grpSpPr>
          <p:sp>
            <p:nvSpPr>
              <p:cNvPr id="709" name="Google Shape;709;p18"/>
              <p:cNvSpPr/>
              <p:nvPr/>
            </p:nvSpPr>
            <p:spPr>
              <a:xfrm>
                <a:off x="380375" y="3567425"/>
                <a:ext cx="1387775" cy="1387775"/>
              </a:xfrm>
              <a:custGeom>
                <a:avLst/>
                <a:gdLst/>
                <a:ahLst/>
                <a:cxnLst/>
                <a:rect l="l" t="t" r="r" b="b"/>
                <a:pathLst>
                  <a:path w="55511" h="55511" extrusionOk="0">
                    <a:moveTo>
                      <a:pt x="0" y="0"/>
                    </a:moveTo>
                    <a:lnTo>
                      <a:pt x="0" y="55511"/>
                    </a:lnTo>
                    <a:lnTo>
                      <a:pt x="55510" y="55511"/>
                    </a:lnTo>
                    <a:lnTo>
                      <a:pt x="5551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0" name="Google Shape;710;p18"/>
              <p:cNvGrpSpPr/>
              <p:nvPr/>
            </p:nvGrpSpPr>
            <p:grpSpPr>
              <a:xfrm>
                <a:off x="380375" y="3682100"/>
                <a:ext cx="1387775" cy="1128825"/>
                <a:chOff x="380375" y="3682100"/>
                <a:chExt cx="1387775" cy="1128825"/>
              </a:xfrm>
            </p:grpSpPr>
            <p:sp>
              <p:nvSpPr>
                <p:cNvPr id="711" name="Google Shape;711;p18"/>
                <p:cNvSpPr/>
                <p:nvPr/>
              </p:nvSpPr>
              <p:spPr>
                <a:xfrm>
                  <a:off x="380375" y="3682100"/>
                  <a:ext cx="1387775" cy="15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1" extrusionOk="0">
                      <a:moveTo>
                        <a:pt x="904" y="0"/>
                      </a:moveTo>
                      <a:cubicBezTo>
                        <a:pt x="603" y="0"/>
                        <a:pt x="300" y="37"/>
                        <a:pt x="0" y="112"/>
                      </a:cubicBezTo>
                      <a:lnTo>
                        <a:pt x="0" y="2038"/>
                      </a:lnTo>
                      <a:cubicBezTo>
                        <a:pt x="280" y="1898"/>
                        <a:pt x="583" y="1830"/>
                        <a:pt x="884" y="1830"/>
                      </a:cubicBezTo>
                      <a:cubicBezTo>
                        <a:pt x="1400" y="1830"/>
                        <a:pt x="1908" y="2031"/>
                        <a:pt x="2276" y="2418"/>
                      </a:cubicBezTo>
                      <a:lnTo>
                        <a:pt x="4932" y="5044"/>
                      </a:lnTo>
                      <a:cubicBezTo>
                        <a:pt x="5662" y="5774"/>
                        <a:pt x="6632" y="6139"/>
                        <a:pt x="7606" y="6139"/>
                      </a:cubicBezTo>
                      <a:cubicBezTo>
                        <a:pt x="8580" y="6139"/>
                        <a:pt x="9558" y="5774"/>
                        <a:pt x="10302" y="5044"/>
                      </a:cubicBezTo>
                      <a:lnTo>
                        <a:pt x="12929" y="2418"/>
                      </a:lnTo>
                      <a:cubicBezTo>
                        <a:pt x="13308" y="2024"/>
                        <a:pt x="13812" y="1827"/>
                        <a:pt x="14319" y="1827"/>
                      </a:cubicBezTo>
                      <a:cubicBezTo>
                        <a:pt x="14826" y="1827"/>
                        <a:pt x="15337" y="2024"/>
                        <a:pt x="15731" y="2418"/>
                      </a:cubicBezTo>
                      <a:lnTo>
                        <a:pt x="18357" y="5044"/>
                      </a:lnTo>
                      <a:cubicBezTo>
                        <a:pt x="19102" y="5789"/>
                        <a:pt x="20072" y="6161"/>
                        <a:pt x="21043" y="6161"/>
                      </a:cubicBezTo>
                      <a:cubicBezTo>
                        <a:pt x="22013" y="6161"/>
                        <a:pt x="22983" y="5789"/>
                        <a:pt x="23728" y="5044"/>
                      </a:cubicBezTo>
                      <a:lnTo>
                        <a:pt x="26354" y="2418"/>
                      </a:lnTo>
                      <a:cubicBezTo>
                        <a:pt x="26734" y="2024"/>
                        <a:pt x="27237" y="1827"/>
                        <a:pt x="27744" y="1827"/>
                      </a:cubicBezTo>
                      <a:cubicBezTo>
                        <a:pt x="28251" y="1827"/>
                        <a:pt x="28762" y="2024"/>
                        <a:pt x="29156" y="2418"/>
                      </a:cubicBezTo>
                      <a:lnTo>
                        <a:pt x="31783" y="5044"/>
                      </a:lnTo>
                      <a:cubicBezTo>
                        <a:pt x="32527" y="5774"/>
                        <a:pt x="33497" y="6139"/>
                        <a:pt x="34468" y="6139"/>
                      </a:cubicBezTo>
                      <a:cubicBezTo>
                        <a:pt x="35438" y="6139"/>
                        <a:pt x="36409" y="5774"/>
                        <a:pt x="37153" y="5044"/>
                      </a:cubicBezTo>
                      <a:lnTo>
                        <a:pt x="39779" y="2418"/>
                      </a:lnTo>
                      <a:cubicBezTo>
                        <a:pt x="40173" y="2024"/>
                        <a:pt x="40684" y="1827"/>
                        <a:pt x="41191" y="1827"/>
                      </a:cubicBezTo>
                      <a:cubicBezTo>
                        <a:pt x="41698" y="1827"/>
                        <a:pt x="42202" y="2024"/>
                        <a:pt x="42581" y="2418"/>
                      </a:cubicBezTo>
                      <a:lnTo>
                        <a:pt x="45208" y="5044"/>
                      </a:lnTo>
                      <a:cubicBezTo>
                        <a:pt x="45952" y="5789"/>
                        <a:pt x="46930" y="6161"/>
                        <a:pt x="47904" y="6161"/>
                      </a:cubicBezTo>
                      <a:cubicBezTo>
                        <a:pt x="48878" y="6161"/>
                        <a:pt x="49848" y="5789"/>
                        <a:pt x="50578" y="5044"/>
                      </a:cubicBezTo>
                      <a:lnTo>
                        <a:pt x="53234" y="2418"/>
                      </a:lnTo>
                      <a:cubicBezTo>
                        <a:pt x="53584" y="2038"/>
                        <a:pt x="54080" y="1834"/>
                        <a:pt x="54606" y="1834"/>
                      </a:cubicBezTo>
                      <a:cubicBezTo>
                        <a:pt x="54927" y="1834"/>
                        <a:pt x="55218" y="1892"/>
                        <a:pt x="55510" y="2038"/>
                      </a:cubicBezTo>
                      <a:lnTo>
                        <a:pt x="55510" y="112"/>
                      </a:lnTo>
                      <a:cubicBezTo>
                        <a:pt x="55210" y="37"/>
                        <a:pt x="54905" y="0"/>
                        <a:pt x="54603" y="0"/>
                      </a:cubicBezTo>
                      <a:cubicBezTo>
                        <a:pt x="53610" y="0"/>
                        <a:pt x="52643" y="396"/>
                        <a:pt x="51950" y="1134"/>
                      </a:cubicBezTo>
                      <a:lnTo>
                        <a:pt x="49294" y="3760"/>
                      </a:lnTo>
                      <a:cubicBezTo>
                        <a:pt x="48914" y="4140"/>
                        <a:pt x="48411" y="4329"/>
                        <a:pt x="47904" y="4329"/>
                      </a:cubicBezTo>
                      <a:cubicBezTo>
                        <a:pt x="47397" y="4329"/>
                        <a:pt x="46886" y="4140"/>
                        <a:pt x="46492" y="3760"/>
                      </a:cubicBezTo>
                      <a:lnTo>
                        <a:pt x="43865" y="1134"/>
                      </a:lnTo>
                      <a:cubicBezTo>
                        <a:pt x="43121" y="389"/>
                        <a:pt x="42151" y="17"/>
                        <a:pt x="41180" y="17"/>
                      </a:cubicBezTo>
                      <a:cubicBezTo>
                        <a:pt x="40210" y="17"/>
                        <a:pt x="39239" y="389"/>
                        <a:pt x="38495" y="1134"/>
                      </a:cubicBezTo>
                      <a:lnTo>
                        <a:pt x="35869" y="3760"/>
                      </a:lnTo>
                      <a:cubicBezTo>
                        <a:pt x="35489" y="4140"/>
                        <a:pt x="34986" y="4329"/>
                        <a:pt x="34479" y="4329"/>
                      </a:cubicBezTo>
                      <a:cubicBezTo>
                        <a:pt x="33972" y="4329"/>
                        <a:pt x="33461" y="4140"/>
                        <a:pt x="33067" y="3760"/>
                      </a:cubicBezTo>
                      <a:lnTo>
                        <a:pt x="30440" y="1134"/>
                      </a:lnTo>
                      <a:cubicBezTo>
                        <a:pt x="29696" y="389"/>
                        <a:pt x="28726" y="17"/>
                        <a:pt x="27755" y="17"/>
                      </a:cubicBezTo>
                      <a:cubicBezTo>
                        <a:pt x="26785" y="17"/>
                        <a:pt x="25814" y="389"/>
                        <a:pt x="25070" y="1134"/>
                      </a:cubicBezTo>
                      <a:lnTo>
                        <a:pt x="22443" y="3760"/>
                      </a:lnTo>
                      <a:cubicBezTo>
                        <a:pt x="22049" y="4140"/>
                        <a:pt x="21539" y="4329"/>
                        <a:pt x="21032" y="4329"/>
                      </a:cubicBezTo>
                      <a:cubicBezTo>
                        <a:pt x="20524" y="4329"/>
                        <a:pt x="20021" y="4140"/>
                        <a:pt x="19642" y="3760"/>
                      </a:cubicBezTo>
                      <a:lnTo>
                        <a:pt x="17015" y="1134"/>
                      </a:lnTo>
                      <a:cubicBezTo>
                        <a:pt x="16271" y="389"/>
                        <a:pt x="15293" y="17"/>
                        <a:pt x="14319" y="17"/>
                      </a:cubicBezTo>
                      <a:cubicBezTo>
                        <a:pt x="13345" y="17"/>
                        <a:pt x="12375" y="389"/>
                        <a:pt x="11645" y="1134"/>
                      </a:cubicBezTo>
                      <a:lnTo>
                        <a:pt x="9018" y="3760"/>
                      </a:lnTo>
                      <a:cubicBezTo>
                        <a:pt x="8624" y="4140"/>
                        <a:pt x="8113" y="4329"/>
                        <a:pt x="7606" y="4329"/>
                      </a:cubicBezTo>
                      <a:cubicBezTo>
                        <a:pt x="7099" y="4329"/>
                        <a:pt x="6596" y="4140"/>
                        <a:pt x="6216" y="3760"/>
                      </a:cubicBezTo>
                      <a:lnTo>
                        <a:pt x="3561" y="1134"/>
                      </a:lnTo>
                      <a:cubicBezTo>
                        <a:pt x="2845" y="396"/>
                        <a:pt x="1889" y="0"/>
                        <a:pt x="9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2" name="Google Shape;712;p18"/>
                <p:cNvSpPr/>
                <p:nvPr/>
              </p:nvSpPr>
              <p:spPr>
                <a:xfrm>
                  <a:off x="380375" y="4656575"/>
                  <a:ext cx="1387775" cy="15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74" extrusionOk="0">
                      <a:moveTo>
                        <a:pt x="27755" y="1"/>
                      </a:moveTo>
                      <a:cubicBezTo>
                        <a:pt x="26785" y="1"/>
                        <a:pt x="25814" y="373"/>
                        <a:pt x="25070" y="1117"/>
                      </a:cubicBezTo>
                      <a:lnTo>
                        <a:pt x="22443" y="3744"/>
                      </a:lnTo>
                      <a:cubicBezTo>
                        <a:pt x="22049" y="4138"/>
                        <a:pt x="21539" y="4335"/>
                        <a:pt x="21032" y="4335"/>
                      </a:cubicBezTo>
                      <a:cubicBezTo>
                        <a:pt x="20524" y="4335"/>
                        <a:pt x="20021" y="4138"/>
                        <a:pt x="19642" y="3744"/>
                      </a:cubicBezTo>
                      <a:lnTo>
                        <a:pt x="17015" y="1117"/>
                      </a:lnTo>
                      <a:cubicBezTo>
                        <a:pt x="16271" y="387"/>
                        <a:pt x="15300" y="22"/>
                        <a:pt x="14330" y="22"/>
                      </a:cubicBezTo>
                      <a:cubicBezTo>
                        <a:pt x="13360" y="22"/>
                        <a:pt x="12389" y="387"/>
                        <a:pt x="11645" y="1117"/>
                      </a:cubicBezTo>
                      <a:lnTo>
                        <a:pt x="9018" y="3744"/>
                      </a:lnTo>
                      <a:cubicBezTo>
                        <a:pt x="8624" y="4138"/>
                        <a:pt x="8113" y="4335"/>
                        <a:pt x="7606" y="4335"/>
                      </a:cubicBezTo>
                      <a:cubicBezTo>
                        <a:pt x="7099" y="4335"/>
                        <a:pt x="6596" y="4138"/>
                        <a:pt x="6216" y="3744"/>
                      </a:cubicBezTo>
                      <a:lnTo>
                        <a:pt x="3561" y="1117"/>
                      </a:lnTo>
                      <a:cubicBezTo>
                        <a:pt x="2841" y="397"/>
                        <a:pt x="1879" y="24"/>
                        <a:pt x="888" y="24"/>
                      </a:cubicBezTo>
                      <a:cubicBezTo>
                        <a:pt x="593" y="24"/>
                        <a:pt x="295" y="58"/>
                        <a:pt x="0" y="125"/>
                      </a:cubicBezTo>
                      <a:lnTo>
                        <a:pt x="0" y="2051"/>
                      </a:lnTo>
                      <a:cubicBezTo>
                        <a:pt x="263" y="1905"/>
                        <a:pt x="584" y="1846"/>
                        <a:pt x="876" y="1846"/>
                      </a:cubicBezTo>
                      <a:cubicBezTo>
                        <a:pt x="1401" y="1846"/>
                        <a:pt x="1926" y="2051"/>
                        <a:pt x="2276" y="2430"/>
                      </a:cubicBezTo>
                      <a:lnTo>
                        <a:pt x="4932" y="5057"/>
                      </a:lnTo>
                      <a:cubicBezTo>
                        <a:pt x="5662" y="5801"/>
                        <a:pt x="6632" y="6173"/>
                        <a:pt x="7606" y="6173"/>
                      </a:cubicBezTo>
                      <a:cubicBezTo>
                        <a:pt x="8580" y="6173"/>
                        <a:pt x="9558" y="5801"/>
                        <a:pt x="10302" y="5057"/>
                      </a:cubicBezTo>
                      <a:lnTo>
                        <a:pt x="12929" y="2430"/>
                      </a:lnTo>
                      <a:cubicBezTo>
                        <a:pt x="13308" y="2036"/>
                        <a:pt x="13812" y="1839"/>
                        <a:pt x="14319" y="1839"/>
                      </a:cubicBezTo>
                      <a:cubicBezTo>
                        <a:pt x="14826" y="1839"/>
                        <a:pt x="15337" y="2036"/>
                        <a:pt x="15731" y="2430"/>
                      </a:cubicBezTo>
                      <a:lnTo>
                        <a:pt x="18357" y="5057"/>
                      </a:lnTo>
                      <a:cubicBezTo>
                        <a:pt x="19102" y="5801"/>
                        <a:pt x="20072" y="6173"/>
                        <a:pt x="21043" y="6173"/>
                      </a:cubicBezTo>
                      <a:cubicBezTo>
                        <a:pt x="22013" y="6173"/>
                        <a:pt x="22983" y="5801"/>
                        <a:pt x="23728" y="5057"/>
                      </a:cubicBezTo>
                      <a:lnTo>
                        <a:pt x="26354" y="2430"/>
                      </a:lnTo>
                      <a:cubicBezTo>
                        <a:pt x="26748" y="2036"/>
                        <a:pt x="27252" y="1839"/>
                        <a:pt x="27755" y="1839"/>
                      </a:cubicBezTo>
                      <a:cubicBezTo>
                        <a:pt x="28259" y="1839"/>
                        <a:pt x="28762" y="2036"/>
                        <a:pt x="29156" y="2430"/>
                      </a:cubicBezTo>
                      <a:lnTo>
                        <a:pt x="31783" y="5057"/>
                      </a:lnTo>
                      <a:cubicBezTo>
                        <a:pt x="32527" y="5801"/>
                        <a:pt x="33497" y="6173"/>
                        <a:pt x="34468" y="6173"/>
                      </a:cubicBezTo>
                      <a:cubicBezTo>
                        <a:pt x="35438" y="6173"/>
                        <a:pt x="36409" y="5801"/>
                        <a:pt x="37153" y="5057"/>
                      </a:cubicBezTo>
                      <a:lnTo>
                        <a:pt x="39779" y="2430"/>
                      </a:lnTo>
                      <a:cubicBezTo>
                        <a:pt x="40173" y="2036"/>
                        <a:pt x="40684" y="1839"/>
                        <a:pt x="41191" y="1839"/>
                      </a:cubicBezTo>
                      <a:cubicBezTo>
                        <a:pt x="41698" y="1839"/>
                        <a:pt x="42202" y="2036"/>
                        <a:pt x="42581" y="2430"/>
                      </a:cubicBezTo>
                      <a:lnTo>
                        <a:pt x="45208" y="5057"/>
                      </a:lnTo>
                      <a:cubicBezTo>
                        <a:pt x="45952" y="5801"/>
                        <a:pt x="46930" y="6173"/>
                        <a:pt x="47904" y="6173"/>
                      </a:cubicBezTo>
                      <a:cubicBezTo>
                        <a:pt x="48878" y="6173"/>
                        <a:pt x="49848" y="5801"/>
                        <a:pt x="50578" y="5057"/>
                      </a:cubicBezTo>
                      <a:lnTo>
                        <a:pt x="53234" y="2430"/>
                      </a:lnTo>
                      <a:cubicBezTo>
                        <a:pt x="53602" y="2043"/>
                        <a:pt x="54110" y="1842"/>
                        <a:pt x="54626" y="1842"/>
                      </a:cubicBezTo>
                      <a:cubicBezTo>
                        <a:pt x="54927" y="1842"/>
                        <a:pt x="55230" y="1911"/>
                        <a:pt x="55510" y="2051"/>
                      </a:cubicBezTo>
                      <a:lnTo>
                        <a:pt x="55510" y="125"/>
                      </a:lnTo>
                      <a:cubicBezTo>
                        <a:pt x="55218" y="66"/>
                        <a:pt x="54927" y="37"/>
                        <a:pt x="54606" y="37"/>
                      </a:cubicBezTo>
                      <a:cubicBezTo>
                        <a:pt x="54572" y="36"/>
                        <a:pt x="54539" y="36"/>
                        <a:pt x="54506" y="36"/>
                      </a:cubicBezTo>
                      <a:cubicBezTo>
                        <a:pt x="53549" y="36"/>
                        <a:pt x="52626" y="440"/>
                        <a:pt x="51920" y="1117"/>
                      </a:cubicBezTo>
                      <a:lnTo>
                        <a:pt x="49294" y="3744"/>
                      </a:lnTo>
                      <a:cubicBezTo>
                        <a:pt x="48914" y="4138"/>
                        <a:pt x="48411" y="4335"/>
                        <a:pt x="47904" y="4335"/>
                      </a:cubicBezTo>
                      <a:cubicBezTo>
                        <a:pt x="47397" y="4335"/>
                        <a:pt x="46886" y="4138"/>
                        <a:pt x="46492" y="3744"/>
                      </a:cubicBezTo>
                      <a:lnTo>
                        <a:pt x="43865" y="1117"/>
                      </a:lnTo>
                      <a:cubicBezTo>
                        <a:pt x="43121" y="373"/>
                        <a:pt x="42151" y="1"/>
                        <a:pt x="41180" y="1"/>
                      </a:cubicBezTo>
                      <a:cubicBezTo>
                        <a:pt x="40210" y="1"/>
                        <a:pt x="39239" y="373"/>
                        <a:pt x="38495" y="1117"/>
                      </a:cubicBezTo>
                      <a:lnTo>
                        <a:pt x="35869" y="3744"/>
                      </a:lnTo>
                      <a:cubicBezTo>
                        <a:pt x="35489" y="4138"/>
                        <a:pt x="34986" y="4335"/>
                        <a:pt x="34479" y="4335"/>
                      </a:cubicBezTo>
                      <a:cubicBezTo>
                        <a:pt x="33972" y="4335"/>
                        <a:pt x="33461" y="4138"/>
                        <a:pt x="33067" y="3744"/>
                      </a:cubicBezTo>
                      <a:lnTo>
                        <a:pt x="30440" y="1117"/>
                      </a:lnTo>
                      <a:cubicBezTo>
                        <a:pt x="29696" y="373"/>
                        <a:pt x="28726" y="1"/>
                        <a:pt x="2775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3" name="Google Shape;713;p18"/>
                <p:cNvSpPr/>
                <p:nvPr/>
              </p:nvSpPr>
              <p:spPr>
                <a:xfrm>
                  <a:off x="380375" y="4169875"/>
                  <a:ext cx="1387775" cy="1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46" extrusionOk="0">
                      <a:moveTo>
                        <a:pt x="857" y="0"/>
                      </a:moveTo>
                      <a:cubicBezTo>
                        <a:pt x="572" y="0"/>
                        <a:pt x="285" y="32"/>
                        <a:pt x="0" y="97"/>
                      </a:cubicBezTo>
                      <a:lnTo>
                        <a:pt x="0" y="2023"/>
                      </a:lnTo>
                      <a:cubicBezTo>
                        <a:pt x="280" y="1883"/>
                        <a:pt x="583" y="1815"/>
                        <a:pt x="884" y="1815"/>
                      </a:cubicBezTo>
                      <a:cubicBezTo>
                        <a:pt x="1400" y="1815"/>
                        <a:pt x="1908" y="2015"/>
                        <a:pt x="2276" y="2402"/>
                      </a:cubicBezTo>
                      <a:lnTo>
                        <a:pt x="4932" y="5029"/>
                      </a:lnTo>
                      <a:cubicBezTo>
                        <a:pt x="5662" y="5773"/>
                        <a:pt x="6632" y="6145"/>
                        <a:pt x="7606" y="6145"/>
                      </a:cubicBezTo>
                      <a:cubicBezTo>
                        <a:pt x="8580" y="6145"/>
                        <a:pt x="9558" y="5773"/>
                        <a:pt x="10302" y="5029"/>
                      </a:cubicBezTo>
                      <a:lnTo>
                        <a:pt x="12929" y="2402"/>
                      </a:lnTo>
                      <a:cubicBezTo>
                        <a:pt x="13308" y="2008"/>
                        <a:pt x="13812" y="1811"/>
                        <a:pt x="14319" y="1811"/>
                      </a:cubicBezTo>
                      <a:cubicBezTo>
                        <a:pt x="14826" y="1811"/>
                        <a:pt x="15337" y="2008"/>
                        <a:pt x="15731" y="2402"/>
                      </a:cubicBezTo>
                      <a:lnTo>
                        <a:pt x="18357" y="5029"/>
                      </a:lnTo>
                      <a:cubicBezTo>
                        <a:pt x="19102" y="5773"/>
                        <a:pt x="20072" y="6145"/>
                        <a:pt x="21043" y="6145"/>
                      </a:cubicBezTo>
                      <a:cubicBezTo>
                        <a:pt x="22013" y="6145"/>
                        <a:pt x="22983" y="5773"/>
                        <a:pt x="23728" y="5029"/>
                      </a:cubicBezTo>
                      <a:lnTo>
                        <a:pt x="26354" y="2402"/>
                      </a:lnTo>
                      <a:cubicBezTo>
                        <a:pt x="26734" y="2008"/>
                        <a:pt x="27237" y="1811"/>
                        <a:pt x="27744" y="1811"/>
                      </a:cubicBezTo>
                      <a:cubicBezTo>
                        <a:pt x="28251" y="1811"/>
                        <a:pt x="28762" y="2008"/>
                        <a:pt x="29156" y="2402"/>
                      </a:cubicBezTo>
                      <a:lnTo>
                        <a:pt x="31783" y="5029"/>
                      </a:lnTo>
                      <a:cubicBezTo>
                        <a:pt x="32527" y="5773"/>
                        <a:pt x="33497" y="6145"/>
                        <a:pt x="34468" y="6145"/>
                      </a:cubicBezTo>
                      <a:cubicBezTo>
                        <a:pt x="35438" y="6145"/>
                        <a:pt x="36409" y="5773"/>
                        <a:pt x="37153" y="5029"/>
                      </a:cubicBezTo>
                      <a:lnTo>
                        <a:pt x="39779" y="2402"/>
                      </a:lnTo>
                      <a:cubicBezTo>
                        <a:pt x="40173" y="2008"/>
                        <a:pt x="40684" y="1811"/>
                        <a:pt x="41191" y="1811"/>
                      </a:cubicBezTo>
                      <a:cubicBezTo>
                        <a:pt x="41698" y="1811"/>
                        <a:pt x="42202" y="2008"/>
                        <a:pt x="42581" y="2402"/>
                      </a:cubicBezTo>
                      <a:lnTo>
                        <a:pt x="45208" y="5029"/>
                      </a:lnTo>
                      <a:cubicBezTo>
                        <a:pt x="45952" y="5773"/>
                        <a:pt x="46930" y="6145"/>
                        <a:pt x="47904" y="6145"/>
                      </a:cubicBezTo>
                      <a:cubicBezTo>
                        <a:pt x="48878" y="6145"/>
                        <a:pt x="49848" y="5773"/>
                        <a:pt x="50578" y="5029"/>
                      </a:cubicBezTo>
                      <a:lnTo>
                        <a:pt x="53234" y="2402"/>
                      </a:lnTo>
                      <a:cubicBezTo>
                        <a:pt x="53584" y="2023"/>
                        <a:pt x="54080" y="1819"/>
                        <a:pt x="54606" y="1819"/>
                      </a:cubicBezTo>
                      <a:cubicBezTo>
                        <a:pt x="54927" y="1819"/>
                        <a:pt x="55218" y="1877"/>
                        <a:pt x="55510" y="2023"/>
                      </a:cubicBezTo>
                      <a:lnTo>
                        <a:pt x="55510" y="97"/>
                      </a:lnTo>
                      <a:cubicBezTo>
                        <a:pt x="55218" y="38"/>
                        <a:pt x="54927" y="9"/>
                        <a:pt x="54606" y="9"/>
                      </a:cubicBezTo>
                      <a:cubicBezTo>
                        <a:pt x="54572" y="8"/>
                        <a:pt x="54539" y="8"/>
                        <a:pt x="54506" y="8"/>
                      </a:cubicBezTo>
                      <a:cubicBezTo>
                        <a:pt x="53549" y="8"/>
                        <a:pt x="52627" y="413"/>
                        <a:pt x="51950" y="1118"/>
                      </a:cubicBezTo>
                      <a:lnTo>
                        <a:pt x="49294" y="3745"/>
                      </a:lnTo>
                      <a:cubicBezTo>
                        <a:pt x="48914" y="4124"/>
                        <a:pt x="48411" y="4314"/>
                        <a:pt x="47904" y="4314"/>
                      </a:cubicBezTo>
                      <a:cubicBezTo>
                        <a:pt x="47397" y="4314"/>
                        <a:pt x="46886" y="4124"/>
                        <a:pt x="46492" y="3745"/>
                      </a:cubicBezTo>
                      <a:lnTo>
                        <a:pt x="43865" y="1118"/>
                      </a:lnTo>
                      <a:cubicBezTo>
                        <a:pt x="43121" y="374"/>
                        <a:pt x="42151" y="2"/>
                        <a:pt x="41180" y="2"/>
                      </a:cubicBezTo>
                      <a:cubicBezTo>
                        <a:pt x="40210" y="2"/>
                        <a:pt x="39239" y="374"/>
                        <a:pt x="38495" y="1118"/>
                      </a:cubicBezTo>
                      <a:lnTo>
                        <a:pt x="35869" y="3745"/>
                      </a:lnTo>
                      <a:cubicBezTo>
                        <a:pt x="35489" y="4124"/>
                        <a:pt x="34986" y="4314"/>
                        <a:pt x="34479" y="4314"/>
                      </a:cubicBezTo>
                      <a:cubicBezTo>
                        <a:pt x="33972" y="4314"/>
                        <a:pt x="33461" y="4124"/>
                        <a:pt x="33067" y="3745"/>
                      </a:cubicBezTo>
                      <a:lnTo>
                        <a:pt x="30440" y="1118"/>
                      </a:lnTo>
                      <a:cubicBezTo>
                        <a:pt x="29696" y="374"/>
                        <a:pt x="28726" y="2"/>
                        <a:pt x="27755" y="2"/>
                      </a:cubicBezTo>
                      <a:cubicBezTo>
                        <a:pt x="26785" y="2"/>
                        <a:pt x="25814" y="374"/>
                        <a:pt x="25070" y="1118"/>
                      </a:cubicBezTo>
                      <a:lnTo>
                        <a:pt x="22443" y="3745"/>
                      </a:lnTo>
                      <a:cubicBezTo>
                        <a:pt x="22049" y="4124"/>
                        <a:pt x="21539" y="4314"/>
                        <a:pt x="21032" y="4314"/>
                      </a:cubicBezTo>
                      <a:cubicBezTo>
                        <a:pt x="20524" y="4314"/>
                        <a:pt x="20021" y="4124"/>
                        <a:pt x="19642" y="3745"/>
                      </a:cubicBezTo>
                      <a:lnTo>
                        <a:pt x="17015" y="1118"/>
                      </a:lnTo>
                      <a:cubicBezTo>
                        <a:pt x="16271" y="374"/>
                        <a:pt x="15293" y="2"/>
                        <a:pt x="14319" y="2"/>
                      </a:cubicBezTo>
                      <a:cubicBezTo>
                        <a:pt x="13345" y="2"/>
                        <a:pt x="12375" y="374"/>
                        <a:pt x="11645" y="1118"/>
                      </a:cubicBezTo>
                      <a:lnTo>
                        <a:pt x="9018" y="3745"/>
                      </a:lnTo>
                      <a:cubicBezTo>
                        <a:pt x="8624" y="4124"/>
                        <a:pt x="8113" y="4314"/>
                        <a:pt x="7606" y="4314"/>
                      </a:cubicBezTo>
                      <a:cubicBezTo>
                        <a:pt x="7099" y="4314"/>
                        <a:pt x="6596" y="4124"/>
                        <a:pt x="6216" y="3745"/>
                      </a:cubicBezTo>
                      <a:lnTo>
                        <a:pt x="3561" y="1118"/>
                      </a:lnTo>
                      <a:cubicBezTo>
                        <a:pt x="2834" y="391"/>
                        <a:pt x="1859" y="0"/>
                        <a:pt x="857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4" name="Google Shape;714;p18"/>
                <p:cNvSpPr/>
                <p:nvPr/>
              </p:nvSpPr>
              <p:spPr>
                <a:xfrm>
                  <a:off x="380375" y="3925675"/>
                  <a:ext cx="1387775" cy="1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6" extrusionOk="0">
                      <a:moveTo>
                        <a:pt x="54606" y="0"/>
                      </a:moveTo>
                      <a:cubicBezTo>
                        <a:pt x="53613" y="0"/>
                        <a:pt x="52650" y="409"/>
                        <a:pt x="51950" y="1138"/>
                      </a:cubicBezTo>
                      <a:lnTo>
                        <a:pt x="49294" y="3765"/>
                      </a:lnTo>
                      <a:cubicBezTo>
                        <a:pt x="48914" y="4144"/>
                        <a:pt x="48411" y="4334"/>
                        <a:pt x="47904" y="4334"/>
                      </a:cubicBezTo>
                      <a:cubicBezTo>
                        <a:pt x="47397" y="4334"/>
                        <a:pt x="46886" y="4144"/>
                        <a:pt x="46492" y="3765"/>
                      </a:cubicBezTo>
                      <a:lnTo>
                        <a:pt x="43865" y="1138"/>
                      </a:lnTo>
                      <a:cubicBezTo>
                        <a:pt x="43121" y="394"/>
                        <a:pt x="42151" y="22"/>
                        <a:pt x="41180" y="22"/>
                      </a:cubicBezTo>
                      <a:cubicBezTo>
                        <a:pt x="40210" y="22"/>
                        <a:pt x="39239" y="394"/>
                        <a:pt x="38495" y="1138"/>
                      </a:cubicBezTo>
                      <a:lnTo>
                        <a:pt x="35869" y="3765"/>
                      </a:lnTo>
                      <a:cubicBezTo>
                        <a:pt x="35489" y="4144"/>
                        <a:pt x="34986" y="4334"/>
                        <a:pt x="34479" y="4334"/>
                      </a:cubicBezTo>
                      <a:cubicBezTo>
                        <a:pt x="33972" y="4334"/>
                        <a:pt x="33461" y="4144"/>
                        <a:pt x="33067" y="3765"/>
                      </a:cubicBezTo>
                      <a:lnTo>
                        <a:pt x="30440" y="1138"/>
                      </a:lnTo>
                      <a:cubicBezTo>
                        <a:pt x="29696" y="394"/>
                        <a:pt x="28726" y="22"/>
                        <a:pt x="27755" y="22"/>
                      </a:cubicBezTo>
                      <a:cubicBezTo>
                        <a:pt x="26785" y="22"/>
                        <a:pt x="25814" y="394"/>
                        <a:pt x="25070" y="1138"/>
                      </a:cubicBezTo>
                      <a:lnTo>
                        <a:pt x="22443" y="3765"/>
                      </a:lnTo>
                      <a:cubicBezTo>
                        <a:pt x="22049" y="4144"/>
                        <a:pt x="21539" y="4334"/>
                        <a:pt x="21032" y="4334"/>
                      </a:cubicBezTo>
                      <a:cubicBezTo>
                        <a:pt x="20524" y="4334"/>
                        <a:pt x="20021" y="4144"/>
                        <a:pt x="19642" y="3765"/>
                      </a:cubicBezTo>
                      <a:lnTo>
                        <a:pt x="17015" y="1138"/>
                      </a:lnTo>
                      <a:cubicBezTo>
                        <a:pt x="16271" y="394"/>
                        <a:pt x="15293" y="22"/>
                        <a:pt x="14319" y="22"/>
                      </a:cubicBezTo>
                      <a:cubicBezTo>
                        <a:pt x="13345" y="22"/>
                        <a:pt x="12375" y="394"/>
                        <a:pt x="11645" y="1138"/>
                      </a:cubicBezTo>
                      <a:lnTo>
                        <a:pt x="9018" y="3765"/>
                      </a:lnTo>
                      <a:cubicBezTo>
                        <a:pt x="8624" y="4144"/>
                        <a:pt x="8113" y="4334"/>
                        <a:pt x="7606" y="4334"/>
                      </a:cubicBezTo>
                      <a:cubicBezTo>
                        <a:pt x="7099" y="4334"/>
                        <a:pt x="6596" y="4144"/>
                        <a:pt x="6216" y="3765"/>
                      </a:cubicBezTo>
                      <a:lnTo>
                        <a:pt x="3561" y="1138"/>
                      </a:lnTo>
                      <a:cubicBezTo>
                        <a:pt x="2834" y="412"/>
                        <a:pt x="1859" y="21"/>
                        <a:pt x="857" y="21"/>
                      </a:cubicBezTo>
                      <a:cubicBezTo>
                        <a:pt x="572" y="21"/>
                        <a:pt x="285" y="52"/>
                        <a:pt x="0" y="117"/>
                      </a:cubicBezTo>
                      <a:lnTo>
                        <a:pt x="0" y="2043"/>
                      </a:lnTo>
                      <a:cubicBezTo>
                        <a:pt x="263" y="1897"/>
                        <a:pt x="584" y="1839"/>
                        <a:pt x="876" y="1839"/>
                      </a:cubicBezTo>
                      <a:cubicBezTo>
                        <a:pt x="1401" y="1839"/>
                        <a:pt x="1926" y="2043"/>
                        <a:pt x="2276" y="2393"/>
                      </a:cubicBezTo>
                      <a:lnTo>
                        <a:pt x="4932" y="5049"/>
                      </a:lnTo>
                      <a:cubicBezTo>
                        <a:pt x="5662" y="5779"/>
                        <a:pt x="6632" y="6144"/>
                        <a:pt x="7606" y="6144"/>
                      </a:cubicBezTo>
                      <a:cubicBezTo>
                        <a:pt x="8580" y="6144"/>
                        <a:pt x="9558" y="5779"/>
                        <a:pt x="10302" y="5049"/>
                      </a:cubicBezTo>
                      <a:lnTo>
                        <a:pt x="12929" y="2393"/>
                      </a:lnTo>
                      <a:cubicBezTo>
                        <a:pt x="13308" y="2014"/>
                        <a:pt x="13812" y="1824"/>
                        <a:pt x="14319" y="1824"/>
                      </a:cubicBezTo>
                      <a:cubicBezTo>
                        <a:pt x="14826" y="1824"/>
                        <a:pt x="15337" y="2014"/>
                        <a:pt x="15731" y="2393"/>
                      </a:cubicBezTo>
                      <a:lnTo>
                        <a:pt x="18357" y="5049"/>
                      </a:lnTo>
                      <a:cubicBezTo>
                        <a:pt x="19102" y="5793"/>
                        <a:pt x="20072" y="6166"/>
                        <a:pt x="21043" y="6166"/>
                      </a:cubicBezTo>
                      <a:cubicBezTo>
                        <a:pt x="22013" y="6166"/>
                        <a:pt x="22983" y="5793"/>
                        <a:pt x="23728" y="5049"/>
                      </a:cubicBezTo>
                      <a:lnTo>
                        <a:pt x="26354" y="2393"/>
                      </a:lnTo>
                      <a:cubicBezTo>
                        <a:pt x="26748" y="2014"/>
                        <a:pt x="27252" y="1824"/>
                        <a:pt x="27755" y="1824"/>
                      </a:cubicBezTo>
                      <a:cubicBezTo>
                        <a:pt x="28259" y="1824"/>
                        <a:pt x="28762" y="2014"/>
                        <a:pt x="29156" y="2393"/>
                      </a:cubicBezTo>
                      <a:lnTo>
                        <a:pt x="31783" y="5049"/>
                      </a:lnTo>
                      <a:cubicBezTo>
                        <a:pt x="32527" y="5779"/>
                        <a:pt x="33497" y="6144"/>
                        <a:pt x="34468" y="6144"/>
                      </a:cubicBezTo>
                      <a:cubicBezTo>
                        <a:pt x="35438" y="6144"/>
                        <a:pt x="36409" y="5779"/>
                        <a:pt x="37153" y="5049"/>
                      </a:cubicBezTo>
                      <a:lnTo>
                        <a:pt x="39779" y="2393"/>
                      </a:lnTo>
                      <a:cubicBezTo>
                        <a:pt x="40173" y="2014"/>
                        <a:pt x="40684" y="1824"/>
                        <a:pt x="41191" y="1824"/>
                      </a:cubicBezTo>
                      <a:cubicBezTo>
                        <a:pt x="41698" y="1824"/>
                        <a:pt x="42202" y="2014"/>
                        <a:pt x="42581" y="2393"/>
                      </a:cubicBezTo>
                      <a:lnTo>
                        <a:pt x="45208" y="5049"/>
                      </a:lnTo>
                      <a:cubicBezTo>
                        <a:pt x="45952" y="5793"/>
                        <a:pt x="46930" y="6166"/>
                        <a:pt x="47904" y="6166"/>
                      </a:cubicBezTo>
                      <a:cubicBezTo>
                        <a:pt x="48878" y="6166"/>
                        <a:pt x="49848" y="5793"/>
                        <a:pt x="50578" y="5049"/>
                      </a:cubicBezTo>
                      <a:lnTo>
                        <a:pt x="53234" y="2393"/>
                      </a:lnTo>
                      <a:cubicBezTo>
                        <a:pt x="53584" y="2043"/>
                        <a:pt x="54080" y="1839"/>
                        <a:pt x="54606" y="1839"/>
                      </a:cubicBezTo>
                      <a:cubicBezTo>
                        <a:pt x="54927" y="1839"/>
                        <a:pt x="55218" y="1897"/>
                        <a:pt x="55510" y="2043"/>
                      </a:cubicBezTo>
                      <a:lnTo>
                        <a:pt x="55510" y="117"/>
                      </a:lnTo>
                      <a:cubicBezTo>
                        <a:pt x="55218" y="59"/>
                        <a:pt x="54927" y="0"/>
                        <a:pt x="54606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15" name="Google Shape;715;p18"/>
                <p:cNvSpPr/>
                <p:nvPr/>
              </p:nvSpPr>
              <p:spPr>
                <a:xfrm>
                  <a:off x="380375" y="4413175"/>
                  <a:ext cx="1387775" cy="15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2" extrusionOk="0">
                      <a:moveTo>
                        <a:pt x="54603" y="1"/>
                      </a:moveTo>
                      <a:cubicBezTo>
                        <a:pt x="53610" y="1"/>
                        <a:pt x="52643" y="396"/>
                        <a:pt x="51950" y="1134"/>
                      </a:cubicBezTo>
                      <a:lnTo>
                        <a:pt x="49294" y="3761"/>
                      </a:lnTo>
                      <a:cubicBezTo>
                        <a:pt x="48914" y="4140"/>
                        <a:pt x="48411" y="4330"/>
                        <a:pt x="47904" y="4330"/>
                      </a:cubicBezTo>
                      <a:cubicBezTo>
                        <a:pt x="47397" y="4330"/>
                        <a:pt x="46886" y="4140"/>
                        <a:pt x="46492" y="3761"/>
                      </a:cubicBezTo>
                      <a:lnTo>
                        <a:pt x="43865" y="1134"/>
                      </a:lnTo>
                      <a:cubicBezTo>
                        <a:pt x="43121" y="390"/>
                        <a:pt x="42151" y="18"/>
                        <a:pt x="41180" y="18"/>
                      </a:cubicBezTo>
                      <a:cubicBezTo>
                        <a:pt x="40210" y="18"/>
                        <a:pt x="39239" y="390"/>
                        <a:pt x="38495" y="1134"/>
                      </a:cubicBezTo>
                      <a:lnTo>
                        <a:pt x="35869" y="3761"/>
                      </a:lnTo>
                      <a:cubicBezTo>
                        <a:pt x="35489" y="4140"/>
                        <a:pt x="34986" y="4330"/>
                        <a:pt x="34479" y="4330"/>
                      </a:cubicBezTo>
                      <a:cubicBezTo>
                        <a:pt x="33972" y="4330"/>
                        <a:pt x="33461" y="4140"/>
                        <a:pt x="33067" y="3761"/>
                      </a:cubicBezTo>
                      <a:lnTo>
                        <a:pt x="30440" y="1134"/>
                      </a:lnTo>
                      <a:cubicBezTo>
                        <a:pt x="29696" y="390"/>
                        <a:pt x="28726" y="18"/>
                        <a:pt x="27755" y="18"/>
                      </a:cubicBezTo>
                      <a:cubicBezTo>
                        <a:pt x="26785" y="18"/>
                        <a:pt x="25814" y="390"/>
                        <a:pt x="25070" y="1134"/>
                      </a:cubicBezTo>
                      <a:lnTo>
                        <a:pt x="22443" y="3761"/>
                      </a:lnTo>
                      <a:cubicBezTo>
                        <a:pt x="22049" y="4140"/>
                        <a:pt x="21539" y="4330"/>
                        <a:pt x="21032" y="4330"/>
                      </a:cubicBezTo>
                      <a:cubicBezTo>
                        <a:pt x="20524" y="4330"/>
                        <a:pt x="20021" y="4140"/>
                        <a:pt x="19642" y="3761"/>
                      </a:cubicBezTo>
                      <a:lnTo>
                        <a:pt x="17015" y="1134"/>
                      </a:lnTo>
                      <a:cubicBezTo>
                        <a:pt x="16271" y="390"/>
                        <a:pt x="15293" y="18"/>
                        <a:pt x="14319" y="18"/>
                      </a:cubicBezTo>
                      <a:cubicBezTo>
                        <a:pt x="13345" y="18"/>
                        <a:pt x="12375" y="390"/>
                        <a:pt x="11645" y="1134"/>
                      </a:cubicBezTo>
                      <a:lnTo>
                        <a:pt x="9018" y="3761"/>
                      </a:lnTo>
                      <a:cubicBezTo>
                        <a:pt x="8624" y="4140"/>
                        <a:pt x="8113" y="4330"/>
                        <a:pt x="7606" y="4330"/>
                      </a:cubicBezTo>
                      <a:cubicBezTo>
                        <a:pt x="7099" y="4330"/>
                        <a:pt x="6596" y="4140"/>
                        <a:pt x="6216" y="3761"/>
                      </a:cubicBezTo>
                      <a:lnTo>
                        <a:pt x="3561" y="1134"/>
                      </a:lnTo>
                      <a:cubicBezTo>
                        <a:pt x="2834" y="407"/>
                        <a:pt x="1859" y="16"/>
                        <a:pt x="857" y="16"/>
                      </a:cubicBezTo>
                      <a:cubicBezTo>
                        <a:pt x="572" y="16"/>
                        <a:pt x="285" y="48"/>
                        <a:pt x="0" y="113"/>
                      </a:cubicBezTo>
                      <a:lnTo>
                        <a:pt x="0" y="2039"/>
                      </a:lnTo>
                      <a:cubicBezTo>
                        <a:pt x="280" y="1899"/>
                        <a:pt x="583" y="1831"/>
                        <a:pt x="884" y="1831"/>
                      </a:cubicBezTo>
                      <a:cubicBezTo>
                        <a:pt x="1400" y="1831"/>
                        <a:pt x="1908" y="2031"/>
                        <a:pt x="2276" y="2418"/>
                      </a:cubicBezTo>
                      <a:lnTo>
                        <a:pt x="4932" y="5045"/>
                      </a:lnTo>
                      <a:cubicBezTo>
                        <a:pt x="5662" y="5775"/>
                        <a:pt x="6632" y="6139"/>
                        <a:pt x="7606" y="6139"/>
                      </a:cubicBezTo>
                      <a:cubicBezTo>
                        <a:pt x="8580" y="6139"/>
                        <a:pt x="9558" y="5775"/>
                        <a:pt x="10302" y="5045"/>
                      </a:cubicBezTo>
                      <a:lnTo>
                        <a:pt x="12929" y="2418"/>
                      </a:lnTo>
                      <a:cubicBezTo>
                        <a:pt x="13308" y="2024"/>
                        <a:pt x="13812" y="1827"/>
                        <a:pt x="14319" y="1827"/>
                      </a:cubicBezTo>
                      <a:cubicBezTo>
                        <a:pt x="14826" y="1827"/>
                        <a:pt x="15337" y="2024"/>
                        <a:pt x="15731" y="2418"/>
                      </a:cubicBezTo>
                      <a:lnTo>
                        <a:pt x="18357" y="5045"/>
                      </a:lnTo>
                      <a:cubicBezTo>
                        <a:pt x="19102" y="5789"/>
                        <a:pt x="20072" y="6161"/>
                        <a:pt x="21043" y="6161"/>
                      </a:cubicBezTo>
                      <a:cubicBezTo>
                        <a:pt x="22013" y="6161"/>
                        <a:pt x="22983" y="5789"/>
                        <a:pt x="23728" y="5045"/>
                      </a:cubicBezTo>
                      <a:lnTo>
                        <a:pt x="26354" y="2418"/>
                      </a:lnTo>
                      <a:cubicBezTo>
                        <a:pt x="26734" y="2024"/>
                        <a:pt x="27237" y="1827"/>
                        <a:pt x="27744" y="1827"/>
                      </a:cubicBezTo>
                      <a:cubicBezTo>
                        <a:pt x="28251" y="1827"/>
                        <a:pt x="28762" y="2024"/>
                        <a:pt x="29156" y="2418"/>
                      </a:cubicBezTo>
                      <a:lnTo>
                        <a:pt x="31783" y="5045"/>
                      </a:lnTo>
                      <a:cubicBezTo>
                        <a:pt x="32527" y="5789"/>
                        <a:pt x="33497" y="6161"/>
                        <a:pt x="34468" y="6161"/>
                      </a:cubicBezTo>
                      <a:cubicBezTo>
                        <a:pt x="35438" y="6161"/>
                        <a:pt x="36409" y="5789"/>
                        <a:pt x="37153" y="5045"/>
                      </a:cubicBezTo>
                      <a:lnTo>
                        <a:pt x="39779" y="2418"/>
                      </a:lnTo>
                      <a:cubicBezTo>
                        <a:pt x="40173" y="2024"/>
                        <a:pt x="40684" y="1827"/>
                        <a:pt x="41191" y="1827"/>
                      </a:cubicBezTo>
                      <a:cubicBezTo>
                        <a:pt x="41698" y="1827"/>
                        <a:pt x="42202" y="2024"/>
                        <a:pt x="42581" y="2418"/>
                      </a:cubicBezTo>
                      <a:lnTo>
                        <a:pt x="45208" y="5045"/>
                      </a:lnTo>
                      <a:cubicBezTo>
                        <a:pt x="45952" y="5789"/>
                        <a:pt x="46922" y="6161"/>
                        <a:pt x="47893" y="6161"/>
                      </a:cubicBezTo>
                      <a:cubicBezTo>
                        <a:pt x="48863" y="6161"/>
                        <a:pt x="49834" y="5789"/>
                        <a:pt x="50578" y="5045"/>
                      </a:cubicBezTo>
                      <a:lnTo>
                        <a:pt x="53234" y="2418"/>
                      </a:lnTo>
                      <a:cubicBezTo>
                        <a:pt x="53584" y="2039"/>
                        <a:pt x="54080" y="1835"/>
                        <a:pt x="54606" y="1835"/>
                      </a:cubicBezTo>
                      <a:cubicBezTo>
                        <a:pt x="54927" y="1835"/>
                        <a:pt x="55218" y="1893"/>
                        <a:pt x="55510" y="2039"/>
                      </a:cubicBezTo>
                      <a:lnTo>
                        <a:pt x="55510" y="113"/>
                      </a:lnTo>
                      <a:cubicBezTo>
                        <a:pt x="55210" y="38"/>
                        <a:pt x="54905" y="1"/>
                        <a:pt x="5460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16" name="Google Shape;716;p18"/>
            <p:cNvGrpSpPr/>
            <p:nvPr/>
          </p:nvGrpSpPr>
          <p:grpSpPr>
            <a:xfrm rot="10800000">
              <a:off x="0" y="-9"/>
              <a:ext cx="1527000" cy="1527000"/>
              <a:chOff x="0" y="2089400"/>
              <a:chExt cx="1527000" cy="1527000"/>
            </a:xfrm>
          </p:grpSpPr>
          <p:sp>
            <p:nvSpPr>
              <p:cNvPr id="717" name="Google Shape;717;p18"/>
              <p:cNvSpPr/>
              <p:nvPr/>
            </p:nvSpPr>
            <p:spPr>
              <a:xfrm>
                <a:off x="0" y="2089400"/>
                <a:ext cx="1527000" cy="1527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18" name="Google Shape;718;p18"/>
              <p:cNvGrpSpPr/>
              <p:nvPr/>
            </p:nvGrpSpPr>
            <p:grpSpPr>
              <a:xfrm>
                <a:off x="344647" y="2226597"/>
                <a:ext cx="837706" cy="1389803"/>
                <a:chOff x="584650" y="2145375"/>
                <a:chExt cx="979200" cy="1624550"/>
              </a:xfrm>
            </p:grpSpPr>
            <p:sp>
              <p:nvSpPr>
                <p:cNvPr id="719" name="Google Shape;719;p18"/>
                <p:cNvSpPr/>
                <p:nvPr/>
              </p:nvSpPr>
              <p:spPr>
                <a:xfrm>
                  <a:off x="584650" y="2588025"/>
                  <a:ext cx="458250" cy="40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0" h="16042" extrusionOk="0">
                      <a:moveTo>
                        <a:pt x="4256" y="1"/>
                      </a:moveTo>
                      <a:cubicBezTo>
                        <a:pt x="3313" y="1"/>
                        <a:pt x="2517" y="266"/>
                        <a:pt x="1956" y="827"/>
                      </a:cubicBezTo>
                      <a:cubicBezTo>
                        <a:pt x="1" y="2782"/>
                        <a:pt x="1635" y="7598"/>
                        <a:pt x="5634" y="11567"/>
                      </a:cubicBezTo>
                      <a:cubicBezTo>
                        <a:pt x="8465" y="14398"/>
                        <a:pt x="11726" y="16041"/>
                        <a:pt x="14074" y="16041"/>
                      </a:cubicBezTo>
                      <a:cubicBezTo>
                        <a:pt x="15017" y="16041"/>
                        <a:pt x="15813" y="15776"/>
                        <a:pt x="16374" y="15215"/>
                      </a:cubicBezTo>
                      <a:cubicBezTo>
                        <a:pt x="18329" y="13260"/>
                        <a:pt x="16695" y="8444"/>
                        <a:pt x="12696" y="4475"/>
                      </a:cubicBezTo>
                      <a:cubicBezTo>
                        <a:pt x="9865" y="1644"/>
                        <a:pt x="6604" y="1"/>
                        <a:pt x="42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0" name="Google Shape;720;p18"/>
                <p:cNvSpPr/>
                <p:nvPr/>
              </p:nvSpPr>
              <p:spPr>
                <a:xfrm>
                  <a:off x="584650" y="2989325"/>
                  <a:ext cx="458250" cy="40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0" h="16065" extrusionOk="0">
                      <a:moveTo>
                        <a:pt x="4256" y="1"/>
                      </a:moveTo>
                      <a:cubicBezTo>
                        <a:pt x="3313" y="1"/>
                        <a:pt x="2517" y="266"/>
                        <a:pt x="1956" y="827"/>
                      </a:cubicBezTo>
                      <a:cubicBezTo>
                        <a:pt x="1" y="2782"/>
                        <a:pt x="1635" y="7598"/>
                        <a:pt x="5604" y="11567"/>
                      </a:cubicBezTo>
                      <a:cubicBezTo>
                        <a:pt x="8464" y="14405"/>
                        <a:pt x="11741" y="16065"/>
                        <a:pt x="14091" y="16065"/>
                      </a:cubicBezTo>
                      <a:cubicBezTo>
                        <a:pt x="15027" y="16065"/>
                        <a:pt x="15817" y="15801"/>
                        <a:pt x="16374" y="15244"/>
                      </a:cubicBezTo>
                      <a:cubicBezTo>
                        <a:pt x="18329" y="13289"/>
                        <a:pt x="16695" y="8473"/>
                        <a:pt x="12696" y="4475"/>
                      </a:cubicBezTo>
                      <a:cubicBezTo>
                        <a:pt x="9865" y="1644"/>
                        <a:pt x="6604" y="1"/>
                        <a:pt x="42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1" name="Google Shape;721;p18"/>
                <p:cNvSpPr/>
                <p:nvPr/>
              </p:nvSpPr>
              <p:spPr>
                <a:xfrm>
                  <a:off x="1105625" y="2588025"/>
                  <a:ext cx="458225" cy="40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9" h="16042" extrusionOk="0">
                      <a:moveTo>
                        <a:pt x="14073" y="1"/>
                      </a:moveTo>
                      <a:cubicBezTo>
                        <a:pt x="11726" y="1"/>
                        <a:pt x="8464" y="1644"/>
                        <a:pt x="5633" y="4475"/>
                      </a:cubicBezTo>
                      <a:cubicBezTo>
                        <a:pt x="1634" y="8444"/>
                        <a:pt x="0" y="13260"/>
                        <a:pt x="1955" y="15215"/>
                      </a:cubicBezTo>
                      <a:cubicBezTo>
                        <a:pt x="2516" y="15776"/>
                        <a:pt x="3312" y="16041"/>
                        <a:pt x="4256" y="16041"/>
                      </a:cubicBezTo>
                      <a:cubicBezTo>
                        <a:pt x="6603" y="16041"/>
                        <a:pt x="9865" y="14398"/>
                        <a:pt x="12696" y="11567"/>
                      </a:cubicBezTo>
                      <a:cubicBezTo>
                        <a:pt x="16694" y="7598"/>
                        <a:pt x="18328" y="2782"/>
                        <a:pt x="16373" y="827"/>
                      </a:cubicBezTo>
                      <a:cubicBezTo>
                        <a:pt x="15812" y="266"/>
                        <a:pt x="15016" y="1"/>
                        <a:pt x="1407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2" name="Google Shape;722;p18"/>
                <p:cNvSpPr/>
                <p:nvPr/>
              </p:nvSpPr>
              <p:spPr>
                <a:xfrm>
                  <a:off x="1105625" y="2989325"/>
                  <a:ext cx="458225" cy="40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9" h="16070" extrusionOk="0">
                      <a:moveTo>
                        <a:pt x="14072" y="1"/>
                      </a:moveTo>
                      <a:cubicBezTo>
                        <a:pt x="11723" y="1"/>
                        <a:pt x="8456" y="1644"/>
                        <a:pt x="5604" y="4475"/>
                      </a:cubicBezTo>
                      <a:cubicBezTo>
                        <a:pt x="1634" y="8473"/>
                        <a:pt x="0" y="13289"/>
                        <a:pt x="1955" y="15244"/>
                      </a:cubicBezTo>
                      <a:cubicBezTo>
                        <a:pt x="2515" y="15804"/>
                        <a:pt x="3310" y="16070"/>
                        <a:pt x="4252" y="16070"/>
                      </a:cubicBezTo>
                      <a:cubicBezTo>
                        <a:pt x="6599" y="16070"/>
                        <a:pt x="9863" y="14420"/>
                        <a:pt x="12696" y="11567"/>
                      </a:cubicBezTo>
                      <a:cubicBezTo>
                        <a:pt x="16694" y="7598"/>
                        <a:pt x="18328" y="2782"/>
                        <a:pt x="16373" y="827"/>
                      </a:cubicBezTo>
                      <a:cubicBezTo>
                        <a:pt x="15812" y="266"/>
                        <a:pt x="15016" y="1"/>
                        <a:pt x="1407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3" name="Google Shape;723;p18"/>
                <p:cNvSpPr/>
                <p:nvPr/>
              </p:nvSpPr>
              <p:spPr>
                <a:xfrm>
                  <a:off x="723525" y="2315000"/>
                  <a:ext cx="698775" cy="145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51" h="58197" extrusionOk="0">
                      <a:moveTo>
                        <a:pt x="14029" y="1"/>
                      </a:moveTo>
                      <a:cubicBezTo>
                        <a:pt x="13883" y="1"/>
                        <a:pt x="13737" y="103"/>
                        <a:pt x="13737" y="307"/>
                      </a:cubicBezTo>
                      <a:lnTo>
                        <a:pt x="13737" y="28734"/>
                      </a:lnTo>
                      <a:lnTo>
                        <a:pt x="662" y="15659"/>
                      </a:lnTo>
                      <a:cubicBezTo>
                        <a:pt x="594" y="15591"/>
                        <a:pt x="519" y="15562"/>
                        <a:pt x="446" y="15562"/>
                      </a:cubicBezTo>
                      <a:cubicBezTo>
                        <a:pt x="206" y="15562"/>
                        <a:pt x="1" y="15872"/>
                        <a:pt x="225" y="16096"/>
                      </a:cubicBezTo>
                      <a:lnTo>
                        <a:pt x="13737" y="29580"/>
                      </a:lnTo>
                      <a:lnTo>
                        <a:pt x="13737" y="44786"/>
                      </a:lnTo>
                      <a:lnTo>
                        <a:pt x="662" y="31711"/>
                      </a:lnTo>
                      <a:cubicBezTo>
                        <a:pt x="594" y="31643"/>
                        <a:pt x="519" y="31614"/>
                        <a:pt x="446" y="31614"/>
                      </a:cubicBezTo>
                      <a:cubicBezTo>
                        <a:pt x="206" y="31614"/>
                        <a:pt x="1" y="31924"/>
                        <a:pt x="225" y="32148"/>
                      </a:cubicBezTo>
                      <a:lnTo>
                        <a:pt x="13737" y="45632"/>
                      </a:lnTo>
                      <a:lnTo>
                        <a:pt x="13737" y="57890"/>
                      </a:lnTo>
                      <a:cubicBezTo>
                        <a:pt x="13737" y="58094"/>
                        <a:pt x="13883" y="58196"/>
                        <a:pt x="14029" y="58196"/>
                      </a:cubicBezTo>
                      <a:cubicBezTo>
                        <a:pt x="14175" y="58196"/>
                        <a:pt x="14321" y="58094"/>
                        <a:pt x="14321" y="57890"/>
                      </a:cubicBezTo>
                      <a:lnTo>
                        <a:pt x="14321" y="45632"/>
                      </a:lnTo>
                      <a:lnTo>
                        <a:pt x="27834" y="32148"/>
                      </a:lnTo>
                      <a:cubicBezTo>
                        <a:pt x="27950" y="32032"/>
                        <a:pt x="27950" y="31827"/>
                        <a:pt x="27834" y="31711"/>
                      </a:cubicBezTo>
                      <a:cubicBezTo>
                        <a:pt x="27775" y="31652"/>
                        <a:pt x="27695" y="31623"/>
                        <a:pt x="27615" y="31623"/>
                      </a:cubicBezTo>
                      <a:cubicBezTo>
                        <a:pt x="27535" y="31623"/>
                        <a:pt x="27454" y="31652"/>
                        <a:pt x="27396" y="31711"/>
                      </a:cubicBezTo>
                      <a:lnTo>
                        <a:pt x="14321" y="44786"/>
                      </a:lnTo>
                      <a:lnTo>
                        <a:pt x="14321" y="29580"/>
                      </a:lnTo>
                      <a:lnTo>
                        <a:pt x="27834" y="16096"/>
                      </a:lnTo>
                      <a:cubicBezTo>
                        <a:pt x="27950" y="15951"/>
                        <a:pt x="27950" y="15775"/>
                        <a:pt x="27834" y="15659"/>
                      </a:cubicBezTo>
                      <a:cubicBezTo>
                        <a:pt x="27775" y="15600"/>
                        <a:pt x="27695" y="15571"/>
                        <a:pt x="27615" y="15571"/>
                      </a:cubicBezTo>
                      <a:cubicBezTo>
                        <a:pt x="27535" y="15571"/>
                        <a:pt x="27454" y="15600"/>
                        <a:pt x="27396" y="15659"/>
                      </a:cubicBezTo>
                      <a:lnTo>
                        <a:pt x="14321" y="28734"/>
                      </a:lnTo>
                      <a:lnTo>
                        <a:pt x="14321" y="307"/>
                      </a:lnTo>
                      <a:cubicBezTo>
                        <a:pt x="14321" y="103"/>
                        <a:pt x="14175" y="1"/>
                        <a:pt x="14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4" name="Google Shape;724;p18"/>
                <p:cNvSpPr/>
                <p:nvPr/>
              </p:nvSpPr>
              <p:spPr>
                <a:xfrm>
                  <a:off x="679500" y="2145375"/>
                  <a:ext cx="789500" cy="55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80" h="22357" extrusionOk="0">
                      <a:moveTo>
                        <a:pt x="15779" y="0"/>
                      </a:moveTo>
                      <a:cubicBezTo>
                        <a:pt x="10063" y="0"/>
                        <a:pt x="4350" y="2189"/>
                        <a:pt x="1" y="6567"/>
                      </a:cubicBezTo>
                      <a:lnTo>
                        <a:pt x="15790" y="22356"/>
                      </a:lnTo>
                      <a:lnTo>
                        <a:pt x="31579" y="6567"/>
                      </a:lnTo>
                      <a:cubicBezTo>
                        <a:pt x="27216" y="2189"/>
                        <a:pt x="21496" y="0"/>
                        <a:pt x="1577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725" name="Google Shape;725;p18"/>
            <p:cNvGrpSpPr/>
            <p:nvPr/>
          </p:nvGrpSpPr>
          <p:grpSpPr>
            <a:xfrm>
              <a:off x="7616988" y="-9"/>
              <a:ext cx="1526977" cy="1526977"/>
              <a:chOff x="5489225" y="394250"/>
              <a:chExt cx="1733625" cy="1733625"/>
            </a:xfrm>
          </p:grpSpPr>
          <p:sp>
            <p:nvSpPr>
              <p:cNvPr id="726" name="Google Shape;726;p18"/>
              <p:cNvSpPr/>
              <p:nvPr/>
            </p:nvSpPr>
            <p:spPr>
              <a:xfrm>
                <a:off x="5489225" y="394975"/>
                <a:ext cx="1732900" cy="1732900"/>
              </a:xfrm>
              <a:custGeom>
                <a:avLst/>
                <a:gdLst/>
                <a:ahLst/>
                <a:cxnLst/>
                <a:rect l="l" t="t" r="r" b="b"/>
                <a:pathLst>
                  <a:path w="69316" h="69316" extrusionOk="0">
                    <a:moveTo>
                      <a:pt x="1" y="1"/>
                    </a:moveTo>
                    <a:lnTo>
                      <a:pt x="1" y="69316"/>
                    </a:lnTo>
                    <a:lnTo>
                      <a:pt x="69316" y="69316"/>
                    </a:lnTo>
                    <a:lnTo>
                      <a:pt x="6931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8"/>
              <p:cNvSpPr/>
              <p:nvPr/>
            </p:nvSpPr>
            <p:spPr>
              <a:xfrm>
                <a:off x="5489225" y="394975"/>
                <a:ext cx="1732900" cy="1732900"/>
              </a:xfrm>
              <a:custGeom>
                <a:avLst/>
                <a:gdLst/>
                <a:ahLst/>
                <a:cxnLst/>
                <a:rect l="l" t="t" r="r" b="b"/>
                <a:pathLst>
                  <a:path w="69316" h="69316" extrusionOk="0">
                    <a:moveTo>
                      <a:pt x="69316" y="1"/>
                    </a:moveTo>
                    <a:lnTo>
                      <a:pt x="1" y="69316"/>
                    </a:lnTo>
                    <a:lnTo>
                      <a:pt x="69316" y="69316"/>
                    </a:lnTo>
                    <a:lnTo>
                      <a:pt x="693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8"/>
              <p:cNvSpPr/>
              <p:nvPr/>
            </p:nvSpPr>
            <p:spPr>
              <a:xfrm>
                <a:off x="6354575" y="394975"/>
                <a:ext cx="868275" cy="860275"/>
              </a:xfrm>
              <a:custGeom>
                <a:avLst/>
                <a:gdLst/>
                <a:ahLst/>
                <a:cxnLst/>
                <a:rect l="l" t="t" r="r" b="b"/>
                <a:pathLst>
                  <a:path w="34731" h="34411" extrusionOk="0">
                    <a:moveTo>
                      <a:pt x="0" y="1"/>
                    </a:moveTo>
                    <a:cubicBezTo>
                      <a:pt x="30" y="19000"/>
                      <a:pt x="15469" y="34410"/>
                      <a:pt x="34468" y="34410"/>
                    </a:cubicBezTo>
                    <a:lnTo>
                      <a:pt x="34731" y="34410"/>
                    </a:lnTo>
                    <a:lnTo>
                      <a:pt x="34731" y="33330"/>
                    </a:lnTo>
                    <a:lnTo>
                      <a:pt x="34468" y="33330"/>
                    </a:lnTo>
                    <a:cubicBezTo>
                      <a:pt x="16052" y="33301"/>
                      <a:pt x="1139" y="18417"/>
                      <a:pt x="10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8"/>
              <p:cNvSpPr/>
              <p:nvPr/>
            </p:nvSpPr>
            <p:spPr>
              <a:xfrm>
                <a:off x="5553450" y="394975"/>
                <a:ext cx="1668675" cy="1659950"/>
              </a:xfrm>
              <a:custGeom>
                <a:avLst/>
                <a:gdLst/>
                <a:ahLst/>
                <a:cxnLst/>
                <a:rect l="l" t="t" r="r" b="b"/>
                <a:pathLst>
                  <a:path w="66747" h="66398" extrusionOk="0">
                    <a:moveTo>
                      <a:pt x="0" y="1"/>
                    </a:moveTo>
                    <a:cubicBezTo>
                      <a:pt x="29" y="36628"/>
                      <a:pt x="29856" y="66397"/>
                      <a:pt x="66484" y="66397"/>
                    </a:cubicBezTo>
                    <a:lnTo>
                      <a:pt x="66747" y="66397"/>
                    </a:lnTo>
                    <a:lnTo>
                      <a:pt x="66747" y="65347"/>
                    </a:lnTo>
                    <a:lnTo>
                      <a:pt x="66484" y="65347"/>
                    </a:lnTo>
                    <a:cubicBezTo>
                      <a:pt x="30469" y="65347"/>
                      <a:pt x="1138" y="36045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8"/>
              <p:cNvSpPr/>
              <p:nvPr/>
            </p:nvSpPr>
            <p:spPr>
              <a:xfrm>
                <a:off x="6520200" y="394975"/>
                <a:ext cx="701925" cy="693925"/>
              </a:xfrm>
              <a:custGeom>
                <a:avLst/>
                <a:gdLst/>
                <a:ahLst/>
                <a:cxnLst/>
                <a:rect l="l" t="t" r="r" b="b"/>
                <a:pathLst>
                  <a:path w="28077" h="27757" extrusionOk="0">
                    <a:moveTo>
                      <a:pt x="0" y="1"/>
                    </a:moveTo>
                    <a:cubicBezTo>
                      <a:pt x="30" y="15334"/>
                      <a:pt x="12462" y="27756"/>
                      <a:pt x="27789" y="27756"/>
                    </a:cubicBezTo>
                    <a:cubicBezTo>
                      <a:pt x="27807" y="27756"/>
                      <a:pt x="27825" y="27756"/>
                      <a:pt x="27843" y="27756"/>
                    </a:cubicBezTo>
                    <a:lnTo>
                      <a:pt x="28077" y="27756"/>
                    </a:lnTo>
                    <a:lnTo>
                      <a:pt x="280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8"/>
              <p:cNvSpPr/>
              <p:nvPr/>
            </p:nvSpPr>
            <p:spPr>
              <a:xfrm>
                <a:off x="6002150" y="394250"/>
                <a:ext cx="1219975" cy="1211950"/>
              </a:xfrm>
              <a:custGeom>
                <a:avLst/>
                <a:gdLst/>
                <a:ahLst/>
                <a:cxnLst/>
                <a:rect l="l" t="t" r="r" b="b"/>
                <a:pathLst>
                  <a:path w="48799" h="48478" extrusionOk="0">
                    <a:moveTo>
                      <a:pt x="1" y="1"/>
                    </a:moveTo>
                    <a:cubicBezTo>
                      <a:pt x="59" y="26764"/>
                      <a:pt x="21802" y="48477"/>
                      <a:pt x="48565" y="48477"/>
                    </a:cubicBezTo>
                    <a:lnTo>
                      <a:pt x="48799" y="48477"/>
                    </a:lnTo>
                    <a:lnTo>
                      <a:pt x="48799" y="47397"/>
                    </a:lnTo>
                    <a:lnTo>
                      <a:pt x="48565" y="47397"/>
                    </a:lnTo>
                    <a:cubicBezTo>
                      <a:pt x="22415" y="47397"/>
                      <a:pt x="1139" y="26151"/>
                      <a:pt x="1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8"/>
              <p:cNvSpPr/>
              <p:nvPr/>
            </p:nvSpPr>
            <p:spPr>
              <a:xfrm>
                <a:off x="5687700" y="394975"/>
                <a:ext cx="1534425" cy="1526425"/>
              </a:xfrm>
              <a:custGeom>
                <a:avLst/>
                <a:gdLst/>
                <a:ahLst/>
                <a:cxnLst/>
                <a:rect l="l" t="t" r="r" b="b"/>
                <a:pathLst>
                  <a:path w="61377" h="61057" extrusionOk="0">
                    <a:moveTo>
                      <a:pt x="0" y="1"/>
                    </a:moveTo>
                    <a:cubicBezTo>
                      <a:pt x="58" y="33681"/>
                      <a:pt x="27463" y="61056"/>
                      <a:pt x="61143" y="61056"/>
                    </a:cubicBezTo>
                    <a:lnTo>
                      <a:pt x="61377" y="61056"/>
                    </a:lnTo>
                    <a:lnTo>
                      <a:pt x="61377" y="59947"/>
                    </a:lnTo>
                    <a:lnTo>
                      <a:pt x="61143" y="59947"/>
                    </a:lnTo>
                    <a:cubicBezTo>
                      <a:pt x="28047" y="59947"/>
                      <a:pt x="1138" y="33068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18"/>
              <p:cNvSpPr/>
              <p:nvPr/>
            </p:nvSpPr>
            <p:spPr>
              <a:xfrm>
                <a:off x="6183850" y="394250"/>
                <a:ext cx="1038275" cy="1031000"/>
              </a:xfrm>
              <a:custGeom>
                <a:avLst/>
                <a:gdLst/>
                <a:ahLst/>
                <a:cxnLst/>
                <a:rect l="l" t="t" r="r" b="b"/>
                <a:pathLst>
                  <a:path w="41531" h="41240" extrusionOk="0">
                    <a:moveTo>
                      <a:pt x="0" y="1"/>
                    </a:moveTo>
                    <a:cubicBezTo>
                      <a:pt x="58" y="22765"/>
                      <a:pt x="18503" y="41210"/>
                      <a:pt x="41297" y="41239"/>
                    </a:cubicBezTo>
                    <a:lnTo>
                      <a:pt x="41531" y="41239"/>
                    </a:lnTo>
                    <a:lnTo>
                      <a:pt x="41531" y="40130"/>
                    </a:lnTo>
                    <a:lnTo>
                      <a:pt x="41297" y="40130"/>
                    </a:lnTo>
                    <a:cubicBezTo>
                      <a:pt x="19116" y="40101"/>
                      <a:pt x="1167" y="22181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8"/>
              <p:cNvSpPr/>
              <p:nvPr/>
            </p:nvSpPr>
            <p:spPr>
              <a:xfrm>
                <a:off x="5835075" y="394975"/>
                <a:ext cx="1387050" cy="1379025"/>
              </a:xfrm>
              <a:custGeom>
                <a:avLst/>
                <a:gdLst/>
                <a:ahLst/>
                <a:cxnLst/>
                <a:rect l="l" t="t" r="r" b="b"/>
                <a:pathLst>
                  <a:path w="55482" h="55161" extrusionOk="0">
                    <a:moveTo>
                      <a:pt x="1" y="1"/>
                    </a:moveTo>
                    <a:cubicBezTo>
                      <a:pt x="59" y="30412"/>
                      <a:pt x="24808" y="55161"/>
                      <a:pt x="55248" y="55161"/>
                    </a:cubicBezTo>
                    <a:lnTo>
                      <a:pt x="55482" y="55161"/>
                    </a:lnTo>
                    <a:lnTo>
                      <a:pt x="55482" y="54052"/>
                    </a:lnTo>
                    <a:lnTo>
                      <a:pt x="55248" y="54052"/>
                    </a:lnTo>
                    <a:cubicBezTo>
                      <a:pt x="25421" y="54052"/>
                      <a:pt x="1139" y="29799"/>
                      <a:pt x="1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18"/>
              <p:cNvSpPr/>
              <p:nvPr/>
            </p:nvSpPr>
            <p:spPr>
              <a:xfrm>
                <a:off x="6728150" y="394975"/>
                <a:ext cx="493975" cy="693925"/>
              </a:xfrm>
              <a:custGeom>
                <a:avLst/>
                <a:gdLst/>
                <a:ahLst/>
                <a:cxnLst/>
                <a:rect l="l" t="t" r="r" b="b"/>
                <a:pathLst>
                  <a:path w="19759" h="27757" extrusionOk="0">
                    <a:moveTo>
                      <a:pt x="19759" y="1"/>
                    </a:moveTo>
                    <a:lnTo>
                      <a:pt x="0" y="19759"/>
                    </a:lnTo>
                    <a:cubicBezTo>
                      <a:pt x="5169" y="24870"/>
                      <a:pt x="12130" y="27756"/>
                      <a:pt x="19415" y="27756"/>
                    </a:cubicBezTo>
                    <a:cubicBezTo>
                      <a:pt x="19452" y="27756"/>
                      <a:pt x="19488" y="27756"/>
                      <a:pt x="19525" y="27756"/>
                    </a:cubicBezTo>
                    <a:lnTo>
                      <a:pt x="19759" y="27756"/>
                    </a:lnTo>
                    <a:lnTo>
                      <a:pt x="1975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6" name="Google Shape;736;p18"/>
            <p:cNvGrpSpPr/>
            <p:nvPr/>
          </p:nvGrpSpPr>
          <p:grpSpPr>
            <a:xfrm rot="10800000">
              <a:off x="0" y="1808190"/>
              <a:ext cx="1527166" cy="1527000"/>
              <a:chOff x="7617000" y="1808190"/>
              <a:chExt cx="1527166" cy="1527000"/>
            </a:xfrm>
          </p:grpSpPr>
          <p:sp>
            <p:nvSpPr>
              <p:cNvPr id="737" name="Google Shape;737;p18"/>
              <p:cNvSpPr/>
              <p:nvPr/>
            </p:nvSpPr>
            <p:spPr>
              <a:xfrm>
                <a:off x="7617000" y="1808190"/>
                <a:ext cx="1527000" cy="1527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38" name="Google Shape;738;p18"/>
              <p:cNvGrpSpPr/>
              <p:nvPr/>
            </p:nvGrpSpPr>
            <p:grpSpPr>
              <a:xfrm>
                <a:off x="7687931" y="2068009"/>
                <a:ext cx="1456235" cy="1007362"/>
                <a:chOff x="7542863" y="2302375"/>
                <a:chExt cx="1601138" cy="1107600"/>
              </a:xfrm>
            </p:grpSpPr>
            <p:sp>
              <p:nvSpPr>
                <p:cNvPr id="739" name="Google Shape;739;p18"/>
                <p:cNvSpPr/>
                <p:nvPr/>
              </p:nvSpPr>
              <p:spPr>
                <a:xfrm>
                  <a:off x="8588725" y="23023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0" name="Google Shape;740;p18"/>
                <p:cNvSpPr/>
                <p:nvPr/>
              </p:nvSpPr>
              <p:spPr>
                <a:xfrm>
                  <a:off x="8006163" y="2661838"/>
                  <a:ext cx="453875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5" h="15547" extrusionOk="0">
                      <a:moveTo>
                        <a:pt x="10391" y="4398"/>
                      </a:moveTo>
                      <a:cubicBezTo>
                        <a:pt x="12259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2" y="11172"/>
                      </a:cubicBezTo>
                      <a:cubicBezTo>
                        <a:pt x="9531" y="11172"/>
                        <a:pt x="8685" y="10864"/>
                        <a:pt x="7998" y="10176"/>
                      </a:cubicBezTo>
                      <a:cubicBezTo>
                        <a:pt x="5867" y="8046"/>
                        <a:pt x="7385" y="4398"/>
                        <a:pt x="10391" y="4398"/>
                      </a:cubicBezTo>
                      <a:close/>
                      <a:moveTo>
                        <a:pt x="10344" y="1"/>
                      </a:moveTo>
                      <a:cubicBezTo>
                        <a:pt x="8437" y="1"/>
                        <a:pt x="6490" y="710"/>
                        <a:pt x="4904" y="2296"/>
                      </a:cubicBezTo>
                      <a:cubicBezTo>
                        <a:pt x="1" y="7170"/>
                        <a:pt x="3474" y="15546"/>
                        <a:pt x="10391" y="15546"/>
                      </a:cubicBezTo>
                      <a:cubicBezTo>
                        <a:pt x="14681" y="15546"/>
                        <a:pt x="18154" y="12073"/>
                        <a:pt x="18154" y="7783"/>
                      </a:cubicBezTo>
                      <a:cubicBezTo>
                        <a:pt x="18154" y="3104"/>
                        <a:pt x="14334" y="1"/>
                        <a:pt x="10344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18"/>
                <p:cNvSpPr/>
                <p:nvPr/>
              </p:nvSpPr>
              <p:spPr>
                <a:xfrm>
                  <a:off x="7542863" y="2661838"/>
                  <a:ext cx="453850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4" h="15547" extrusionOk="0">
                      <a:moveTo>
                        <a:pt x="10390" y="4398"/>
                      </a:moveTo>
                      <a:cubicBezTo>
                        <a:pt x="12258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1" y="11172"/>
                      </a:cubicBezTo>
                      <a:cubicBezTo>
                        <a:pt x="9531" y="11172"/>
                        <a:pt x="8685" y="10864"/>
                        <a:pt x="7997" y="10176"/>
                      </a:cubicBezTo>
                      <a:cubicBezTo>
                        <a:pt x="5837" y="8046"/>
                        <a:pt x="7355" y="4398"/>
                        <a:pt x="10390" y="4398"/>
                      </a:cubicBezTo>
                      <a:close/>
                      <a:moveTo>
                        <a:pt x="10322" y="1"/>
                      </a:moveTo>
                      <a:cubicBezTo>
                        <a:pt x="8410" y="1"/>
                        <a:pt x="6460" y="710"/>
                        <a:pt x="4874" y="2296"/>
                      </a:cubicBezTo>
                      <a:cubicBezTo>
                        <a:pt x="0" y="7170"/>
                        <a:pt x="3473" y="15546"/>
                        <a:pt x="10390" y="15546"/>
                      </a:cubicBezTo>
                      <a:cubicBezTo>
                        <a:pt x="14680" y="15546"/>
                        <a:pt x="18124" y="12073"/>
                        <a:pt x="18153" y="7783"/>
                      </a:cubicBezTo>
                      <a:cubicBezTo>
                        <a:pt x="18153" y="3104"/>
                        <a:pt x="14320" y="1"/>
                        <a:pt x="1032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CUSTOM_23_1_2"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21"/>
          <p:cNvSpPr txBox="1">
            <a:spLocks noGrp="1"/>
          </p:cNvSpPr>
          <p:nvPr>
            <p:ph type="subTitle" idx="1"/>
          </p:nvPr>
        </p:nvSpPr>
        <p:spPr>
          <a:xfrm>
            <a:off x="897600" y="2391312"/>
            <a:ext cx="2776800" cy="9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853" name="Google Shape;853;p21"/>
          <p:cNvSpPr txBox="1">
            <a:spLocks noGrp="1"/>
          </p:cNvSpPr>
          <p:nvPr>
            <p:ph type="subTitle" idx="2"/>
          </p:nvPr>
        </p:nvSpPr>
        <p:spPr>
          <a:xfrm>
            <a:off x="5469600" y="2391313"/>
            <a:ext cx="2776800" cy="9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grpSp>
        <p:nvGrpSpPr>
          <p:cNvPr id="854" name="Google Shape;854;p21"/>
          <p:cNvGrpSpPr/>
          <p:nvPr/>
        </p:nvGrpSpPr>
        <p:grpSpPr>
          <a:xfrm>
            <a:off x="-5" y="-1431"/>
            <a:ext cx="9145652" cy="5144938"/>
            <a:chOff x="-5" y="-1431"/>
            <a:chExt cx="9145652" cy="5144938"/>
          </a:xfrm>
        </p:grpSpPr>
        <p:grpSp>
          <p:nvGrpSpPr>
            <p:cNvPr id="855" name="Google Shape;855;p21"/>
            <p:cNvGrpSpPr/>
            <p:nvPr/>
          </p:nvGrpSpPr>
          <p:grpSpPr>
            <a:xfrm>
              <a:off x="-1" y="-1431"/>
              <a:ext cx="1527052" cy="1527052"/>
              <a:chOff x="-7" y="6"/>
              <a:chExt cx="1527052" cy="1527052"/>
            </a:xfrm>
          </p:grpSpPr>
          <p:sp>
            <p:nvSpPr>
              <p:cNvPr id="856" name="Google Shape;856;p21"/>
              <p:cNvSpPr/>
              <p:nvPr/>
            </p:nvSpPr>
            <p:spPr>
              <a:xfrm rot="10800000">
                <a:off x="-7" y="6"/>
                <a:ext cx="1527052" cy="1527052"/>
              </a:xfrm>
              <a:custGeom>
                <a:avLst/>
                <a:gdLst/>
                <a:ahLst/>
                <a:cxnLst/>
                <a:rect l="l" t="t" r="r" b="b"/>
                <a:pathLst>
                  <a:path w="113094" h="113094" extrusionOk="0">
                    <a:moveTo>
                      <a:pt x="40101" y="1"/>
                    </a:moveTo>
                    <a:cubicBezTo>
                      <a:pt x="17950" y="1"/>
                      <a:pt x="1" y="17950"/>
                      <a:pt x="1" y="40101"/>
                    </a:cubicBezTo>
                    <a:lnTo>
                      <a:pt x="1" y="113094"/>
                    </a:lnTo>
                    <a:lnTo>
                      <a:pt x="113094" y="113094"/>
                    </a:lnTo>
                    <a:lnTo>
                      <a:pt x="11309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57" name="Google Shape;857;p21"/>
              <p:cNvGrpSpPr/>
              <p:nvPr/>
            </p:nvGrpSpPr>
            <p:grpSpPr>
              <a:xfrm rot="10800000" flipH="1">
                <a:off x="259261" y="298587"/>
                <a:ext cx="902653" cy="856860"/>
                <a:chOff x="1419775" y="2465275"/>
                <a:chExt cx="1167425" cy="1108200"/>
              </a:xfrm>
            </p:grpSpPr>
            <p:sp>
              <p:nvSpPr>
                <p:cNvPr id="858" name="Google Shape;858;p21"/>
                <p:cNvSpPr/>
                <p:nvPr/>
              </p:nvSpPr>
              <p:spPr>
                <a:xfrm>
                  <a:off x="1419775" y="2465275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59" name="Google Shape;859;p21"/>
                <p:cNvSpPr/>
                <p:nvPr/>
              </p:nvSpPr>
              <p:spPr>
                <a:xfrm>
                  <a:off x="1500025" y="2642900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60" name="Google Shape;860;p21"/>
            <p:cNvGrpSpPr/>
            <p:nvPr/>
          </p:nvGrpSpPr>
          <p:grpSpPr>
            <a:xfrm rot="5400000">
              <a:off x="2263702" y="4151397"/>
              <a:ext cx="295732" cy="1206958"/>
              <a:chOff x="2595950" y="2900400"/>
              <a:chExt cx="329800" cy="1346000"/>
            </a:xfrm>
          </p:grpSpPr>
          <p:sp>
            <p:nvSpPr>
              <p:cNvPr id="861" name="Google Shape;861;p21"/>
              <p:cNvSpPr/>
              <p:nvPr/>
            </p:nvSpPr>
            <p:spPr>
              <a:xfrm>
                <a:off x="2595950" y="2900400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Google Shape;862;p21"/>
              <p:cNvSpPr/>
              <p:nvPr/>
            </p:nvSpPr>
            <p:spPr>
              <a:xfrm>
                <a:off x="2595950" y="3408850"/>
                <a:ext cx="329800" cy="329100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4" extrusionOk="0">
                    <a:moveTo>
                      <a:pt x="6596" y="1"/>
                    </a:moveTo>
                    <a:cubicBezTo>
                      <a:pt x="2948" y="1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1"/>
                      <a:pt x="6596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21"/>
              <p:cNvSpPr/>
              <p:nvPr/>
            </p:nvSpPr>
            <p:spPr>
              <a:xfrm>
                <a:off x="2595950" y="3917325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4" name="Google Shape;864;p21"/>
            <p:cNvGrpSpPr/>
            <p:nvPr/>
          </p:nvGrpSpPr>
          <p:grpSpPr>
            <a:xfrm rot="10800000">
              <a:off x="-5" y="4366262"/>
              <a:ext cx="1527090" cy="777246"/>
              <a:chOff x="1768710" y="2328433"/>
              <a:chExt cx="1597709" cy="813189"/>
            </a:xfrm>
          </p:grpSpPr>
          <p:sp>
            <p:nvSpPr>
              <p:cNvPr id="865" name="Google Shape;865;p21"/>
              <p:cNvSpPr/>
              <p:nvPr/>
            </p:nvSpPr>
            <p:spPr>
              <a:xfrm>
                <a:off x="1768710" y="2328441"/>
                <a:ext cx="1597709" cy="813181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64030" extrusionOk="0">
                    <a:moveTo>
                      <a:pt x="0" y="0"/>
                    </a:moveTo>
                    <a:lnTo>
                      <a:pt x="0" y="64029"/>
                    </a:lnTo>
                    <a:lnTo>
                      <a:pt x="64029" y="64029"/>
                    </a:lnTo>
                    <a:lnTo>
                      <a:pt x="6402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Google Shape;866;p21"/>
              <p:cNvSpPr/>
              <p:nvPr/>
            </p:nvSpPr>
            <p:spPr>
              <a:xfrm>
                <a:off x="1892059" y="2328433"/>
                <a:ext cx="1351033" cy="675517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32015" extrusionOk="0">
                    <a:moveTo>
                      <a:pt x="0" y="0"/>
                    </a:moveTo>
                    <a:cubicBezTo>
                      <a:pt x="0" y="17689"/>
                      <a:pt x="14326" y="32015"/>
                      <a:pt x="32015" y="32015"/>
                    </a:cubicBezTo>
                    <a:cubicBezTo>
                      <a:pt x="49703" y="32015"/>
                      <a:pt x="64029" y="17689"/>
                      <a:pt x="6402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21"/>
              <p:cNvSpPr/>
              <p:nvPr/>
            </p:nvSpPr>
            <p:spPr>
              <a:xfrm>
                <a:off x="2149025" y="2328433"/>
                <a:ext cx="837100" cy="418561"/>
              </a:xfrm>
              <a:custGeom>
                <a:avLst/>
                <a:gdLst/>
                <a:ahLst/>
                <a:cxnLst/>
                <a:rect l="l" t="t" r="r" b="b"/>
                <a:pathLst>
                  <a:path w="39673" h="19837" extrusionOk="0">
                    <a:moveTo>
                      <a:pt x="1" y="0"/>
                    </a:moveTo>
                    <a:cubicBezTo>
                      <a:pt x="1" y="10964"/>
                      <a:pt x="8873" y="19836"/>
                      <a:pt x="19837" y="19836"/>
                    </a:cubicBezTo>
                    <a:cubicBezTo>
                      <a:pt x="30800" y="19836"/>
                      <a:pt x="39673" y="10964"/>
                      <a:pt x="396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68" name="Google Shape;868;p21"/>
            <p:cNvGrpSpPr/>
            <p:nvPr/>
          </p:nvGrpSpPr>
          <p:grpSpPr>
            <a:xfrm>
              <a:off x="8367300" y="12"/>
              <a:ext cx="777300" cy="777300"/>
              <a:chOff x="8373300" y="-6588"/>
              <a:chExt cx="777300" cy="777300"/>
            </a:xfrm>
          </p:grpSpPr>
          <p:sp>
            <p:nvSpPr>
              <p:cNvPr id="869" name="Google Shape;869;p21"/>
              <p:cNvSpPr/>
              <p:nvPr/>
            </p:nvSpPr>
            <p:spPr>
              <a:xfrm>
                <a:off x="8373300" y="-6587"/>
                <a:ext cx="777300" cy="777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70" name="Google Shape;870;p21"/>
              <p:cNvGrpSpPr/>
              <p:nvPr/>
            </p:nvGrpSpPr>
            <p:grpSpPr>
              <a:xfrm rot="-5400000" flipH="1">
                <a:off x="8386468" y="-6590"/>
                <a:ext cx="764130" cy="764134"/>
                <a:chOff x="9247818" y="906703"/>
                <a:chExt cx="993925" cy="1029275"/>
              </a:xfrm>
            </p:grpSpPr>
            <p:sp>
              <p:nvSpPr>
                <p:cNvPr id="871" name="Google Shape;871;p21"/>
                <p:cNvSpPr/>
                <p:nvPr/>
              </p:nvSpPr>
              <p:spPr>
                <a:xfrm>
                  <a:off x="9247818" y="906703"/>
                  <a:ext cx="993925" cy="10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57" h="41171" extrusionOk="0">
                      <a:moveTo>
                        <a:pt x="0" y="1"/>
                      </a:moveTo>
                      <a:lnTo>
                        <a:pt x="0" y="41170"/>
                      </a:lnTo>
                      <a:lnTo>
                        <a:pt x="39757" y="41170"/>
                      </a:lnTo>
                      <a:cubicBezTo>
                        <a:pt x="39757" y="18989"/>
                        <a:pt x="22181" y="764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>
                  <a:off x="9247818" y="1120053"/>
                  <a:ext cx="787650" cy="81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06" h="32637" extrusionOk="0">
                      <a:moveTo>
                        <a:pt x="0" y="0"/>
                      </a:moveTo>
                      <a:lnTo>
                        <a:pt x="0" y="32636"/>
                      </a:lnTo>
                      <a:lnTo>
                        <a:pt x="31506" y="32636"/>
                      </a:lnTo>
                      <a:cubicBezTo>
                        <a:pt x="28454" y="16445"/>
                        <a:pt x="16078" y="3617"/>
                        <a:pt x="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73" name="Google Shape;873;p21"/>
            <p:cNvGrpSpPr/>
            <p:nvPr/>
          </p:nvGrpSpPr>
          <p:grpSpPr>
            <a:xfrm rot="10800000">
              <a:off x="4021482" y="10"/>
              <a:ext cx="1101056" cy="550817"/>
              <a:chOff x="4122925" y="4029425"/>
              <a:chExt cx="1430500" cy="715625"/>
            </a:xfrm>
          </p:grpSpPr>
          <p:sp>
            <p:nvSpPr>
              <p:cNvPr id="874" name="Google Shape;874;p21"/>
              <p:cNvSpPr/>
              <p:nvPr/>
            </p:nvSpPr>
            <p:spPr>
              <a:xfrm>
                <a:off x="4837800" y="4030125"/>
                <a:ext cx="715625" cy="714925"/>
              </a:xfrm>
              <a:custGeom>
                <a:avLst/>
                <a:gdLst/>
                <a:ahLst/>
                <a:cxnLst/>
                <a:rect l="l" t="t" r="r" b="b"/>
                <a:pathLst>
                  <a:path w="28625" h="28597" extrusionOk="0">
                    <a:moveTo>
                      <a:pt x="57" y="1"/>
                    </a:moveTo>
                    <a:cubicBezTo>
                      <a:pt x="29" y="933"/>
                      <a:pt x="1" y="1837"/>
                      <a:pt x="1" y="2798"/>
                    </a:cubicBezTo>
                    <a:lnTo>
                      <a:pt x="1" y="14129"/>
                    </a:lnTo>
                    <a:cubicBezTo>
                      <a:pt x="7997" y="14129"/>
                      <a:pt x="14496" y="20600"/>
                      <a:pt x="14496" y="28596"/>
                    </a:cubicBezTo>
                    <a:lnTo>
                      <a:pt x="28624" y="28596"/>
                    </a:lnTo>
                    <a:cubicBezTo>
                      <a:pt x="28596" y="12829"/>
                      <a:pt x="15824" y="29"/>
                      <a:pt x="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1"/>
              <p:cNvSpPr/>
              <p:nvPr/>
            </p:nvSpPr>
            <p:spPr>
              <a:xfrm>
                <a:off x="4122925" y="4029425"/>
                <a:ext cx="714900" cy="715625"/>
              </a:xfrm>
              <a:custGeom>
                <a:avLst/>
                <a:gdLst/>
                <a:ahLst/>
                <a:cxnLst/>
                <a:rect l="l" t="t" r="r" b="b"/>
                <a:pathLst>
                  <a:path w="28596" h="28625" extrusionOk="0">
                    <a:moveTo>
                      <a:pt x="28596" y="0"/>
                    </a:moveTo>
                    <a:cubicBezTo>
                      <a:pt x="12800" y="29"/>
                      <a:pt x="0" y="12829"/>
                      <a:pt x="0" y="28624"/>
                    </a:cubicBezTo>
                    <a:lnTo>
                      <a:pt x="14128" y="28624"/>
                    </a:lnTo>
                    <a:cubicBezTo>
                      <a:pt x="14128" y="20628"/>
                      <a:pt x="20599" y="14129"/>
                      <a:pt x="28596" y="14129"/>
                    </a:cubicBezTo>
                    <a:lnTo>
                      <a:pt x="285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1"/>
            <p:cNvGrpSpPr/>
            <p:nvPr/>
          </p:nvGrpSpPr>
          <p:grpSpPr>
            <a:xfrm rot="5400000">
              <a:off x="7503410" y="-89316"/>
              <a:ext cx="230983" cy="955958"/>
              <a:chOff x="2439600" y="1817078"/>
              <a:chExt cx="371295" cy="1536662"/>
            </a:xfrm>
          </p:grpSpPr>
          <p:sp>
            <p:nvSpPr>
              <p:cNvPr id="877" name="Google Shape;877;p21"/>
              <p:cNvSpPr/>
              <p:nvPr/>
            </p:nvSpPr>
            <p:spPr>
              <a:xfrm>
                <a:off x="2439600" y="298235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1"/>
              <p:cNvSpPr/>
              <p:nvPr/>
            </p:nvSpPr>
            <p:spPr>
              <a:xfrm>
                <a:off x="2439600" y="239971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1"/>
              <p:cNvSpPr/>
              <p:nvPr/>
            </p:nvSpPr>
            <p:spPr>
              <a:xfrm>
                <a:off x="2439600" y="1817078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0" name="Google Shape;880;p21"/>
            <p:cNvSpPr/>
            <p:nvPr/>
          </p:nvSpPr>
          <p:spPr>
            <a:xfrm rot="5400000">
              <a:off x="4249172" y="2523713"/>
              <a:ext cx="645675" cy="96075"/>
            </a:xfrm>
            <a:custGeom>
              <a:avLst/>
              <a:gdLst/>
              <a:ahLst/>
              <a:cxnLst/>
              <a:rect l="l" t="t" r="r" b="b"/>
              <a:pathLst>
                <a:path w="25827" h="3843" extrusionOk="0">
                  <a:moveTo>
                    <a:pt x="1922" y="0"/>
                  </a:moveTo>
                  <a:cubicBezTo>
                    <a:pt x="876" y="0"/>
                    <a:pt x="0" y="848"/>
                    <a:pt x="0" y="1922"/>
                  </a:cubicBezTo>
                  <a:cubicBezTo>
                    <a:pt x="0" y="2967"/>
                    <a:pt x="876" y="3843"/>
                    <a:pt x="1922" y="3843"/>
                  </a:cubicBezTo>
                  <a:lnTo>
                    <a:pt x="23905" y="3843"/>
                  </a:lnTo>
                  <a:cubicBezTo>
                    <a:pt x="24951" y="3843"/>
                    <a:pt x="25827" y="2967"/>
                    <a:pt x="25827" y="1922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1" name="Google Shape;881;p21"/>
            <p:cNvGrpSpPr/>
            <p:nvPr/>
          </p:nvGrpSpPr>
          <p:grpSpPr>
            <a:xfrm>
              <a:off x="7617000" y="3906526"/>
              <a:ext cx="1528648" cy="1236962"/>
              <a:chOff x="7617000" y="3906526"/>
              <a:chExt cx="1528648" cy="1236962"/>
            </a:xfrm>
          </p:grpSpPr>
          <p:sp>
            <p:nvSpPr>
              <p:cNvPr id="882" name="Google Shape;882;p21"/>
              <p:cNvSpPr/>
              <p:nvPr/>
            </p:nvSpPr>
            <p:spPr>
              <a:xfrm>
                <a:off x="7617000" y="4366188"/>
                <a:ext cx="1527000" cy="7773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83" name="Google Shape;883;p21"/>
              <p:cNvGrpSpPr/>
              <p:nvPr/>
            </p:nvGrpSpPr>
            <p:grpSpPr>
              <a:xfrm rot="10800000" flipH="1">
                <a:off x="7734827" y="3906526"/>
                <a:ext cx="1410821" cy="911776"/>
                <a:chOff x="5508300" y="2282550"/>
                <a:chExt cx="1713825" cy="1107600"/>
              </a:xfrm>
            </p:grpSpPr>
            <p:sp>
              <p:nvSpPr>
                <p:cNvPr id="884" name="Google Shape;884;p21"/>
                <p:cNvSpPr/>
                <p:nvPr/>
              </p:nvSpPr>
              <p:spPr>
                <a:xfrm>
                  <a:off x="6666850" y="2282550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5" name="Google Shape;885;p21"/>
                <p:cNvSpPr/>
                <p:nvPr/>
              </p:nvSpPr>
              <p:spPr>
                <a:xfrm>
                  <a:off x="6047800" y="2642013"/>
                  <a:ext cx="453875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5" h="15547" extrusionOk="0">
                      <a:moveTo>
                        <a:pt x="10391" y="4398"/>
                      </a:moveTo>
                      <a:cubicBezTo>
                        <a:pt x="12259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2" y="11172"/>
                      </a:cubicBezTo>
                      <a:cubicBezTo>
                        <a:pt x="9531" y="11172"/>
                        <a:pt x="8685" y="10864"/>
                        <a:pt x="7998" y="10176"/>
                      </a:cubicBezTo>
                      <a:cubicBezTo>
                        <a:pt x="5867" y="8046"/>
                        <a:pt x="7385" y="4398"/>
                        <a:pt x="10391" y="4398"/>
                      </a:cubicBezTo>
                      <a:close/>
                      <a:moveTo>
                        <a:pt x="10344" y="1"/>
                      </a:moveTo>
                      <a:cubicBezTo>
                        <a:pt x="8437" y="1"/>
                        <a:pt x="6490" y="710"/>
                        <a:pt x="4904" y="2296"/>
                      </a:cubicBezTo>
                      <a:cubicBezTo>
                        <a:pt x="1" y="7170"/>
                        <a:pt x="3474" y="15546"/>
                        <a:pt x="10391" y="15546"/>
                      </a:cubicBezTo>
                      <a:cubicBezTo>
                        <a:pt x="14681" y="15546"/>
                        <a:pt x="18154" y="12073"/>
                        <a:pt x="18154" y="7783"/>
                      </a:cubicBezTo>
                      <a:cubicBezTo>
                        <a:pt x="18154" y="3104"/>
                        <a:pt x="14334" y="1"/>
                        <a:pt x="103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86" name="Google Shape;886;p21"/>
                <p:cNvSpPr/>
                <p:nvPr/>
              </p:nvSpPr>
              <p:spPr>
                <a:xfrm>
                  <a:off x="5508300" y="2642013"/>
                  <a:ext cx="453850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4" h="15547" extrusionOk="0">
                      <a:moveTo>
                        <a:pt x="10390" y="4398"/>
                      </a:moveTo>
                      <a:cubicBezTo>
                        <a:pt x="12258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1" y="11172"/>
                      </a:cubicBezTo>
                      <a:cubicBezTo>
                        <a:pt x="9531" y="11172"/>
                        <a:pt x="8685" y="10864"/>
                        <a:pt x="7997" y="10176"/>
                      </a:cubicBezTo>
                      <a:cubicBezTo>
                        <a:pt x="5837" y="8046"/>
                        <a:pt x="7355" y="4398"/>
                        <a:pt x="10390" y="4398"/>
                      </a:cubicBezTo>
                      <a:close/>
                      <a:moveTo>
                        <a:pt x="10322" y="1"/>
                      </a:moveTo>
                      <a:cubicBezTo>
                        <a:pt x="8410" y="1"/>
                        <a:pt x="6460" y="710"/>
                        <a:pt x="4874" y="2296"/>
                      </a:cubicBezTo>
                      <a:cubicBezTo>
                        <a:pt x="0" y="7170"/>
                        <a:pt x="3473" y="15546"/>
                        <a:pt x="10390" y="15546"/>
                      </a:cubicBezTo>
                      <a:cubicBezTo>
                        <a:pt x="14680" y="15546"/>
                        <a:pt x="18124" y="12073"/>
                        <a:pt x="18153" y="7783"/>
                      </a:cubicBezTo>
                      <a:cubicBezTo>
                        <a:pt x="18153" y="3104"/>
                        <a:pt x="14320" y="1"/>
                        <a:pt x="1032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887" name="Google Shape;887;p21"/>
          <p:cNvSpPr txBox="1">
            <a:spLocks noGrp="1"/>
          </p:cNvSpPr>
          <p:nvPr>
            <p:ph type="title"/>
          </p:nvPr>
        </p:nvSpPr>
        <p:spPr>
          <a:xfrm>
            <a:off x="897600" y="1840500"/>
            <a:ext cx="2776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888" name="Google Shape;888;p21"/>
          <p:cNvSpPr txBox="1">
            <a:spLocks noGrp="1"/>
          </p:cNvSpPr>
          <p:nvPr>
            <p:ph type="title" idx="3"/>
          </p:nvPr>
        </p:nvSpPr>
        <p:spPr>
          <a:xfrm>
            <a:off x="5469600" y="1840500"/>
            <a:ext cx="2776800" cy="461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CUSTOM_23_1_2_2"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22"/>
          <p:cNvSpPr txBox="1">
            <a:spLocks noGrp="1"/>
          </p:cNvSpPr>
          <p:nvPr>
            <p:ph type="subTitle" idx="1"/>
          </p:nvPr>
        </p:nvSpPr>
        <p:spPr>
          <a:xfrm>
            <a:off x="5213779" y="1531136"/>
            <a:ext cx="2577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891" name="Google Shape;891;p22"/>
          <p:cNvSpPr txBox="1">
            <a:spLocks noGrp="1"/>
          </p:cNvSpPr>
          <p:nvPr>
            <p:ph type="subTitle" idx="2"/>
          </p:nvPr>
        </p:nvSpPr>
        <p:spPr>
          <a:xfrm>
            <a:off x="5213779" y="1919363"/>
            <a:ext cx="25779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92" name="Google Shape;892;p22"/>
          <p:cNvSpPr txBox="1">
            <a:spLocks noGrp="1"/>
          </p:cNvSpPr>
          <p:nvPr>
            <p:ph type="subTitle" idx="3"/>
          </p:nvPr>
        </p:nvSpPr>
        <p:spPr>
          <a:xfrm>
            <a:off x="5213779" y="2838432"/>
            <a:ext cx="2577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893" name="Google Shape;893;p22"/>
          <p:cNvSpPr txBox="1">
            <a:spLocks noGrp="1"/>
          </p:cNvSpPr>
          <p:nvPr>
            <p:ph type="subTitle" idx="4"/>
          </p:nvPr>
        </p:nvSpPr>
        <p:spPr>
          <a:xfrm>
            <a:off x="5213779" y="3226658"/>
            <a:ext cx="25779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94" name="Google Shape;894;p22"/>
          <p:cNvSpPr txBox="1">
            <a:spLocks noGrp="1"/>
          </p:cNvSpPr>
          <p:nvPr>
            <p:ph type="title"/>
          </p:nvPr>
        </p:nvSpPr>
        <p:spPr>
          <a:xfrm>
            <a:off x="4745050" y="387600"/>
            <a:ext cx="36765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895" name="Google Shape;895;p22"/>
          <p:cNvGrpSpPr/>
          <p:nvPr/>
        </p:nvGrpSpPr>
        <p:grpSpPr>
          <a:xfrm>
            <a:off x="5545422" y="0"/>
            <a:ext cx="3598578" cy="5143525"/>
            <a:chOff x="5545422" y="0"/>
            <a:chExt cx="3598578" cy="5143525"/>
          </a:xfrm>
        </p:grpSpPr>
        <p:grpSp>
          <p:nvGrpSpPr>
            <p:cNvPr id="896" name="Google Shape;896;p22"/>
            <p:cNvGrpSpPr/>
            <p:nvPr/>
          </p:nvGrpSpPr>
          <p:grpSpPr>
            <a:xfrm>
              <a:off x="8607484" y="2756322"/>
              <a:ext cx="295732" cy="1206958"/>
              <a:chOff x="2595950" y="2900400"/>
              <a:chExt cx="329800" cy="1346000"/>
            </a:xfrm>
          </p:grpSpPr>
          <p:sp>
            <p:nvSpPr>
              <p:cNvPr id="897" name="Google Shape;897;p22"/>
              <p:cNvSpPr/>
              <p:nvPr/>
            </p:nvSpPr>
            <p:spPr>
              <a:xfrm>
                <a:off x="2595950" y="2900400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22"/>
              <p:cNvSpPr/>
              <p:nvPr/>
            </p:nvSpPr>
            <p:spPr>
              <a:xfrm>
                <a:off x="2595950" y="3408850"/>
                <a:ext cx="329800" cy="329100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4" extrusionOk="0">
                    <a:moveTo>
                      <a:pt x="6596" y="1"/>
                    </a:moveTo>
                    <a:cubicBezTo>
                      <a:pt x="2948" y="1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1"/>
                      <a:pt x="6596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22"/>
              <p:cNvSpPr/>
              <p:nvPr/>
            </p:nvSpPr>
            <p:spPr>
              <a:xfrm>
                <a:off x="2595950" y="3917325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0" name="Google Shape;900;p22"/>
            <p:cNvGrpSpPr/>
            <p:nvPr/>
          </p:nvGrpSpPr>
          <p:grpSpPr>
            <a:xfrm rot="5400000">
              <a:off x="5907910" y="4276893"/>
              <a:ext cx="230983" cy="955958"/>
              <a:chOff x="2439600" y="1817078"/>
              <a:chExt cx="371295" cy="1536662"/>
            </a:xfrm>
          </p:grpSpPr>
          <p:sp>
            <p:nvSpPr>
              <p:cNvPr id="901" name="Google Shape;901;p22"/>
              <p:cNvSpPr/>
              <p:nvPr/>
            </p:nvSpPr>
            <p:spPr>
              <a:xfrm>
                <a:off x="2439600" y="298235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22"/>
              <p:cNvSpPr/>
              <p:nvPr/>
            </p:nvSpPr>
            <p:spPr>
              <a:xfrm>
                <a:off x="2439600" y="239971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22"/>
              <p:cNvSpPr/>
              <p:nvPr/>
            </p:nvSpPr>
            <p:spPr>
              <a:xfrm>
                <a:off x="2439600" y="1817078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4" name="Google Shape;904;p22"/>
            <p:cNvGrpSpPr/>
            <p:nvPr/>
          </p:nvGrpSpPr>
          <p:grpSpPr>
            <a:xfrm>
              <a:off x="8115296" y="4134237"/>
              <a:ext cx="1028704" cy="1009288"/>
              <a:chOff x="8115296" y="4134237"/>
              <a:chExt cx="1028704" cy="1009288"/>
            </a:xfrm>
          </p:grpSpPr>
          <p:sp>
            <p:nvSpPr>
              <p:cNvPr id="905" name="Google Shape;905;p22"/>
              <p:cNvSpPr/>
              <p:nvPr/>
            </p:nvSpPr>
            <p:spPr>
              <a:xfrm>
                <a:off x="8366700" y="4366225"/>
                <a:ext cx="777300" cy="777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06" name="Google Shape;906;p22"/>
              <p:cNvGrpSpPr/>
              <p:nvPr/>
            </p:nvGrpSpPr>
            <p:grpSpPr>
              <a:xfrm flipH="1">
                <a:off x="8115296" y="4134237"/>
                <a:ext cx="902653" cy="856860"/>
                <a:chOff x="1419775" y="2465275"/>
                <a:chExt cx="1167425" cy="1108200"/>
              </a:xfrm>
            </p:grpSpPr>
            <p:sp>
              <p:nvSpPr>
                <p:cNvPr id="907" name="Google Shape;907;p22"/>
                <p:cNvSpPr/>
                <p:nvPr/>
              </p:nvSpPr>
              <p:spPr>
                <a:xfrm>
                  <a:off x="1419775" y="2465275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08" name="Google Shape;908;p22"/>
                <p:cNvSpPr/>
                <p:nvPr/>
              </p:nvSpPr>
              <p:spPr>
                <a:xfrm>
                  <a:off x="1500025" y="2642900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09" name="Google Shape;909;p22"/>
            <p:cNvGrpSpPr/>
            <p:nvPr/>
          </p:nvGrpSpPr>
          <p:grpSpPr>
            <a:xfrm>
              <a:off x="7977712" y="0"/>
              <a:ext cx="1166288" cy="777300"/>
              <a:chOff x="7977712" y="0"/>
              <a:chExt cx="1166288" cy="777300"/>
            </a:xfrm>
          </p:grpSpPr>
          <p:sp>
            <p:nvSpPr>
              <p:cNvPr id="910" name="Google Shape;910;p22"/>
              <p:cNvSpPr/>
              <p:nvPr/>
            </p:nvSpPr>
            <p:spPr>
              <a:xfrm>
                <a:off x="8366700" y="0"/>
                <a:ext cx="777300" cy="77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11" name="Google Shape;911;p22"/>
              <p:cNvGrpSpPr/>
              <p:nvPr/>
            </p:nvGrpSpPr>
            <p:grpSpPr>
              <a:xfrm>
                <a:off x="7977712" y="0"/>
                <a:ext cx="1022124" cy="686691"/>
                <a:chOff x="2088813" y="-12"/>
                <a:chExt cx="1456432" cy="978471"/>
              </a:xfrm>
            </p:grpSpPr>
            <p:sp>
              <p:nvSpPr>
                <p:cNvPr id="912" name="Google Shape;912;p22"/>
                <p:cNvSpPr/>
                <p:nvPr/>
              </p:nvSpPr>
              <p:spPr>
                <a:xfrm rot="-5400000">
                  <a:off x="2364975" y="-2761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13" name="Google Shape;913;p22"/>
                <p:cNvSpPr/>
                <p:nvPr/>
              </p:nvSpPr>
              <p:spPr>
                <a:xfrm rot="-5400000">
                  <a:off x="3123969" y="557184"/>
                  <a:ext cx="453875" cy="38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55" h="15547" extrusionOk="0">
                      <a:moveTo>
                        <a:pt x="10391" y="4398"/>
                      </a:moveTo>
                      <a:cubicBezTo>
                        <a:pt x="12259" y="4398"/>
                        <a:pt x="13776" y="5915"/>
                        <a:pt x="13776" y="7783"/>
                      </a:cubicBezTo>
                      <a:cubicBezTo>
                        <a:pt x="13776" y="9819"/>
                        <a:pt x="12103" y="11172"/>
                        <a:pt x="10362" y="11172"/>
                      </a:cubicBezTo>
                      <a:cubicBezTo>
                        <a:pt x="9531" y="11172"/>
                        <a:pt x="8685" y="10864"/>
                        <a:pt x="7998" y="10176"/>
                      </a:cubicBezTo>
                      <a:cubicBezTo>
                        <a:pt x="5867" y="8046"/>
                        <a:pt x="7385" y="4398"/>
                        <a:pt x="10391" y="4398"/>
                      </a:cubicBezTo>
                      <a:close/>
                      <a:moveTo>
                        <a:pt x="10344" y="1"/>
                      </a:moveTo>
                      <a:cubicBezTo>
                        <a:pt x="8437" y="1"/>
                        <a:pt x="6490" y="710"/>
                        <a:pt x="4904" y="2296"/>
                      </a:cubicBezTo>
                      <a:cubicBezTo>
                        <a:pt x="1" y="7170"/>
                        <a:pt x="3474" y="15546"/>
                        <a:pt x="10391" y="15546"/>
                      </a:cubicBezTo>
                      <a:cubicBezTo>
                        <a:pt x="14681" y="15546"/>
                        <a:pt x="18154" y="12073"/>
                        <a:pt x="18154" y="7783"/>
                      </a:cubicBezTo>
                      <a:cubicBezTo>
                        <a:pt x="18154" y="3104"/>
                        <a:pt x="14334" y="1"/>
                        <a:pt x="1034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_2_1"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3"/>
          <p:cNvSpPr txBox="1">
            <a:spLocks noGrp="1"/>
          </p:cNvSpPr>
          <p:nvPr>
            <p:ph type="title" hasCustomPrompt="1"/>
          </p:nvPr>
        </p:nvSpPr>
        <p:spPr>
          <a:xfrm>
            <a:off x="1581199" y="1824265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6" name="Google Shape;916;p23"/>
          <p:cNvSpPr txBox="1">
            <a:spLocks noGrp="1"/>
          </p:cNvSpPr>
          <p:nvPr>
            <p:ph type="subTitle" idx="1"/>
          </p:nvPr>
        </p:nvSpPr>
        <p:spPr>
          <a:xfrm>
            <a:off x="1066699" y="2653539"/>
            <a:ext cx="1914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917" name="Google Shape;917;p23"/>
          <p:cNvSpPr txBox="1">
            <a:spLocks noGrp="1"/>
          </p:cNvSpPr>
          <p:nvPr>
            <p:ph type="subTitle" idx="2"/>
          </p:nvPr>
        </p:nvSpPr>
        <p:spPr>
          <a:xfrm>
            <a:off x="1066699" y="3024942"/>
            <a:ext cx="19149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918" name="Google Shape;918;p23"/>
          <p:cNvSpPr txBox="1">
            <a:spLocks noGrp="1"/>
          </p:cNvSpPr>
          <p:nvPr>
            <p:ph type="title" idx="3" hasCustomPrompt="1"/>
          </p:nvPr>
        </p:nvSpPr>
        <p:spPr>
          <a:xfrm>
            <a:off x="4129050" y="1824265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9" name="Google Shape;919;p23"/>
          <p:cNvSpPr txBox="1">
            <a:spLocks noGrp="1"/>
          </p:cNvSpPr>
          <p:nvPr>
            <p:ph type="subTitle" idx="4"/>
          </p:nvPr>
        </p:nvSpPr>
        <p:spPr>
          <a:xfrm>
            <a:off x="3614550" y="2653539"/>
            <a:ext cx="1914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920" name="Google Shape;920;p23"/>
          <p:cNvSpPr txBox="1">
            <a:spLocks noGrp="1"/>
          </p:cNvSpPr>
          <p:nvPr>
            <p:ph type="subTitle" idx="5"/>
          </p:nvPr>
        </p:nvSpPr>
        <p:spPr>
          <a:xfrm>
            <a:off x="3614550" y="3024941"/>
            <a:ext cx="19149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921" name="Google Shape;921;p23"/>
          <p:cNvSpPr txBox="1">
            <a:spLocks noGrp="1"/>
          </p:cNvSpPr>
          <p:nvPr>
            <p:ph type="title" idx="6" hasCustomPrompt="1"/>
          </p:nvPr>
        </p:nvSpPr>
        <p:spPr>
          <a:xfrm>
            <a:off x="6676901" y="1824265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2" name="Google Shape;922;p23"/>
          <p:cNvSpPr txBox="1">
            <a:spLocks noGrp="1"/>
          </p:cNvSpPr>
          <p:nvPr>
            <p:ph type="subTitle" idx="7"/>
          </p:nvPr>
        </p:nvSpPr>
        <p:spPr>
          <a:xfrm>
            <a:off x="6162401" y="2653539"/>
            <a:ext cx="1914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923" name="Google Shape;923;p23"/>
          <p:cNvSpPr txBox="1">
            <a:spLocks noGrp="1"/>
          </p:cNvSpPr>
          <p:nvPr>
            <p:ph type="subTitle" idx="8"/>
          </p:nvPr>
        </p:nvSpPr>
        <p:spPr>
          <a:xfrm>
            <a:off x="6162401" y="3024942"/>
            <a:ext cx="19149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924" name="Google Shape;924;p23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925" name="Google Shape;925;p23"/>
          <p:cNvGrpSpPr/>
          <p:nvPr/>
        </p:nvGrpSpPr>
        <p:grpSpPr>
          <a:xfrm>
            <a:off x="-7" y="0"/>
            <a:ext cx="9150605" cy="5143500"/>
            <a:chOff x="-7" y="0"/>
            <a:chExt cx="9150605" cy="5143500"/>
          </a:xfrm>
        </p:grpSpPr>
        <p:grpSp>
          <p:nvGrpSpPr>
            <p:cNvPr id="926" name="Google Shape;926;p23"/>
            <p:cNvGrpSpPr/>
            <p:nvPr/>
          </p:nvGrpSpPr>
          <p:grpSpPr>
            <a:xfrm>
              <a:off x="6367381" y="589191"/>
              <a:ext cx="968525" cy="189000"/>
              <a:chOff x="1648000" y="4487175"/>
              <a:chExt cx="968525" cy="189000"/>
            </a:xfrm>
          </p:grpSpPr>
          <p:sp>
            <p:nvSpPr>
              <p:cNvPr id="927" name="Google Shape;927;p23"/>
              <p:cNvSpPr/>
              <p:nvPr/>
            </p:nvSpPr>
            <p:spPr>
              <a:xfrm>
                <a:off x="1648000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23"/>
              <p:cNvSpPr/>
              <p:nvPr/>
            </p:nvSpPr>
            <p:spPr>
              <a:xfrm>
                <a:off x="173985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47" y="1"/>
                    </a:moveTo>
                    <a:cubicBezTo>
                      <a:pt x="466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50" y="7559"/>
                    </a:cubicBezTo>
                    <a:cubicBezTo>
                      <a:pt x="1427" y="7559"/>
                      <a:pt x="1907" y="7234"/>
                      <a:pt x="1879" y="6584"/>
                    </a:cubicBezTo>
                    <a:lnTo>
                      <a:pt x="1879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23"/>
              <p:cNvSpPr/>
              <p:nvPr/>
            </p:nvSpPr>
            <p:spPr>
              <a:xfrm>
                <a:off x="18323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28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23"/>
              <p:cNvSpPr/>
              <p:nvPr/>
            </p:nvSpPr>
            <p:spPr>
              <a:xfrm>
                <a:off x="19242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23"/>
              <p:cNvSpPr/>
              <p:nvPr/>
            </p:nvSpPr>
            <p:spPr>
              <a:xfrm>
                <a:off x="201640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61" y="1"/>
                    </a:moveTo>
                    <a:cubicBezTo>
                      <a:pt x="453" y="1"/>
                      <a:pt x="29" y="396"/>
                      <a:pt x="29" y="905"/>
                    </a:cubicBezTo>
                    <a:lnTo>
                      <a:pt x="29" y="6584"/>
                    </a:lnTo>
                    <a:cubicBezTo>
                      <a:pt x="0" y="7234"/>
                      <a:pt x="481" y="7559"/>
                      <a:pt x="958" y="7559"/>
                    </a:cubicBezTo>
                    <a:cubicBezTo>
                      <a:pt x="1434" y="7559"/>
                      <a:pt x="1908" y="7234"/>
                      <a:pt x="1865" y="6584"/>
                    </a:cubicBezTo>
                    <a:lnTo>
                      <a:pt x="1865" y="905"/>
                    </a:lnTo>
                    <a:cubicBezTo>
                      <a:pt x="1865" y="396"/>
                      <a:pt x="1442" y="1"/>
                      <a:pt x="9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23"/>
              <p:cNvSpPr/>
              <p:nvPr/>
            </p:nvSpPr>
            <p:spPr>
              <a:xfrm>
                <a:off x="2108575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8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8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23"/>
              <p:cNvSpPr/>
              <p:nvPr/>
            </p:nvSpPr>
            <p:spPr>
              <a:xfrm>
                <a:off x="22004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0" y="7234"/>
                      <a:pt x="474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23"/>
              <p:cNvSpPr/>
              <p:nvPr/>
            </p:nvSpPr>
            <p:spPr>
              <a:xfrm>
                <a:off x="2292950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23"/>
              <p:cNvSpPr/>
              <p:nvPr/>
            </p:nvSpPr>
            <p:spPr>
              <a:xfrm>
                <a:off x="2385850" y="4487175"/>
                <a:ext cx="45950" cy="1872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7489" extrusionOk="0">
                    <a:moveTo>
                      <a:pt x="905" y="1"/>
                    </a:moveTo>
                    <a:cubicBezTo>
                      <a:pt x="396" y="1"/>
                      <a:pt x="1" y="396"/>
                      <a:pt x="1" y="905"/>
                    </a:cubicBezTo>
                    <a:lnTo>
                      <a:pt x="1" y="6584"/>
                    </a:lnTo>
                    <a:cubicBezTo>
                      <a:pt x="1" y="7093"/>
                      <a:pt x="396" y="7489"/>
                      <a:pt x="905" y="7489"/>
                    </a:cubicBezTo>
                    <a:cubicBezTo>
                      <a:pt x="1413" y="7489"/>
                      <a:pt x="1837" y="7093"/>
                      <a:pt x="1837" y="6584"/>
                    </a:cubicBezTo>
                    <a:lnTo>
                      <a:pt x="1837" y="905"/>
                    </a:lnTo>
                    <a:cubicBezTo>
                      <a:pt x="1837" y="396"/>
                      <a:pt x="1413" y="1"/>
                      <a:pt x="9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23"/>
              <p:cNvSpPr/>
              <p:nvPr/>
            </p:nvSpPr>
            <p:spPr>
              <a:xfrm>
                <a:off x="24773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23"/>
              <p:cNvSpPr/>
              <p:nvPr/>
            </p:nvSpPr>
            <p:spPr>
              <a:xfrm>
                <a:off x="25691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8" name="Google Shape;938;p23"/>
            <p:cNvGrpSpPr/>
            <p:nvPr/>
          </p:nvGrpSpPr>
          <p:grpSpPr>
            <a:xfrm>
              <a:off x="7826325" y="3129133"/>
              <a:ext cx="1324273" cy="2014367"/>
              <a:chOff x="7826325" y="3129133"/>
              <a:chExt cx="1324273" cy="2014367"/>
            </a:xfrm>
          </p:grpSpPr>
          <p:sp>
            <p:nvSpPr>
              <p:cNvPr id="939" name="Google Shape;939;p23"/>
              <p:cNvSpPr/>
              <p:nvPr/>
            </p:nvSpPr>
            <p:spPr>
              <a:xfrm>
                <a:off x="8373298" y="4366200"/>
                <a:ext cx="777300" cy="77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40" name="Google Shape;940;p23"/>
              <p:cNvGrpSpPr/>
              <p:nvPr/>
            </p:nvGrpSpPr>
            <p:grpSpPr>
              <a:xfrm rot="-5400000">
                <a:off x="8103600" y="4312425"/>
                <a:ext cx="553800" cy="1108350"/>
                <a:chOff x="380375" y="689750"/>
                <a:chExt cx="553800" cy="1108350"/>
              </a:xfrm>
            </p:grpSpPr>
            <p:sp>
              <p:nvSpPr>
                <p:cNvPr id="941" name="Google Shape;941;p23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2" name="Google Shape;942;p23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43" name="Google Shape;943;p23"/>
              <p:cNvGrpSpPr/>
              <p:nvPr/>
            </p:nvGrpSpPr>
            <p:grpSpPr>
              <a:xfrm>
                <a:off x="8646456" y="3129133"/>
                <a:ext cx="230983" cy="955958"/>
                <a:chOff x="2439600" y="1817078"/>
                <a:chExt cx="371295" cy="1536662"/>
              </a:xfrm>
            </p:grpSpPr>
            <p:sp>
              <p:nvSpPr>
                <p:cNvPr id="944" name="Google Shape;944;p23"/>
                <p:cNvSpPr/>
                <p:nvPr/>
              </p:nvSpPr>
              <p:spPr>
                <a:xfrm>
                  <a:off x="2439600" y="298235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5" name="Google Shape;945;p23"/>
                <p:cNvSpPr/>
                <p:nvPr/>
              </p:nvSpPr>
              <p:spPr>
                <a:xfrm>
                  <a:off x="2439600" y="239971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6" name="Google Shape;946;p23"/>
                <p:cNvSpPr/>
                <p:nvPr/>
              </p:nvSpPr>
              <p:spPr>
                <a:xfrm>
                  <a:off x="2439600" y="1817078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947" name="Google Shape;947;p23"/>
            <p:cNvGrpSpPr/>
            <p:nvPr/>
          </p:nvGrpSpPr>
          <p:grpSpPr>
            <a:xfrm>
              <a:off x="-7" y="3616500"/>
              <a:ext cx="2254789" cy="1527000"/>
              <a:chOff x="-7" y="3616500"/>
              <a:chExt cx="2254789" cy="1527000"/>
            </a:xfrm>
          </p:grpSpPr>
          <p:grpSp>
            <p:nvGrpSpPr>
              <p:cNvPr id="948" name="Google Shape;948;p23"/>
              <p:cNvGrpSpPr/>
              <p:nvPr/>
            </p:nvGrpSpPr>
            <p:grpSpPr>
              <a:xfrm rot="5400000">
                <a:off x="1503437" y="4151371"/>
                <a:ext cx="295732" cy="1206958"/>
                <a:chOff x="2595950" y="2900400"/>
                <a:chExt cx="329800" cy="1346000"/>
              </a:xfrm>
            </p:grpSpPr>
            <p:sp>
              <p:nvSpPr>
                <p:cNvPr id="949" name="Google Shape;949;p23"/>
                <p:cNvSpPr/>
                <p:nvPr/>
              </p:nvSpPr>
              <p:spPr>
                <a:xfrm>
                  <a:off x="2595950" y="2900400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0" name="Google Shape;950;p23"/>
                <p:cNvSpPr/>
                <p:nvPr/>
              </p:nvSpPr>
              <p:spPr>
                <a:xfrm>
                  <a:off x="2595950" y="3408850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1" name="Google Shape;951;p23"/>
                <p:cNvSpPr/>
                <p:nvPr/>
              </p:nvSpPr>
              <p:spPr>
                <a:xfrm>
                  <a:off x="2595950" y="39173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52" name="Google Shape;952;p23"/>
              <p:cNvGrpSpPr/>
              <p:nvPr/>
            </p:nvGrpSpPr>
            <p:grpSpPr>
              <a:xfrm>
                <a:off x="-7" y="3616500"/>
                <a:ext cx="777305" cy="1527000"/>
                <a:chOff x="-7" y="3616500"/>
                <a:chExt cx="777305" cy="1527000"/>
              </a:xfrm>
            </p:grpSpPr>
            <p:sp>
              <p:nvSpPr>
                <p:cNvPr id="953" name="Google Shape;953;p23"/>
                <p:cNvSpPr/>
                <p:nvPr/>
              </p:nvSpPr>
              <p:spPr>
                <a:xfrm rot="5400000">
                  <a:off x="-374852" y="3991350"/>
                  <a:ext cx="1527000" cy="7773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54" name="Google Shape;954;p23"/>
                <p:cNvGrpSpPr/>
                <p:nvPr/>
              </p:nvGrpSpPr>
              <p:grpSpPr>
                <a:xfrm rot="5400000">
                  <a:off x="-323135" y="4057183"/>
                  <a:ext cx="1291898" cy="645643"/>
                  <a:chOff x="559925" y="3923325"/>
                  <a:chExt cx="1371150" cy="685250"/>
                </a:xfrm>
              </p:grpSpPr>
              <p:sp>
                <p:nvSpPr>
                  <p:cNvPr id="955" name="Google Shape;955;p23"/>
                  <p:cNvSpPr/>
                  <p:nvPr/>
                </p:nvSpPr>
                <p:spPr>
                  <a:xfrm>
                    <a:off x="559925" y="3923325"/>
                    <a:ext cx="1371150" cy="68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46" h="27410" extrusionOk="0">
                        <a:moveTo>
                          <a:pt x="27409" y="1"/>
                        </a:moveTo>
                        <a:cubicBezTo>
                          <a:pt x="12263" y="1"/>
                          <a:pt x="0" y="12264"/>
                          <a:pt x="0" y="27409"/>
                        </a:cubicBezTo>
                        <a:lnTo>
                          <a:pt x="54846" y="27409"/>
                        </a:lnTo>
                        <a:cubicBezTo>
                          <a:pt x="54818" y="12264"/>
                          <a:pt x="42554" y="1"/>
                          <a:pt x="2740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6" name="Google Shape;956;p23"/>
                  <p:cNvSpPr/>
                  <p:nvPr/>
                </p:nvSpPr>
                <p:spPr>
                  <a:xfrm>
                    <a:off x="757000" y="3923325"/>
                    <a:ext cx="485325" cy="676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13" h="27042" extrusionOk="0">
                        <a:moveTo>
                          <a:pt x="19413" y="1"/>
                        </a:moveTo>
                        <a:cubicBezTo>
                          <a:pt x="12094" y="29"/>
                          <a:pt x="5115" y="2967"/>
                          <a:pt x="1" y="8195"/>
                        </a:cubicBezTo>
                        <a:lnTo>
                          <a:pt x="19413" y="27042"/>
                        </a:lnTo>
                        <a:lnTo>
                          <a:pt x="19413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7" name="Google Shape;957;p23"/>
                  <p:cNvSpPr/>
                  <p:nvPr/>
                </p:nvSpPr>
                <p:spPr>
                  <a:xfrm>
                    <a:off x="1239475" y="4125350"/>
                    <a:ext cx="691600" cy="48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64" h="19329" extrusionOk="0">
                        <a:moveTo>
                          <a:pt x="19696" y="1"/>
                        </a:moveTo>
                        <a:lnTo>
                          <a:pt x="1" y="19328"/>
                        </a:lnTo>
                        <a:lnTo>
                          <a:pt x="27664" y="19328"/>
                        </a:lnTo>
                        <a:cubicBezTo>
                          <a:pt x="27664" y="12095"/>
                          <a:pt x="24810" y="5144"/>
                          <a:pt x="19696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58" name="Google Shape;958;p23"/>
                  <p:cNvSpPr/>
                  <p:nvPr/>
                </p:nvSpPr>
                <p:spPr>
                  <a:xfrm>
                    <a:off x="749225" y="3923325"/>
                    <a:ext cx="987600" cy="68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04" h="27410" extrusionOk="0">
                        <a:moveTo>
                          <a:pt x="19102" y="1"/>
                        </a:moveTo>
                        <a:lnTo>
                          <a:pt x="19102" y="26110"/>
                        </a:lnTo>
                        <a:lnTo>
                          <a:pt x="736" y="7743"/>
                        </a:lnTo>
                        <a:cubicBezTo>
                          <a:pt x="481" y="7997"/>
                          <a:pt x="227" y="8251"/>
                          <a:pt x="1" y="8506"/>
                        </a:cubicBezTo>
                        <a:lnTo>
                          <a:pt x="18876" y="27409"/>
                        </a:lnTo>
                        <a:lnTo>
                          <a:pt x="20374" y="27409"/>
                        </a:lnTo>
                        <a:lnTo>
                          <a:pt x="39503" y="8308"/>
                        </a:lnTo>
                        <a:cubicBezTo>
                          <a:pt x="39249" y="8054"/>
                          <a:pt x="38995" y="7799"/>
                          <a:pt x="38740" y="7545"/>
                        </a:cubicBezTo>
                        <a:lnTo>
                          <a:pt x="20176" y="26138"/>
                        </a:lnTo>
                        <a:lnTo>
                          <a:pt x="2017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59" name="Google Shape;959;p23"/>
            <p:cNvGrpSpPr/>
            <p:nvPr/>
          </p:nvGrpSpPr>
          <p:grpSpPr>
            <a:xfrm>
              <a:off x="7616998" y="0"/>
              <a:ext cx="1527000" cy="1369226"/>
              <a:chOff x="7616998" y="0"/>
              <a:chExt cx="1527000" cy="1369226"/>
            </a:xfrm>
          </p:grpSpPr>
          <p:sp>
            <p:nvSpPr>
              <p:cNvPr id="960" name="Google Shape;960;p23"/>
              <p:cNvSpPr/>
              <p:nvPr/>
            </p:nvSpPr>
            <p:spPr>
              <a:xfrm>
                <a:off x="7616998" y="0"/>
                <a:ext cx="1527000" cy="777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61" name="Google Shape;961;p23"/>
              <p:cNvGrpSpPr/>
              <p:nvPr/>
            </p:nvGrpSpPr>
            <p:grpSpPr>
              <a:xfrm rot="5400000">
                <a:off x="8256045" y="481273"/>
                <a:ext cx="1183678" cy="592228"/>
                <a:chOff x="6269581" y="-9"/>
                <a:chExt cx="1178375" cy="589575"/>
              </a:xfrm>
            </p:grpSpPr>
            <p:sp>
              <p:nvSpPr>
                <p:cNvPr id="962" name="Google Shape;962;p23"/>
                <p:cNvSpPr/>
                <p:nvPr/>
              </p:nvSpPr>
              <p:spPr>
                <a:xfrm flipH="1">
                  <a:off x="6269581" y="-9"/>
                  <a:ext cx="1178375" cy="5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35" h="23583" extrusionOk="0">
                      <a:moveTo>
                        <a:pt x="1" y="1"/>
                      </a:moveTo>
                      <a:cubicBezTo>
                        <a:pt x="1" y="13017"/>
                        <a:pt x="10537" y="23582"/>
                        <a:pt x="23583" y="23582"/>
                      </a:cubicBezTo>
                      <a:cubicBezTo>
                        <a:pt x="36599" y="23582"/>
                        <a:pt x="47135" y="13017"/>
                        <a:pt x="471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3" name="Google Shape;963;p23"/>
                <p:cNvSpPr/>
                <p:nvPr/>
              </p:nvSpPr>
              <p:spPr>
                <a:xfrm flipH="1">
                  <a:off x="6415143" y="-9"/>
                  <a:ext cx="887250" cy="44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0" h="17804" extrusionOk="0">
                      <a:moveTo>
                        <a:pt x="0" y="1"/>
                      </a:moveTo>
                      <a:lnTo>
                        <a:pt x="0" y="59"/>
                      </a:lnTo>
                      <a:cubicBezTo>
                        <a:pt x="0" y="9836"/>
                        <a:pt x="7939" y="17775"/>
                        <a:pt x="17716" y="17804"/>
                      </a:cubicBezTo>
                      <a:cubicBezTo>
                        <a:pt x="27522" y="17804"/>
                        <a:pt x="35460" y="9836"/>
                        <a:pt x="35490" y="59"/>
                      </a:cubicBezTo>
                      <a:lnTo>
                        <a:pt x="35490" y="1"/>
                      </a:lnTo>
                      <a:lnTo>
                        <a:pt x="25275" y="1"/>
                      </a:lnTo>
                      <a:lnTo>
                        <a:pt x="25275" y="59"/>
                      </a:lnTo>
                      <a:cubicBezTo>
                        <a:pt x="25275" y="4204"/>
                        <a:pt x="21889" y="7560"/>
                        <a:pt x="17745" y="7560"/>
                      </a:cubicBezTo>
                      <a:cubicBezTo>
                        <a:pt x="13572" y="7560"/>
                        <a:pt x="10215" y="4204"/>
                        <a:pt x="10215" y="59"/>
                      </a:cubicBezTo>
                      <a:lnTo>
                        <a:pt x="1021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2_1_2"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24"/>
          <p:cNvSpPr txBox="1">
            <a:spLocks noGrp="1"/>
          </p:cNvSpPr>
          <p:nvPr>
            <p:ph type="subTitle" idx="1"/>
          </p:nvPr>
        </p:nvSpPr>
        <p:spPr>
          <a:xfrm>
            <a:off x="1739500" y="1283559"/>
            <a:ext cx="2832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966" name="Google Shape;966;p24"/>
          <p:cNvSpPr txBox="1">
            <a:spLocks noGrp="1"/>
          </p:cNvSpPr>
          <p:nvPr>
            <p:ph type="subTitle" idx="2"/>
          </p:nvPr>
        </p:nvSpPr>
        <p:spPr>
          <a:xfrm>
            <a:off x="1739500" y="1595790"/>
            <a:ext cx="28326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67" name="Google Shape;967;p24"/>
          <p:cNvSpPr txBox="1">
            <a:spLocks noGrp="1"/>
          </p:cNvSpPr>
          <p:nvPr>
            <p:ph type="subTitle" idx="3"/>
          </p:nvPr>
        </p:nvSpPr>
        <p:spPr>
          <a:xfrm>
            <a:off x="1739500" y="2449652"/>
            <a:ext cx="2832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968" name="Google Shape;968;p24"/>
          <p:cNvSpPr txBox="1">
            <a:spLocks noGrp="1"/>
          </p:cNvSpPr>
          <p:nvPr>
            <p:ph type="subTitle" idx="4"/>
          </p:nvPr>
        </p:nvSpPr>
        <p:spPr>
          <a:xfrm>
            <a:off x="1739500" y="2761882"/>
            <a:ext cx="28326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69" name="Google Shape;969;p24"/>
          <p:cNvSpPr txBox="1">
            <a:spLocks noGrp="1"/>
          </p:cNvSpPr>
          <p:nvPr>
            <p:ph type="subTitle" idx="5"/>
          </p:nvPr>
        </p:nvSpPr>
        <p:spPr>
          <a:xfrm>
            <a:off x="1739500" y="3615744"/>
            <a:ext cx="2832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970" name="Google Shape;970;p24"/>
          <p:cNvSpPr txBox="1">
            <a:spLocks noGrp="1"/>
          </p:cNvSpPr>
          <p:nvPr>
            <p:ph type="subTitle" idx="6"/>
          </p:nvPr>
        </p:nvSpPr>
        <p:spPr>
          <a:xfrm>
            <a:off x="1739500" y="3927975"/>
            <a:ext cx="28326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2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972" name="Google Shape;972;p24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grpSp>
          <p:nvGrpSpPr>
            <p:cNvPr id="973" name="Google Shape;973;p24"/>
            <p:cNvGrpSpPr/>
            <p:nvPr/>
          </p:nvGrpSpPr>
          <p:grpSpPr>
            <a:xfrm>
              <a:off x="8357700" y="0"/>
              <a:ext cx="786300" cy="1527000"/>
              <a:chOff x="8357700" y="0"/>
              <a:chExt cx="786300" cy="1527000"/>
            </a:xfrm>
          </p:grpSpPr>
          <p:sp>
            <p:nvSpPr>
              <p:cNvPr id="974" name="Google Shape;974;p24"/>
              <p:cNvSpPr/>
              <p:nvPr/>
            </p:nvSpPr>
            <p:spPr>
              <a:xfrm>
                <a:off x="8357700" y="0"/>
                <a:ext cx="786300" cy="1527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24"/>
              <p:cNvSpPr/>
              <p:nvPr/>
            </p:nvSpPr>
            <p:spPr>
              <a:xfrm rot="-5400000">
                <a:off x="8535013" y="240812"/>
                <a:ext cx="453875" cy="388675"/>
              </a:xfrm>
              <a:custGeom>
                <a:avLst/>
                <a:gdLst/>
                <a:ahLst/>
                <a:cxnLst/>
                <a:rect l="l" t="t" r="r" b="b"/>
                <a:pathLst>
                  <a:path w="18155" h="15547" extrusionOk="0">
                    <a:moveTo>
                      <a:pt x="10391" y="4398"/>
                    </a:moveTo>
                    <a:cubicBezTo>
                      <a:pt x="12259" y="4398"/>
                      <a:pt x="13776" y="5915"/>
                      <a:pt x="13776" y="7783"/>
                    </a:cubicBezTo>
                    <a:cubicBezTo>
                      <a:pt x="13776" y="9819"/>
                      <a:pt x="12103" y="11172"/>
                      <a:pt x="10362" y="11172"/>
                    </a:cubicBezTo>
                    <a:cubicBezTo>
                      <a:pt x="9531" y="11172"/>
                      <a:pt x="8685" y="10864"/>
                      <a:pt x="7998" y="10176"/>
                    </a:cubicBezTo>
                    <a:cubicBezTo>
                      <a:pt x="5867" y="8046"/>
                      <a:pt x="7385" y="4398"/>
                      <a:pt x="10391" y="4398"/>
                    </a:cubicBezTo>
                    <a:close/>
                    <a:moveTo>
                      <a:pt x="10344" y="1"/>
                    </a:moveTo>
                    <a:cubicBezTo>
                      <a:pt x="8437" y="1"/>
                      <a:pt x="6490" y="710"/>
                      <a:pt x="4904" y="2296"/>
                    </a:cubicBezTo>
                    <a:cubicBezTo>
                      <a:pt x="1" y="7170"/>
                      <a:pt x="3474" y="15546"/>
                      <a:pt x="10391" y="15546"/>
                    </a:cubicBezTo>
                    <a:cubicBezTo>
                      <a:pt x="14681" y="15546"/>
                      <a:pt x="18154" y="12073"/>
                      <a:pt x="18154" y="7783"/>
                    </a:cubicBezTo>
                    <a:cubicBezTo>
                      <a:pt x="18154" y="3104"/>
                      <a:pt x="14334" y="1"/>
                      <a:pt x="1034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76" name="Google Shape;976;p24"/>
            <p:cNvGrpSpPr/>
            <p:nvPr/>
          </p:nvGrpSpPr>
          <p:grpSpPr>
            <a:xfrm>
              <a:off x="0" y="4772100"/>
              <a:ext cx="1084006" cy="371400"/>
              <a:chOff x="0" y="4772100"/>
              <a:chExt cx="1084006" cy="371400"/>
            </a:xfrm>
          </p:grpSpPr>
          <p:sp>
            <p:nvSpPr>
              <p:cNvPr id="977" name="Google Shape;977;p24"/>
              <p:cNvSpPr/>
              <p:nvPr/>
            </p:nvSpPr>
            <p:spPr>
              <a:xfrm>
                <a:off x="0" y="4772100"/>
                <a:ext cx="371400" cy="371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78" name="Google Shape;978;p24"/>
              <p:cNvGrpSpPr/>
              <p:nvPr/>
            </p:nvGrpSpPr>
            <p:grpSpPr>
              <a:xfrm rot="5400000">
                <a:off x="479762" y="4457475"/>
                <a:ext cx="207840" cy="1000649"/>
                <a:chOff x="2595950" y="2658572"/>
                <a:chExt cx="329800" cy="1587828"/>
              </a:xfrm>
            </p:grpSpPr>
            <p:sp>
              <p:nvSpPr>
                <p:cNvPr id="979" name="Google Shape;979;p24"/>
                <p:cNvSpPr/>
                <p:nvPr/>
              </p:nvSpPr>
              <p:spPr>
                <a:xfrm>
                  <a:off x="2595950" y="2658572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0" name="Google Shape;980;p24"/>
                <p:cNvSpPr/>
                <p:nvPr/>
              </p:nvSpPr>
              <p:spPr>
                <a:xfrm>
                  <a:off x="2595950" y="3287936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1" name="Google Shape;981;p24"/>
                <p:cNvSpPr/>
                <p:nvPr/>
              </p:nvSpPr>
              <p:spPr>
                <a:xfrm>
                  <a:off x="2595950" y="39173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_1_4"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3" name="Google Shape;983;p25"/>
          <p:cNvGrpSpPr/>
          <p:nvPr/>
        </p:nvGrpSpPr>
        <p:grpSpPr>
          <a:xfrm>
            <a:off x="0" y="0"/>
            <a:ext cx="9148978" cy="5145650"/>
            <a:chOff x="0" y="0"/>
            <a:chExt cx="9148978" cy="5145650"/>
          </a:xfrm>
        </p:grpSpPr>
        <p:grpSp>
          <p:nvGrpSpPr>
            <p:cNvPr id="984" name="Google Shape;984;p25"/>
            <p:cNvGrpSpPr/>
            <p:nvPr/>
          </p:nvGrpSpPr>
          <p:grpSpPr>
            <a:xfrm>
              <a:off x="6378174" y="0"/>
              <a:ext cx="2770803" cy="1161156"/>
              <a:chOff x="6378174" y="0"/>
              <a:chExt cx="2770803" cy="1161156"/>
            </a:xfrm>
          </p:grpSpPr>
          <p:grpSp>
            <p:nvGrpSpPr>
              <p:cNvPr id="985" name="Google Shape;985;p25"/>
              <p:cNvGrpSpPr/>
              <p:nvPr/>
            </p:nvGrpSpPr>
            <p:grpSpPr>
              <a:xfrm rot="5400000">
                <a:off x="6725952" y="-55006"/>
                <a:ext cx="225781" cy="921337"/>
                <a:chOff x="2595950" y="2900400"/>
                <a:chExt cx="329800" cy="1346000"/>
              </a:xfrm>
            </p:grpSpPr>
            <p:sp>
              <p:nvSpPr>
                <p:cNvPr id="986" name="Google Shape;986;p25"/>
                <p:cNvSpPr/>
                <p:nvPr/>
              </p:nvSpPr>
              <p:spPr>
                <a:xfrm>
                  <a:off x="2595950" y="2900400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7" name="Google Shape;987;p25"/>
                <p:cNvSpPr/>
                <p:nvPr/>
              </p:nvSpPr>
              <p:spPr>
                <a:xfrm>
                  <a:off x="2595950" y="3408850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8" name="Google Shape;988;p25"/>
                <p:cNvSpPr/>
                <p:nvPr/>
              </p:nvSpPr>
              <p:spPr>
                <a:xfrm>
                  <a:off x="2595950" y="39173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noFill/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989" name="Google Shape;989;p25"/>
              <p:cNvGrpSpPr/>
              <p:nvPr/>
            </p:nvGrpSpPr>
            <p:grpSpPr>
              <a:xfrm>
                <a:off x="7621978" y="0"/>
                <a:ext cx="1527000" cy="1161156"/>
                <a:chOff x="7621978" y="0"/>
                <a:chExt cx="1527000" cy="1161156"/>
              </a:xfrm>
            </p:grpSpPr>
            <p:sp>
              <p:nvSpPr>
                <p:cNvPr id="990" name="Google Shape;990;p25"/>
                <p:cNvSpPr/>
                <p:nvPr/>
              </p:nvSpPr>
              <p:spPr>
                <a:xfrm rot="10800000">
                  <a:off x="7621978" y="0"/>
                  <a:ext cx="1527000" cy="777300"/>
                </a:xfrm>
                <a:prstGeom prst="round1Rect">
                  <a:avLst>
                    <a:gd name="adj" fmla="val 50000"/>
                  </a:avLst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91" name="Google Shape;991;p25"/>
                <p:cNvGrpSpPr/>
                <p:nvPr/>
              </p:nvGrpSpPr>
              <p:grpSpPr>
                <a:xfrm rot="-5400000" flipH="1">
                  <a:off x="7934151" y="281399"/>
                  <a:ext cx="902653" cy="856860"/>
                  <a:chOff x="1419775" y="2465275"/>
                  <a:chExt cx="1167425" cy="1108200"/>
                </a:xfrm>
              </p:grpSpPr>
              <p:sp>
                <p:nvSpPr>
                  <p:cNvPr id="992" name="Google Shape;992;p25"/>
                  <p:cNvSpPr/>
                  <p:nvPr/>
                </p:nvSpPr>
                <p:spPr>
                  <a:xfrm>
                    <a:off x="1419775" y="2465275"/>
                    <a:ext cx="1167425" cy="11082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697" h="44328" extrusionOk="0">
                        <a:moveTo>
                          <a:pt x="35185" y="0"/>
                        </a:moveTo>
                        <a:cubicBezTo>
                          <a:pt x="28477" y="0"/>
                          <a:pt x="21850" y="1939"/>
                          <a:pt x="16198" y="5844"/>
                        </a:cubicBezTo>
                        <a:lnTo>
                          <a:pt x="16198" y="16497"/>
                        </a:lnTo>
                        <a:cubicBezTo>
                          <a:pt x="16198" y="17664"/>
                          <a:pt x="15235" y="18627"/>
                          <a:pt x="14068" y="18627"/>
                        </a:cubicBezTo>
                        <a:cubicBezTo>
                          <a:pt x="12900" y="18627"/>
                          <a:pt x="11937" y="17664"/>
                          <a:pt x="11937" y="16497"/>
                        </a:cubicBezTo>
                        <a:lnTo>
                          <a:pt x="11937" y="9346"/>
                        </a:lnTo>
                        <a:cubicBezTo>
                          <a:pt x="2832" y="18219"/>
                          <a:pt x="1" y="31177"/>
                          <a:pt x="3386" y="42939"/>
                        </a:cubicBezTo>
                        <a:cubicBezTo>
                          <a:pt x="6597" y="43864"/>
                          <a:pt x="9894" y="44328"/>
                          <a:pt x="13172" y="44328"/>
                        </a:cubicBezTo>
                        <a:cubicBezTo>
                          <a:pt x="21783" y="44328"/>
                          <a:pt x="30260" y="41126"/>
                          <a:pt x="36686" y="34679"/>
                        </a:cubicBezTo>
                        <a:cubicBezTo>
                          <a:pt x="40335" y="31060"/>
                          <a:pt x="43049" y="26624"/>
                          <a:pt x="44625" y="21750"/>
                        </a:cubicBezTo>
                        <a:lnTo>
                          <a:pt x="38642" y="21750"/>
                        </a:lnTo>
                        <a:cubicBezTo>
                          <a:pt x="37416" y="21750"/>
                          <a:pt x="36395" y="20729"/>
                          <a:pt x="36395" y="19474"/>
                        </a:cubicBezTo>
                        <a:cubicBezTo>
                          <a:pt x="36395" y="18219"/>
                          <a:pt x="37416" y="17226"/>
                          <a:pt x="38642" y="17226"/>
                        </a:cubicBezTo>
                        <a:lnTo>
                          <a:pt x="45763" y="17226"/>
                        </a:lnTo>
                        <a:cubicBezTo>
                          <a:pt x="46697" y="11944"/>
                          <a:pt x="46434" y="6515"/>
                          <a:pt x="44946" y="1379"/>
                        </a:cubicBezTo>
                        <a:cubicBezTo>
                          <a:pt x="41742" y="461"/>
                          <a:pt x="38454" y="0"/>
                          <a:pt x="35185" y="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93" name="Google Shape;993;p25"/>
                  <p:cNvSpPr/>
                  <p:nvPr/>
                </p:nvSpPr>
                <p:spPr>
                  <a:xfrm>
                    <a:off x="1500025" y="2642900"/>
                    <a:ext cx="905450" cy="900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6218" h="36009" extrusionOk="0">
                        <a:moveTo>
                          <a:pt x="35388" y="0"/>
                        </a:moveTo>
                        <a:cubicBezTo>
                          <a:pt x="35257" y="0"/>
                          <a:pt x="35119" y="50"/>
                          <a:pt x="34994" y="169"/>
                        </a:cubicBezTo>
                        <a:lnTo>
                          <a:pt x="27581" y="7582"/>
                        </a:lnTo>
                        <a:lnTo>
                          <a:pt x="27581" y="957"/>
                        </a:lnTo>
                        <a:cubicBezTo>
                          <a:pt x="27610" y="534"/>
                          <a:pt x="27296" y="322"/>
                          <a:pt x="26986" y="322"/>
                        </a:cubicBezTo>
                        <a:cubicBezTo>
                          <a:pt x="26676" y="322"/>
                          <a:pt x="26370" y="534"/>
                          <a:pt x="26414" y="957"/>
                        </a:cubicBezTo>
                        <a:lnTo>
                          <a:pt x="26414" y="8750"/>
                        </a:lnTo>
                        <a:lnTo>
                          <a:pt x="6422" y="28742"/>
                        </a:lnTo>
                        <a:lnTo>
                          <a:pt x="6422" y="12748"/>
                        </a:lnTo>
                        <a:cubicBezTo>
                          <a:pt x="6422" y="12354"/>
                          <a:pt x="6130" y="12157"/>
                          <a:pt x="5838" y="12157"/>
                        </a:cubicBezTo>
                        <a:cubicBezTo>
                          <a:pt x="5546" y="12157"/>
                          <a:pt x="5254" y="12354"/>
                          <a:pt x="5254" y="12748"/>
                        </a:cubicBezTo>
                        <a:lnTo>
                          <a:pt x="5254" y="29938"/>
                        </a:lnTo>
                        <a:lnTo>
                          <a:pt x="1" y="35192"/>
                        </a:lnTo>
                        <a:cubicBezTo>
                          <a:pt x="59" y="35396"/>
                          <a:pt x="89" y="35629"/>
                          <a:pt x="176" y="35834"/>
                        </a:cubicBezTo>
                        <a:lnTo>
                          <a:pt x="818" y="36009"/>
                        </a:lnTo>
                        <a:lnTo>
                          <a:pt x="18213" y="18644"/>
                        </a:lnTo>
                        <a:lnTo>
                          <a:pt x="34410" y="18644"/>
                        </a:lnTo>
                        <a:cubicBezTo>
                          <a:pt x="34761" y="18644"/>
                          <a:pt x="35023" y="18381"/>
                          <a:pt x="35023" y="18060"/>
                        </a:cubicBezTo>
                        <a:cubicBezTo>
                          <a:pt x="34995" y="17727"/>
                          <a:pt x="34757" y="17474"/>
                          <a:pt x="34459" y="17474"/>
                        </a:cubicBezTo>
                        <a:cubicBezTo>
                          <a:pt x="34443" y="17474"/>
                          <a:pt x="34427" y="17475"/>
                          <a:pt x="34410" y="17476"/>
                        </a:cubicBezTo>
                        <a:lnTo>
                          <a:pt x="19380" y="17476"/>
                        </a:lnTo>
                        <a:lnTo>
                          <a:pt x="35811" y="1016"/>
                        </a:lnTo>
                        <a:cubicBezTo>
                          <a:pt x="36218" y="587"/>
                          <a:pt x="35838" y="0"/>
                          <a:pt x="35388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94" name="Google Shape;994;p25"/>
            <p:cNvGrpSpPr/>
            <p:nvPr/>
          </p:nvGrpSpPr>
          <p:grpSpPr>
            <a:xfrm>
              <a:off x="0" y="4368350"/>
              <a:ext cx="2582805" cy="777300"/>
              <a:chOff x="0" y="4368350"/>
              <a:chExt cx="2582805" cy="777300"/>
            </a:xfrm>
          </p:grpSpPr>
          <p:grpSp>
            <p:nvGrpSpPr>
              <p:cNvPr id="995" name="Google Shape;995;p25"/>
              <p:cNvGrpSpPr/>
              <p:nvPr/>
            </p:nvGrpSpPr>
            <p:grpSpPr>
              <a:xfrm rot="5400000">
                <a:off x="1989335" y="4279018"/>
                <a:ext cx="230983" cy="955958"/>
                <a:chOff x="2439600" y="1817078"/>
                <a:chExt cx="371295" cy="1536662"/>
              </a:xfrm>
            </p:grpSpPr>
            <p:sp>
              <p:nvSpPr>
                <p:cNvPr id="996" name="Google Shape;996;p25"/>
                <p:cNvSpPr/>
                <p:nvPr/>
              </p:nvSpPr>
              <p:spPr>
                <a:xfrm>
                  <a:off x="2439600" y="298235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7" name="Google Shape;997;p25"/>
                <p:cNvSpPr/>
                <p:nvPr/>
              </p:nvSpPr>
              <p:spPr>
                <a:xfrm>
                  <a:off x="2439600" y="239971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8" name="Google Shape;998;p25"/>
                <p:cNvSpPr/>
                <p:nvPr/>
              </p:nvSpPr>
              <p:spPr>
                <a:xfrm>
                  <a:off x="2439600" y="1817078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99" name="Google Shape;999;p25"/>
              <p:cNvSpPr/>
              <p:nvPr/>
            </p:nvSpPr>
            <p:spPr>
              <a:xfrm>
                <a:off x="0" y="4368350"/>
                <a:ext cx="777300" cy="77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00" name="Google Shape;1000;p25"/>
              <p:cNvGrpSpPr/>
              <p:nvPr/>
            </p:nvGrpSpPr>
            <p:grpSpPr>
              <a:xfrm>
                <a:off x="226458" y="4594833"/>
                <a:ext cx="1101056" cy="550817"/>
                <a:chOff x="4122925" y="4029425"/>
                <a:chExt cx="1430500" cy="715625"/>
              </a:xfrm>
            </p:grpSpPr>
            <p:sp>
              <p:nvSpPr>
                <p:cNvPr id="1001" name="Google Shape;1001;p25"/>
                <p:cNvSpPr/>
                <p:nvPr/>
              </p:nvSpPr>
              <p:spPr>
                <a:xfrm>
                  <a:off x="4837800" y="4030125"/>
                  <a:ext cx="715625" cy="71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25" h="28597" extrusionOk="0">
                      <a:moveTo>
                        <a:pt x="57" y="1"/>
                      </a:moveTo>
                      <a:cubicBezTo>
                        <a:pt x="29" y="933"/>
                        <a:pt x="1" y="1837"/>
                        <a:pt x="1" y="2798"/>
                      </a:cubicBezTo>
                      <a:lnTo>
                        <a:pt x="1" y="14129"/>
                      </a:lnTo>
                      <a:cubicBezTo>
                        <a:pt x="7997" y="14129"/>
                        <a:pt x="14496" y="20600"/>
                        <a:pt x="14496" y="28596"/>
                      </a:cubicBezTo>
                      <a:lnTo>
                        <a:pt x="28624" y="28596"/>
                      </a:lnTo>
                      <a:cubicBezTo>
                        <a:pt x="28596" y="12829"/>
                        <a:pt x="15824" y="29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02" name="Google Shape;1002;p25"/>
                <p:cNvSpPr/>
                <p:nvPr/>
              </p:nvSpPr>
              <p:spPr>
                <a:xfrm>
                  <a:off x="4122925" y="4029425"/>
                  <a:ext cx="714900" cy="71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6" h="28625" extrusionOk="0">
                      <a:moveTo>
                        <a:pt x="28596" y="0"/>
                      </a:moveTo>
                      <a:cubicBezTo>
                        <a:pt x="12800" y="29"/>
                        <a:pt x="0" y="12829"/>
                        <a:pt x="0" y="28624"/>
                      </a:cubicBezTo>
                      <a:lnTo>
                        <a:pt x="14128" y="28624"/>
                      </a:lnTo>
                      <a:cubicBezTo>
                        <a:pt x="14128" y="20628"/>
                        <a:pt x="20599" y="14129"/>
                        <a:pt x="28596" y="14129"/>
                      </a:cubicBezTo>
                      <a:lnTo>
                        <a:pt x="28596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03" name="Google Shape;1003;p25"/>
            <p:cNvGrpSpPr/>
            <p:nvPr/>
          </p:nvGrpSpPr>
          <p:grpSpPr>
            <a:xfrm rot="5400000">
              <a:off x="8242697" y="4072362"/>
              <a:ext cx="1201471" cy="601131"/>
              <a:chOff x="6269581" y="-9"/>
              <a:chExt cx="1178375" cy="589575"/>
            </a:xfrm>
          </p:grpSpPr>
          <p:sp>
            <p:nvSpPr>
              <p:cNvPr id="1004" name="Google Shape;1004;p25"/>
              <p:cNvSpPr/>
              <p:nvPr/>
            </p:nvSpPr>
            <p:spPr>
              <a:xfrm flipH="1">
                <a:off x="6269581" y="-9"/>
                <a:ext cx="1178375" cy="589575"/>
              </a:xfrm>
              <a:custGeom>
                <a:avLst/>
                <a:gdLst/>
                <a:ahLst/>
                <a:cxnLst/>
                <a:rect l="l" t="t" r="r" b="b"/>
                <a:pathLst>
                  <a:path w="47135" h="23583" extrusionOk="0">
                    <a:moveTo>
                      <a:pt x="1" y="1"/>
                    </a:moveTo>
                    <a:cubicBezTo>
                      <a:pt x="1" y="13017"/>
                      <a:pt x="10537" y="23582"/>
                      <a:pt x="23583" y="23582"/>
                    </a:cubicBezTo>
                    <a:cubicBezTo>
                      <a:pt x="36599" y="23582"/>
                      <a:pt x="47135" y="13017"/>
                      <a:pt x="4713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Google Shape;1005;p25"/>
              <p:cNvSpPr/>
              <p:nvPr/>
            </p:nvSpPr>
            <p:spPr>
              <a:xfrm flipH="1">
                <a:off x="6415143" y="-9"/>
                <a:ext cx="887250" cy="445100"/>
              </a:xfrm>
              <a:custGeom>
                <a:avLst/>
                <a:gdLst/>
                <a:ahLst/>
                <a:cxnLst/>
                <a:rect l="l" t="t" r="r" b="b"/>
                <a:pathLst>
                  <a:path w="35490" h="17804" extrusionOk="0">
                    <a:moveTo>
                      <a:pt x="0" y="1"/>
                    </a:moveTo>
                    <a:lnTo>
                      <a:pt x="0" y="59"/>
                    </a:lnTo>
                    <a:cubicBezTo>
                      <a:pt x="0" y="9836"/>
                      <a:pt x="7939" y="17775"/>
                      <a:pt x="17716" y="17804"/>
                    </a:cubicBezTo>
                    <a:cubicBezTo>
                      <a:pt x="27522" y="17804"/>
                      <a:pt x="35460" y="9836"/>
                      <a:pt x="35490" y="59"/>
                    </a:cubicBezTo>
                    <a:lnTo>
                      <a:pt x="35490" y="1"/>
                    </a:lnTo>
                    <a:lnTo>
                      <a:pt x="25275" y="1"/>
                    </a:lnTo>
                    <a:lnTo>
                      <a:pt x="25275" y="59"/>
                    </a:lnTo>
                    <a:cubicBezTo>
                      <a:pt x="25275" y="4204"/>
                      <a:pt x="21889" y="7560"/>
                      <a:pt x="17745" y="7560"/>
                    </a:cubicBezTo>
                    <a:cubicBezTo>
                      <a:pt x="13572" y="7560"/>
                      <a:pt x="10215" y="4204"/>
                      <a:pt x="10215" y="59"/>
                    </a:cubicBezTo>
                    <a:lnTo>
                      <a:pt x="102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06" name="Google Shape;1006;p2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4924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007" name="Google Shape;1007;p25"/>
          <p:cNvSpPr txBox="1">
            <a:spLocks noGrp="1"/>
          </p:cNvSpPr>
          <p:nvPr>
            <p:ph type="subTitle" idx="1"/>
          </p:nvPr>
        </p:nvSpPr>
        <p:spPr>
          <a:xfrm>
            <a:off x="7212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08" name="Google Shape;1008;p25"/>
          <p:cNvSpPr txBox="1">
            <a:spLocks noGrp="1"/>
          </p:cNvSpPr>
          <p:nvPr>
            <p:ph type="subTitle" idx="2"/>
          </p:nvPr>
        </p:nvSpPr>
        <p:spPr>
          <a:xfrm>
            <a:off x="7212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09" name="Google Shape;1009;p25"/>
          <p:cNvSpPr txBox="1">
            <a:spLocks noGrp="1"/>
          </p:cNvSpPr>
          <p:nvPr>
            <p:ph type="subTitle" idx="3"/>
          </p:nvPr>
        </p:nvSpPr>
        <p:spPr>
          <a:xfrm>
            <a:off x="27104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10" name="Google Shape;1010;p25"/>
          <p:cNvSpPr txBox="1">
            <a:spLocks noGrp="1"/>
          </p:cNvSpPr>
          <p:nvPr>
            <p:ph type="subTitle" idx="4"/>
          </p:nvPr>
        </p:nvSpPr>
        <p:spPr>
          <a:xfrm>
            <a:off x="27104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1" name="Google Shape;1011;p25"/>
          <p:cNvSpPr txBox="1">
            <a:spLocks noGrp="1"/>
          </p:cNvSpPr>
          <p:nvPr>
            <p:ph type="subTitle" idx="5"/>
          </p:nvPr>
        </p:nvSpPr>
        <p:spPr>
          <a:xfrm>
            <a:off x="46996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12" name="Google Shape;1012;p25"/>
          <p:cNvSpPr txBox="1">
            <a:spLocks noGrp="1"/>
          </p:cNvSpPr>
          <p:nvPr>
            <p:ph type="subTitle" idx="6"/>
          </p:nvPr>
        </p:nvSpPr>
        <p:spPr>
          <a:xfrm>
            <a:off x="46996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3" name="Google Shape;1013;p25"/>
          <p:cNvSpPr txBox="1">
            <a:spLocks noGrp="1"/>
          </p:cNvSpPr>
          <p:nvPr>
            <p:ph type="subTitle" idx="7"/>
          </p:nvPr>
        </p:nvSpPr>
        <p:spPr>
          <a:xfrm>
            <a:off x="66888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14" name="Google Shape;1014;p25"/>
          <p:cNvSpPr txBox="1">
            <a:spLocks noGrp="1"/>
          </p:cNvSpPr>
          <p:nvPr>
            <p:ph type="subTitle" idx="8"/>
          </p:nvPr>
        </p:nvSpPr>
        <p:spPr>
          <a:xfrm>
            <a:off x="66888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"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6"/>
          <p:cNvSpPr txBox="1">
            <a:spLocks noGrp="1"/>
          </p:cNvSpPr>
          <p:nvPr>
            <p:ph type="subTitle" idx="1"/>
          </p:nvPr>
        </p:nvSpPr>
        <p:spPr>
          <a:xfrm>
            <a:off x="873125" y="3676412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17" name="Google Shape;1017;p26"/>
          <p:cNvSpPr txBox="1">
            <a:spLocks noGrp="1"/>
          </p:cNvSpPr>
          <p:nvPr>
            <p:ph type="subTitle" idx="2"/>
          </p:nvPr>
        </p:nvSpPr>
        <p:spPr>
          <a:xfrm>
            <a:off x="873125" y="4034726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18" name="Google Shape;1018;p26"/>
          <p:cNvSpPr txBox="1">
            <a:spLocks noGrp="1"/>
          </p:cNvSpPr>
          <p:nvPr>
            <p:ph type="subTitle" idx="3"/>
          </p:nvPr>
        </p:nvSpPr>
        <p:spPr>
          <a:xfrm>
            <a:off x="3474300" y="3676412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19" name="Google Shape;1019;p26"/>
          <p:cNvSpPr txBox="1">
            <a:spLocks noGrp="1"/>
          </p:cNvSpPr>
          <p:nvPr>
            <p:ph type="subTitle" idx="4"/>
          </p:nvPr>
        </p:nvSpPr>
        <p:spPr>
          <a:xfrm>
            <a:off x="3474300" y="4034726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20" name="Google Shape;1020;p26"/>
          <p:cNvSpPr txBox="1">
            <a:spLocks noGrp="1"/>
          </p:cNvSpPr>
          <p:nvPr>
            <p:ph type="subTitle" idx="5"/>
          </p:nvPr>
        </p:nvSpPr>
        <p:spPr>
          <a:xfrm>
            <a:off x="6075475" y="3676412"/>
            <a:ext cx="21954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21" name="Google Shape;1021;p26"/>
          <p:cNvSpPr txBox="1">
            <a:spLocks noGrp="1"/>
          </p:cNvSpPr>
          <p:nvPr>
            <p:ph type="subTitle" idx="6"/>
          </p:nvPr>
        </p:nvSpPr>
        <p:spPr>
          <a:xfrm>
            <a:off x="6075475" y="4034726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22" name="Google Shape;1022;p26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Font typeface="Fredoka One"/>
              <a:buNone/>
              <a:defRPr sz="3600"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sp>
        <p:nvSpPr>
          <p:cNvPr id="1023" name="Google Shape;1023;p26"/>
          <p:cNvSpPr txBox="1">
            <a:spLocks noGrp="1"/>
          </p:cNvSpPr>
          <p:nvPr>
            <p:ph type="subTitle" idx="7"/>
          </p:nvPr>
        </p:nvSpPr>
        <p:spPr>
          <a:xfrm>
            <a:off x="873125" y="1838287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24" name="Google Shape;1024;p26"/>
          <p:cNvSpPr txBox="1">
            <a:spLocks noGrp="1"/>
          </p:cNvSpPr>
          <p:nvPr>
            <p:ph type="subTitle" idx="8"/>
          </p:nvPr>
        </p:nvSpPr>
        <p:spPr>
          <a:xfrm>
            <a:off x="873125" y="2196601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25" name="Google Shape;1025;p26"/>
          <p:cNvSpPr txBox="1">
            <a:spLocks noGrp="1"/>
          </p:cNvSpPr>
          <p:nvPr>
            <p:ph type="subTitle" idx="9"/>
          </p:nvPr>
        </p:nvSpPr>
        <p:spPr>
          <a:xfrm>
            <a:off x="3474300" y="1838287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26" name="Google Shape;1026;p26"/>
          <p:cNvSpPr txBox="1">
            <a:spLocks noGrp="1"/>
          </p:cNvSpPr>
          <p:nvPr>
            <p:ph type="subTitle" idx="13"/>
          </p:nvPr>
        </p:nvSpPr>
        <p:spPr>
          <a:xfrm>
            <a:off x="3474300" y="2196601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27" name="Google Shape;1027;p26"/>
          <p:cNvSpPr txBox="1">
            <a:spLocks noGrp="1"/>
          </p:cNvSpPr>
          <p:nvPr>
            <p:ph type="subTitle" idx="14"/>
          </p:nvPr>
        </p:nvSpPr>
        <p:spPr>
          <a:xfrm>
            <a:off x="6075475" y="1838287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1028" name="Google Shape;1028;p26"/>
          <p:cNvSpPr txBox="1">
            <a:spLocks noGrp="1"/>
          </p:cNvSpPr>
          <p:nvPr>
            <p:ph type="subTitle" idx="15"/>
          </p:nvPr>
        </p:nvSpPr>
        <p:spPr>
          <a:xfrm>
            <a:off x="6075475" y="2196601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grpSp>
        <p:nvGrpSpPr>
          <p:cNvPr id="1029" name="Google Shape;1029;p26"/>
          <p:cNvGrpSpPr/>
          <p:nvPr/>
        </p:nvGrpSpPr>
        <p:grpSpPr>
          <a:xfrm>
            <a:off x="0" y="-12"/>
            <a:ext cx="9144888" cy="5143512"/>
            <a:chOff x="0" y="-12"/>
            <a:chExt cx="9144888" cy="5143512"/>
          </a:xfrm>
        </p:grpSpPr>
        <p:grpSp>
          <p:nvGrpSpPr>
            <p:cNvPr id="1030" name="Google Shape;1030;p26"/>
            <p:cNvGrpSpPr/>
            <p:nvPr/>
          </p:nvGrpSpPr>
          <p:grpSpPr>
            <a:xfrm>
              <a:off x="7617888" y="-12"/>
              <a:ext cx="1527000" cy="776712"/>
              <a:chOff x="7617888" y="-12"/>
              <a:chExt cx="1527000" cy="776712"/>
            </a:xfrm>
          </p:grpSpPr>
          <p:sp>
            <p:nvSpPr>
              <p:cNvPr id="1031" name="Google Shape;1031;p26"/>
              <p:cNvSpPr/>
              <p:nvPr/>
            </p:nvSpPr>
            <p:spPr>
              <a:xfrm>
                <a:off x="7617888" y="0"/>
                <a:ext cx="1527000" cy="7767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32" name="Google Shape;1032;p26"/>
              <p:cNvGrpSpPr/>
              <p:nvPr/>
            </p:nvGrpSpPr>
            <p:grpSpPr>
              <a:xfrm>
                <a:off x="7926349" y="-12"/>
                <a:ext cx="910059" cy="455329"/>
                <a:chOff x="6250487" y="-9"/>
                <a:chExt cx="1178375" cy="589575"/>
              </a:xfrm>
            </p:grpSpPr>
            <p:sp>
              <p:nvSpPr>
                <p:cNvPr id="1033" name="Google Shape;1033;p26"/>
                <p:cNvSpPr/>
                <p:nvPr/>
              </p:nvSpPr>
              <p:spPr>
                <a:xfrm flipH="1">
                  <a:off x="6250487" y="-9"/>
                  <a:ext cx="1178375" cy="5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35" h="23583" extrusionOk="0">
                      <a:moveTo>
                        <a:pt x="1" y="1"/>
                      </a:moveTo>
                      <a:cubicBezTo>
                        <a:pt x="1" y="13017"/>
                        <a:pt x="10537" y="23582"/>
                        <a:pt x="23583" y="23582"/>
                      </a:cubicBezTo>
                      <a:cubicBezTo>
                        <a:pt x="36599" y="23582"/>
                        <a:pt x="47135" y="13017"/>
                        <a:pt x="471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4" name="Google Shape;1034;p26"/>
                <p:cNvSpPr/>
                <p:nvPr/>
              </p:nvSpPr>
              <p:spPr>
                <a:xfrm flipH="1">
                  <a:off x="6396049" y="-9"/>
                  <a:ext cx="887250" cy="44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0" h="17804" extrusionOk="0">
                      <a:moveTo>
                        <a:pt x="0" y="1"/>
                      </a:moveTo>
                      <a:lnTo>
                        <a:pt x="0" y="59"/>
                      </a:lnTo>
                      <a:cubicBezTo>
                        <a:pt x="0" y="9836"/>
                        <a:pt x="7939" y="17775"/>
                        <a:pt x="17716" y="17804"/>
                      </a:cubicBezTo>
                      <a:cubicBezTo>
                        <a:pt x="27522" y="17804"/>
                        <a:pt x="35460" y="9836"/>
                        <a:pt x="35490" y="59"/>
                      </a:cubicBezTo>
                      <a:lnTo>
                        <a:pt x="35490" y="1"/>
                      </a:lnTo>
                      <a:lnTo>
                        <a:pt x="25275" y="1"/>
                      </a:lnTo>
                      <a:lnTo>
                        <a:pt x="25275" y="59"/>
                      </a:lnTo>
                      <a:cubicBezTo>
                        <a:pt x="25275" y="4204"/>
                        <a:pt x="21889" y="7560"/>
                        <a:pt x="17745" y="7560"/>
                      </a:cubicBezTo>
                      <a:cubicBezTo>
                        <a:pt x="13572" y="7560"/>
                        <a:pt x="10215" y="4204"/>
                        <a:pt x="10215" y="59"/>
                      </a:cubicBezTo>
                      <a:lnTo>
                        <a:pt x="10215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35" name="Google Shape;1035;p26"/>
            <p:cNvGrpSpPr/>
            <p:nvPr/>
          </p:nvGrpSpPr>
          <p:grpSpPr>
            <a:xfrm>
              <a:off x="0" y="3403925"/>
              <a:ext cx="9144888" cy="1739575"/>
              <a:chOff x="0" y="3403925"/>
              <a:chExt cx="9144888" cy="1739575"/>
            </a:xfrm>
          </p:grpSpPr>
          <p:grpSp>
            <p:nvGrpSpPr>
              <p:cNvPr id="1036" name="Google Shape;1036;p26"/>
              <p:cNvGrpSpPr/>
              <p:nvPr/>
            </p:nvGrpSpPr>
            <p:grpSpPr>
              <a:xfrm rot="5400000">
                <a:off x="6375" y="3702800"/>
                <a:ext cx="763950" cy="166200"/>
                <a:chOff x="778750" y="1794600"/>
                <a:chExt cx="763950" cy="166200"/>
              </a:xfrm>
            </p:grpSpPr>
            <p:sp>
              <p:nvSpPr>
                <p:cNvPr id="1037" name="Google Shape;1037;p26"/>
                <p:cNvSpPr/>
                <p:nvPr/>
              </p:nvSpPr>
              <p:spPr>
                <a:xfrm>
                  <a:off x="1370475" y="1803850"/>
                  <a:ext cx="172225" cy="14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9" h="5928" extrusionOk="0">
                      <a:moveTo>
                        <a:pt x="2970" y="1"/>
                      </a:moveTo>
                      <a:cubicBezTo>
                        <a:pt x="1452" y="1"/>
                        <a:pt x="0" y="1176"/>
                        <a:pt x="0" y="2950"/>
                      </a:cubicBezTo>
                      <a:cubicBezTo>
                        <a:pt x="0" y="4585"/>
                        <a:pt x="1314" y="5927"/>
                        <a:pt x="2948" y="5927"/>
                      </a:cubicBezTo>
                      <a:cubicBezTo>
                        <a:pt x="5575" y="5927"/>
                        <a:pt x="6888" y="2717"/>
                        <a:pt x="5049" y="878"/>
                      </a:cubicBezTo>
                      <a:cubicBezTo>
                        <a:pt x="4443" y="272"/>
                        <a:pt x="3699" y="1"/>
                        <a:pt x="297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8" name="Google Shape;1038;p26"/>
                <p:cNvSpPr/>
                <p:nvPr/>
              </p:nvSpPr>
              <p:spPr>
                <a:xfrm>
                  <a:off x="1079350" y="1803850"/>
                  <a:ext cx="172225" cy="14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89" h="5928" extrusionOk="0">
                      <a:moveTo>
                        <a:pt x="2970" y="1"/>
                      </a:moveTo>
                      <a:cubicBezTo>
                        <a:pt x="1452" y="1"/>
                        <a:pt x="0" y="1176"/>
                        <a:pt x="0" y="2950"/>
                      </a:cubicBezTo>
                      <a:cubicBezTo>
                        <a:pt x="0" y="4585"/>
                        <a:pt x="1314" y="5927"/>
                        <a:pt x="2948" y="5927"/>
                      </a:cubicBezTo>
                      <a:cubicBezTo>
                        <a:pt x="5575" y="5927"/>
                        <a:pt x="6888" y="2746"/>
                        <a:pt x="5049" y="878"/>
                      </a:cubicBezTo>
                      <a:cubicBezTo>
                        <a:pt x="4443" y="272"/>
                        <a:pt x="3699" y="1"/>
                        <a:pt x="297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9" name="Google Shape;1039;p26"/>
                <p:cNvSpPr/>
                <p:nvPr/>
              </p:nvSpPr>
              <p:spPr>
                <a:xfrm>
                  <a:off x="778750" y="1794600"/>
                  <a:ext cx="194100" cy="16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64" h="6648" extrusionOk="0">
                      <a:moveTo>
                        <a:pt x="3327" y="752"/>
                      </a:moveTo>
                      <a:cubicBezTo>
                        <a:pt x="5633" y="752"/>
                        <a:pt x="6771" y="3525"/>
                        <a:pt x="5137" y="5159"/>
                      </a:cubicBezTo>
                      <a:cubicBezTo>
                        <a:pt x="4610" y="5686"/>
                        <a:pt x="3964" y="5922"/>
                        <a:pt x="3331" y="5922"/>
                      </a:cubicBezTo>
                      <a:cubicBezTo>
                        <a:pt x="2002" y="5922"/>
                        <a:pt x="730" y="4882"/>
                        <a:pt x="730" y="3320"/>
                      </a:cubicBezTo>
                      <a:cubicBezTo>
                        <a:pt x="730" y="1890"/>
                        <a:pt x="1897" y="752"/>
                        <a:pt x="3327" y="752"/>
                      </a:cubicBezTo>
                      <a:close/>
                      <a:moveTo>
                        <a:pt x="3332" y="1"/>
                      </a:moveTo>
                      <a:cubicBezTo>
                        <a:pt x="1628" y="1"/>
                        <a:pt x="0" y="1327"/>
                        <a:pt x="0" y="3320"/>
                      </a:cubicBezTo>
                      <a:cubicBezTo>
                        <a:pt x="0" y="5159"/>
                        <a:pt x="1489" y="6647"/>
                        <a:pt x="3327" y="6647"/>
                      </a:cubicBezTo>
                      <a:cubicBezTo>
                        <a:pt x="6275" y="6647"/>
                        <a:pt x="7763" y="3058"/>
                        <a:pt x="5662" y="985"/>
                      </a:cubicBezTo>
                      <a:cubicBezTo>
                        <a:pt x="4982" y="305"/>
                        <a:pt x="4148" y="1"/>
                        <a:pt x="333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040" name="Google Shape;1040;p26"/>
              <p:cNvGrpSpPr/>
              <p:nvPr/>
            </p:nvGrpSpPr>
            <p:grpSpPr>
              <a:xfrm>
                <a:off x="8368188" y="3885769"/>
                <a:ext cx="776700" cy="1257731"/>
                <a:chOff x="8368188" y="3885769"/>
                <a:chExt cx="776700" cy="1257731"/>
              </a:xfrm>
            </p:grpSpPr>
            <p:sp>
              <p:nvSpPr>
                <p:cNvPr id="1041" name="Google Shape;1041;p26"/>
                <p:cNvSpPr/>
                <p:nvPr/>
              </p:nvSpPr>
              <p:spPr>
                <a:xfrm rot="5400000">
                  <a:off x="8367888" y="4366500"/>
                  <a:ext cx="777300" cy="7767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42" name="Google Shape;1042;p26"/>
                <p:cNvGrpSpPr/>
                <p:nvPr/>
              </p:nvGrpSpPr>
              <p:grpSpPr>
                <a:xfrm rot="5400000">
                  <a:off x="8271388" y="4275532"/>
                  <a:ext cx="968525" cy="189000"/>
                  <a:chOff x="1648000" y="4487175"/>
                  <a:chExt cx="968525" cy="189000"/>
                </a:xfrm>
              </p:grpSpPr>
              <p:sp>
                <p:nvSpPr>
                  <p:cNvPr id="1043" name="Google Shape;1043;p26"/>
                  <p:cNvSpPr/>
                  <p:nvPr/>
                </p:nvSpPr>
                <p:spPr>
                  <a:xfrm>
                    <a:off x="1648000" y="4487175"/>
                    <a:ext cx="4735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" h="7560" extrusionOk="0">
                        <a:moveTo>
                          <a:pt x="947" y="1"/>
                        </a:moveTo>
                        <a:cubicBezTo>
                          <a:pt x="439" y="1"/>
                          <a:pt x="43" y="396"/>
                          <a:pt x="43" y="905"/>
                        </a:cubicBezTo>
                        <a:lnTo>
                          <a:pt x="43" y="6584"/>
                        </a:lnTo>
                        <a:cubicBezTo>
                          <a:pt x="1" y="7234"/>
                          <a:pt x="474" y="7559"/>
                          <a:pt x="947" y="7559"/>
                        </a:cubicBezTo>
                        <a:cubicBezTo>
                          <a:pt x="1421" y="7559"/>
                          <a:pt x="1894" y="7234"/>
                          <a:pt x="1852" y="6584"/>
                        </a:cubicBezTo>
                        <a:lnTo>
                          <a:pt x="1852" y="905"/>
                        </a:lnTo>
                        <a:cubicBezTo>
                          <a:pt x="1852" y="396"/>
                          <a:pt x="1456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4" name="Google Shape;1044;p26"/>
                  <p:cNvSpPr/>
                  <p:nvPr/>
                </p:nvSpPr>
                <p:spPr>
                  <a:xfrm>
                    <a:off x="1739850" y="4487175"/>
                    <a:ext cx="4770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" h="7560" extrusionOk="0">
                        <a:moveTo>
                          <a:pt x="947" y="1"/>
                        </a:moveTo>
                        <a:cubicBezTo>
                          <a:pt x="466" y="1"/>
                          <a:pt x="42" y="396"/>
                          <a:pt x="42" y="905"/>
                        </a:cubicBezTo>
                        <a:lnTo>
                          <a:pt x="42" y="6584"/>
                        </a:lnTo>
                        <a:cubicBezTo>
                          <a:pt x="0" y="7234"/>
                          <a:pt x="473" y="7559"/>
                          <a:pt x="950" y="7559"/>
                        </a:cubicBezTo>
                        <a:cubicBezTo>
                          <a:pt x="1427" y="7559"/>
                          <a:pt x="1907" y="7234"/>
                          <a:pt x="1879" y="6584"/>
                        </a:cubicBezTo>
                        <a:lnTo>
                          <a:pt x="1879" y="905"/>
                        </a:lnTo>
                        <a:cubicBezTo>
                          <a:pt x="1851" y="396"/>
                          <a:pt x="1455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5" name="Google Shape;1045;p26"/>
                  <p:cNvSpPr/>
                  <p:nvPr/>
                </p:nvSpPr>
                <p:spPr>
                  <a:xfrm>
                    <a:off x="1832375" y="4487175"/>
                    <a:ext cx="4735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" h="7560" extrusionOk="0">
                        <a:moveTo>
                          <a:pt x="947" y="1"/>
                        </a:moveTo>
                        <a:cubicBezTo>
                          <a:pt x="439" y="1"/>
                          <a:pt x="43" y="396"/>
                          <a:pt x="43" y="905"/>
                        </a:cubicBezTo>
                        <a:lnTo>
                          <a:pt x="43" y="6584"/>
                        </a:lnTo>
                        <a:cubicBezTo>
                          <a:pt x="1" y="7234"/>
                          <a:pt x="474" y="7559"/>
                          <a:pt x="947" y="7559"/>
                        </a:cubicBezTo>
                        <a:cubicBezTo>
                          <a:pt x="1421" y="7559"/>
                          <a:pt x="1894" y="7234"/>
                          <a:pt x="1851" y="6584"/>
                        </a:cubicBezTo>
                        <a:lnTo>
                          <a:pt x="1851" y="905"/>
                        </a:lnTo>
                        <a:cubicBezTo>
                          <a:pt x="1851" y="396"/>
                          <a:pt x="1428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6" name="Google Shape;1046;p26"/>
                  <p:cNvSpPr/>
                  <p:nvPr/>
                </p:nvSpPr>
                <p:spPr>
                  <a:xfrm>
                    <a:off x="1924225" y="4487175"/>
                    <a:ext cx="4735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" h="7560" extrusionOk="0">
                        <a:moveTo>
                          <a:pt x="947" y="1"/>
                        </a:moveTo>
                        <a:cubicBezTo>
                          <a:pt x="438" y="1"/>
                          <a:pt x="42" y="396"/>
                          <a:pt x="42" y="905"/>
                        </a:cubicBezTo>
                        <a:lnTo>
                          <a:pt x="42" y="6584"/>
                        </a:lnTo>
                        <a:cubicBezTo>
                          <a:pt x="0" y="7234"/>
                          <a:pt x="473" y="7559"/>
                          <a:pt x="947" y="7559"/>
                        </a:cubicBezTo>
                        <a:cubicBezTo>
                          <a:pt x="1420" y="7559"/>
                          <a:pt x="1893" y="7234"/>
                          <a:pt x="1851" y="6584"/>
                        </a:cubicBezTo>
                        <a:lnTo>
                          <a:pt x="1851" y="905"/>
                        </a:lnTo>
                        <a:cubicBezTo>
                          <a:pt x="1851" y="396"/>
                          <a:pt x="1455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7" name="Google Shape;1047;p26"/>
                  <p:cNvSpPr/>
                  <p:nvPr/>
                </p:nvSpPr>
                <p:spPr>
                  <a:xfrm>
                    <a:off x="2016400" y="4487175"/>
                    <a:ext cx="4770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08" h="7560" extrusionOk="0">
                        <a:moveTo>
                          <a:pt x="961" y="1"/>
                        </a:moveTo>
                        <a:cubicBezTo>
                          <a:pt x="453" y="1"/>
                          <a:pt x="29" y="396"/>
                          <a:pt x="29" y="905"/>
                        </a:cubicBezTo>
                        <a:lnTo>
                          <a:pt x="29" y="6584"/>
                        </a:lnTo>
                        <a:cubicBezTo>
                          <a:pt x="0" y="7234"/>
                          <a:pt x="481" y="7559"/>
                          <a:pt x="958" y="7559"/>
                        </a:cubicBezTo>
                        <a:cubicBezTo>
                          <a:pt x="1434" y="7559"/>
                          <a:pt x="1908" y="7234"/>
                          <a:pt x="1865" y="6584"/>
                        </a:cubicBezTo>
                        <a:lnTo>
                          <a:pt x="1865" y="905"/>
                        </a:lnTo>
                        <a:cubicBezTo>
                          <a:pt x="1865" y="396"/>
                          <a:pt x="1442" y="1"/>
                          <a:pt x="961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8" name="Google Shape;1048;p26"/>
                  <p:cNvSpPr/>
                  <p:nvPr/>
                </p:nvSpPr>
                <p:spPr>
                  <a:xfrm>
                    <a:off x="2108575" y="4487175"/>
                    <a:ext cx="47375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5" h="7560" extrusionOk="0">
                        <a:moveTo>
                          <a:pt x="948" y="1"/>
                        </a:moveTo>
                        <a:cubicBezTo>
                          <a:pt x="439" y="1"/>
                          <a:pt x="43" y="396"/>
                          <a:pt x="43" y="905"/>
                        </a:cubicBezTo>
                        <a:lnTo>
                          <a:pt x="43" y="6584"/>
                        </a:lnTo>
                        <a:cubicBezTo>
                          <a:pt x="1" y="7234"/>
                          <a:pt x="474" y="7559"/>
                          <a:pt x="948" y="7559"/>
                        </a:cubicBezTo>
                        <a:cubicBezTo>
                          <a:pt x="1421" y="7559"/>
                          <a:pt x="1894" y="7234"/>
                          <a:pt x="1852" y="6584"/>
                        </a:cubicBezTo>
                        <a:lnTo>
                          <a:pt x="1852" y="905"/>
                        </a:lnTo>
                        <a:cubicBezTo>
                          <a:pt x="1852" y="396"/>
                          <a:pt x="1456" y="1"/>
                          <a:pt x="948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49" name="Google Shape;1049;p26"/>
                  <p:cNvSpPr/>
                  <p:nvPr/>
                </p:nvSpPr>
                <p:spPr>
                  <a:xfrm>
                    <a:off x="2200425" y="4487175"/>
                    <a:ext cx="4735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" h="7560" extrusionOk="0">
                        <a:moveTo>
                          <a:pt x="947" y="1"/>
                        </a:moveTo>
                        <a:cubicBezTo>
                          <a:pt x="438" y="1"/>
                          <a:pt x="43" y="396"/>
                          <a:pt x="43" y="905"/>
                        </a:cubicBezTo>
                        <a:lnTo>
                          <a:pt x="43" y="6584"/>
                        </a:lnTo>
                        <a:cubicBezTo>
                          <a:pt x="0" y="7234"/>
                          <a:pt x="474" y="7559"/>
                          <a:pt x="947" y="7559"/>
                        </a:cubicBezTo>
                        <a:cubicBezTo>
                          <a:pt x="1420" y="7559"/>
                          <a:pt x="1893" y="7234"/>
                          <a:pt x="1851" y="6584"/>
                        </a:cubicBezTo>
                        <a:lnTo>
                          <a:pt x="1851" y="905"/>
                        </a:lnTo>
                        <a:cubicBezTo>
                          <a:pt x="1851" y="396"/>
                          <a:pt x="1455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0" name="Google Shape;1050;p26"/>
                  <p:cNvSpPr/>
                  <p:nvPr/>
                </p:nvSpPr>
                <p:spPr>
                  <a:xfrm>
                    <a:off x="2292950" y="4487175"/>
                    <a:ext cx="47375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5" h="7560" extrusionOk="0">
                        <a:moveTo>
                          <a:pt x="947" y="1"/>
                        </a:moveTo>
                        <a:cubicBezTo>
                          <a:pt x="439" y="1"/>
                          <a:pt x="43" y="396"/>
                          <a:pt x="43" y="905"/>
                        </a:cubicBezTo>
                        <a:lnTo>
                          <a:pt x="43" y="6584"/>
                        </a:lnTo>
                        <a:cubicBezTo>
                          <a:pt x="1" y="7234"/>
                          <a:pt x="474" y="7559"/>
                          <a:pt x="947" y="7559"/>
                        </a:cubicBezTo>
                        <a:cubicBezTo>
                          <a:pt x="1421" y="7559"/>
                          <a:pt x="1894" y="7234"/>
                          <a:pt x="1852" y="6584"/>
                        </a:cubicBezTo>
                        <a:lnTo>
                          <a:pt x="1852" y="905"/>
                        </a:lnTo>
                        <a:cubicBezTo>
                          <a:pt x="1852" y="396"/>
                          <a:pt x="1456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1" name="Google Shape;1051;p26"/>
                  <p:cNvSpPr/>
                  <p:nvPr/>
                </p:nvSpPr>
                <p:spPr>
                  <a:xfrm>
                    <a:off x="2385850" y="4487175"/>
                    <a:ext cx="45950" cy="187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38" h="7489" extrusionOk="0">
                        <a:moveTo>
                          <a:pt x="905" y="1"/>
                        </a:moveTo>
                        <a:cubicBezTo>
                          <a:pt x="396" y="1"/>
                          <a:pt x="1" y="396"/>
                          <a:pt x="1" y="905"/>
                        </a:cubicBezTo>
                        <a:lnTo>
                          <a:pt x="1" y="6584"/>
                        </a:lnTo>
                        <a:cubicBezTo>
                          <a:pt x="1" y="7093"/>
                          <a:pt x="396" y="7489"/>
                          <a:pt x="905" y="7489"/>
                        </a:cubicBezTo>
                        <a:cubicBezTo>
                          <a:pt x="1413" y="7489"/>
                          <a:pt x="1837" y="7093"/>
                          <a:pt x="1837" y="6584"/>
                        </a:cubicBezTo>
                        <a:lnTo>
                          <a:pt x="1837" y="905"/>
                        </a:lnTo>
                        <a:cubicBezTo>
                          <a:pt x="1837" y="396"/>
                          <a:pt x="1413" y="1"/>
                          <a:pt x="905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2" name="Google Shape;1052;p26"/>
                  <p:cNvSpPr/>
                  <p:nvPr/>
                </p:nvSpPr>
                <p:spPr>
                  <a:xfrm>
                    <a:off x="2477325" y="4487175"/>
                    <a:ext cx="4735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" h="7560" extrusionOk="0">
                        <a:moveTo>
                          <a:pt x="947" y="1"/>
                        </a:moveTo>
                        <a:cubicBezTo>
                          <a:pt x="439" y="1"/>
                          <a:pt x="43" y="396"/>
                          <a:pt x="43" y="905"/>
                        </a:cubicBezTo>
                        <a:lnTo>
                          <a:pt x="43" y="6584"/>
                        </a:lnTo>
                        <a:cubicBezTo>
                          <a:pt x="1" y="7234"/>
                          <a:pt x="474" y="7559"/>
                          <a:pt x="947" y="7559"/>
                        </a:cubicBezTo>
                        <a:cubicBezTo>
                          <a:pt x="1421" y="7559"/>
                          <a:pt x="1894" y="7234"/>
                          <a:pt x="1852" y="6584"/>
                        </a:cubicBezTo>
                        <a:lnTo>
                          <a:pt x="1852" y="905"/>
                        </a:lnTo>
                        <a:cubicBezTo>
                          <a:pt x="1852" y="396"/>
                          <a:pt x="1456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3" name="Google Shape;1053;p26"/>
                  <p:cNvSpPr/>
                  <p:nvPr/>
                </p:nvSpPr>
                <p:spPr>
                  <a:xfrm>
                    <a:off x="2569175" y="4487175"/>
                    <a:ext cx="47350" cy="1890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94" h="7560" extrusionOk="0">
                        <a:moveTo>
                          <a:pt x="947" y="1"/>
                        </a:moveTo>
                        <a:cubicBezTo>
                          <a:pt x="438" y="1"/>
                          <a:pt x="42" y="396"/>
                          <a:pt x="42" y="905"/>
                        </a:cubicBezTo>
                        <a:lnTo>
                          <a:pt x="42" y="6584"/>
                        </a:lnTo>
                        <a:cubicBezTo>
                          <a:pt x="0" y="7234"/>
                          <a:pt x="473" y="7559"/>
                          <a:pt x="947" y="7559"/>
                        </a:cubicBezTo>
                        <a:cubicBezTo>
                          <a:pt x="1420" y="7559"/>
                          <a:pt x="1893" y="7234"/>
                          <a:pt x="1851" y="6584"/>
                        </a:cubicBezTo>
                        <a:lnTo>
                          <a:pt x="1851" y="905"/>
                        </a:lnTo>
                        <a:cubicBezTo>
                          <a:pt x="1851" y="396"/>
                          <a:pt x="1455" y="1"/>
                          <a:pt x="94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054" name="Google Shape;1054;p26"/>
              <p:cNvGrpSpPr/>
              <p:nvPr/>
            </p:nvGrpSpPr>
            <p:grpSpPr>
              <a:xfrm>
                <a:off x="0" y="4379400"/>
                <a:ext cx="1328246" cy="764100"/>
                <a:chOff x="8367300" y="4379400"/>
                <a:chExt cx="1328246" cy="764100"/>
              </a:xfrm>
            </p:grpSpPr>
            <p:sp>
              <p:nvSpPr>
                <p:cNvPr id="1055" name="Google Shape;1055;p26"/>
                <p:cNvSpPr/>
                <p:nvPr/>
              </p:nvSpPr>
              <p:spPr>
                <a:xfrm>
                  <a:off x="8367300" y="4379400"/>
                  <a:ext cx="776700" cy="76410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56" name="Google Shape;1056;p26"/>
                <p:cNvGrpSpPr/>
                <p:nvPr/>
              </p:nvGrpSpPr>
              <p:grpSpPr>
                <a:xfrm rot="-5400000">
                  <a:off x="8864471" y="4312425"/>
                  <a:ext cx="553800" cy="1108350"/>
                  <a:chOff x="380375" y="692699"/>
                  <a:chExt cx="553800" cy="1108350"/>
                </a:xfrm>
              </p:grpSpPr>
              <p:sp>
                <p:nvSpPr>
                  <p:cNvPr id="1057" name="Google Shape;1057;p26"/>
                  <p:cNvSpPr/>
                  <p:nvPr/>
                </p:nvSpPr>
                <p:spPr>
                  <a:xfrm>
                    <a:off x="380375" y="692699"/>
                    <a:ext cx="553800" cy="11083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2152" h="44334" extrusionOk="0">
                        <a:moveTo>
                          <a:pt x="0" y="1"/>
                        </a:moveTo>
                        <a:lnTo>
                          <a:pt x="0" y="44333"/>
                        </a:lnTo>
                        <a:cubicBezTo>
                          <a:pt x="12229" y="44333"/>
                          <a:pt x="22152" y="34410"/>
                          <a:pt x="22152" y="22152"/>
                        </a:cubicBezTo>
                        <a:cubicBezTo>
                          <a:pt x="22152" y="9924"/>
                          <a:pt x="12229" y="1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058" name="Google Shape;1058;p26"/>
                  <p:cNvSpPr/>
                  <p:nvPr/>
                </p:nvSpPr>
                <p:spPr>
                  <a:xfrm>
                    <a:off x="380375" y="923999"/>
                    <a:ext cx="313750" cy="6450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550" h="25801" extrusionOk="0">
                        <a:moveTo>
                          <a:pt x="0" y="0"/>
                        </a:moveTo>
                        <a:lnTo>
                          <a:pt x="0" y="3649"/>
                        </a:lnTo>
                        <a:cubicBezTo>
                          <a:pt x="4961" y="3853"/>
                          <a:pt x="8901" y="7939"/>
                          <a:pt x="8901" y="12900"/>
                        </a:cubicBezTo>
                        <a:cubicBezTo>
                          <a:pt x="8901" y="17891"/>
                          <a:pt x="4961" y="21977"/>
                          <a:pt x="0" y="22152"/>
                        </a:cubicBezTo>
                        <a:lnTo>
                          <a:pt x="0" y="25800"/>
                        </a:lnTo>
                        <a:cubicBezTo>
                          <a:pt x="6975" y="25596"/>
                          <a:pt x="12550" y="19905"/>
                          <a:pt x="12550" y="12900"/>
                        </a:cubicBezTo>
                        <a:cubicBezTo>
                          <a:pt x="12550" y="5925"/>
                          <a:pt x="6975" y="205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27"/>
          <p:cNvSpPr txBox="1">
            <a:spLocks noGrp="1"/>
          </p:cNvSpPr>
          <p:nvPr>
            <p:ph type="title" hasCustomPrompt="1"/>
          </p:nvPr>
        </p:nvSpPr>
        <p:spPr>
          <a:xfrm>
            <a:off x="721200" y="2648408"/>
            <a:ext cx="23427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61" name="Google Shape;1061;p27"/>
          <p:cNvSpPr txBox="1">
            <a:spLocks noGrp="1"/>
          </p:cNvSpPr>
          <p:nvPr>
            <p:ph type="subTitle" idx="1"/>
          </p:nvPr>
        </p:nvSpPr>
        <p:spPr>
          <a:xfrm>
            <a:off x="721200" y="3515341"/>
            <a:ext cx="23427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62" name="Google Shape;1062;p27"/>
          <p:cNvSpPr txBox="1">
            <a:spLocks noGrp="1"/>
          </p:cNvSpPr>
          <p:nvPr>
            <p:ph type="title" idx="2" hasCustomPrompt="1"/>
          </p:nvPr>
        </p:nvSpPr>
        <p:spPr>
          <a:xfrm>
            <a:off x="3400649" y="2648408"/>
            <a:ext cx="23427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063" name="Google Shape;1063;p27"/>
          <p:cNvSpPr txBox="1">
            <a:spLocks noGrp="1"/>
          </p:cNvSpPr>
          <p:nvPr>
            <p:ph type="subTitle" idx="3"/>
          </p:nvPr>
        </p:nvSpPr>
        <p:spPr>
          <a:xfrm>
            <a:off x="3400649" y="3515341"/>
            <a:ext cx="23427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64" name="Google Shape;1064;p27"/>
          <p:cNvSpPr txBox="1">
            <a:spLocks noGrp="1"/>
          </p:cNvSpPr>
          <p:nvPr>
            <p:ph type="title" idx="4" hasCustomPrompt="1"/>
          </p:nvPr>
        </p:nvSpPr>
        <p:spPr>
          <a:xfrm>
            <a:off x="6080099" y="2648408"/>
            <a:ext cx="23427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000"/>
              <a:buNone/>
              <a:defRPr sz="5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65" name="Google Shape;1065;p27"/>
          <p:cNvSpPr txBox="1">
            <a:spLocks noGrp="1"/>
          </p:cNvSpPr>
          <p:nvPr>
            <p:ph type="subTitle" idx="5"/>
          </p:nvPr>
        </p:nvSpPr>
        <p:spPr>
          <a:xfrm>
            <a:off x="6080099" y="3515341"/>
            <a:ext cx="23427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66" name="Google Shape;1066;p27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16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1067" name="Google Shape;1067;p27"/>
          <p:cNvGrpSpPr/>
          <p:nvPr/>
        </p:nvGrpSpPr>
        <p:grpSpPr>
          <a:xfrm>
            <a:off x="-767429" y="0"/>
            <a:ext cx="9911436" cy="5143491"/>
            <a:chOff x="-767429" y="0"/>
            <a:chExt cx="9911436" cy="5143491"/>
          </a:xfrm>
        </p:grpSpPr>
        <p:grpSp>
          <p:nvGrpSpPr>
            <p:cNvPr id="1068" name="Google Shape;1068;p27"/>
            <p:cNvGrpSpPr/>
            <p:nvPr/>
          </p:nvGrpSpPr>
          <p:grpSpPr>
            <a:xfrm>
              <a:off x="7617003" y="0"/>
              <a:ext cx="1527000" cy="777300"/>
              <a:chOff x="7617003" y="0"/>
              <a:chExt cx="1527000" cy="777300"/>
            </a:xfrm>
          </p:grpSpPr>
          <p:sp>
            <p:nvSpPr>
              <p:cNvPr id="1069" name="Google Shape;1069;p27"/>
              <p:cNvSpPr/>
              <p:nvPr/>
            </p:nvSpPr>
            <p:spPr>
              <a:xfrm rot="10800000">
                <a:off x="7617003" y="0"/>
                <a:ext cx="1527000" cy="777300"/>
              </a:xfrm>
              <a:prstGeom prst="round1Rect">
                <a:avLst>
                  <a:gd name="adj" fmla="val 50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70" name="Google Shape;1070;p27"/>
              <p:cNvGrpSpPr/>
              <p:nvPr/>
            </p:nvGrpSpPr>
            <p:grpSpPr>
              <a:xfrm rot="10800000">
                <a:off x="8424320" y="0"/>
                <a:ext cx="719683" cy="720315"/>
                <a:chOff x="7614012" y="739316"/>
                <a:chExt cx="789993" cy="790686"/>
              </a:xfrm>
            </p:grpSpPr>
            <p:sp>
              <p:nvSpPr>
                <p:cNvPr id="1071" name="Google Shape;1071;p27"/>
                <p:cNvSpPr/>
                <p:nvPr/>
              </p:nvSpPr>
              <p:spPr>
                <a:xfrm rot="5400000">
                  <a:off x="7613666" y="739663"/>
                  <a:ext cx="790686" cy="7899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90" h="33061" extrusionOk="0">
                      <a:moveTo>
                        <a:pt x="33089" y="0"/>
                      </a:moveTo>
                      <a:cubicBezTo>
                        <a:pt x="14807" y="0"/>
                        <a:pt x="1" y="14807"/>
                        <a:pt x="1" y="33060"/>
                      </a:cubicBezTo>
                      <a:lnTo>
                        <a:pt x="33089" y="33060"/>
                      </a:lnTo>
                      <a:lnTo>
                        <a:pt x="33089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2" name="Google Shape;1072;p27"/>
                <p:cNvSpPr/>
                <p:nvPr/>
              </p:nvSpPr>
              <p:spPr>
                <a:xfrm rot="5400000">
                  <a:off x="7614012" y="1265293"/>
                  <a:ext cx="264709" cy="264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8" h="11078" extrusionOk="0">
                      <a:moveTo>
                        <a:pt x="11077" y="1"/>
                      </a:moveTo>
                      <a:cubicBezTo>
                        <a:pt x="4945" y="1"/>
                        <a:pt x="1" y="4974"/>
                        <a:pt x="1" y="11077"/>
                      </a:cubicBezTo>
                      <a:lnTo>
                        <a:pt x="707" y="11077"/>
                      </a:lnTo>
                      <a:cubicBezTo>
                        <a:pt x="707" y="5341"/>
                        <a:pt x="5341" y="707"/>
                        <a:pt x="11077" y="707"/>
                      </a:cubicBezTo>
                      <a:lnTo>
                        <a:pt x="1107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3" name="Google Shape;1073;p27"/>
                <p:cNvSpPr/>
                <p:nvPr/>
              </p:nvSpPr>
              <p:spPr>
                <a:xfrm rot="5400000">
                  <a:off x="7614012" y="1365222"/>
                  <a:ext cx="164780" cy="164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6" h="6896" extrusionOk="0">
                      <a:moveTo>
                        <a:pt x="6895" y="1"/>
                      </a:moveTo>
                      <a:cubicBezTo>
                        <a:pt x="3080" y="29"/>
                        <a:pt x="0" y="3109"/>
                        <a:pt x="0" y="6895"/>
                      </a:cubicBezTo>
                      <a:lnTo>
                        <a:pt x="707" y="6895"/>
                      </a:lnTo>
                      <a:cubicBezTo>
                        <a:pt x="707" y="3476"/>
                        <a:pt x="3476" y="736"/>
                        <a:pt x="6895" y="707"/>
                      </a:cubicBezTo>
                      <a:lnTo>
                        <a:pt x="68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4" name="Google Shape;1074;p27"/>
                <p:cNvSpPr/>
                <p:nvPr/>
              </p:nvSpPr>
              <p:spPr>
                <a:xfrm rot="5400000">
                  <a:off x="7613677" y="1158960"/>
                  <a:ext cx="371376" cy="370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2" h="15514" extrusionOk="0">
                      <a:moveTo>
                        <a:pt x="15541" y="1"/>
                      </a:moveTo>
                      <a:cubicBezTo>
                        <a:pt x="6951" y="1"/>
                        <a:pt x="28" y="6952"/>
                        <a:pt x="0" y="15513"/>
                      </a:cubicBezTo>
                      <a:lnTo>
                        <a:pt x="706" y="15513"/>
                      </a:lnTo>
                      <a:cubicBezTo>
                        <a:pt x="735" y="7347"/>
                        <a:pt x="7347" y="707"/>
                        <a:pt x="15541" y="707"/>
                      </a:cubicBezTo>
                      <a:lnTo>
                        <a:pt x="1554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5" name="Google Shape;1075;p27"/>
                <p:cNvSpPr/>
                <p:nvPr/>
              </p:nvSpPr>
              <p:spPr>
                <a:xfrm rot="5400000">
                  <a:off x="7614000" y="800093"/>
                  <a:ext cx="729921" cy="7298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47" h="30546" extrusionOk="0">
                      <a:moveTo>
                        <a:pt x="30546" y="0"/>
                      </a:moveTo>
                      <a:cubicBezTo>
                        <a:pt x="13677" y="28"/>
                        <a:pt x="29" y="13705"/>
                        <a:pt x="1" y="30545"/>
                      </a:cubicBezTo>
                      <a:lnTo>
                        <a:pt x="707" y="30545"/>
                      </a:lnTo>
                      <a:cubicBezTo>
                        <a:pt x="707" y="14072"/>
                        <a:pt x="14073" y="735"/>
                        <a:pt x="30546" y="707"/>
                      </a:cubicBezTo>
                      <a:lnTo>
                        <a:pt x="3054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6" name="Google Shape;1076;p27"/>
                <p:cNvSpPr/>
                <p:nvPr/>
              </p:nvSpPr>
              <p:spPr>
                <a:xfrm rot="5400000">
                  <a:off x="7614012" y="887871"/>
                  <a:ext cx="642130" cy="6421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73" h="26873" extrusionOk="0">
                      <a:moveTo>
                        <a:pt x="26872" y="1"/>
                      </a:moveTo>
                      <a:cubicBezTo>
                        <a:pt x="12037" y="29"/>
                        <a:pt x="0" y="12038"/>
                        <a:pt x="0" y="26872"/>
                      </a:cubicBezTo>
                      <a:lnTo>
                        <a:pt x="707" y="26872"/>
                      </a:lnTo>
                      <a:cubicBezTo>
                        <a:pt x="707" y="12433"/>
                        <a:pt x="12405" y="735"/>
                        <a:pt x="26872" y="707"/>
                      </a:cubicBezTo>
                      <a:lnTo>
                        <a:pt x="2687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7" name="Google Shape;1077;p27"/>
                <p:cNvSpPr/>
                <p:nvPr/>
              </p:nvSpPr>
              <p:spPr>
                <a:xfrm rot="5400000">
                  <a:off x="7614012" y="977669"/>
                  <a:ext cx="552333" cy="552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5" h="23115" extrusionOk="0">
                      <a:moveTo>
                        <a:pt x="23114" y="1"/>
                      </a:moveTo>
                      <a:cubicBezTo>
                        <a:pt x="10342" y="29"/>
                        <a:pt x="0" y="10371"/>
                        <a:pt x="0" y="23114"/>
                      </a:cubicBezTo>
                      <a:lnTo>
                        <a:pt x="707" y="23114"/>
                      </a:lnTo>
                      <a:cubicBezTo>
                        <a:pt x="707" y="10738"/>
                        <a:pt x="10738" y="735"/>
                        <a:pt x="23114" y="707"/>
                      </a:cubicBezTo>
                      <a:lnTo>
                        <a:pt x="231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78" name="Google Shape;1078;p27"/>
                <p:cNvSpPr/>
                <p:nvPr/>
              </p:nvSpPr>
              <p:spPr>
                <a:xfrm rot="5400000">
                  <a:off x="7614000" y="1073547"/>
                  <a:ext cx="456466" cy="4564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03" h="19102" extrusionOk="0">
                      <a:moveTo>
                        <a:pt x="19102" y="0"/>
                      </a:moveTo>
                      <a:cubicBezTo>
                        <a:pt x="8534" y="0"/>
                        <a:pt x="1" y="8562"/>
                        <a:pt x="1" y="19101"/>
                      </a:cubicBezTo>
                      <a:lnTo>
                        <a:pt x="707" y="19101"/>
                      </a:lnTo>
                      <a:cubicBezTo>
                        <a:pt x="707" y="8957"/>
                        <a:pt x="8930" y="706"/>
                        <a:pt x="19102" y="706"/>
                      </a:cubicBezTo>
                      <a:lnTo>
                        <a:pt x="19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079" name="Google Shape;1079;p27"/>
            <p:cNvGrpSpPr/>
            <p:nvPr/>
          </p:nvGrpSpPr>
          <p:grpSpPr>
            <a:xfrm rot="-5400000">
              <a:off x="6724101" y="-222721"/>
              <a:ext cx="445443" cy="890885"/>
              <a:chOff x="8647839" y="2222595"/>
              <a:chExt cx="645663" cy="1291325"/>
            </a:xfrm>
          </p:grpSpPr>
          <p:sp>
            <p:nvSpPr>
              <p:cNvPr id="1080" name="Google Shape;1080;p27"/>
              <p:cNvSpPr/>
              <p:nvPr/>
            </p:nvSpPr>
            <p:spPr>
              <a:xfrm rot="5400000">
                <a:off x="8325008" y="2545426"/>
                <a:ext cx="1291325" cy="645663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32015" extrusionOk="0">
                    <a:moveTo>
                      <a:pt x="0" y="0"/>
                    </a:moveTo>
                    <a:cubicBezTo>
                      <a:pt x="0" y="17689"/>
                      <a:pt x="14326" y="32015"/>
                      <a:pt x="32015" y="32015"/>
                    </a:cubicBezTo>
                    <a:cubicBezTo>
                      <a:pt x="49703" y="32015"/>
                      <a:pt x="64029" y="17689"/>
                      <a:pt x="640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7"/>
              <p:cNvSpPr/>
              <p:nvPr/>
            </p:nvSpPr>
            <p:spPr>
              <a:xfrm rot="5400000">
                <a:off x="8693418" y="2668224"/>
                <a:ext cx="800105" cy="400063"/>
              </a:xfrm>
              <a:custGeom>
                <a:avLst/>
                <a:gdLst/>
                <a:ahLst/>
                <a:cxnLst/>
                <a:rect l="l" t="t" r="r" b="b"/>
                <a:pathLst>
                  <a:path w="39673" h="19837" extrusionOk="0">
                    <a:moveTo>
                      <a:pt x="1" y="0"/>
                    </a:moveTo>
                    <a:cubicBezTo>
                      <a:pt x="1" y="10964"/>
                      <a:pt x="8873" y="19836"/>
                      <a:pt x="19837" y="19836"/>
                    </a:cubicBezTo>
                    <a:cubicBezTo>
                      <a:pt x="30800" y="19836"/>
                      <a:pt x="39673" y="10964"/>
                      <a:pt x="396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2" name="Google Shape;1082;p27"/>
            <p:cNvGrpSpPr/>
            <p:nvPr/>
          </p:nvGrpSpPr>
          <p:grpSpPr>
            <a:xfrm rot="10800000">
              <a:off x="-767429" y="4366204"/>
              <a:ext cx="1544718" cy="777284"/>
              <a:chOff x="3474425" y="329950"/>
              <a:chExt cx="2726775" cy="1362700"/>
            </a:xfrm>
          </p:grpSpPr>
          <p:sp>
            <p:nvSpPr>
              <p:cNvPr id="1083" name="Google Shape;1083;p27"/>
              <p:cNvSpPr/>
              <p:nvPr/>
            </p:nvSpPr>
            <p:spPr>
              <a:xfrm>
                <a:off x="3474425" y="329950"/>
                <a:ext cx="2726775" cy="1362700"/>
              </a:xfrm>
              <a:custGeom>
                <a:avLst/>
                <a:gdLst/>
                <a:ahLst/>
                <a:cxnLst/>
                <a:rect l="l" t="t" r="r" b="b"/>
                <a:pathLst>
                  <a:path w="109071" h="54508" extrusionOk="0">
                    <a:moveTo>
                      <a:pt x="1" y="0"/>
                    </a:moveTo>
                    <a:cubicBezTo>
                      <a:pt x="1" y="30093"/>
                      <a:pt x="24414" y="54507"/>
                      <a:pt x="54536" y="54507"/>
                    </a:cubicBezTo>
                    <a:cubicBezTo>
                      <a:pt x="84657" y="54507"/>
                      <a:pt x="109070" y="30093"/>
                      <a:pt x="10907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7"/>
              <p:cNvSpPr/>
              <p:nvPr/>
            </p:nvSpPr>
            <p:spPr>
              <a:xfrm>
                <a:off x="3787375" y="332075"/>
                <a:ext cx="2101600" cy="1051150"/>
              </a:xfrm>
              <a:custGeom>
                <a:avLst/>
                <a:gdLst/>
                <a:ahLst/>
                <a:cxnLst/>
                <a:rect l="l" t="t" r="r" b="b"/>
                <a:pathLst>
                  <a:path w="84064" h="42046" extrusionOk="0">
                    <a:moveTo>
                      <a:pt x="0" y="0"/>
                    </a:moveTo>
                    <a:cubicBezTo>
                      <a:pt x="0" y="23227"/>
                      <a:pt x="18791" y="42046"/>
                      <a:pt x="42018" y="42046"/>
                    </a:cubicBezTo>
                    <a:cubicBezTo>
                      <a:pt x="65244" y="42046"/>
                      <a:pt x="84063" y="23227"/>
                      <a:pt x="840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7"/>
              <p:cNvSpPr/>
              <p:nvPr/>
            </p:nvSpPr>
            <p:spPr>
              <a:xfrm>
                <a:off x="3850250" y="329950"/>
                <a:ext cx="1975150" cy="1362700"/>
              </a:xfrm>
              <a:custGeom>
                <a:avLst/>
                <a:gdLst/>
                <a:ahLst/>
                <a:cxnLst/>
                <a:rect l="l" t="t" r="r" b="b"/>
                <a:pathLst>
                  <a:path w="79006" h="54508" extrusionOk="0">
                    <a:moveTo>
                      <a:pt x="37581" y="0"/>
                    </a:moveTo>
                    <a:lnTo>
                      <a:pt x="0" y="37581"/>
                    </a:lnTo>
                    <a:cubicBezTo>
                      <a:pt x="622" y="38231"/>
                      <a:pt x="1272" y="38881"/>
                      <a:pt x="1922" y="39503"/>
                    </a:cubicBezTo>
                    <a:lnTo>
                      <a:pt x="38146" y="3250"/>
                    </a:lnTo>
                    <a:lnTo>
                      <a:pt x="38146" y="54507"/>
                    </a:lnTo>
                    <a:lnTo>
                      <a:pt x="40859" y="54507"/>
                    </a:lnTo>
                    <a:lnTo>
                      <a:pt x="40859" y="3250"/>
                    </a:lnTo>
                    <a:lnTo>
                      <a:pt x="77084" y="39503"/>
                    </a:lnTo>
                    <a:cubicBezTo>
                      <a:pt x="77734" y="38881"/>
                      <a:pt x="78383" y="38231"/>
                      <a:pt x="79005" y="37581"/>
                    </a:cubicBezTo>
                    <a:lnTo>
                      <a:pt x="4142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7"/>
              <p:cNvSpPr/>
              <p:nvPr/>
            </p:nvSpPr>
            <p:spPr>
              <a:xfrm>
                <a:off x="4069925" y="332075"/>
                <a:ext cx="1535775" cy="1051150"/>
              </a:xfrm>
              <a:custGeom>
                <a:avLst/>
                <a:gdLst/>
                <a:ahLst/>
                <a:cxnLst/>
                <a:rect l="l" t="t" r="r" b="b"/>
                <a:pathLst>
                  <a:path w="61431" h="42046" extrusionOk="0">
                    <a:moveTo>
                      <a:pt x="28709" y="0"/>
                    </a:moveTo>
                    <a:lnTo>
                      <a:pt x="1" y="28709"/>
                    </a:lnTo>
                    <a:cubicBezTo>
                      <a:pt x="623" y="29359"/>
                      <a:pt x="1272" y="30008"/>
                      <a:pt x="1922" y="30630"/>
                    </a:cubicBezTo>
                    <a:lnTo>
                      <a:pt x="29359" y="3165"/>
                    </a:lnTo>
                    <a:lnTo>
                      <a:pt x="29359" y="42017"/>
                    </a:lnTo>
                    <a:cubicBezTo>
                      <a:pt x="29811" y="42017"/>
                      <a:pt x="30263" y="42046"/>
                      <a:pt x="30716" y="42046"/>
                    </a:cubicBezTo>
                    <a:cubicBezTo>
                      <a:pt x="31168" y="42046"/>
                      <a:pt x="31620" y="42046"/>
                      <a:pt x="32072" y="42017"/>
                    </a:cubicBezTo>
                    <a:lnTo>
                      <a:pt x="32072" y="3165"/>
                    </a:lnTo>
                    <a:lnTo>
                      <a:pt x="59509" y="30630"/>
                    </a:lnTo>
                    <a:cubicBezTo>
                      <a:pt x="60187" y="30008"/>
                      <a:pt x="60809" y="29359"/>
                      <a:pt x="61430" y="28709"/>
                    </a:cubicBezTo>
                    <a:lnTo>
                      <a:pt x="3272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87" name="Google Shape;1087;p27"/>
            <p:cNvGrpSpPr/>
            <p:nvPr/>
          </p:nvGrpSpPr>
          <p:grpSpPr>
            <a:xfrm rot="-5400000">
              <a:off x="-95612" y="3572656"/>
              <a:ext cx="968525" cy="189000"/>
              <a:chOff x="1648000" y="4487175"/>
              <a:chExt cx="968525" cy="189000"/>
            </a:xfrm>
          </p:grpSpPr>
          <p:sp>
            <p:nvSpPr>
              <p:cNvPr id="1088" name="Google Shape;1088;p27"/>
              <p:cNvSpPr/>
              <p:nvPr/>
            </p:nvSpPr>
            <p:spPr>
              <a:xfrm>
                <a:off x="1648000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7"/>
              <p:cNvSpPr/>
              <p:nvPr/>
            </p:nvSpPr>
            <p:spPr>
              <a:xfrm>
                <a:off x="173985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47" y="1"/>
                    </a:moveTo>
                    <a:cubicBezTo>
                      <a:pt x="466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50" y="7559"/>
                    </a:cubicBezTo>
                    <a:cubicBezTo>
                      <a:pt x="1427" y="7559"/>
                      <a:pt x="1907" y="7234"/>
                      <a:pt x="1879" y="6584"/>
                    </a:cubicBezTo>
                    <a:lnTo>
                      <a:pt x="1879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7"/>
              <p:cNvSpPr/>
              <p:nvPr/>
            </p:nvSpPr>
            <p:spPr>
              <a:xfrm>
                <a:off x="18323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28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7"/>
              <p:cNvSpPr/>
              <p:nvPr/>
            </p:nvSpPr>
            <p:spPr>
              <a:xfrm>
                <a:off x="19242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7"/>
              <p:cNvSpPr/>
              <p:nvPr/>
            </p:nvSpPr>
            <p:spPr>
              <a:xfrm>
                <a:off x="201640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61" y="1"/>
                    </a:moveTo>
                    <a:cubicBezTo>
                      <a:pt x="453" y="1"/>
                      <a:pt x="29" y="396"/>
                      <a:pt x="29" y="905"/>
                    </a:cubicBezTo>
                    <a:lnTo>
                      <a:pt x="29" y="6584"/>
                    </a:lnTo>
                    <a:cubicBezTo>
                      <a:pt x="0" y="7234"/>
                      <a:pt x="481" y="7559"/>
                      <a:pt x="958" y="7559"/>
                    </a:cubicBezTo>
                    <a:cubicBezTo>
                      <a:pt x="1434" y="7559"/>
                      <a:pt x="1908" y="7234"/>
                      <a:pt x="1865" y="6584"/>
                    </a:cubicBezTo>
                    <a:lnTo>
                      <a:pt x="1865" y="905"/>
                    </a:lnTo>
                    <a:cubicBezTo>
                      <a:pt x="1865" y="396"/>
                      <a:pt x="1442" y="1"/>
                      <a:pt x="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7"/>
              <p:cNvSpPr/>
              <p:nvPr/>
            </p:nvSpPr>
            <p:spPr>
              <a:xfrm>
                <a:off x="2108575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8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8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7"/>
              <p:cNvSpPr/>
              <p:nvPr/>
            </p:nvSpPr>
            <p:spPr>
              <a:xfrm>
                <a:off x="22004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0" y="7234"/>
                      <a:pt x="474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7"/>
              <p:cNvSpPr/>
              <p:nvPr/>
            </p:nvSpPr>
            <p:spPr>
              <a:xfrm>
                <a:off x="2292950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7"/>
              <p:cNvSpPr/>
              <p:nvPr/>
            </p:nvSpPr>
            <p:spPr>
              <a:xfrm>
                <a:off x="2385850" y="4487175"/>
                <a:ext cx="45950" cy="1872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7489" extrusionOk="0">
                    <a:moveTo>
                      <a:pt x="905" y="1"/>
                    </a:moveTo>
                    <a:cubicBezTo>
                      <a:pt x="396" y="1"/>
                      <a:pt x="1" y="396"/>
                      <a:pt x="1" y="905"/>
                    </a:cubicBezTo>
                    <a:lnTo>
                      <a:pt x="1" y="6584"/>
                    </a:lnTo>
                    <a:cubicBezTo>
                      <a:pt x="1" y="7093"/>
                      <a:pt x="396" y="7489"/>
                      <a:pt x="905" y="7489"/>
                    </a:cubicBezTo>
                    <a:cubicBezTo>
                      <a:pt x="1413" y="7489"/>
                      <a:pt x="1837" y="7093"/>
                      <a:pt x="1837" y="6584"/>
                    </a:cubicBezTo>
                    <a:lnTo>
                      <a:pt x="1837" y="905"/>
                    </a:lnTo>
                    <a:cubicBezTo>
                      <a:pt x="1837" y="396"/>
                      <a:pt x="1413" y="1"/>
                      <a:pt x="9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7"/>
              <p:cNvSpPr/>
              <p:nvPr/>
            </p:nvSpPr>
            <p:spPr>
              <a:xfrm>
                <a:off x="24773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7"/>
              <p:cNvSpPr/>
              <p:nvPr/>
            </p:nvSpPr>
            <p:spPr>
              <a:xfrm>
                <a:off x="25691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99" name="Google Shape;1099;p27"/>
            <p:cNvGrpSpPr/>
            <p:nvPr/>
          </p:nvGrpSpPr>
          <p:grpSpPr>
            <a:xfrm rot="-5400000">
              <a:off x="8379875" y="4379359"/>
              <a:ext cx="764130" cy="764134"/>
              <a:chOff x="9247818" y="906703"/>
              <a:chExt cx="993925" cy="1029275"/>
            </a:xfrm>
          </p:grpSpPr>
          <p:sp>
            <p:nvSpPr>
              <p:cNvPr id="1100" name="Google Shape;1100;p27"/>
              <p:cNvSpPr/>
              <p:nvPr/>
            </p:nvSpPr>
            <p:spPr>
              <a:xfrm>
                <a:off x="9247818" y="906703"/>
                <a:ext cx="993925" cy="1029275"/>
              </a:xfrm>
              <a:custGeom>
                <a:avLst/>
                <a:gdLst/>
                <a:ahLst/>
                <a:cxnLst/>
                <a:rect l="l" t="t" r="r" b="b"/>
                <a:pathLst>
                  <a:path w="39757" h="41171" extrusionOk="0">
                    <a:moveTo>
                      <a:pt x="0" y="1"/>
                    </a:moveTo>
                    <a:lnTo>
                      <a:pt x="0" y="41170"/>
                    </a:lnTo>
                    <a:lnTo>
                      <a:pt x="39757" y="41170"/>
                    </a:lnTo>
                    <a:cubicBezTo>
                      <a:pt x="39757" y="18989"/>
                      <a:pt x="22181" y="764"/>
                      <a:pt x="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7"/>
              <p:cNvSpPr/>
              <p:nvPr/>
            </p:nvSpPr>
            <p:spPr>
              <a:xfrm>
                <a:off x="9247818" y="1120053"/>
                <a:ext cx="787650" cy="815925"/>
              </a:xfrm>
              <a:custGeom>
                <a:avLst/>
                <a:gdLst/>
                <a:ahLst/>
                <a:cxnLst/>
                <a:rect l="l" t="t" r="r" b="b"/>
                <a:pathLst>
                  <a:path w="31506" h="32637" extrusionOk="0">
                    <a:moveTo>
                      <a:pt x="0" y="0"/>
                    </a:moveTo>
                    <a:lnTo>
                      <a:pt x="0" y="32636"/>
                    </a:lnTo>
                    <a:lnTo>
                      <a:pt x="31506" y="32636"/>
                    </a:lnTo>
                    <a:cubicBezTo>
                      <a:pt x="28454" y="16445"/>
                      <a:pt x="16078" y="3617"/>
                      <a:pt x="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2" name="Google Shape;1102;p27"/>
            <p:cNvGrpSpPr/>
            <p:nvPr/>
          </p:nvGrpSpPr>
          <p:grpSpPr>
            <a:xfrm flipH="1">
              <a:off x="8646448" y="3189184"/>
              <a:ext cx="230983" cy="955958"/>
              <a:chOff x="2186546" y="2142937"/>
              <a:chExt cx="371295" cy="1536662"/>
            </a:xfrm>
          </p:grpSpPr>
          <p:sp>
            <p:nvSpPr>
              <p:cNvPr id="1103" name="Google Shape;1103;p27"/>
              <p:cNvSpPr/>
              <p:nvPr/>
            </p:nvSpPr>
            <p:spPr>
              <a:xfrm>
                <a:off x="2186546" y="3308215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Google Shape;1104;p27"/>
              <p:cNvSpPr/>
              <p:nvPr/>
            </p:nvSpPr>
            <p:spPr>
              <a:xfrm>
                <a:off x="2186546" y="2725576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Google Shape;1105;p27"/>
              <p:cNvSpPr/>
              <p:nvPr/>
            </p:nvSpPr>
            <p:spPr>
              <a:xfrm>
                <a:off x="2186546" y="214293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8"/>
          <p:cNvSpPr txBox="1">
            <a:spLocks noGrp="1"/>
          </p:cNvSpPr>
          <p:nvPr>
            <p:ph type="subTitle" idx="1"/>
          </p:nvPr>
        </p:nvSpPr>
        <p:spPr>
          <a:xfrm>
            <a:off x="3463585" y="3070475"/>
            <a:ext cx="4152300" cy="8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08" name="Google Shape;1108;p28"/>
          <p:cNvSpPr txBox="1">
            <a:spLocks noGrp="1"/>
          </p:cNvSpPr>
          <p:nvPr>
            <p:ph type="title"/>
          </p:nvPr>
        </p:nvSpPr>
        <p:spPr>
          <a:xfrm>
            <a:off x="3142875" y="1174525"/>
            <a:ext cx="4793700" cy="187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grpSp>
        <p:nvGrpSpPr>
          <p:cNvPr id="1109" name="Google Shape;1109;p28"/>
          <p:cNvGrpSpPr/>
          <p:nvPr/>
        </p:nvGrpSpPr>
        <p:grpSpPr>
          <a:xfrm>
            <a:off x="-2425" y="-2475"/>
            <a:ext cx="9147019" cy="5146131"/>
            <a:chOff x="-2425" y="-2475"/>
            <a:chExt cx="9147019" cy="5146131"/>
          </a:xfrm>
        </p:grpSpPr>
        <p:grpSp>
          <p:nvGrpSpPr>
            <p:cNvPr id="1110" name="Google Shape;1110;p28"/>
            <p:cNvGrpSpPr/>
            <p:nvPr/>
          </p:nvGrpSpPr>
          <p:grpSpPr>
            <a:xfrm>
              <a:off x="-2425" y="1806450"/>
              <a:ext cx="1530600" cy="1530600"/>
              <a:chOff x="-2425" y="1806450"/>
              <a:chExt cx="1530600" cy="1530600"/>
            </a:xfrm>
          </p:grpSpPr>
          <p:sp>
            <p:nvSpPr>
              <p:cNvPr id="1111" name="Google Shape;1111;p28"/>
              <p:cNvSpPr/>
              <p:nvPr/>
            </p:nvSpPr>
            <p:spPr>
              <a:xfrm>
                <a:off x="-2425" y="1806450"/>
                <a:ext cx="1530600" cy="1530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2" name="Google Shape;1112;p28"/>
              <p:cNvGrpSpPr/>
              <p:nvPr/>
            </p:nvGrpSpPr>
            <p:grpSpPr>
              <a:xfrm>
                <a:off x="284896" y="2093771"/>
                <a:ext cx="955958" cy="955958"/>
                <a:chOff x="317760" y="2093771"/>
                <a:chExt cx="955958" cy="955958"/>
              </a:xfrm>
            </p:grpSpPr>
            <p:grpSp>
              <p:nvGrpSpPr>
                <p:cNvPr id="1113" name="Google Shape;1113;p28"/>
                <p:cNvGrpSpPr/>
                <p:nvPr/>
              </p:nvGrpSpPr>
              <p:grpSpPr>
                <a:xfrm>
                  <a:off x="317760" y="2093771"/>
                  <a:ext cx="230983" cy="955958"/>
                  <a:chOff x="2439600" y="1817078"/>
                  <a:chExt cx="371295" cy="1536662"/>
                </a:xfrm>
              </p:grpSpPr>
              <p:sp>
                <p:nvSpPr>
                  <p:cNvPr id="1114" name="Google Shape;1114;p28"/>
                  <p:cNvSpPr/>
                  <p:nvPr/>
                </p:nvSpPr>
                <p:spPr>
                  <a:xfrm>
                    <a:off x="2439600" y="298235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5" name="Google Shape;1115;p28"/>
                  <p:cNvSpPr/>
                  <p:nvPr/>
                </p:nvSpPr>
                <p:spPr>
                  <a:xfrm>
                    <a:off x="2439600" y="239971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6" name="Google Shape;1116;p28"/>
                  <p:cNvSpPr/>
                  <p:nvPr/>
                </p:nvSpPr>
                <p:spPr>
                  <a:xfrm>
                    <a:off x="2439600" y="1817078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117" name="Google Shape;1117;p28"/>
                <p:cNvGrpSpPr/>
                <p:nvPr/>
              </p:nvGrpSpPr>
              <p:grpSpPr>
                <a:xfrm rot="5400000">
                  <a:off x="861478" y="1912514"/>
                  <a:ext cx="230983" cy="593498"/>
                  <a:chOff x="2439600" y="1817078"/>
                  <a:chExt cx="371295" cy="954023"/>
                </a:xfrm>
              </p:grpSpPr>
              <p:sp>
                <p:nvSpPr>
                  <p:cNvPr id="1118" name="Google Shape;1118;p28"/>
                  <p:cNvSpPr/>
                  <p:nvPr/>
                </p:nvSpPr>
                <p:spPr>
                  <a:xfrm>
                    <a:off x="2439600" y="239971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19" name="Google Shape;1119;p28"/>
                  <p:cNvSpPr/>
                  <p:nvPr/>
                </p:nvSpPr>
                <p:spPr>
                  <a:xfrm>
                    <a:off x="2439600" y="1817078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accent6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120" name="Google Shape;1120;p28"/>
            <p:cNvGrpSpPr/>
            <p:nvPr/>
          </p:nvGrpSpPr>
          <p:grpSpPr>
            <a:xfrm>
              <a:off x="-2425" y="-2475"/>
              <a:ext cx="1530600" cy="1530600"/>
              <a:chOff x="-2425" y="-2475"/>
              <a:chExt cx="1530600" cy="1530600"/>
            </a:xfrm>
          </p:grpSpPr>
          <p:sp>
            <p:nvSpPr>
              <p:cNvPr id="1121" name="Google Shape;1121;p28"/>
              <p:cNvSpPr/>
              <p:nvPr/>
            </p:nvSpPr>
            <p:spPr>
              <a:xfrm rot="10800000" flipH="1">
                <a:off x="-2425" y="-2475"/>
                <a:ext cx="1530600" cy="1530600"/>
              </a:xfrm>
              <a:prstGeom prst="round1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8"/>
              <p:cNvSpPr/>
              <p:nvPr/>
            </p:nvSpPr>
            <p:spPr>
              <a:xfrm>
                <a:off x="1175" y="1125"/>
                <a:ext cx="1527000" cy="152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3" name="Google Shape;1123;p28"/>
              <p:cNvGrpSpPr/>
              <p:nvPr/>
            </p:nvGrpSpPr>
            <p:grpSpPr>
              <a:xfrm rot="10800000" flipH="1">
                <a:off x="313348" y="336195"/>
                <a:ext cx="902653" cy="856860"/>
                <a:chOff x="1419775" y="2465275"/>
                <a:chExt cx="1167425" cy="1108200"/>
              </a:xfrm>
            </p:grpSpPr>
            <p:sp>
              <p:nvSpPr>
                <p:cNvPr id="1124" name="Google Shape;1124;p28"/>
                <p:cNvSpPr/>
                <p:nvPr/>
              </p:nvSpPr>
              <p:spPr>
                <a:xfrm>
                  <a:off x="1419775" y="2465275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25" name="Google Shape;1125;p28"/>
                <p:cNvSpPr/>
                <p:nvPr/>
              </p:nvSpPr>
              <p:spPr>
                <a:xfrm>
                  <a:off x="1500025" y="2642900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26" name="Google Shape;1126;p28"/>
            <p:cNvGrpSpPr/>
            <p:nvPr/>
          </p:nvGrpSpPr>
          <p:grpSpPr>
            <a:xfrm>
              <a:off x="1808100" y="-2475"/>
              <a:ext cx="1530600" cy="1530600"/>
              <a:chOff x="1808100" y="-2475"/>
              <a:chExt cx="1530600" cy="1530600"/>
            </a:xfrm>
          </p:grpSpPr>
          <p:sp>
            <p:nvSpPr>
              <p:cNvPr id="1127" name="Google Shape;1127;p28"/>
              <p:cNvSpPr/>
              <p:nvPr/>
            </p:nvSpPr>
            <p:spPr>
              <a:xfrm>
                <a:off x="1808100" y="-2475"/>
                <a:ext cx="1530600" cy="15306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28" name="Google Shape;1128;p28"/>
              <p:cNvGrpSpPr/>
              <p:nvPr/>
            </p:nvGrpSpPr>
            <p:grpSpPr>
              <a:xfrm>
                <a:off x="2079023" y="-1"/>
                <a:ext cx="988755" cy="1383997"/>
                <a:chOff x="2088813" y="-12"/>
                <a:chExt cx="1107600" cy="1550349"/>
              </a:xfrm>
            </p:grpSpPr>
            <p:sp>
              <p:nvSpPr>
                <p:cNvPr id="1129" name="Google Shape;1129;p28"/>
                <p:cNvSpPr/>
                <p:nvPr/>
              </p:nvSpPr>
              <p:spPr>
                <a:xfrm rot="-5400000">
                  <a:off x="2364975" y="-2761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30" name="Google Shape;1130;p28"/>
                <p:cNvGrpSpPr/>
                <p:nvPr/>
              </p:nvGrpSpPr>
              <p:grpSpPr>
                <a:xfrm rot="-5400000">
                  <a:off x="2184038" y="897412"/>
                  <a:ext cx="917175" cy="388675"/>
                  <a:chOff x="1505150" y="1628800"/>
                  <a:chExt cx="917175" cy="388675"/>
                </a:xfrm>
              </p:grpSpPr>
              <p:sp>
                <p:nvSpPr>
                  <p:cNvPr id="1131" name="Google Shape;1131;p28"/>
                  <p:cNvSpPr/>
                  <p:nvPr/>
                </p:nvSpPr>
                <p:spPr>
                  <a:xfrm>
                    <a:off x="1968450" y="1628800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132" name="Google Shape;1132;p28"/>
                  <p:cNvSpPr/>
                  <p:nvPr/>
                </p:nvSpPr>
                <p:spPr>
                  <a:xfrm>
                    <a:off x="1505150" y="1628800"/>
                    <a:ext cx="453850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4" h="15547" extrusionOk="0">
                        <a:moveTo>
                          <a:pt x="10390" y="4398"/>
                        </a:moveTo>
                        <a:cubicBezTo>
                          <a:pt x="12258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1" y="11172"/>
                        </a:cubicBezTo>
                        <a:cubicBezTo>
                          <a:pt x="9531" y="11172"/>
                          <a:pt x="8685" y="10864"/>
                          <a:pt x="7997" y="10176"/>
                        </a:cubicBezTo>
                        <a:cubicBezTo>
                          <a:pt x="5837" y="8046"/>
                          <a:pt x="7355" y="4398"/>
                          <a:pt x="10390" y="4398"/>
                        </a:cubicBezTo>
                        <a:close/>
                        <a:moveTo>
                          <a:pt x="10322" y="1"/>
                        </a:moveTo>
                        <a:cubicBezTo>
                          <a:pt x="8410" y="1"/>
                          <a:pt x="6460" y="710"/>
                          <a:pt x="4874" y="2296"/>
                        </a:cubicBezTo>
                        <a:cubicBezTo>
                          <a:pt x="0" y="7170"/>
                          <a:pt x="3473" y="15546"/>
                          <a:pt x="10390" y="15546"/>
                        </a:cubicBezTo>
                        <a:cubicBezTo>
                          <a:pt x="14680" y="15546"/>
                          <a:pt x="18124" y="12073"/>
                          <a:pt x="18153" y="7783"/>
                        </a:cubicBezTo>
                        <a:cubicBezTo>
                          <a:pt x="18153" y="3104"/>
                          <a:pt x="14320" y="1"/>
                          <a:pt x="1032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133" name="Google Shape;1133;p28"/>
            <p:cNvGrpSpPr/>
            <p:nvPr/>
          </p:nvGrpSpPr>
          <p:grpSpPr>
            <a:xfrm rot="-5400000">
              <a:off x="-35416" y="2784812"/>
              <a:ext cx="2396931" cy="2320467"/>
              <a:chOff x="1767200" y="2328425"/>
              <a:chExt cx="2507775" cy="2427775"/>
            </a:xfrm>
          </p:grpSpPr>
          <p:sp>
            <p:nvSpPr>
              <p:cNvPr id="1134" name="Google Shape;1134;p28"/>
              <p:cNvSpPr/>
              <p:nvPr/>
            </p:nvSpPr>
            <p:spPr>
              <a:xfrm>
                <a:off x="1767200" y="2328425"/>
                <a:ext cx="1600750" cy="1600750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64030" extrusionOk="0">
                    <a:moveTo>
                      <a:pt x="0" y="0"/>
                    </a:moveTo>
                    <a:lnTo>
                      <a:pt x="0" y="64029"/>
                    </a:lnTo>
                    <a:lnTo>
                      <a:pt x="64029" y="64029"/>
                    </a:lnTo>
                    <a:lnTo>
                      <a:pt x="6402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8"/>
              <p:cNvSpPr/>
              <p:nvPr/>
            </p:nvSpPr>
            <p:spPr>
              <a:xfrm>
                <a:off x="2460175" y="3102825"/>
                <a:ext cx="1814800" cy="1653375"/>
              </a:xfrm>
              <a:custGeom>
                <a:avLst/>
                <a:gdLst/>
                <a:ahLst/>
                <a:cxnLst/>
                <a:rect l="l" t="t" r="r" b="b"/>
                <a:pathLst>
                  <a:path w="72592" h="66135" extrusionOk="0">
                    <a:moveTo>
                      <a:pt x="36296" y="0"/>
                    </a:moveTo>
                    <a:cubicBezTo>
                      <a:pt x="27833" y="0"/>
                      <a:pt x="19370" y="3229"/>
                      <a:pt x="12914" y="9685"/>
                    </a:cubicBezTo>
                    <a:cubicBezTo>
                      <a:pt x="1" y="22599"/>
                      <a:pt x="1" y="43537"/>
                      <a:pt x="12914" y="56450"/>
                    </a:cubicBezTo>
                    <a:cubicBezTo>
                      <a:pt x="19370" y="62906"/>
                      <a:pt x="27833" y="66135"/>
                      <a:pt x="36296" y="66135"/>
                    </a:cubicBezTo>
                    <a:cubicBezTo>
                      <a:pt x="44759" y="66135"/>
                      <a:pt x="53221" y="62906"/>
                      <a:pt x="59678" y="56450"/>
                    </a:cubicBezTo>
                    <a:cubicBezTo>
                      <a:pt x="72591" y="43537"/>
                      <a:pt x="72591" y="22599"/>
                      <a:pt x="59678" y="9685"/>
                    </a:cubicBezTo>
                    <a:cubicBezTo>
                      <a:pt x="53221" y="3229"/>
                      <a:pt x="44759" y="0"/>
                      <a:pt x="3629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8"/>
              <p:cNvSpPr/>
              <p:nvPr/>
            </p:nvSpPr>
            <p:spPr>
              <a:xfrm>
                <a:off x="2540700" y="3102650"/>
                <a:ext cx="827250" cy="826525"/>
              </a:xfrm>
              <a:custGeom>
                <a:avLst/>
                <a:gdLst/>
                <a:ahLst/>
                <a:cxnLst/>
                <a:rect l="l" t="t" r="r" b="b"/>
                <a:pathLst>
                  <a:path w="33090" h="33061" extrusionOk="0">
                    <a:moveTo>
                      <a:pt x="33089" y="0"/>
                    </a:moveTo>
                    <a:cubicBezTo>
                      <a:pt x="14807" y="0"/>
                      <a:pt x="1" y="14807"/>
                      <a:pt x="1" y="33060"/>
                    </a:cubicBezTo>
                    <a:lnTo>
                      <a:pt x="33089" y="33060"/>
                    </a:lnTo>
                    <a:lnTo>
                      <a:pt x="33089" y="0"/>
                    </a:lnTo>
                    <a:close/>
                  </a:path>
                </a:pathLst>
              </a:custGeom>
              <a:solidFill>
                <a:srgbClr val="FF8CA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8"/>
              <p:cNvSpPr/>
              <p:nvPr/>
            </p:nvSpPr>
            <p:spPr>
              <a:xfrm>
                <a:off x="2544250" y="3165550"/>
                <a:ext cx="1587325" cy="1527250"/>
              </a:xfrm>
              <a:custGeom>
                <a:avLst/>
                <a:gdLst/>
                <a:ahLst/>
                <a:cxnLst/>
                <a:rect l="l" t="t" r="r" b="b"/>
                <a:pathLst>
                  <a:path w="63493" h="61090" extrusionOk="0">
                    <a:moveTo>
                      <a:pt x="32947" y="24356"/>
                    </a:moveTo>
                    <a:cubicBezTo>
                      <a:pt x="36338" y="24385"/>
                      <a:pt x="39107" y="27125"/>
                      <a:pt x="39107" y="30544"/>
                    </a:cubicBezTo>
                    <a:cubicBezTo>
                      <a:pt x="39107" y="34253"/>
                      <a:pt x="36067" y="36721"/>
                      <a:pt x="32893" y="36721"/>
                    </a:cubicBezTo>
                    <a:cubicBezTo>
                      <a:pt x="31376" y="36721"/>
                      <a:pt x="29828" y="36157"/>
                      <a:pt x="28567" y="34896"/>
                    </a:cubicBezTo>
                    <a:cubicBezTo>
                      <a:pt x="24668" y="30997"/>
                      <a:pt x="27437" y="24356"/>
                      <a:pt x="32947" y="24356"/>
                    </a:cubicBezTo>
                    <a:close/>
                    <a:moveTo>
                      <a:pt x="32884" y="23631"/>
                    </a:moveTo>
                    <a:cubicBezTo>
                      <a:pt x="31192" y="23631"/>
                      <a:pt x="29466" y="24258"/>
                      <a:pt x="28059" y="25656"/>
                    </a:cubicBezTo>
                    <a:cubicBezTo>
                      <a:pt x="23735" y="30008"/>
                      <a:pt x="26787" y="37411"/>
                      <a:pt x="32947" y="37411"/>
                    </a:cubicBezTo>
                    <a:lnTo>
                      <a:pt x="32947" y="37439"/>
                    </a:lnTo>
                    <a:cubicBezTo>
                      <a:pt x="36733" y="37439"/>
                      <a:pt x="39813" y="34331"/>
                      <a:pt x="39813" y="30544"/>
                    </a:cubicBezTo>
                    <a:cubicBezTo>
                      <a:pt x="39813" y="26376"/>
                      <a:pt x="36424" y="23631"/>
                      <a:pt x="32884" y="23631"/>
                    </a:cubicBezTo>
                    <a:close/>
                    <a:moveTo>
                      <a:pt x="32947" y="20146"/>
                    </a:moveTo>
                    <a:lnTo>
                      <a:pt x="32947" y="20174"/>
                    </a:lnTo>
                    <a:cubicBezTo>
                      <a:pt x="38655" y="20174"/>
                      <a:pt x="43289" y="24808"/>
                      <a:pt x="43317" y="30544"/>
                    </a:cubicBezTo>
                    <a:cubicBezTo>
                      <a:pt x="43317" y="34726"/>
                      <a:pt x="40774" y="38513"/>
                      <a:pt x="36903" y="40123"/>
                    </a:cubicBezTo>
                    <a:cubicBezTo>
                      <a:pt x="35625" y="40655"/>
                      <a:pt x="34283" y="40913"/>
                      <a:pt x="32952" y="40913"/>
                    </a:cubicBezTo>
                    <a:cubicBezTo>
                      <a:pt x="30248" y="40913"/>
                      <a:pt x="27588" y="39851"/>
                      <a:pt x="25600" y="37863"/>
                    </a:cubicBezTo>
                    <a:cubicBezTo>
                      <a:pt x="19073" y="31336"/>
                      <a:pt x="23707" y="20146"/>
                      <a:pt x="32947" y="20146"/>
                    </a:cubicBezTo>
                    <a:close/>
                    <a:moveTo>
                      <a:pt x="32946" y="19453"/>
                    </a:moveTo>
                    <a:cubicBezTo>
                      <a:pt x="30061" y="19453"/>
                      <a:pt x="27228" y="20571"/>
                      <a:pt x="25092" y="22689"/>
                    </a:cubicBezTo>
                    <a:cubicBezTo>
                      <a:pt x="21927" y="25882"/>
                      <a:pt x="20995" y="30629"/>
                      <a:pt x="22690" y="34783"/>
                    </a:cubicBezTo>
                    <a:cubicBezTo>
                      <a:pt x="24414" y="38908"/>
                      <a:pt x="28454" y="41621"/>
                      <a:pt x="32947" y="41621"/>
                    </a:cubicBezTo>
                    <a:cubicBezTo>
                      <a:pt x="39050" y="41621"/>
                      <a:pt x="44024" y="36648"/>
                      <a:pt x="44024" y="30544"/>
                    </a:cubicBezTo>
                    <a:cubicBezTo>
                      <a:pt x="44024" y="26052"/>
                      <a:pt x="41311" y="22011"/>
                      <a:pt x="37185" y="20287"/>
                    </a:cubicBezTo>
                    <a:cubicBezTo>
                      <a:pt x="35811" y="19726"/>
                      <a:pt x="34372" y="19453"/>
                      <a:pt x="32946" y="19453"/>
                    </a:cubicBezTo>
                    <a:close/>
                    <a:moveTo>
                      <a:pt x="32947" y="15710"/>
                    </a:moveTo>
                    <a:lnTo>
                      <a:pt x="32947" y="15738"/>
                    </a:lnTo>
                    <a:cubicBezTo>
                      <a:pt x="41113" y="15738"/>
                      <a:pt x="47725" y="22350"/>
                      <a:pt x="47753" y="30544"/>
                    </a:cubicBezTo>
                    <a:cubicBezTo>
                      <a:pt x="47753" y="36535"/>
                      <a:pt x="44137" y="41932"/>
                      <a:pt x="38598" y="44221"/>
                    </a:cubicBezTo>
                    <a:cubicBezTo>
                      <a:pt x="36768" y="44977"/>
                      <a:pt x="34848" y="45345"/>
                      <a:pt x="32944" y="45345"/>
                    </a:cubicBezTo>
                    <a:cubicBezTo>
                      <a:pt x="29089" y="45345"/>
                      <a:pt x="25301" y="43837"/>
                      <a:pt x="22464" y="40999"/>
                    </a:cubicBezTo>
                    <a:cubicBezTo>
                      <a:pt x="18225" y="36761"/>
                      <a:pt x="16954" y="30403"/>
                      <a:pt x="19243" y="24865"/>
                    </a:cubicBezTo>
                    <a:cubicBezTo>
                      <a:pt x="21531" y="19327"/>
                      <a:pt x="26957" y="15710"/>
                      <a:pt x="32947" y="15710"/>
                    </a:cubicBezTo>
                    <a:close/>
                    <a:moveTo>
                      <a:pt x="32945" y="15009"/>
                    </a:moveTo>
                    <a:cubicBezTo>
                      <a:pt x="28901" y="15009"/>
                      <a:pt x="24923" y="16585"/>
                      <a:pt x="21955" y="19553"/>
                    </a:cubicBezTo>
                    <a:cubicBezTo>
                      <a:pt x="17519" y="23989"/>
                      <a:pt x="16191" y="30686"/>
                      <a:pt x="18593" y="36478"/>
                    </a:cubicBezTo>
                    <a:cubicBezTo>
                      <a:pt x="20995" y="42271"/>
                      <a:pt x="26646" y="46057"/>
                      <a:pt x="32947" y="46057"/>
                    </a:cubicBezTo>
                    <a:lnTo>
                      <a:pt x="32947" y="46085"/>
                    </a:lnTo>
                    <a:cubicBezTo>
                      <a:pt x="41509" y="46057"/>
                      <a:pt x="48460" y="39106"/>
                      <a:pt x="48460" y="30544"/>
                    </a:cubicBezTo>
                    <a:cubicBezTo>
                      <a:pt x="48460" y="24243"/>
                      <a:pt x="44673" y="18592"/>
                      <a:pt x="38881" y="16190"/>
                    </a:cubicBezTo>
                    <a:cubicBezTo>
                      <a:pt x="36963" y="15395"/>
                      <a:pt x="34946" y="15009"/>
                      <a:pt x="32945" y="15009"/>
                    </a:cubicBezTo>
                    <a:close/>
                    <a:moveTo>
                      <a:pt x="32947" y="12149"/>
                    </a:moveTo>
                    <a:cubicBezTo>
                      <a:pt x="43091" y="12149"/>
                      <a:pt x="51314" y="20400"/>
                      <a:pt x="51342" y="30544"/>
                    </a:cubicBezTo>
                    <a:cubicBezTo>
                      <a:pt x="51342" y="37976"/>
                      <a:pt x="46849" y="44701"/>
                      <a:pt x="39983" y="47555"/>
                    </a:cubicBezTo>
                    <a:cubicBezTo>
                      <a:pt x="37700" y="48490"/>
                      <a:pt x="35306" y="48946"/>
                      <a:pt x="32934" y="48946"/>
                    </a:cubicBezTo>
                    <a:cubicBezTo>
                      <a:pt x="28141" y="48946"/>
                      <a:pt x="23437" y="47086"/>
                      <a:pt x="19921" y="43571"/>
                    </a:cubicBezTo>
                    <a:cubicBezTo>
                      <a:pt x="14665" y="38287"/>
                      <a:pt x="13083" y="30375"/>
                      <a:pt x="15937" y="23509"/>
                    </a:cubicBezTo>
                    <a:cubicBezTo>
                      <a:pt x="18791" y="16642"/>
                      <a:pt x="25487" y="12149"/>
                      <a:pt x="32947" y="12149"/>
                    </a:cubicBezTo>
                    <a:close/>
                    <a:moveTo>
                      <a:pt x="32965" y="11443"/>
                    </a:moveTo>
                    <a:cubicBezTo>
                      <a:pt x="27990" y="11443"/>
                      <a:pt x="23094" y="13384"/>
                      <a:pt x="19440" y="17038"/>
                    </a:cubicBezTo>
                    <a:cubicBezTo>
                      <a:pt x="13959" y="22491"/>
                      <a:pt x="12320" y="30714"/>
                      <a:pt x="15287" y="37863"/>
                    </a:cubicBezTo>
                    <a:cubicBezTo>
                      <a:pt x="18254" y="45012"/>
                      <a:pt x="25205" y="49646"/>
                      <a:pt x="32947" y="49646"/>
                    </a:cubicBezTo>
                    <a:lnTo>
                      <a:pt x="32947" y="49674"/>
                    </a:lnTo>
                    <a:cubicBezTo>
                      <a:pt x="43487" y="49646"/>
                      <a:pt x="52020" y="41084"/>
                      <a:pt x="52048" y="30544"/>
                    </a:cubicBezTo>
                    <a:cubicBezTo>
                      <a:pt x="52048" y="22830"/>
                      <a:pt x="47386" y="15851"/>
                      <a:pt x="40237" y="12884"/>
                    </a:cubicBezTo>
                    <a:cubicBezTo>
                      <a:pt x="37887" y="11914"/>
                      <a:pt x="35417" y="11443"/>
                      <a:pt x="32965" y="11443"/>
                    </a:cubicBezTo>
                    <a:close/>
                    <a:moveTo>
                      <a:pt x="32947" y="8137"/>
                    </a:moveTo>
                    <a:cubicBezTo>
                      <a:pt x="45295" y="8165"/>
                      <a:pt x="55326" y="18168"/>
                      <a:pt x="55354" y="30544"/>
                    </a:cubicBezTo>
                    <a:cubicBezTo>
                      <a:pt x="55354" y="39615"/>
                      <a:pt x="49873" y="47781"/>
                      <a:pt x="41509" y="51256"/>
                    </a:cubicBezTo>
                    <a:cubicBezTo>
                      <a:pt x="38739" y="52398"/>
                      <a:pt x="35830" y="52954"/>
                      <a:pt x="32944" y="52954"/>
                    </a:cubicBezTo>
                    <a:cubicBezTo>
                      <a:pt x="27116" y="52954"/>
                      <a:pt x="21385" y="50686"/>
                      <a:pt x="17095" y="46396"/>
                    </a:cubicBezTo>
                    <a:cubicBezTo>
                      <a:pt x="10681" y="39982"/>
                      <a:pt x="8760" y="30347"/>
                      <a:pt x="12235" y="21983"/>
                    </a:cubicBezTo>
                    <a:cubicBezTo>
                      <a:pt x="15711" y="13591"/>
                      <a:pt x="23877" y="8137"/>
                      <a:pt x="32947" y="8137"/>
                    </a:cubicBezTo>
                    <a:close/>
                    <a:moveTo>
                      <a:pt x="32964" y="7435"/>
                    </a:moveTo>
                    <a:cubicBezTo>
                      <a:pt x="26937" y="7435"/>
                      <a:pt x="21014" y="9784"/>
                      <a:pt x="16587" y="14212"/>
                    </a:cubicBezTo>
                    <a:cubicBezTo>
                      <a:pt x="9975" y="20824"/>
                      <a:pt x="7997" y="30742"/>
                      <a:pt x="11585" y="39389"/>
                    </a:cubicBezTo>
                    <a:cubicBezTo>
                      <a:pt x="15145" y="48035"/>
                      <a:pt x="23594" y="53658"/>
                      <a:pt x="32947" y="53658"/>
                    </a:cubicBezTo>
                    <a:cubicBezTo>
                      <a:pt x="45691" y="53658"/>
                      <a:pt x="56033" y="43316"/>
                      <a:pt x="56061" y="30544"/>
                    </a:cubicBezTo>
                    <a:cubicBezTo>
                      <a:pt x="56061" y="21192"/>
                      <a:pt x="50409" y="12771"/>
                      <a:pt x="41791" y="9183"/>
                    </a:cubicBezTo>
                    <a:cubicBezTo>
                      <a:pt x="38935" y="8006"/>
                      <a:pt x="35937" y="7435"/>
                      <a:pt x="32964" y="7435"/>
                    </a:cubicBezTo>
                    <a:close/>
                    <a:moveTo>
                      <a:pt x="32947" y="4379"/>
                    </a:moveTo>
                    <a:cubicBezTo>
                      <a:pt x="47386" y="4407"/>
                      <a:pt x="59084" y="16105"/>
                      <a:pt x="59112" y="30544"/>
                    </a:cubicBezTo>
                    <a:cubicBezTo>
                      <a:pt x="59112" y="41141"/>
                      <a:pt x="52727" y="50663"/>
                      <a:pt x="42950" y="54732"/>
                    </a:cubicBezTo>
                    <a:cubicBezTo>
                      <a:pt x="39714" y="56069"/>
                      <a:pt x="36318" y="56719"/>
                      <a:pt x="32950" y="56719"/>
                    </a:cubicBezTo>
                    <a:cubicBezTo>
                      <a:pt x="26141" y="56719"/>
                      <a:pt x="19449" y="54062"/>
                      <a:pt x="14439" y="49052"/>
                    </a:cubicBezTo>
                    <a:cubicBezTo>
                      <a:pt x="6951" y="41564"/>
                      <a:pt x="4719" y="30318"/>
                      <a:pt x="8760" y="20542"/>
                    </a:cubicBezTo>
                    <a:cubicBezTo>
                      <a:pt x="12800" y="10765"/>
                      <a:pt x="22351" y="4379"/>
                      <a:pt x="32947" y="4379"/>
                    </a:cubicBezTo>
                    <a:close/>
                    <a:moveTo>
                      <a:pt x="32937" y="3678"/>
                    </a:moveTo>
                    <a:cubicBezTo>
                      <a:pt x="25941" y="3678"/>
                      <a:pt x="19070" y="6416"/>
                      <a:pt x="13930" y="11556"/>
                    </a:cubicBezTo>
                    <a:cubicBezTo>
                      <a:pt x="6245" y="19242"/>
                      <a:pt x="3956" y="30799"/>
                      <a:pt x="8110" y="40830"/>
                    </a:cubicBezTo>
                    <a:cubicBezTo>
                      <a:pt x="12263" y="50861"/>
                      <a:pt x="22068" y="57416"/>
                      <a:pt x="32947" y="57416"/>
                    </a:cubicBezTo>
                    <a:lnTo>
                      <a:pt x="32947" y="57445"/>
                    </a:lnTo>
                    <a:cubicBezTo>
                      <a:pt x="47782" y="57416"/>
                      <a:pt x="59791" y="45379"/>
                      <a:pt x="59819" y="30544"/>
                    </a:cubicBezTo>
                    <a:cubicBezTo>
                      <a:pt x="59819" y="19666"/>
                      <a:pt x="53263" y="9889"/>
                      <a:pt x="43232" y="5735"/>
                    </a:cubicBezTo>
                    <a:cubicBezTo>
                      <a:pt x="39900" y="4350"/>
                      <a:pt x="36403" y="3678"/>
                      <a:pt x="32937" y="3678"/>
                    </a:cubicBezTo>
                    <a:close/>
                    <a:moveTo>
                      <a:pt x="32947" y="706"/>
                    </a:moveTo>
                    <a:cubicBezTo>
                      <a:pt x="49421" y="734"/>
                      <a:pt x="62758" y="14071"/>
                      <a:pt x="62786" y="30544"/>
                    </a:cubicBezTo>
                    <a:cubicBezTo>
                      <a:pt x="62786" y="42610"/>
                      <a:pt x="55496" y="53489"/>
                      <a:pt x="44363" y="58123"/>
                    </a:cubicBezTo>
                    <a:cubicBezTo>
                      <a:pt x="40668" y="59647"/>
                      <a:pt x="36791" y="60389"/>
                      <a:pt x="32947" y="60389"/>
                    </a:cubicBezTo>
                    <a:cubicBezTo>
                      <a:pt x="25179" y="60389"/>
                      <a:pt x="17548" y="57361"/>
                      <a:pt x="11839" y="51652"/>
                    </a:cubicBezTo>
                    <a:cubicBezTo>
                      <a:pt x="3306" y="43119"/>
                      <a:pt x="763" y="30290"/>
                      <a:pt x="5369" y="19129"/>
                    </a:cubicBezTo>
                    <a:cubicBezTo>
                      <a:pt x="10003" y="7996"/>
                      <a:pt x="20882" y="706"/>
                      <a:pt x="32947" y="706"/>
                    </a:cubicBezTo>
                    <a:close/>
                    <a:moveTo>
                      <a:pt x="32965" y="0"/>
                    </a:moveTo>
                    <a:cubicBezTo>
                      <a:pt x="25013" y="0"/>
                      <a:pt x="17196" y="3110"/>
                      <a:pt x="11331" y="8956"/>
                    </a:cubicBezTo>
                    <a:cubicBezTo>
                      <a:pt x="2600" y="17688"/>
                      <a:pt x="0" y="30827"/>
                      <a:pt x="4719" y="42243"/>
                    </a:cubicBezTo>
                    <a:cubicBezTo>
                      <a:pt x="9438" y="53658"/>
                      <a:pt x="20571" y="61090"/>
                      <a:pt x="32947" y="61090"/>
                    </a:cubicBezTo>
                    <a:cubicBezTo>
                      <a:pt x="49788" y="61061"/>
                      <a:pt x="63464" y="47414"/>
                      <a:pt x="63492" y="30544"/>
                    </a:cubicBezTo>
                    <a:cubicBezTo>
                      <a:pt x="63492" y="18196"/>
                      <a:pt x="56033" y="7063"/>
                      <a:pt x="44617" y="2316"/>
                    </a:cubicBezTo>
                    <a:cubicBezTo>
                      <a:pt x="40845" y="757"/>
                      <a:pt x="36889" y="0"/>
                      <a:pt x="3296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8"/>
              <p:cNvSpPr/>
              <p:nvPr/>
            </p:nvSpPr>
            <p:spPr>
              <a:xfrm>
                <a:off x="3091000" y="3652225"/>
                <a:ext cx="276950" cy="276950"/>
              </a:xfrm>
              <a:custGeom>
                <a:avLst/>
                <a:gdLst/>
                <a:ahLst/>
                <a:cxnLst/>
                <a:rect l="l" t="t" r="r" b="b"/>
                <a:pathLst>
                  <a:path w="11078" h="11078" extrusionOk="0">
                    <a:moveTo>
                      <a:pt x="11077" y="1"/>
                    </a:moveTo>
                    <a:cubicBezTo>
                      <a:pt x="4945" y="1"/>
                      <a:pt x="1" y="4974"/>
                      <a:pt x="1" y="11077"/>
                    </a:cubicBezTo>
                    <a:lnTo>
                      <a:pt x="707" y="11077"/>
                    </a:lnTo>
                    <a:cubicBezTo>
                      <a:pt x="707" y="5341"/>
                      <a:pt x="5341" y="707"/>
                      <a:pt x="11077" y="707"/>
                    </a:cubicBezTo>
                    <a:lnTo>
                      <a:pt x="11077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8"/>
              <p:cNvSpPr/>
              <p:nvPr/>
            </p:nvSpPr>
            <p:spPr>
              <a:xfrm>
                <a:off x="2979400" y="3541325"/>
                <a:ext cx="388550" cy="387850"/>
              </a:xfrm>
              <a:custGeom>
                <a:avLst/>
                <a:gdLst/>
                <a:ahLst/>
                <a:cxnLst/>
                <a:rect l="l" t="t" r="r" b="b"/>
                <a:pathLst>
                  <a:path w="15542" h="15514" extrusionOk="0">
                    <a:moveTo>
                      <a:pt x="15541" y="1"/>
                    </a:moveTo>
                    <a:cubicBezTo>
                      <a:pt x="6951" y="1"/>
                      <a:pt x="28" y="6952"/>
                      <a:pt x="0" y="15513"/>
                    </a:cubicBezTo>
                    <a:lnTo>
                      <a:pt x="706" y="15513"/>
                    </a:lnTo>
                    <a:cubicBezTo>
                      <a:pt x="735" y="7347"/>
                      <a:pt x="7347" y="707"/>
                      <a:pt x="15541" y="707"/>
                    </a:cubicBezTo>
                    <a:lnTo>
                      <a:pt x="1554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8"/>
              <p:cNvSpPr/>
              <p:nvPr/>
            </p:nvSpPr>
            <p:spPr>
              <a:xfrm>
                <a:off x="3195550" y="3756775"/>
                <a:ext cx="172400" cy="172400"/>
              </a:xfrm>
              <a:custGeom>
                <a:avLst/>
                <a:gdLst/>
                <a:ahLst/>
                <a:cxnLst/>
                <a:rect l="l" t="t" r="r" b="b"/>
                <a:pathLst>
                  <a:path w="6896" h="6896" extrusionOk="0">
                    <a:moveTo>
                      <a:pt x="6895" y="1"/>
                    </a:moveTo>
                    <a:cubicBezTo>
                      <a:pt x="3080" y="29"/>
                      <a:pt x="0" y="3109"/>
                      <a:pt x="0" y="6895"/>
                    </a:cubicBezTo>
                    <a:lnTo>
                      <a:pt x="707" y="6895"/>
                    </a:lnTo>
                    <a:cubicBezTo>
                      <a:pt x="707" y="3476"/>
                      <a:pt x="3476" y="736"/>
                      <a:pt x="6895" y="707"/>
                    </a:cubicBezTo>
                    <a:lnTo>
                      <a:pt x="6895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8"/>
              <p:cNvSpPr/>
              <p:nvPr/>
            </p:nvSpPr>
            <p:spPr>
              <a:xfrm>
                <a:off x="2604275" y="3165525"/>
                <a:ext cx="763675" cy="763650"/>
              </a:xfrm>
              <a:custGeom>
                <a:avLst/>
                <a:gdLst/>
                <a:ahLst/>
                <a:cxnLst/>
                <a:rect l="l" t="t" r="r" b="b"/>
                <a:pathLst>
                  <a:path w="30547" h="30546" extrusionOk="0">
                    <a:moveTo>
                      <a:pt x="30546" y="0"/>
                    </a:moveTo>
                    <a:cubicBezTo>
                      <a:pt x="13677" y="28"/>
                      <a:pt x="29" y="13705"/>
                      <a:pt x="1" y="30545"/>
                    </a:cubicBezTo>
                    <a:lnTo>
                      <a:pt x="707" y="30545"/>
                    </a:lnTo>
                    <a:cubicBezTo>
                      <a:pt x="707" y="14072"/>
                      <a:pt x="14073" y="735"/>
                      <a:pt x="30546" y="707"/>
                    </a:cubicBezTo>
                    <a:lnTo>
                      <a:pt x="3054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8"/>
              <p:cNvSpPr/>
              <p:nvPr/>
            </p:nvSpPr>
            <p:spPr>
              <a:xfrm>
                <a:off x="2696125" y="3257350"/>
                <a:ext cx="671825" cy="671825"/>
              </a:xfrm>
              <a:custGeom>
                <a:avLst/>
                <a:gdLst/>
                <a:ahLst/>
                <a:cxnLst/>
                <a:rect l="l" t="t" r="r" b="b"/>
                <a:pathLst>
                  <a:path w="26873" h="26873" extrusionOk="0">
                    <a:moveTo>
                      <a:pt x="26872" y="1"/>
                    </a:moveTo>
                    <a:cubicBezTo>
                      <a:pt x="12037" y="29"/>
                      <a:pt x="0" y="12038"/>
                      <a:pt x="0" y="26872"/>
                    </a:cubicBezTo>
                    <a:lnTo>
                      <a:pt x="707" y="26872"/>
                    </a:lnTo>
                    <a:cubicBezTo>
                      <a:pt x="707" y="12433"/>
                      <a:pt x="12405" y="735"/>
                      <a:pt x="26872" y="707"/>
                    </a:cubicBezTo>
                    <a:lnTo>
                      <a:pt x="268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8"/>
              <p:cNvSpPr/>
              <p:nvPr/>
            </p:nvSpPr>
            <p:spPr>
              <a:xfrm>
                <a:off x="2790075" y="3351300"/>
                <a:ext cx="577875" cy="577875"/>
              </a:xfrm>
              <a:custGeom>
                <a:avLst/>
                <a:gdLst/>
                <a:ahLst/>
                <a:cxnLst/>
                <a:rect l="l" t="t" r="r" b="b"/>
                <a:pathLst>
                  <a:path w="23115" h="23115" extrusionOk="0">
                    <a:moveTo>
                      <a:pt x="23114" y="1"/>
                    </a:moveTo>
                    <a:cubicBezTo>
                      <a:pt x="10342" y="29"/>
                      <a:pt x="0" y="10371"/>
                      <a:pt x="0" y="23114"/>
                    </a:cubicBezTo>
                    <a:lnTo>
                      <a:pt x="707" y="23114"/>
                    </a:lnTo>
                    <a:cubicBezTo>
                      <a:pt x="707" y="10738"/>
                      <a:pt x="10738" y="735"/>
                      <a:pt x="23114" y="707"/>
                    </a:cubicBezTo>
                    <a:lnTo>
                      <a:pt x="2311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8"/>
              <p:cNvSpPr/>
              <p:nvPr/>
            </p:nvSpPr>
            <p:spPr>
              <a:xfrm>
                <a:off x="2890375" y="3451625"/>
                <a:ext cx="477575" cy="477550"/>
              </a:xfrm>
              <a:custGeom>
                <a:avLst/>
                <a:gdLst/>
                <a:ahLst/>
                <a:cxnLst/>
                <a:rect l="l" t="t" r="r" b="b"/>
                <a:pathLst>
                  <a:path w="19103" h="19102" extrusionOk="0">
                    <a:moveTo>
                      <a:pt x="19102" y="0"/>
                    </a:moveTo>
                    <a:cubicBezTo>
                      <a:pt x="8534" y="0"/>
                      <a:pt x="1" y="8562"/>
                      <a:pt x="1" y="19101"/>
                    </a:cubicBezTo>
                    <a:lnTo>
                      <a:pt x="707" y="19101"/>
                    </a:lnTo>
                    <a:cubicBezTo>
                      <a:pt x="707" y="8957"/>
                      <a:pt x="8930" y="706"/>
                      <a:pt x="19102" y="706"/>
                    </a:cubicBezTo>
                    <a:lnTo>
                      <a:pt x="1910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8"/>
              <p:cNvSpPr/>
              <p:nvPr/>
            </p:nvSpPr>
            <p:spPr>
              <a:xfrm>
                <a:off x="1892059" y="2328433"/>
                <a:ext cx="1351033" cy="675517"/>
              </a:xfrm>
              <a:custGeom>
                <a:avLst/>
                <a:gdLst/>
                <a:ahLst/>
                <a:cxnLst/>
                <a:rect l="l" t="t" r="r" b="b"/>
                <a:pathLst>
                  <a:path w="64030" h="32015" extrusionOk="0">
                    <a:moveTo>
                      <a:pt x="0" y="0"/>
                    </a:moveTo>
                    <a:cubicBezTo>
                      <a:pt x="0" y="17689"/>
                      <a:pt x="14326" y="32015"/>
                      <a:pt x="32015" y="32015"/>
                    </a:cubicBezTo>
                    <a:cubicBezTo>
                      <a:pt x="49703" y="32015"/>
                      <a:pt x="64029" y="17689"/>
                      <a:pt x="6402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8"/>
              <p:cNvSpPr/>
              <p:nvPr/>
            </p:nvSpPr>
            <p:spPr>
              <a:xfrm>
                <a:off x="2149025" y="2328433"/>
                <a:ext cx="837100" cy="418561"/>
              </a:xfrm>
              <a:custGeom>
                <a:avLst/>
                <a:gdLst/>
                <a:ahLst/>
                <a:cxnLst/>
                <a:rect l="l" t="t" r="r" b="b"/>
                <a:pathLst>
                  <a:path w="39673" h="19837" extrusionOk="0">
                    <a:moveTo>
                      <a:pt x="1" y="0"/>
                    </a:moveTo>
                    <a:cubicBezTo>
                      <a:pt x="1" y="10964"/>
                      <a:pt x="8873" y="19836"/>
                      <a:pt x="19837" y="19836"/>
                    </a:cubicBezTo>
                    <a:cubicBezTo>
                      <a:pt x="30800" y="19836"/>
                      <a:pt x="39673" y="10964"/>
                      <a:pt x="3967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7" name="Google Shape;1147;p28"/>
            <p:cNvGrpSpPr/>
            <p:nvPr/>
          </p:nvGrpSpPr>
          <p:grpSpPr>
            <a:xfrm>
              <a:off x="8367294" y="4366200"/>
              <a:ext cx="777300" cy="777319"/>
              <a:chOff x="8367288" y="4366200"/>
              <a:chExt cx="777300" cy="777319"/>
            </a:xfrm>
          </p:grpSpPr>
          <p:sp>
            <p:nvSpPr>
              <p:cNvPr id="1148" name="Google Shape;1148;p28"/>
              <p:cNvSpPr/>
              <p:nvPr/>
            </p:nvSpPr>
            <p:spPr>
              <a:xfrm>
                <a:off x="8367288" y="4366200"/>
                <a:ext cx="777300" cy="777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49" name="Google Shape;1149;p28"/>
              <p:cNvGrpSpPr/>
              <p:nvPr/>
            </p:nvGrpSpPr>
            <p:grpSpPr>
              <a:xfrm flipH="1">
                <a:off x="8498568" y="4497855"/>
                <a:ext cx="645654" cy="645664"/>
                <a:chOff x="9247818" y="906703"/>
                <a:chExt cx="993925" cy="1029275"/>
              </a:xfrm>
            </p:grpSpPr>
            <p:sp>
              <p:nvSpPr>
                <p:cNvPr id="1150" name="Google Shape;1150;p28"/>
                <p:cNvSpPr/>
                <p:nvPr/>
              </p:nvSpPr>
              <p:spPr>
                <a:xfrm>
                  <a:off x="9247818" y="906703"/>
                  <a:ext cx="993925" cy="102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757" h="41171" extrusionOk="0">
                      <a:moveTo>
                        <a:pt x="0" y="1"/>
                      </a:moveTo>
                      <a:lnTo>
                        <a:pt x="0" y="41170"/>
                      </a:lnTo>
                      <a:lnTo>
                        <a:pt x="39757" y="41170"/>
                      </a:lnTo>
                      <a:cubicBezTo>
                        <a:pt x="39757" y="18989"/>
                        <a:pt x="22181" y="764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1" name="Google Shape;1151;p28"/>
                <p:cNvSpPr/>
                <p:nvPr/>
              </p:nvSpPr>
              <p:spPr>
                <a:xfrm>
                  <a:off x="9247818" y="1120053"/>
                  <a:ext cx="787650" cy="815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06" h="32637" extrusionOk="0">
                      <a:moveTo>
                        <a:pt x="0" y="0"/>
                      </a:moveTo>
                      <a:lnTo>
                        <a:pt x="0" y="32636"/>
                      </a:lnTo>
                      <a:lnTo>
                        <a:pt x="31506" y="32636"/>
                      </a:lnTo>
                      <a:cubicBezTo>
                        <a:pt x="28454" y="16445"/>
                        <a:pt x="16078" y="361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52" name="Google Shape;1152;p28"/>
            <p:cNvGrpSpPr/>
            <p:nvPr/>
          </p:nvGrpSpPr>
          <p:grpSpPr>
            <a:xfrm>
              <a:off x="8367294" y="-2475"/>
              <a:ext cx="777300" cy="1530600"/>
              <a:chOff x="8367300" y="-2475"/>
              <a:chExt cx="777300" cy="1530600"/>
            </a:xfrm>
          </p:grpSpPr>
          <p:sp>
            <p:nvSpPr>
              <p:cNvPr id="1153" name="Google Shape;1153;p28"/>
              <p:cNvSpPr/>
              <p:nvPr/>
            </p:nvSpPr>
            <p:spPr>
              <a:xfrm>
                <a:off x="8367300" y="-2475"/>
                <a:ext cx="777300" cy="1530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4" name="Google Shape;1154;p28"/>
              <p:cNvGrpSpPr/>
              <p:nvPr/>
            </p:nvGrpSpPr>
            <p:grpSpPr>
              <a:xfrm rot="-5400000">
                <a:off x="8318057" y="487417"/>
                <a:ext cx="1101056" cy="550817"/>
                <a:chOff x="4122925" y="4029425"/>
                <a:chExt cx="1430500" cy="715625"/>
              </a:xfrm>
            </p:grpSpPr>
            <p:sp>
              <p:nvSpPr>
                <p:cNvPr id="1155" name="Google Shape;1155;p28"/>
                <p:cNvSpPr/>
                <p:nvPr/>
              </p:nvSpPr>
              <p:spPr>
                <a:xfrm>
                  <a:off x="4837800" y="4030125"/>
                  <a:ext cx="715625" cy="71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625" h="28597" extrusionOk="0">
                      <a:moveTo>
                        <a:pt x="57" y="1"/>
                      </a:moveTo>
                      <a:cubicBezTo>
                        <a:pt x="29" y="933"/>
                        <a:pt x="1" y="1837"/>
                        <a:pt x="1" y="2798"/>
                      </a:cubicBezTo>
                      <a:lnTo>
                        <a:pt x="1" y="14129"/>
                      </a:lnTo>
                      <a:cubicBezTo>
                        <a:pt x="7997" y="14129"/>
                        <a:pt x="14496" y="20600"/>
                        <a:pt x="14496" y="28596"/>
                      </a:cubicBezTo>
                      <a:lnTo>
                        <a:pt x="28624" y="28596"/>
                      </a:lnTo>
                      <a:cubicBezTo>
                        <a:pt x="28596" y="12829"/>
                        <a:pt x="15824" y="29"/>
                        <a:pt x="57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56" name="Google Shape;1156;p28"/>
                <p:cNvSpPr/>
                <p:nvPr/>
              </p:nvSpPr>
              <p:spPr>
                <a:xfrm>
                  <a:off x="4122925" y="4029425"/>
                  <a:ext cx="714900" cy="715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96" h="28625" extrusionOk="0">
                      <a:moveTo>
                        <a:pt x="28596" y="0"/>
                      </a:moveTo>
                      <a:cubicBezTo>
                        <a:pt x="12800" y="29"/>
                        <a:pt x="0" y="12829"/>
                        <a:pt x="0" y="28624"/>
                      </a:cubicBezTo>
                      <a:lnTo>
                        <a:pt x="14128" y="28624"/>
                      </a:lnTo>
                      <a:cubicBezTo>
                        <a:pt x="14128" y="20628"/>
                        <a:pt x="20599" y="14129"/>
                        <a:pt x="28596" y="14129"/>
                      </a:cubicBezTo>
                      <a:lnTo>
                        <a:pt x="28596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57" name="Google Shape;1157;p28"/>
            <p:cNvGrpSpPr/>
            <p:nvPr/>
          </p:nvGrpSpPr>
          <p:grpSpPr>
            <a:xfrm>
              <a:off x="1810450" y="4754856"/>
              <a:ext cx="1530600" cy="388800"/>
              <a:chOff x="1810450" y="4754856"/>
              <a:chExt cx="1530600" cy="388800"/>
            </a:xfrm>
          </p:grpSpPr>
          <p:sp>
            <p:nvSpPr>
              <p:cNvPr id="1158" name="Google Shape;1158;p28"/>
              <p:cNvSpPr/>
              <p:nvPr/>
            </p:nvSpPr>
            <p:spPr>
              <a:xfrm>
                <a:off x="1810450" y="4754856"/>
                <a:ext cx="1530600" cy="3888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59" name="Google Shape;1159;p28"/>
              <p:cNvGrpSpPr/>
              <p:nvPr/>
            </p:nvGrpSpPr>
            <p:grpSpPr>
              <a:xfrm>
                <a:off x="2091494" y="4854744"/>
                <a:ext cx="968525" cy="189000"/>
                <a:chOff x="1648000" y="4487175"/>
                <a:chExt cx="968525" cy="189000"/>
              </a:xfrm>
            </p:grpSpPr>
            <p:sp>
              <p:nvSpPr>
                <p:cNvPr id="1160" name="Google Shape;1160;p28"/>
                <p:cNvSpPr/>
                <p:nvPr/>
              </p:nvSpPr>
              <p:spPr>
                <a:xfrm>
                  <a:off x="1648000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1" name="Google Shape;1161;p28"/>
                <p:cNvSpPr/>
                <p:nvPr/>
              </p:nvSpPr>
              <p:spPr>
                <a:xfrm>
                  <a:off x="173985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47" y="1"/>
                      </a:moveTo>
                      <a:cubicBezTo>
                        <a:pt x="466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50" y="7559"/>
                      </a:cubicBezTo>
                      <a:cubicBezTo>
                        <a:pt x="1427" y="7559"/>
                        <a:pt x="1907" y="7234"/>
                        <a:pt x="1879" y="6584"/>
                      </a:cubicBezTo>
                      <a:lnTo>
                        <a:pt x="1879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2" name="Google Shape;1162;p28"/>
                <p:cNvSpPr/>
                <p:nvPr/>
              </p:nvSpPr>
              <p:spPr>
                <a:xfrm>
                  <a:off x="18323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28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3" name="Google Shape;1163;p28"/>
                <p:cNvSpPr/>
                <p:nvPr/>
              </p:nvSpPr>
              <p:spPr>
                <a:xfrm>
                  <a:off x="19242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4" name="Google Shape;1164;p28"/>
                <p:cNvSpPr/>
                <p:nvPr/>
              </p:nvSpPr>
              <p:spPr>
                <a:xfrm>
                  <a:off x="201640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61" y="1"/>
                      </a:moveTo>
                      <a:cubicBezTo>
                        <a:pt x="453" y="1"/>
                        <a:pt x="29" y="396"/>
                        <a:pt x="29" y="905"/>
                      </a:cubicBezTo>
                      <a:lnTo>
                        <a:pt x="29" y="6584"/>
                      </a:lnTo>
                      <a:cubicBezTo>
                        <a:pt x="0" y="7234"/>
                        <a:pt x="481" y="7559"/>
                        <a:pt x="958" y="7559"/>
                      </a:cubicBezTo>
                      <a:cubicBezTo>
                        <a:pt x="1434" y="7559"/>
                        <a:pt x="1908" y="7234"/>
                        <a:pt x="1865" y="6584"/>
                      </a:cubicBezTo>
                      <a:lnTo>
                        <a:pt x="1865" y="905"/>
                      </a:lnTo>
                      <a:cubicBezTo>
                        <a:pt x="1865" y="396"/>
                        <a:pt x="1442" y="1"/>
                        <a:pt x="96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5" name="Google Shape;1165;p28"/>
                <p:cNvSpPr/>
                <p:nvPr/>
              </p:nvSpPr>
              <p:spPr>
                <a:xfrm>
                  <a:off x="2108575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8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8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8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6" name="Google Shape;1166;p28"/>
                <p:cNvSpPr/>
                <p:nvPr/>
              </p:nvSpPr>
              <p:spPr>
                <a:xfrm>
                  <a:off x="22004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0" y="7234"/>
                        <a:pt x="474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7" name="Google Shape;1167;p28"/>
                <p:cNvSpPr/>
                <p:nvPr/>
              </p:nvSpPr>
              <p:spPr>
                <a:xfrm>
                  <a:off x="2292950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8" name="Google Shape;1168;p28"/>
                <p:cNvSpPr/>
                <p:nvPr/>
              </p:nvSpPr>
              <p:spPr>
                <a:xfrm>
                  <a:off x="2385850" y="4487175"/>
                  <a:ext cx="45950" cy="18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8" h="7489" extrusionOk="0">
                      <a:moveTo>
                        <a:pt x="905" y="1"/>
                      </a:moveTo>
                      <a:cubicBezTo>
                        <a:pt x="396" y="1"/>
                        <a:pt x="1" y="396"/>
                        <a:pt x="1" y="905"/>
                      </a:cubicBezTo>
                      <a:lnTo>
                        <a:pt x="1" y="6584"/>
                      </a:lnTo>
                      <a:cubicBezTo>
                        <a:pt x="1" y="7093"/>
                        <a:pt x="396" y="7489"/>
                        <a:pt x="905" y="7489"/>
                      </a:cubicBezTo>
                      <a:cubicBezTo>
                        <a:pt x="1413" y="7489"/>
                        <a:pt x="1837" y="7093"/>
                        <a:pt x="1837" y="6584"/>
                      </a:cubicBezTo>
                      <a:lnTo>
                        <a:pt x="1837" y="905"/>
                      </a:lnTo>
                      <a:cubicBezTo>
                        <a:pt x="1837" y="396"/>
                        <a:pt x="1413" y="1"/>
                        <a:pt x="905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69" name="Google Shape;1169;p28"/>
                <p:cNvSpPr/>
                <p:nvPr/>
              </p:nvSpPr>
              <p:spPr>
                <a:xfrm>
                  <a:off x="24773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0" name="Google Shape;1170;p28"/>
                <p:cNvSpPr/>
                <p:nvPr/>
              </p:nvSpPr>
              <p:spPr>
                <a:xfrm>
                  <a:off x="25691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171" name="Google Shape;1171;p28"/>
            <p:cNvGrpSpPr/>
            <p:nvPr/>
          </p:nvGrpSpPr>
          <p:grpSpPr>
            <a:xfrm>
              <a:off x="8608078" y="2343683"/>
              <a:ext cx="295732" cy="1206958"/>
              <a:chOff x="2595950" y="2900400"/>
              <a:chExt cx="329800" cy="1346000"/>
            </a:xfrm>
          </p:grpSpPr>
          <p:sp>
            <p:nvSpPr>
              <p:cNvPr id="1172" name="Google Shape;1172;p28"/>
              <p:cNvSpPr/>
              <p:nvPr/>
            </p:nvSpPr>
            <p:spPr>
              <a:xfrm>
                <a:off x="2595950" y="2900400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8"/>
              <p:cNvSpPr/>
              <p:nvPr/>
            </p:nvSpPr>
            <p:spPr>
              <a:xfrm>
                <a:off x="2595950" y="3408850"/>
                <a:ext cx="329800" cy="329100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4" extrusionOk="0">
                    <a:moveTo>
                      <a:pt x="6596" y="1"/>
                    </a:moveTo>
                    <a:cubicBezTo>
                      <a:pt x="2948" y="1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1"/>
                      <a:pt x="6596" y="1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8"/>
              <p:cNvSpPr/>
              <p:nvPr/>
            </p:nvSpPr>
            <p:spPr>
              <a:xfrm>
                <a:off x="2595950" y="3917325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0">
    <p:spTree>
      <p:nvGrpSpPr>
        <p:cNvPr id="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3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7813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1223" name="Google Shape;1223;p30"/>
          <p:cNvGrpSpPr/>
          <p:nvPr/>
        </p:nvGrpSpPr>
        <p:grpSpPr>
          <a:xfrm>
            <a:off x="0" y="0"/>
            <a:ext cx="9144011" cy="5143502"/>
            <a:chOff x="0" y="0"/>
            <a:chExt cx="9144011" cy="5143502"/>
          </a:xfrm>
        </p:grpSpPr>
        <p:grpSp>
          <p:nvGrpSpPr>
            <p:cNvPr id="1224" name="Google Shape;1224;p30"/>
            <p:cNvGrpSpPr/>
            <p:nvPr/>
          </p:nvGrpSpPr>
          <p:grpSpPr>
            <a:xfrm rot="5400000">
              <a:off x="8271098" y="3543302"/>
              <a:ext cx="968525" cy="189000"/>
              <a:chOff x="1648000" y="4487175"/>
              <a:chExt cx="968525" cy="189000"/>
            </a:xfrm>
          </p:grpSpPr>
          <p:sp>
            <p:nvSpPr>
              <p:cNvPr id="1225" name="Google Shape;1225;p30"/>
              <p:cNvSpPr/>
              <p:nvPr/>
            </p:nvSpPr>
            <p:spPr>
              <a:xfrm>
                <a:off x="1648000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Google Shape;1226;p30"/>
              <p:cNvSpPr/>
              <p:nvPr/>
            </p:nvSpPr>
            <p:spPr>
              <a:xfrm>
                <a:off x="173985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47" y="1"/>
                    </a:moveTo>
                    <a:cubicBezTo>
                      <a:pt x="466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50" y="7559"/>
                    </a:cubicBezTo>
                    <a:cubicBezTo>
                      <a:pt x="1427" y="7559"/>
                      <a:pt x="1907" y="7234"/>
                      <a:pt x="1879" y="6584"/>
                    </a:cubicBezTo>
                    <a:lnTo>
                      <a:pt x="1879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Google Shape;1227;p30"/>
              <p:cNvSpPr/>
              <p:nvPr/>
            </p:nvSpPr>
            <p:spPr>
              <a:xfrm>
                <a:off x="18323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28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Google Shape;1228;p30"/>
              <p:cNvSpPr/>
              <p:nvPr/>
            </p:nvSpPr>
            <p:spPr>
              <a:xfrm>
                <a:off x="19242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Google Shape;1229;p30"/>
              <p:cNvSpPr/>
              <p:nvPr/>
            </p:nvSpPr>
            <p:spPr>
              <a:xfrm>
                <a:off x="201640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61" y="1"/>
                    </a:moveTo>
                    <a:cubicBezTo>
                      <a:pt x="453" y="1"/>
                      <a:pt x="29" y="396"/>
                      <a:pt x="29" y="905"/>
                    </a:cubicBezTo>
                    <a:lnTo>
                      <a:pt x="29" y="6584"/>
                    </a:lnTo>
                    <a:cubicBezTo>
                      <a:pt x="0" y="7234"/>
                      <a:pt x="481" y="7559"/>
                      <a:pt x="958" y="7559"/>
                    </a:cubicBezTo>
                    <a:cubicBezTo>
                      <a:pt x="1434" y="7559"/>
                      <a:pt x="1908" y="7234"/>
                      <a:pt x="1865" y="6584"/>
                    </a:cubicBezTo>
                    <a:lnTo>
                      <a:pt x="1865" y="905"/>
                    </a:lnTo>
                    <a:cubicBezTo>
                      <a:pt x="1865" y="396"/>
                      <a:pt x="1442" y="1"/>
                      <a:pt x="96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Google Shape;1230;p30"/>
              <p:cNvSpPr/>
              <p:nvPr/>
            </p:nvSpPr>
            <p:spPr>
              <a:xfrm>
                <a:off x="2108575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8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8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Google Shape;1231;p30"/>
              <p:cNvSpPr/>
              <p:nvPr/>
            </p:nvSpPr>
            <p:spPr>
              <a:xfrm>
                <a:off x="22004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0" y="7234"/>
                      <a:pt x="474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Google Shape;1232;p30"/>
              <p:cNvSpPr/>
              <p:nvPr/>
            </p:nvSpPr>
            <p:spPr>
              <a:xfrm>
                <a:off x="2292950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Google Shape;1233;p30"/>
              <p:cNvSpPr/>
              <p:nvPr/>
            </p:nvSpPr>
            <p:spPr>
              <a:xfrm>
                <a:off x="2385850" y="4487175"/>
                <a:ext cx="45950" cy="1872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7489" extrusionOk="0">
                    <a:moveTo>
                      <a:pt x="905" y="1"/>
                    </a:moveTo>
                    <a:cubicBezTo>
                      <a:pt x="396" y="1"/>
                      <a:pt x="1" y="396"/>
                      <a:pt x="1" y="905"/>
                    </a:cubicBezTo>
                    <a:lnTo>
                      <a:pt x="1" y="6584"/>
                    </a:lnTo>
                    <a:cubicBezTo>
                      <a:pt x="1" y="7093"/>
                      <a:pt x="396" y="7489"/>
                      <a:pt x="905" y="7489"/>
                    </a:cubicBezTo>
                    <a:cubicBezTo>
                      <a:pt x="1413" y="7489"/>
                      <a:pt x="1837" y="7093"/>
                      <a:pt x="1837" y="6584"/>
                    </a:cubicBezTo>
                    <a:lnTo>
                      <a:pt x="1837" y="905"/>
                    </a:lnTo>
                    <a:cubicBezTo>
                      <a:pt x="1837" y="396"/>
                      <a:pt x="1413" y="1"/>
                      <a:pt x="9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Google Shape;1234;p30"/>
              <p:cNvSpPr/>
              <p:nvPr/>
            </p:nvSpPr>
            <p:spPr>
              <a:xfrm>
                <a:off x="24773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Google Shape;1235;p30"/>
              <p:cNvSpPr/>
              <p:nvPr/>
            </p:nvSpPr>
            <p:spPr>
              <a:xfrm>
                <a:off x="25691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36" name="Google Shape;1236;p30"/>
            <p:cNvGrpSpPr/>
            <p:nvPr/>
          </p:nvGrpSpPr>
          <p:grpSpPr>
            <a:xfrm>
              <a:off x="0" y="0"/>
              <a:ext cx="9144011" cy="5143502"/>
              <a:chOff x="0" y="0"/>
              <a:chExt cx="9144011" cy="5143502"/>
            </a:xfrm>
          </p:grpSpPr>
          <p:grpSp>
            <p:nvGrpSpPr>
              <p:cNvPr id="1237" name="Google Shape;1237;p30"/>
              <p:cNvGrpSpPr/>
              <p:nvPr/>
            </p:nvGrpSpPr>
            <p:grpSpPr>
              <a:xfrm>
                <a:off x="7616988" y="0"/>
                <a:ext cx="1527022" cy="1390301"/>
                <a:chOff x="7616988" y="0"/>
                <a:chExt cx="1527022" cy="1390301"/>
              </a:xfrm>
            </p:grpSpPr>
            <p:sp>
              <p:nvSpPr>
                <p:cNvPr id="1238" name="Google Shape;1238;p30"/>
                <p:cNvSpPr/>
                <p:nvPr/>
              </p:nvSpPr>
              <p:spPr>
                <a:xfrm rot="5400000">
                  <a:off x="7992138" y="-375150"/>
                  <a:ext cx="776700" cy="1527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239" name="Google Shape;1239;p30"/>
                <p:cNvGrpSpPr/>
                <p:nvPr/>
              </p:nvGrpSpPr>
              <p:grpSpPr>
                <a:xfrm rot="-5400000">
                  <a:off x="8223109" y="469398"/>
                  <a:ext cx="1227655" cy="614149"/>
                  <a:chOff x="4041639" y="4029425"/>
                  <a:chExt cx="1430500" cy="715625"/>
                </a:xfrm>
              </p:grpSpPr>
              <p:sp>
                <p:nvSpPr>
                  <p:cNvPr id="1240" name="Google Shape;1240;p30"/>
                  <p:cNvSpPr/>
                  <p:nvPr/>
                </p:nvSpPr>
                <p:spPr>
                  <a:xfrm>
                    <a:off x="4756514" y="4030125"/>
                    <a:ext cx="715625" cy="714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625" h="28597" extrusionOk="0">
                        <a:moveTo>
                          <a:pt x="57" y="1"/>
                        </a:moveTo>
                        <a:cubicBezTo>
                          <a:pt x="29" y="933"/>
                          <a:pt x="1" y="1837"/>
                          <a:pt x="1" y="2798"/>
                        </a:cubicBezTo>
                        <a:lnTo>
                          <a:pt x="1" y="14129"/>
                        </a:lnTo>
                        <a:cubicBezTo>
                          <a:pt x="7997" y="14129"/>
                          <a:pt x="14496" y="20600"/>
                          <a:pt x="14496" y="28596"/>
                        </a:cubicBezTo>
                        <a:lnTo>
                          <a:pt x="28624" y="28596"/>
                        </a:lnTo>
                        <a:cubicBezTo>
                          <a:pt x="28596" y="12829"/>
                          <a:pt x="15824" y="29"/>
                          <a:pt x="57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241" name="Google Shape;1241;p30"/>
                  <p:cNvSpPr/>
                  <p:nvPr/>
                </p:nvSpPr>
                <p:spPr>
                  <a:xfrm>
                    <a:off x="4041639" y="4029425"/>
                    <a:ext cx="714900" cy="7156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596" h="28625" extrusionOk="0">
                        <a:moveTo>
                          <a:pt x="28596" y="0"/>
                        </a:moveTo>
                        <a:cubicBezTo>
                          <a:pt x="12800" y="29"/>
                          <a:pt x="0" y="12829"/>
                          <a:pt x="0" y="28624"/>
                        </a:cubicBezTo>
                        <a:lnTo>
                          <a:pt x="14128" y="28624"/>
                        </a:lnTo>
                        <a:cubicBezTo>
                          <a:pt x="14128" y="20628"/>
                          <a:pt x="20599" y="14129"/>
                          <a:pt x="28596" y="14129"/>
                        </a:cubicBezTo>
                        <a:lnTo>
                          <a:pt x="28596" y="0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sp>
            <p:nvSpPr>
              <p:cNvPr id="1242" name="Google Shape;1242;p30"/>
              <p:cNvSpPr/>
              <p:nvPr/>
            </p:nvSpPr>
            <p:spPr>
              <a:xfrm>
                <a:off x="0" y="4772100"/>
                <a:ext cx="371400" cy="371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Google Shape;1243;p30"/>
              <p:cNvSpPr/>
              <p:nvPr/>
            </p:nvSpPr>
            <p:spPr>
              <a:xfrm rot="10800000">
                <a:off x="8366711" y="4366202"/>
                <a:ext cx="777300" cy="77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44" name="Google Shape;1244;p30"/>
              <p:cNvGrpSpPr/>
              <p:nvPr/>
            </p:nvGrpSpPr>
            <p:grpSpPr>
              <a:xfrm rot="10800000">
                <a:off x="7779775" y="4542365"/>
                <a:ext cx="1201471" cy="601131"/>
                <a:chOff x="6269581" y="-9"/>
                <a:chExt cx="1178375" cy="589575"/>
              </a:xfrm>
            </p:grpSpPr>
            <p:sp>
              <p:nvSpPr>
                <p:cNvPr id="1245" name="Google Shape;1245;p30"/>
                <p:cNvSpPr/>
                <p:nvPr/>
              </p:nvSpPr>
              <p:spPr>
                <a:xfrm flipH="1">
                  <a:off x="6269581" y="-9"/>
                  <a:ext cx="1178375" cy="5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35" h="23583" extrusionOk="0">
                      <a:moveTo>
                        <a:pt x="1" y="1"/>
                      </a:moveTo>
                      <a:cubicBezTo>
                        <a:pt x="1" y="13017"/>
                        <a:pt x="10537" y="23582"/>
                        <a:pt x="23583" y="23582"/>
                      </a:cubicBezTo>
                      <a:cubicBezTo>
                        <a:pt x="36599" y="23582"/>
                        <a:pt x="47135" y="13017"/>
                        <a:pt x="4713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6" name="Google Shape;1246;p30"/>
                <p:cNvSpPr/>
                <p:nvPr/>
              </p:nvSpPr>
              <p:spPr>
                <a:xfrm flipH="1">
                  <a:off x="6415143" y="-9"/>
                  <a:ext cx="887250" cy="44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0" h="17804" extrusionOk="0">
                      <a:moveTo>
                        <a:pt x="0" y="1"/>
                      </a:moveTo>
                      <a:lnTo>
                        <a:pt x="0" y="59"/>
                      </a:lnTo>
                      <a:cubicBezTo>
                        <a:pt x="0" y="9836"/>
                        <a:pt x="7939" y="17775"/>
                        <a:pt x="17716" y="17804"/>
                      </a:cubicBezTo>
                      <a:cubicBezTo>
                        <a:pt x="27522" y="17804"/>
                        <a:pt x="35460" y="9836"/>
                        <a:pt x="35490" y="59"/>
                      </a:cubicBezTo>
                      <a:lnTo>
                        <a:pt x="35490" y="1"/>
                      </a:lnTo>
                      <a:lnTo>
                        <a:pt x="25275" y="1"/>
                      </a:lnTo>
                      <a:lnTo>
                        <a:pt x="25275" y="59"/>
                      </a:lnTo>
                      <a:cubicBezTo>
                        <a:pt x="25275" y="4204"/>
                        <a:pt x="21889" y="7560"/>
                        <a:pt x="17745" y="7560"/>
                      </a:cubicBezTo>
                      <a:cubicBezTo>
                        <a:pt x="13572" y="7560"/>
                        <a:pt x="10215" y="4204"/>
                        <a:pt x="10215" y="59"/>
                      </a:cubicBezTo>
                      <a:lnTo>
                        <a:pt x="10215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47" name="Google Shape;1247;p30"/>
              <p:cNvGrpSpPr/>
              <p:nvPr/>
            </p:nvGrpSpPr>
            <p:grpSpPr>
              <a:xfrm rot="5400000">
                <a:off x="-207365" y="3927127"/>
                <a:ext cx="968525" cy="189000"/>
                <a:chOff x="1648000" y="4487175"/>
                <a:chExt cx="968525" cy="189000"/>
              </a:xfrm>
            </p:grpSpPr>
            <p:sp>
              <p:nvSpPr>
                <p:cNvPr id="1248" name="Google Shape;1248;p30"/>
                <p:cNvSpPr/>
                <p:nvPr/>
              </p:nvSpPr>
              <p:spPr>
                <a:xfrm>
                  <a:off x="1648000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49" name="Google Shape;1249;p30"/>
                <p:cNvSpPr/>
                <p:nvPr/>
              </p:nvSpPr>
              <p:spPr>
                <a:xfrm>
                  <a:off x="173985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47" y="1"/>
                      </a:moveTo>
                      <a:cubicBezTo>
                        <a:pt x="466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50" y="7559"/>
                      </a:cubicBezTo>
                      <a:cubicBezTo>
                        <a:pt x="1427" y="7559"/>
                        <a:pt x="1907" y="7234"/>
                        <a:pt x="1879" y="6584"/>
                      </a:cubicBezTo>
                      <a:lnTo>
                        <a:pt x="1879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0" name="Google Shape;1250;p30"/>
                <p:cNvSpPr/>
                <p:nvPr/>
              </p:nvSpPr>
              <p:spPr>
                <a:xfrm>
                  <a:off x="18323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28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1" name="Google Shape;1251;p30"/>
                <p:cNvSpPr/>
                <p:nvPr/>
              </p:nvSpPr>
              <p:spPr>
                <a:xfrm>
                  <a:off x="19242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2" name="Google Shape;1252;p30"/>
                <p:cNvSpPr/>
                <p:nvPr/>
              </p:nvSpPr>
              <p:spPr>
                <a:xfrm>
                  <a:off x="201640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61" y="1"/>
                      </a:moveTo>
                      <a:cubicBezTo>
                        <a:pt x="453" y="1"/>
                        <a:pt x="29" y="396"/>
                        <a:pt x="29" y="905"/>
                      </a:cubicBezTo>
                      <a:lnTo>
                        <a:pt x="29" y="6584"/>
                      </a:lnTo>
                      <a:cubicBezTo>
                        <a:pt x="0" y="7234"/>
                        <a:pt x="481" y="7559"/>
                        <a:pt x="958" y="7559"/>
                      </a:cubicBezTo>
                      <a:cubicBezTo>
                        <a:pt x="1434" y="7559"/>
                        <a:pt x="1908" y="7234"/>
                        <a:pt x="1865" y="6584"/>
                      </a:cubicBezTo>
                      <a:lnTo>
                        <a:pt x="1865" y="905"/>
                      </a:lnTo>
                      <a:cubicBezTo>
                        <a:pt x="1865" y="396"/>
                        <a:pt x="1442" y="1"/>
                        <a:pt x="961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3" name="Google Shape;1253;p30"/>
                <p:cNvSpPr/>
                <p:nvPr/>
              </p:nvSpPr>
              <p:spPr>
                <a:xfrm>
                  <a:off x="2108575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8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8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8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4" name="Google Shape;1254;p30"/>
                <p:cNvSpPr/>
                <p:nvPr/>
              </p:nvSpPr>
              <p:spPr>
                <a:xfrm>
                  <a:off x="22004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0" y="7234"/>
                        <a:pt x="474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5" name="Google Shape;1255;p30"/>
                <p:cNvSpPr/>
                <p:nvPr/>
              </p:nvSpPr>
              <p:spPr>
                <a:xfrm>
                  <a:off x="2292950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6" name="Google Shape;1256;p30"/>
                <p:cNvSpPr/>
                <p:nvPr/>
              </p:nvSpPr>
              <p:spPr>
                <a:xfrm>
                  <a:off x="2385850" y="4487175"/>
                  <a:ext cx="45950" cy="18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8" h="7489" extrusionOk="0">
                      <a:moveTo>
                        <a:pt x="905" y="1"/>
                      </a:moveTo>
                      <a:cubicBezTo>
                        <a:pt x="396" y="1"/>
                        <a:pt x="1" y="396"/>
                        <a:pt x="1" y="905"/>
                      </a:cubicBezTo>
                      <a:lnTo>
                        <a:pt x="1" y="6584"/>
                      </a:lnTo>
                      <a:cubicBezTo>
                        <a:pt x="1" y="7093"/>
                        <a:pt x="396" y="7489"/>
                        <a:pt x="905" y="7489"/>
                      </a:cubicBezTo>
                      <a:cubicBezTo>
                        <a:pt x="1413" y="7489"/>
                        <a:pt x="1837" y="7093"/>
                        <a:pt x="1837" y="6584"/>
                      </a:cubicBezTo>
                      <a:lnTo>
                        <a:pt x="1837" y="905"/>
                      </a:lnTo>
                      <a:cubicBezTo>
                        <a:pt x="1837" y="396"/>
                        <a:pt x="1413" y="1"/>
                        <a:pt x="905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7" name="Google Shape;1257;p30"/>
                <p:cNvSpPr/>
                <p:nvPr/>
              </p:nvSpPr>
              <p:spPr>
                <a:xfrm>
                  <a:off x="24773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58" name="Google Shape;1258;p30"/>
                <p:cNvSpPr/>
                <p:nvPr/>
              </p:nvSpPr>
              <p:spPr>
                <a:xfrm>
                  <a:off x="25691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0_1"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3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7813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1261" name="Google Shape;1261;p31"/>
          <p:cNvGrpSpPr/>
          <p:nvPr/>
        </p:nvGrpSpPr>
        <p:grpSpPr>
          <a:xfrm>
            <a:off x="-12" y="0"/>
            <a:ext cx="9144012" cy="5143511"/>
            <a:chOff x="-12" y="0"/>
            <a:chExt cx="9144012" cy="5143511"/>
          </a:xfrm>
        </p:grpSpPr>
        <p:grpSp>
          <p:nvGrpSpPr>
            <p:cNvPr id="1262" name="Google Shape;1262;p31"/>
            <p:cNvGrpSpPr/>
            <p:nvPr/>
          </p:nvGrpSpPr>
          <p:grpSpPr>
            <a:xfrm>
              <a:off x="7616988" y="0"/>
              <a:ext cx="1527000" cy="776700"/>
              <a:chOff x="7616988" y="0"/>
              <a:chExt cx="1527000" cy="776700"/>
            </a:xfrm>
          </p:grpSpPr>
          <p:sp>
            <p:nvSpPr>
              <p:cNvPr id="1263" name="Google Shape;1263;p31"/>
              <p:cNvSpPr/>
              <p:nvPr/>
            </p:nvSpPr>
            <p:spPr>
              <a:xfrm rot="5400000">
                <a:off x="7992138" y="-375150"/>
                <a:ext cx="776700" cy="1527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64" name="Google Shape;1264;p31"/>
              <p:cNvGrpSpPr/>
              <p:nvPr/>
            </p:nvGrpSpPr>
            <p:grpSpPr>
              <a:xfrm rot="5400000">
                <a:off x="8232640" y="-215128"/>
                <a:ext cx="295732" cy="1206958"/>
                <a:chOff x="2595950" y="2900400"/>
                <a:chExt cx="329800" cy="1346000"/>
              </a:xfrm>
            </p:grpSpPr>
            <p:sp>
              <p:nvSpPr>
                <p:cNvPr id="1265" name="Google Shape;1265;p31"/>
                <p:cNvSpPr/>
                <p:nvPr/>
              </p:nvSpPr>
              <p:spPr>
                <a:xfrm>
                  <a:off x="2595950" y="2900400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6" name="Google Shape;1266;p31"/>
                <p:cNvSpPr/>
                <p:nvPr/>
              </p:nvSpPr>
              <p:spPr>
                <a:xfrm>
                  <a:off x="2595950" y="3408850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67" name="Google Shape;1267;p31"/>
                <p:cNvSpPr/>
                <p:nvPr/>
              </p:nvSpPr>
              <p:spPr>
                <a:xfrm>
                  <a:off x="2595950" y="39173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68" name="Google Shape;1268;p31"/>
            <p:cNvGrpSpPr/>
            <p:nvPr/>
          </p:nvGrpSpPr>
          <p:grpSpPr>
            <a:xfrm>
              <a:off x="8772600" y="4110797"/>
              <a:ext cx="371400" cy="1032703"/>
              <a:chOff x="8772600" y="4110797"/>
              <a:chExt cx="371400" cy="1032703"/>
            </a:xfrm>
          </p:grpSpPr>
          <p:sp>
            <p:nvSpPr>
              <p:cNvPr id="1269" name="Google Shape;1269;p31"/>
              <p:cNvSpPr/>
              <p:nvPr/>
            </p:nvSpPr>
            <p:spPr>
              <a:xfrm>
                <a:off x="8772600" y="4772100"/>
                <a:ext cx="371400" cy="371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70" name="Google Shape;1270;p31"/>
              <p:cNvGrpSpPr/>
              <p:nvPr/>
            </p:nvGrpSpPr>
            <p:grpSpPr>
              <a:xfrm>
                <a:off x="8842810" y="4110797"/>
                <a:ext cx="230983" cy="955958"/>
                <a:chOff x="2439600" y="1817078"/>
                <a:chExt cx="371295" cy="1536662"/>
              </a:xfrm>
            </p:grpSpPr>
            <p:sp>
              <p:nvSpPr>
                <p:cNvPr id="1271" name="Google Shape;1271;p31"/>
                <p:cNvSpPr/>
                <p:nvPr/>
              </p:nvSpPr>
              <p:spPr>
                <a:xfrm>
                  <a:off x="2439600" y="298235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2" name="Google Shape;1272;p31"/>
                <p:cNvSpPr/>
                <p:nvPr/>
              </p:nvSpPr>
              <p:spPr>
                <a:xfrm>
                  <a:off x="2439600" y="239971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3" name="Google Shape;1273;p31"/>
                <p:cNvSpPr/>
                <p:nvPr/>
              </p:nvSpPr>
              <p:spPr>
                <a:xfrm>
                  <a:off x="2439600" y="1817078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74" name="Google Shape;1274;p31"/>
            <p:cNvGrpSpPr/>
            <p:nvPr/>
          </p:nvGrpSpPr>
          <p:grpSpPr>
            <a:xfrm>
              <a:off x="-12" y="3594426"/>
              <a:ext cx="1527000" cy="1549086"/>
              <a:chOff x="-12" y="3594426"/>
              <a:chExt cx="1527000" cy="1549086"/>
            </a:xfrm>
          </p:grpSpPr>
          <p:sp>
            <p:nvSpPr>
              <p:cNvPr id="1275" name="Google Shape;1275;p31"/>
              <p:cNvSpPr/>
              <p:nvPr/>
            </p:nvSpPr>
            <p:spPr>
              <a:xfrm rot="5400000">
                <a:off x="375138" y="3991650"/>
                <a:ext cx="776700" cy="1527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Google Shape;1276;p31"/>
              <p:cNvSpPr/>
              <p:nvPr/>
            </p:nvSpPr>
            <p:spPr>
              <a:xfrm>
                <a:off x="440651" y="3594426"/>
                <a:ext cx="645675" cy="96075"/>
              </a:xfrm>
              <a:custGeom>
                <a:avLst/>
                <a:gdLst/>
                <a:ahLst/>
                <a:cxnLst/>
                <a:rect l="l" t="t" r="r" b="b"/>
                <a:pathLst>
                  <a:path w="25827" h="3843" extrusionOk="0">
                    <a:moveTo>
                      <a:pt x="1922" y="0"/>
                    </a:moveTo>
                    <a:cubicBezTo>
                      <a:pt x="876" y="0"/>
                      <a:pt x="0" y="848"/>
                      <a:pt x="0" y="1922"/>
                    </a:cubicBezTo>
                    <a:cubicBezTo>
                      <a:pt x="0" y="2967"/>
                      <a:pt x="876" y="3843"/>
                      <a:pt x="1922" y="3843"/>
                    </a:cubicBezTo>
                    <a:lnTo>
                      <a:pt x="23905" y="3843"/>
                    </a:lnTo>
                    <a:cubicBezTo>
                      <a:pt x="24951" y="3843"/>
                      <a:pt x="25827" y="2967"/>
                      <a:pt x="25827" y="1922"/>
                    </a:cubicBezTo>
                    <a:cubicBezTo>
                      <a:pt x="25827" y="848"/>
                      <a:pt x="24951" y="0"/>
                      <a:pt x="2390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77" name="Google Shape;1277;p31"/>
              <p:cNvGrpSpPr/>
              <p:nvPr/>
            </p:nvGrpSpPr>
            <p:grpSpPr>
              <a:xfrm rot="-5400000">
                <a:off x="486588" y="4312436"/>
                <a:ext cx="553800" cy="1108350"/>
                <a:chOff x="380375" y="689750"/>
                <a:chExt cx="553800" cy="1108350"/>
              </a:xfrm>
            </p:grpSpPr>
            <p:sp>
              <p:nvSpPr>
                <p:cNvPr id="1278" name="Google Shape;1278;p31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79" name="Google Shape;1279;p31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280" name="Google Shape;1280;p31"/>
              <p:cNvGrpSpPr/>
              <p:nvPr/>
            </p:nvGrpSpPr>
            <p:grpSpPr>
              <a:xfrm rot="-5400000">
                <a:off x="683479" y="3628166"/>
                <a:ext cx="160019" cy="800968"/>
                <a:chOff x="2269099" y="1506100"/>
                <a:chExt cx="329800" cy="1650800"/>
              </a:xfrm>
            </p:grpSpPr>
            <p:sp>
              <p:nvSpPr>
                <p:cNvPr id="1281" name="Google Shape;1281;p31"/>
                <p:cNvSpPr/>
                <p:nvPr/>
              </p:nvSpPr>
              <p:spPr>
                <a:xfrm>
                  <a:off x="2269099" y="1506100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2" name="Google Shape;1282;p31"/>
                <p:cNvSpPr/>
                <p:nvPr/>
              </p:nvSpPr>
              <p:spPr>
                <a:xfrm>
                  <a:off x="2269099" y="2166950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83" name="Google Shape;1283;p31"/>
                <p:cNvSpPr/>
                <p:nvPr/>
              </p:nvSpPr>
              <p:spPr>
                <a:xfrm>
                  <a:off x="2269099" y="28278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20_1_1"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3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513100" cy="592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Fredoka One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redoka One"/>
              <a:buNone/>
              <a:defRPr sz="3600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9pPr>
          </a:lstStyle>
          <a:p>
            <a:endParaRPr/>
          </a:p>
        </p:txBody>
      </p:sp>
      <p:grpSp>
        <p:nvGrpSpPr>
          <p:cNvPr id="1286" name="Google Shape;1286;p32"/>
          <p:cNvGrpSpPr/>
          <p:nvPr/>
        </p:nvGrpSpPr>
        <p:grpSpPr>
          <a:xfrm>
            <a:off x="-3" y="902"/>
            <a:ext cx="9144008" cy="5142589"/>
            <a:chOff x="-3" y="902"/>
            <a:chExt cx="9144008" cy="5142589"/>
          </a:xfrm>
        </p:grpSpPr>
        <p:grpSp>
          <p:nvGrpSpPr>
            <p:cNvPr id="1287" name="Google Shape;1287;p32"/>
            <p:cNvGrpSpPr/>
            <p:nvPr/>
          </p:nvGrpSpPr>
          <p:grpSpPr>
            <a:xfrm>
              <a:off x="8366705" y="3772192"/>
              <a:ext cx="777300" cy="1364236"/>
              <a:chOff x="8366705" y="3772192"/>
              <a:chExt cx="777300" cy="1364236"/>
            </a:xfrm>
          </p:grpSpPr>
          <p:sp>
            <p:nvSpPr>
              <p:cNvPr id="1288" name="Google Shape;1288;p32"/>
              <p:cNvSpPr/>
              <p:nvPr/>
            </p:nvSpPr>
            <p:spPr>
              <a:xfrm rot="-5400000">
                <a:off x="8366705" y="4359127"/>
                <a:ext cx="777300" cy="777300"/>
              </a:xfrm>
              <a:prstGeom prst="round1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289" name="Google Shape;1289;p32"/>
              <p:cNvGrpSpPr/>
              <p:nvPr/>
            </p:nvGrpSpPr>
            <p:grpSpPr>
              <a:xfrm rot="5400000">
                <a:off x="8242697" y="4072362"/>
                <a:ext cx="1201471" cy="601131"/>
                <a:chOff x="6269581" y="-9"/>
                <a:chExt cx="1178375" cy="589575"/>
              </a:xfrm>
            </p:grpSpPr>
            <p:sp>
              <p:nvSpPr>
                <p:cNvPr id="1290" name="Google Shape;1290;p32"/>
                <p:cNvSpPr/>
                <p:nvPr/>
              </p:nvSpPr>
              <p:spPr>
                <a:xfrm flipH="1">
                  <a:off x="6269581" y="-9"/>
                  <a:ext cx="1178375" cy="5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35" h="23583" extrusionOk="0">
                      <a:moveTo>
                        <a:pt x="1" y="1"/>
                      </a:moveTo>
                      <a:cubicBezTo>
                        <a:pt x="1" y="13017"/>
                        <a:pt x="10537" y="23582"/>
                        <a:pt x="23583" y="23582"/>
                      </a:cubicBezTo>
                      <a:cubicBezTo>
                        <a:pt x="36599" y="23582"/>
                        <a:pt x="47135" y="13017"/>
                        <a:pt x="47135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291" name="Google Shape;1291;p32"/>
                <p:cNvSpPr/>
                <p:nvPr/>
              </p:nvSpPr>
              <p:spPr>
                <a:xfrm flipH="1">
                  <a:off x="6415143" y="-9"/>
                  <a:ext cx="887250" cy="44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0" h="17804" extrusionOk="0">
                      <a:moveTo>
                        <a:pt x="0" y="1"/>
                      </a:moveTo>
                      <a:lnTo>
                        <a:pt x="0" y="59"/>
                      </a:lnTo>
                      <a:cubicBezTo>
                        <a:pt x="0" y="9836"/>
                        <a:pt x="7939" y="17775"/>
                        <a:pt x="17716" y="17804"/>
                      </a:cubicBezTo>
                      <a:cubicBezTo>
                        <a:pt x="27522" y="17804"/>
                        <a:pt x="35460" y="9836"/>
                        <a:pt x="35490" y="59"/>
                      </a:cubicBezTo>
                      <a:lnTo>
                        <a:pt x="35490" y="1"/>
                      </a:lnTo>
                      <a:lnTo>
                        <a:pt x="25275" y="1"/>
                      </a:lnTo>
                      <a:lnTo>
                        <a:pt x="25275" y="59"/>
                      </a:lnTo>
                      <a:cubicBezTo>
                        <a:pt x="25275" y="4204"/>
                        <a:pt x="21889" y="7560"/>
                        <a:pt x="17745" y="7560"/>
                      </a:cubicBezTo>
                      <a:cubicBezTo>
                        <a:pt x="13572" y="7560"/>
                        <a:pt x="10215" y="4204"/>
                        <a:pt x="10215" y="59"/>
                      </a:cubicBezTo>
                      <a:lnTo>
                        <a:pt x="10215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292" name="Google Shape;1292;p32"/>
            <p:cNvGrpSpPr/>
            <p:nvPr/>
          </p:nvGrpSpPr>
          <p:grpSpPr>
            <a:xfrm>
              <a:off x="6370068" y="589202"/>
              <a:ext cx="968525" cy="189000"/>
              <a:chOff x="1648000" y="4487175"/>
              <a:chExt cx="968525" cy="189000"/>
            </a:xfrm>
          </p:grpSpPr>
          <p:sp>
            <p:nvSpPr>
              <p:cNvPr id="1293" name="Google Shape;1293;p32"/>
              <p:cNvSpPr/>
              <p:nvPr/>
            </p:nvSpPr>
            <p:spPr>
              <a:xfrm>
                <a:off x="1648000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32"/>
              <p:cNvSpPr/>
              <p:nvPr/>
            </p:nvSpPr>
            <p:spPr>
              <a:xfrm>
                <a:off x="173985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47" y="1"/>
                    </a:moveTo>
                    <a:cubicBezTo>
                      <a:pt x="466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50" y="7559"/>
                    </a:cubicBezTo>
                    <a:cubicBezTo>
                      <a:pt x="1427" y="7559"/>
                      <a:pt x="1907" y="7234"/>
                      <a:pt x="1879" y="6584"/>
                    </a:cubicBezTo>
                    <a:lnTo>
                      <a:pt x="1879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32"/>
              <p:cNvSpPr/>
              <p:nvPr/>
            </p:nvSpPr>
            <p:spPr>
              <a:xfrm>
                <a:off x="18323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28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32"/>
              <p:cNvSpPr/>
              <p:nvPr/>
            </p:nvSpPr>
            <p:spPr>
              <a:xfrm>
                <a:off x="19242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32"/>
              <p:cNvSpPr/>
              <p:nvPr/>
            </p:nvSpPr>
            <p:spPr>
              <a:xfrm>
                <a:off x="201640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61" y="1"/>
                    </a:moveTo>
                    <a:cubicBezTo>
                      <a:pt x="453" y="1"/>
                      <a:pt x="29" y="396"/>
                      <a:pt x="29" y="905"/>
                    </a:cubicBezTo>
                    <a:lnTo>
                      <a:pt x="29" y="6584"/>
                    </a:lnTo>
                    <a:cubicBezTo>
                      <a:pt x="0" y="7234"/>
                      <a:pt x="481" y="7559"/>
                      <a:pt x="958" y="7559"/>
                    </a:cubicBezTo>
                    <a:cubicBezTo>
                      <a:pt x="1434" y="7559"/>
                      <a:pt x="1908" y="7234"/>
                      <a:pt x="1865" y="6584"/>
                    </a:cubicBezTo>
                    <a:lnTo>
                      <a:pt x="1865" y="905"/>
                    </a:lnTo>
                    <a:cubicBezTo>
                      <a:pt x="1865" y="396"/>
                      <a:pt x="1442" y="1"/>
                      <a:pt x="96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32"/>
              <p:cNvSpPr/>
              <p:nvPr/>
            </p:nvSpPr>
            <p:spPr>
              <a:xfrm>
                <a:off x="2108575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8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8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32"/>
              <p:cNvSpPr/>
              <p:nvPr/>
            </p:nvSpPr>
            <p:spPr>
              <a:xfrm>
                <a:off x="22004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0" y="7234"/>
                      <a:pt x="474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32"/>
              <p:cNvSpPr/>
              <p:nvPr/>
            </p:nvSpPr>
            <p:spPr>
              <a:xfrm>
                <a:off x="2292950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32"/>
              <p:cNvSpPr/>
              <p:nvPr/>
            </p:nvSpPr>
            <p:spPr>
              <a:xfrm>
                <a:off x="2385850" y="4487175"/>
                <a:ext cx="45950" cy="1872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7489" extrusionOk="0">
                    <a:moveTo>
                      <a:pt x="905" y="1"/>
                    </a:moveTo>
                    <a:cubicBezTo>
                      <a:pt x="396" y="1"/>
                      <a:pt x="1" y="396"/>
                      <a:pt x="1" y="905"/>
                    </a:cubicBezTo>
                    <a:lnTo>
                      <a:pt x="1" y="6584"/>
                    </a:lnTo>
                    <a:cubicBezTo>
                      <a:pt x="1" y="7093"/>
                      <a:pt x="396" y="7489"/>
                      <a:pt x="905" y="7489"/>
                    </a:cubicBezTo>
                    <a:cubicBezTo>
                      <a:pt x="1413" y="7489"/>
                      <a:pt x="1837" y="7093"/>
                      <a:pt x="1837" y="6584"/>
                    </a:cubicBezTo>
                    <a:lnTo>
                      <a:pt x="1837" y="905"/>
                    </a:lnTo>
                    <a:cubicBezTo>
                      <a:pt x="1837" y="396"/>
                      <a:pt x="1413" y="1"/>
                      <a:pt x="90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32"/>
              <p:cNvSpPr/>
              <p:nvPr/>
            </p:nvSpPr>
            <p:spPr>
              <a:xfrm>
                <a:off x="24773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2"/>
              <p:cNvSpPr/>
              <p:nvPr/>
            </p:nvSpPr>
            <p:spPr>
              <a:xfrm>
                <a:off x="25691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2"/>
            <p:cNvGrpSpPr/>
            <p:nvPr/>
          </p:nvGrpSpPr>
          <p:grpSpPr>
            <a:xfrm>
              <a:off x="7617005" y="902"/>
              <a:ext cx="1527000" cy="777300"/>
              <a:chOff x="7617005" y="7"/>
              <a:chExt cx="1527000" cy="777300"/>
            </a:xfrm>
          </p:grpSpPr>
          <p:sp>
            <p:nvSpPr>
              <p:cNvPr id="1305" name="Google Shape;1305;p32"/>
              <p:cNvSpPr/>
              <p:nvPr/>
            </p:nvSpPr>
            <p:spPr>
              <a:xfrm>
                <a:off x="7617005" y="7"/>
                <a:ext cx="1527000" cy="77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06" name="Google Shape;1306;p32"/>
              <p:cNvGrpSpPr/>
              <p:nvPr/>
            </p:nvGrpSpPr>
            <p:grpSpPr>
              <a:xfrm rot="5400000">
                <a:off x="8103605" y="-277268"/>
                <a:ext cx="553800" cy="1108350"/>
                <a:chOff x="380375" y="689750"/>
                <a:chExt cx="553800" cy="1108350"/>
              </a:xfrm>
            </p:grpSpPr>
            <p:sp>
              <p:nvSpPr>
                <p:cNvPr id="1307" name="Google Shape;1307;p32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08" name="Google Shape;1308;p32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09" name="Google Shape;1309;p32"/>
            <p:cNvGrpSpPr/>
            <p:nvPr/>
          </p:nvGrpSpPr>
          <p:grpSpPr>
            <a:xfrm>
              <a:off x="-3" y="3076440"/>
              <a:ext cx="2056284" cy="2067051"/>
              <a:chOff x="-3" y="3076440"/>
              <a:chExt cx="2056284" cy="2067051"/>
            </a:xfrm>
          </p:grpSpPr>
          <p:grpSp>
            <p:nvGrpSpPr>
              <p:cNvPr id="1310" name="Google Shape;1310;p32"/>
              <p:cNvGrpSpPr/>
              <p:nvPr/>
            </p:nvGrpSpPr>
            <p:grpSpPr>
              <a:xfrm>
                <a:off x="-3" y="4379361"/>
                <a:ext cx="2056284" cy="764130"/>
                <a:chOff x="-3" y="4384331"/>
                <a:chExt cx="2056284" cy="764130"/>
              </a:xfrm>
            </p:grpSpPr>
            <p:grpSp>
              <p:nvGrpSpPr>
                <p:cNvPr id="1311" name="Google Shape;1311;p32"/>
                <p:cNvGrpSpPr/>
                <p:nvPr/>
              </p:nvGrpSpPr>
              <p:grpSpPr>
                <a:xfrm rot="5400000" flipH="1">
                  <a:off x="0" y="4384329"/>
                  <a:ext cx="764130" cy="764134"/>
                  <a:chOff x="9247818" y="906703"/>
                  <a:chExt cx="993925" cy="1029275"/>
                </a:xfrm>
              </p:grpSpPr>
              <p:sp>
                <p:nvSpPr>
                  <p:cNvPr id="1312" name="Google Shape;1312;p32"/>
                  <p:cNvSpPr/>
                  <p:nvPr/>
                </p:nvSpPr>
                <p:spPr>
                  <a:xfrm>
                    <a:off x="9247818" y="906703"/>
                    <a:ext cx="993925" cy="1029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757" h="41171" extrusionOk="0">
                        <a:moveTo>
                          <a:pt x="0" y="1"/>
                        </a:moveTo>
                        <a:lnTo>
                          <a:pt x="0" y="41170"/>
                        </a:lnTo>
                        <a:lnTo>
                          <a:pt x="39757" y="41170"/>
                        </a:lnTo>
                        <a:cubicBezTo>
                          <a:pt x="39757" y="18989"/>
                          <a:pt x="22181" y="764"/>
                          <a:pt x="0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3" name="Google Shape;1313;p32"/>
                  <p:cNvSpPr/>
                  <p:nvPr/>
                </p:nvSpPr>
                <p:spPr>
                  <a:xfrm>
                    <a:off x="9247818" y="1120053"/>
                    <a:ext cx="787650" cy="8159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1506" h="32637" extrusionOk="0">
                        <a:moveTo>
                          <a:pt x="0" y="0"/>
                        </a:moveTo>
                        <a:lnTo>
                          <a:pt x="0" y="32636"/>
                        </a:lnTo>
                        <a:lnTo>
                          <a:pt x="31506" y="32636"/>
                        </a:lnTo>
                        <a:cubicBezTo>
                          <a:pt x="28454" y="16445"/>
                          <a:pt x="16078" y="3617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314" name="Google Shape;1314;p32"/>
                <p:cNvGrpSpPr/>
                <p:nvPr/>
              </p:nvGrpSpPr>
              <p:grpSpPr>
                <a:xfrm rot="-5400000">
                  <a:off x="1462811" y="4288416"/>
                  <a:ext cx="230983" cy="955958"/>
                  <a:chOff x="2186546" y="2142937"/>
                  <a:chExt cx="371295" cy="1536662"/>
                </a:xfrm>
              </p:grpSpPr>
              <p:sp>
                <p:nvSpPr>
                  <p:cNvPr id="1315" name="Google Shape;1315;p32"/>
                  <p:cNvSpPr/>
                  <p:nvPr/>
                </p:nvSpPr>
                <p:spPr>
                  <a:xfrm>
                    <a:off x="2186546" y="3308215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6" name="Google Shape;1316;p32"/>
                  <p:cNvSpPr/>
                  <p:nvPr/>
                </p:nvSpPr>
                <p:spPr>
                  <a:xfrm>
                    <a:off x="2186546" y="2725576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7" name="Google Shape;1317;p32"/>
                  <p:cNvSpPr/>
                  <p:nvPr/>
                </p:nvSpPr>
                <p:spPr>
                  <a:xfrm>
                    <a:off x="2186546" y="2142937"/>
                    <a:ext cx="371295" cy="371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5412" h="35412" extrusionOk="0">
                        <a:moveTo>
                          <a:pt x="17691" y="1"/>
                        </a:moveTo>
                        <a:lnTo>
                          <a:pt x="15351" y="4590"/>
                        </a:lnTo>
                        <a:cubicBezTo>
                          <a:pt x="12949" y="9211"/>
                          <a:pt x="9180" y="12980"/>
                          <a:pt x="4560" y="15350"/>
                        </a:cubicBezTo>
                        <a:lnTo>
                          <a:pt x="1" y="17721"/>
                        </a:lnTo>
                        <a:lnTo>
                          <a:pt x="4560" y="20062"/>
                        </a:lnTo>
                        <a:cubicBezTo>
                          <a:pt x="9180" y="22463"/>
                          <a:pt x="12949" y="26232"/>
                          <a:pt x="15351" y="30852"/>
                        </a:cubicBezTo>
                        <a:lnTo>
                          <a:pt x="17691" y="35412"/>
                        </a:lnTo>
                        <a:lnTo>
                          <a:pt x="20062" y="30852"/>
                        </a:lnTo>
                        <a:cubicBezTo>
                          <a:pt x="22433" y="26232"/>
                          <a:pt x="26202" y="22463"/>
                          <a:pt x="30822" y="20062"/>
                        </a:cubicBezTo>
                        <a:lnTo>
                          <a:pt x="35412" y="17721"/>
                        </a:lnTo>
                        <a:lnTo>
                          <a:pt x="30822" y="15350"/>
                        </a:lnTo>
                        <a:cubicBezTo>
                          <a:pt x="26202" y="12980"/>
                          <a:pt x="22433" y="9211"/>
                          <a:pt x="20062" y="4590"/>
                        </a:cubicBezTo>
                        <a:lnTo>
                          <a:pt x="17691" y="1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  <p:grpSp>
            <p:nvGrpSpPr>
              <p:cNvPr id="1318" name="Google Shape;1318;p32"/>
              <p:cNvGrpSpPr/>
              <p:nvPr/>
            </p:nvGrpSpPr>
            <p:grpSpPr>
              <a:xfrm rot="5400000">
                <a:off x="-95615" y="3466202"/>
                <a:ext cx="968525" cy="189000"/>
                <a:chOff x="1648000" y="4487175"/>
                <a:chExt cx="968525" cy="189000"/>
              </a:xfrm>
            </p:grpSpPr>
            <p:sp>
              <p:nvSpPr>
                <p:cNvPr id="1319" name="Google Shape;1319;p32"/>
                <p:cNvSpPr/>
                <p:nvPr/>
              </p:nvSpPr>
              <p:spPr>
                <a:xfrm>
                  <a:off x="1648000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0" name="Google Shape;1320;p32"/>
                <p:cNvSpPr/>
                <p:nvPr/>
              </p:nvSpPr>
              <p:spPr>
                <a:xfrm>
                  <a:off x="173985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47" y="1"/>
                      </a:moveTo>
                      <a:cubicBezTo>
                        <a:pt x="466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50" y="7559"/>
                      </a:cubicBezTo>
                      <a:cubicBezTo>
                        <a:pt x="1427" y="7559"/>
                        <a:pt x="1907" y="7234"/>
                        <a:pt x="1879" y="6584"/>
                      </a:cubicBezTo>
                      <a:lnTo>
                        <a:pt x="1879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1" name="Google Shape;1321;p32"/>
                <p:cNvSpPr/>
                <p:nvPr/>
              </p:nvSpPr>
              <p:spPr>
                <a:xfrm>
                  <a:off x="18323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28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2" name="Google Shape;1322;p32"/>
                <p:cNvSpPr/>
                <p:nvPr/>
              </p:nvSpPr>
              <p:spPr>
                <a:xfrm>
                  <a:off x="19242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3" name="Google Shape;1323;p32"/>
                <p:cNvSpPr/>
                <p:nvPr/>
              </p:nvSpPr>
              <p:spPr>
                <a:xfrm>
                  <a:off x="201640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61" y="1"/>
                      </a:moveTo>
                      <a:cubicBezTo>
                        <a:pt x="453" y="1"/>
                        <a:pt x="29" y="396"/>
                        <a:pt x="29" y="905"/>
                      </a:cubicBezTo>
                      <a:lnTo>
                        <a:pt x="29" y="6584"/>
                      </a:lnTo>
                      <a:cubicBezTo>
                        <a:pt x="0" y="7234"/>
                        <a:pt x="481" y="7559"/>
                        <a:pt x="958" y="7559"/>
                      </a:cubicBezTo>
                      <a:cubicBezTo>
                        <a:pt x="1434" y="7559"/>
                        <a:pt x="1908" y="7234"/>
                        <a:pt x="1865" y="6584"/>
                      </a:cubicBezTo>
                      <a:lnTo>
                        <a:pt x="1865" y="905"/>
                      </a:lnTo>
                      <a:cubicBezTo>
                        <a:pt x="1865" y="396"/>
                        <a:pt x="1442" y="1"/>
                        <a:pt x="96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4" name="Google Shape;1324;p32"/>
                <p:cNvSpPr/>
                <p:nvPr/>
              </p:nvSpPr>
              <p:spPr>
                <a:xfrm>
                  <a:off x="2108575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8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8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8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5" name="Google Shape;1325;p32"/>
                <p:cNvSpPr/>
                <p:nvPr/>
              </p:nvSpPr>
              <p:spPr>
                <a:xfrm>
                  <a:off x="22004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0" y="7234"/>
                        <a:pt x="474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6" name="Google Shape;1326;p32"/>
                <p:cNvSpPr/>
                <p:nvPr/>
              </p:nvSpPr>
              <p:spPr>
                <a:xfrm>
                  <a:off x="2292950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7" name="Google Shape;1327;p32"/>
                <p:cNvSpPr/>
                <p:nvPr/>
              </p:nvSpPr>
              <p:spPr>
                <a:xfrm>
                  <a:off x="2385850" y="4487175"/>
                  <a:ext cx="45950" cy="18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8" h="7489" extrusionOk="0">
                      <a:moveTo>
                        <a:pt x="905" y="1"/>
                      </a:moveTo>
                      <a:cubicBezTo>
                        <a:pt x="396" y="1"/>
                        <a:pt x="1" y="396"/>
                        <a:pt x="1" y="905"/>
                      </a:cubicBezTo>
                      <a:lnTo>
                        <a:pt x="1" y="6584"/>
                      </a:lnTo>
                      <a:cubicBezTo>
                        <a:pt x="1" y="7093"/>
                        <a:pt x="396" y="7489"/>
                        <a:pt x="905" y="7489"/>
                      </a:cubicBezTo>
                      <a:cubicBezTo>
                        <a:pt x="1413" y="7489"/>
                        <a:pt x="1837" y="7093"/>
                        <a:pt x="1837" y="6584"/>
                      </a:cubicBezTo>
                      <a:lnTo>
                        <a:pt x="1837" y="905"/>
                      </a:lnTo>
                      <a:cubicBezTo>
                        <a:pt x="1837" y="396"/>
                        <a:pt x="1413" y="1"/>
                        <a:pt x="905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8" name="Google Shape;1328;p32"/>
                <p:cNvSpPr/>
                <p:nvPr/>
              </p:nvSpPr>
              <p:spPr>
                <a:xfrm>
                  <a:off x="24773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29" name="Google Shape;1329;p32"/>
                <p:cNvSpPr/>
                <p:nvPr/>
              </p:nvSpPr>
              <p:spPr>
                <a:xfrm>
                  <a:off x="25691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2_1">
    <p:bg>
      <p:bgPr>
        <a:solidFill>
          <a:schemeClr val="accent4"/>
        </a:solidFill>
        <a:effectLst/>
      </p:bgPr>
    </p:bg>
    <p:spTree>
      <p:nvGrpSpPr>
        <p:cNvPr id="1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" name="Google Shape;1331;p33"/>
          <p:cNvGrpSpPr/>
          <p:nvPr/>
        </p:nvGrpSpPr>
        <p:grpSpPr>
          <a:xfrm>
            <a:off x="-1450" y="-1812"/>
            <a:ext cx="9149075" cy="5146888"/>
            <a:chOff x="-1450" y="-1812"/>
            <a:chExt cx="9149075" cy="5146888"/>
          </a:xfrm>
        </p:grpSpPr>
        <p:grpSp>
          <p:nvGrpSpPr>
            <p:cNvPr id="1332" name="Google Shape;1332;p33"/>
            <p:cNvGrpSpPr/>
            <p:nvPr/>
          </p:nvGrpSpPr>
          <p:grpSpPr>
            <a:xfrm>
              <a:off x="7617000" y="1808082"/>
              <a:ext cx="1527108" cy="1527108"/>
              <a:chOff x="380375" y="3567425"/>
              <a:chExt cx="1387775" cy="1387775"/>
            </a:xfrm>
          </p:grpSpPr>
          <p:sp>
            <p:nvSpPr>
              <p:cNvPr id="1333" name="Google Shape;1333;p33"/>
              <p:cNvSpPr/>
              <p:nvPr/>
            </p:nvSpPr>
            <p:spPr>
              <a:xfrm>
                <a:off x="380375" y="3567425"/>
                <a:ext cx="1387775" cy="1387775"/>
              </a:xfrm>
              <a:custGeom>
                <a:avLst/>
                <a:gdLst/>
                <a:ahLst/>
                <a:cxnLst/>
                <a:rect l="l" t="t" r="r" b="b"/>
                <a:pathLst>
                  <a:path w="55511" h="55511" extrusionOk="0">
                    <a:moveTo>
                      <a:pt x="0" y="0"/>
                    </a:moveTo>
                    <a:lnTo>
                      <a:pt x="0" y="55511"/>
                    </a:lnTo>
                    <a:lnTo>
                      <a:pt x="55510" y="55511"/>
                    </a:lnTo>
                    <a:lnTo>
                      <a:pt x="5551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34" name="Google Shape;1334;p33"/>
              <p:cNvGrpSpPr/>
              <p:nvPr/>
            </p:nvGrpSpPr>
            <p:grpSpPr>
              <a:xfrm>
                <a:off x="380375" y="3682100"/>
                <a:ext cx="1387775" cy="1128825"/>
                <a:chOff x="380375" y="3682100"/>
                <a:chExt cx="1387775" cy="1128825"/>
              </a:xfrm>
            </p:grpSpPr>
            <p:sp>
              <p:nvSpPr>
                <p:cNvPr id="1335" name="Google Shape;1335;p33"/>
                <p:cNvSpPr/>
                <p:nvPr/>
              </p:nvSpPr>
              <p:spPr>
                <a:xfrm>
                  <a:off x="380375" y="3682100"/>
                  <a:ext cx="1387775" cy="15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1" extrusionOk="0">
                      <a:moveTo>
                        <a:pt x="904" y="0"/>
                      </a:moveTo>
                      <a:cubicBezTo>
                        <a:pt x="603" y="0"/>
                        <a:pt x="300" y="37"/>
                        <a:pt x="0" y="112"/>
                      </a:cubicBezTo>
                      <a:lnTo>
                        <a:pt x="0" y="2038"/>
                      </a:lnTo>
                      <a:cubicBezTo>
                        <a:pt x="280" y="1898"/>
                        <a:pt x="583" y="1830"/>
                        <a:pt x="884" y="1830"/>
                      </a:cubicBezTo>
                      <a:cubicBezTo>
                        <a:pt x="1400" y="1830"/>
                        <a:pt x="1908" y="2031"/>
                        <a:pt x="2276" y="2418"/>
                      </a:cubicBezTo>
                      <a:lnTo>
                        <a:pt x="4932" y="5044"/>
                      </a:lnTo>
                      <a:cubicBezTo>
                        <a:pt x="5662" y="5774"/>
                        <a:pt x="6632" y="6139"/>
                        <a:pt x="7606" y="6139"/>
                      </a:cubicBezTo>
                      <a:cubicBezTo>
                        <a:pt x="8580" y="6139"/>
                        <a:pt x="9558" y="5774"/>
                        <a:pt x="10302" y="5044"/>
                      </a:cubicBezTo>
                      <a:lnTo>
                        <a:pt x="12929" y="2418"/>
                      </a:lnTo>
                      <a:cubicBezTo>
                        <a:pt x="13308" y="2024"/>
                        <a:pt x="13812" y="1827"/>
                        <a:pt x="14319" y="1827"/>
                      </a:cubicBezTo>
                      <a:cubicBezTo>
                        <a:pt x="14826" y="1827"/>
                        <a:pt x="15337" y="2024"/>
                        <a:pt x="15731" y="2418"/>
                      </a:cubicBezTo>
                      <a:lnTo>
                        <a:pt x="18357" y="5044"/>
                      </a:lnTo>
                      <a:cubicBezTo>
                        <a:pt x="19102" y="5789"/>
                        <a:pt x="20072" y="6161"/>
                        <a:pt x="21043" y="6161"/>
                      </a:cubicBezTo>
                      <a:cubicBezTo>
                        <a:pt x="22013" y="6161"/>
                        <a:pt x="22983" y="5789"/>
                        <a:pt x="23728" y="5044"/>
                      </a:cubicBezTo>
                      <a:lnTo>
                        <a:pt x="26354" y="2418"/>
                      </a:lnTo>
                      <a:cubicBezTo>
                        <a:pt x="26734" y="2024"/>
                        <a:pt x="27237" y="1827"/>
                        <a:pt x="27744" y="1827"/>
                      </a:cubicBezTo>
                      <a:cubicBezTo>
                        <a:pt x="28251" y="1827"/>
                        <a:pt x="28762" y="2024"/>
                        <a:pt x="29156" y="2418"/>
                      </a:cubicBezTo>
                      <a:lnTo>
                        <a:pt x="31783" y="5044"/>
                      </a:lnTo>
                      <a:cubicBezTo>
                        <a:pt x="32527" y="5774"/>
                        <a:pt x="33497" y="6139"/>
                        <a:pt x="34468" y="6139"/>
                      </a:cubicBezTo>
                      <a:cubicBezTo>
                        <a:pt x="35438" y="6139"/>
                        <a:pt x="36409" y="5774"/>
                        <a:pt x="37153" y="5044"/>
                      </a:cubicBezTo>
                      <a:lnTo>
                        <a:pt x="39779" y="2418"/>
                      </a:lnTo>
                      <a:cubicBezTo>
                        <a:pt x="40173" y="2024"/>
                        <a:pt x="40684" y="1827"/>
                        <a:pt x="41191" y="1827"/>
                      </a:cubicBezTo>
                      <a:cubicBezTo>
                        <a:pt x="41698" y="1827"/>
                        <a:pt x="42202" y="2024"/>
                        <a:pt x="42581" y="2418"/>
                      </a:cubicBezTo>
                      <a:lnTo>
                        <a:pt x="45208" y="5044"/>
                      </a:lnTo>
                      <a:cubicBezTo>
                        <a:pt x="45952" y="5789"/>
                        <a:pt x="46930" y="6161"/>
                        <a:pt x="47904" y="6161"/>
                      </a:cubicBezTo>
                      <a:cubicBezTo>
                        <a:pt x="48878" y="6161"/>
                        <a:pt x="49848" y="5789"/>
                        <a:pt x="50578" y="5044"/>
                      </a:cubicBezTo>
                      <a:lnTo>
                        <a:pt x="53234" y="2418"/>
                      </a:lnTo>
                      <a:cubicBezTo>
                        <a:pt x="53584" y="2038"/>
                        <a:pt x="54080" y="1834"/>
                        <a:pt x="54606" y="1834"/>
                      </a:cubicBezTo>
                      <a:cubicBezTo>
                        <a:pt x="54927" y="1834"/>
                        <a:pt x="55218" y="1892"/>
                        <a:pt x="55510" y="2038"/>
                      </a:cubicBezTo>
                      <a:lnTo>
                        <a:pt x="55510" y="112"/>
                      </a:lnTo>
                      <a:cubicBezTo>
                        <a:pt x="55210" y="37"/>
                        <a:pt x="54905" y="0"/>
                        <a:pt x="54603" y="0"/>
                      </a:cubicBezTo>
                      <a:cubicBezTo>
                        <a:pt x="53610" y="0"/>
                        <a:pt x="52643" y="396"/>
                        <a:pt x="51950" y="1134"/>
                      </a:cubicBezTo>
                      <a:lnTo>
                        <a:pt x="49294" y="3760"/>
                      </a:lnTo>
                      <a:cubicBezTo>
                        <a:pt x="48914" y="4140"/>
                        <a:pt x="48411" y="4329"/>
                        <a:pt x="47904" y="4329"/>
                      </a:cubicBezTo>
                      <a:cubicBezTo>
                        <a:pt x="47397" y="4329"/>
                        <a:pt x="46886" y="4140"/>
                        <a:pt x="46492" y="3760"/>
                      </a:cubicBezTo>
                      <a:lnTo>
                        <a:pt x="43865" y="1134"/>
                      </a:lnTo>
                      <a:cubicBezTo>
                        <a:pt x="43121" y="389"/>
                        <a:pt x="42151" y="17"/>
                        <a:pt x="41180" y="17"/>
                      </a:cubicBezTo>
                      <a:cubicBezTo>
                        <a:pt x="40210" y="17"/>
                        <a:pt x="39239" y="389"/>
                        <a:pt x="38495" y="1134"/>
                      </a:cubicBezTo>
                      <a:lnTo>
                        <a:pt x="35869" y="3760"/>
                      </a:lnTo>
                      <a:cubicBezTo>
                        <a:pt x="35489" y="4140"/>
                        <a:pt x="34986" y="4329"/>
                        <a:pt x="34479" y="4329"/>
                      </a:cubicBezTo>
                      <a:cubicBezTo>
                        <a:pt x="33972" y="4329"/>
                        <a:pt x="33461" y="4140"/>
                        <a:pt x="33067" y="3760"/>
                      </a:cubicBezTo>
                      <a:lnTo>
                        <a:pt x="30440" y="1134"/>
                      </a:lnTo>
                      <a:cubicBezTo>
                        <a:pt x="29696" y="389"/>
                        <a:pt x="28726" y="17"/>
                        <a:pt x="27755" y="17"/>
                      </a:cubicBezTo>
                      <a:cubicBezTo>
                        <a:pt x="26785" y="17"/>
                        <a:pt x="25814" y="389"/>
                        <a:pt x="25070" y="1134"/>
                      </a:cubicBezTo>
                      <a:lnTo>
                        <a:pt x="22443" y="3760"/>
                      </a:lnTo>
                      <a:cubicBezTo>
                        <a:pt x="22049" y="4140"/>
                        <a:pt x="21539" y="4329"/>
                        <a:pt x="21032" y="4329"/>
                      </a:cubicBezTo>
                      <a:cubicBezTo>
                        <a:pt x="20524" y="4329"/>
                        <a:pt x="20021" y="4140"/>
                        <a:pt x="19642" y="3760"/>
                      </a:cubicBezTo>
                      <a:lnTo>
                        <a:pt x="17015" y="1134"/>
                      </a:lnTo>
                      <a:cubicBezTo>
                        <a:pt x="16271" y="389"/>
                        <a:pt x="15293" y="17"/>
                        <a:pt x="14319" y="17"/>
                      </a:cubicBezTo>
                      <a:cubicBezTo>
                        <a:pt x="13345" y="17"/>
                        <a:pt x="12375" y="389"/>
                        <a:pt x="11645" y="1134"/>
                      </a:cubicBezTo>
                      <a:lnTo>
                        <a:pt x="9018" y="3760"/>
                      </a:lnTo>
                      <a:cubicBezTo>
                        <a:pt x="8624" y="4140"/>
                        <a:pt x="8113" y="4329"/>
                        <a:pt x="7606" y="4329"/>
                      </a:cubicBezTo>
                      <a:cubicBezTo>
                        <a:pt x="7099" y="4329"/>
                        <a:pt x="6596" y="4140"/>
                        <a:pt x="6216" y="3760"/>
                      </a:cubicBezTo>
                      <a:lnTo>
                        <a:pt x="3561" y="1134"/>
                      </a:lnTo>
                      <a:cubicBezTo>
                        <a:pt x="2845" y="396"/>
                        <a:pt x="1889" y="0"/>
                        <a:pt x="90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6" name="Google Shape;1336;p33"/>
                <p:cNvSpPr/>
                <p:nvPr/>
              </p:nvSpPr>
              <p:spPr>
                <a:xfrm>
                  <a:off x="380375" y="4656575"/>
                  <a:ext cx="1387775" cy="154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74" extrusionOk="0">
                      <a:moveTo>
                        <a:pt x="27755" y="1"/>
                      </a:moveTo>
                      <a:cubicBezTo>
                        <a:pt x="26785" y="1"/>
                        <a:pt x="25814" y="373"/>
                        <a:pt x="25070" y="1117"/>
                      </a:cubicBezTo>
                      <a:lnTo>
                        <a:pt x="22443" y="3744"/>
                      </a:lnTo>
                      <a:cubicBezTo>
                        <a:pt x="22049" y="4138"/>
                        <a:pt x="21539" y="4335"/>
                        <a:pt x="21032" y="4335"/>
                      </a:cubicBezTo>
                      <a:cubicBezTo>
                        <a:pt x="20524" y="4335"/>
                        <a:pt x="20021" y="4138"/>
                        <a:pt x="19642" y="3744"/>
                      </a:cubicBezTo>
                      <a:lnTo>
                        <a:pt x="17015" y="1117"/>
                      </a:lnTo>
                      <a:cubicBezTo>
                        <a:pt x="16271" y="387"/>
                        <a:pt x="15300" y="22"/>
                        <a:pt x="14330" y="22"/>
                      </a:cubicBezTo>
                      <a:cubicBezTo>
                        <a:pt x="13360" y="22"/>
                        <a:pt x="12389" y="387"/>
                        <a:pt x="11645" y="1117"/>
                      </a:cubicBezTo>
                      <a:lnTo>
                        <a:pt x="9018" y="3744"/>
                      </a:lnTo>
                      <a:cubicBezTo>
                        <a:pt x="8624" y="4138"/>
                        <a:pt x="8113" y="4335"/>
                        <a:pt x="7606" y="4335"/>
                      </a:cubicBezTo>
                      <a:cubicBezTo>
                        <a:pt x="7099" y="4335"/>
                        <a:pt x="6596" y="4138"/>
                        <a:pt x="6216" y="3744"/>
                      </a:cubicBezTo>
                      <a:lnTo>
                        <a:pt x="3561" y="1117"/>
                      </a:lnTo>
                      <a:cubicBezTo>
                        <a:pt x="2841" y="397"/>
                        <a:pt x="1879" y="24"/>
                        <a:pt x="888" y="24"/>
                      </a:cubicBezTo>
                      <a:cubicBezTo>
                        <a:pt x="593" y="24"/>
                        <a:pt x="295" y="58"/>
                        <a:pt x="0" y="125"/>
                      </a:cubicBezTo>
                      <a:lnTo>
                        <a:pt x="0" y="2051"/>
                      </a:lnTo>
                      <a:cubicBezTo>
                        <a:pt x="263" y="1905"/>
                        <a:pt x="584" y="1846"/>
                        <a:pt x="876" y="1846"/>
                      </a:cubicBezTo>
                      <a:cubicBezTo>
                        <a:pt x="1401" y="1846"/>
                        <a:pt x="1926" y="2051"/>
                        <a:pt x="2276" y="2430"/>
                      </a:cubicBezTo>
                      <a:lnTo>
                        <a:pt x="4932" y="5057"/>
                      </a:lnTo>
                      <a:cubicBezTo>
                        <a:pt x="5662" y="5801"/>
                        <a:pt x="6632" y="6173"/>
                        <a:pt x="7606" y="6173"/>
                      </a:cubicBezTo>
                      <a:cubicBezTo>
                        <a:pt x="8580" y="6173"/>
                        <a:pt x="9558" y="5801"/>
                        <a:pt x="10302" y="5057"/>
                      </a:cubicBezTo>
                      <a:lnTo>
                        <a:pt x="12929" y="2430"/>
                      </a:lnTo>
                      <a:cubicBezTo>
                        <a:pt x="13308" y="2036"/>
                        <a:pt x="13812" y="1839"/>
                        <a:pt x="14319" y="1839"/>
                      </a:cubicBezTo>
                      <a:cubicBezTo>
                        <a:pt x="14826" y="1839"/>
                        <a:pt x="15337" y="2036"/>
                        <a:pt x="15731" y="2430"/>
                      </a:cubicBezTo>
                      <a:lnTo>
                        <a:pt x="18357" y="5057"/>
                      </a:lnTo>
                      <a:cubicBezTo>
                        <a:pt x="19102" y="5801"/>
                        <a:pt x="20072" y="6173"/>
                        <a:pt x="21043" y="6173"/>
                      </a:cubicBezTo>
                      <a:cubicBezTo>
                        <a:pt x="22013" y="6173"/>
                        <a:pt x="22983" y="5801"/>
                        <a:pt x="23728" y="5057"/>
                      </a:cubicBezTo>
                      <a:lnTo>
                        <a:pt x="26354" y="2430"/>
                      </a:lnTo>
                      <a:cubicBezTo>
                        <a:pt x="26748" y="2036"/>
                        <a:pt x="27252" y="1839"/>
                        <a:pt x="27755" y="1839"/>
                      </a:cubicBezTo>
                      <a:cubicBezTo>
                        <a:pt x="28259" y="1839"/>
                        <a:pt x="28762" y="2036"/>
                        <a:pt x="29156" y="2430"/>
                      </a:cubicBezTo>
                      <a:lnTo>
                        <a:pt x="31783" y="5057"/>
                      </a:lnTo>
                      <a:cubicBezTo>
                        <a:pt x="32527" y="5801"/>
                        <a:pt x="33497" y="6173"/>
                        <a:pt x="34468" y="6173"/>
                      </a:cubicBezTo>
                      <a:cubicBezTo>
                        <a:pt x="35438" y="6173"/>
                        <a:pt x="36409" y="5801"/>
                        <a:pt x="37153" y="5057"/>
                      </a:cubicBezTo>
                      <a:lnTo>
                        <a:pt x="39779" y="2430"/>
                      </a:lnTo>
                      <a:cubicBezTo>
                        <a:pt x="40173" y="2036"/>
                        <a:pt x="40684" y="1839"/>
                        <a:pt x="41191" y="1839"/>
                      </a:cubicBezTo>
                      <a:cubicBezTo>
                        <a:pt x="41698" y="1839"/>
                        <a:pt x="42202" y="2036"/>
                        <a:pt x="42581" y="2430"/>
                      </a:cubicBezTo>
                      <a:lnTo>
                        <a:pt x="45208" y="5057"/>
                      </a:lnTo>
                      <a:cubicBezTo>
                        <a:pt x="45952" y="5801"/>
                        <a:pt x="46930" y="6173"/>
                        <a:pt x="47904" y="6173"/>
                      </a:cubicBezTo>
                      <a:cubicBezTo>
                        <a:pt x="48878" y="6173"/>
                        <a:pt x="49848" y="5801"/>
                        <a:pt x="50578" y="5057"/>
                      </a:cubicBezTo>
                      <a:lnTo>
                        <a:pt x="53234" y="2430"/>
                      </a:lnTo>
                      <a:cubicBezTo>
                        <a:pt x="53602" y="2043"/>
                        <a:pt x="54110" y="1842"/>
                        <a:pt x="54626" y="1842"/>
                      </a:cubicBezTo>
                      <a:cubicBezTo>
                        <a:pt x="54927" y="1842"/>
                        <a:pt x="55230" y="1911"/>
                        <a:pt x="55510" y="2051"/>
                      </a:cubicBezTo>
                      <a:lnTo>
                        <a:pt x="55510" y="125"/>
                      </a:lnTo>
                      <a:cubicBezTo>
                        <a:pt x="55218" y="66"/>
                        <a:pt x="54927" y="37"/>
                        <a:pt x="54606" y="37"/>
                      </a:cubicBezTo>
                      <a:cubicBezTo>
                        <a:pt x="54572" y="36"/>
                        <a:pt x="54539" y="36"/>
                        <a:pt x="54506" y="36"/>
                      </a:cubicBezTo>
                      <a:cubicBezTo>
                        <a:pt x="53549" y="36"/>
                        <a:pt x="52626" y="440"/>
                        <a:pt x="51920" y="1117"/>
                      </a:cubicBezTo>
                      <a:lnTo>
                        <a:pt x="49294" y="3744"/>
                      </a:lnTo>
                      <a:cubicBezTo>
                        <a:pt x="48914" y="4138"/>
                        <a:pt x="48411" y="4335"/>
                        <a:pt x="47904" y="4335"/>
                      </a:cubicBezTo>
                      <a:cubicBezTo>
                        <a:pt x="47397" y="4335"/>
                        <a:pt x="46886" y="4138"/>
                        <a:pt x="46492" y="3744"/>
                      </a:cubicBezTo>
                      <a:lnTo>
                        <a:pt x="43865" y="1117"/>
                      </a:lnTo>
                      <a:cubicBezTo>
                        <a:pt x="43121" y="373"/>
                        <a:pt x="42151" y="1"/>
                        <a:pt x="41180" y="1"/>
                      </a:cubicBezTo>
                      <a:cubicBezTo>
                        <a:pt x="40210" y="1"/>
                        <a:pt x="39239" y="373"/>
                        <a:pt x="38495" y="1117"/>
                      </a:cubicBezTo>
                      <a:lnTo>
                        <a:pt x="35869" y="3744"/>
                      </a:lnTo>
                      <a:cubicBezTo>
                        <a:pt x="35489" y="4138"/>
                        <a:pt x="34986" y="4335"/>
                        <a:pt x="34479" y="4335"/>
                      </a:cubicBezTo>
                      <a:cubicBezTo>
                        <a:pt x="33972" y="4335"/>
                        <a:pt x="33461" y="4138"/>
                        <a:pt x="33067" y="3744"/>
                      </a:cubicBezTo>
                      <a:lnTo>
                        <a:pt x="30440" y="1117"/>
                      </a:lnTo>
                      <a:cubicBezTo>
                        <a:pt x="29696" y="373"/>
                        <a:pt x="28726" y="1"/>
                        <a:pt x="27755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7" name="Google Shape;1337;p33"/>
                <p:cNvSpPr/>
                <p:nvPr/>
              </p:nvSpPr>
              <p:spPr>
                <a:xfrm>
                  <a:off x="380375" y="4169875"/>
                  <a:ext cx="1387775" cy="15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46" extrusionOk="0">
                      <a:moveTo>
                        <a:pt x="857" y="0"/>
                      </a:moveTo>
                      <a:cubicBezTo>
                        <a:pt x="572" y="0"/>
                        <a:pt x="285" y="32"/>
                        <a:pt x="0" y="97"/>
                      </a:cubicBezTo>
                      <a:lnTo>
                        <a:pt x="0" y="2023"/>
                      </a:lnTo>
                      <a:cubicBezTo>
                        <a:pt x="280" y="1883"/>
                        <a:pt x="583" y="1815"/>
                        <a:pt x="884" y="1815"/>
                      </a:cubicBezTo>
                      <a:cubicBezTo>
                        <a:pt x="1400" y="1815"/>
                        <a:pt x="1908" y="2015"/>
                        <a:pt x="2276" y="2402"/>
                      </a:cubicBezTo>
                      <a:lnTo>
                        <a:pt x="4932" y="5029"/>
                      </a:lnTo>
                      <a:cubicBezTo>
                        <a:pt x="5662" y="5773"/>
                        <a:pt x="6632" y="6145"/>
                        <a:pt x="7606" y="6145"/>
                      </a:cubicBezTo>
                      <a:cubicBezTo>
                        <a:pt x="8580" y="6145"/>
                        <a:pt x="9558" y="5773"/>
                        <a:pt x="10302" y="5029"/>
                      </a:cubicBezTo>
                      <a:lnTo>
                        <a:pt x="12929" y="2402"/>
                      </a:lnTo>
                      <a:cubicBezTo>
                        <a:pt x="13308" y="2008"/>
                        <a:pt x="13812" y="1811"/>
                        <a:pt x="14319" y="1811"/>
                      </a:cubicBezTo>
                      <a:cubicBezTo>
                        <a:pt x="14826" y="1811"/>
                        <a:pt x="15337" y="2008"/>
                        <a:pt x="15731" y="2402"/>
                      </a:cubicBezTo>
                      <a:lnTo>
                        <a:pt x="18357" y="5029"/>
                      </a:lnTo>
                      <a:cubicBezTo>
                        <a:pt x="19102" y="5773"/>
                        <a:pt x="20072" y="6145"/>
                        <a:pt x="21043" y="6145"/>
                      </a:cubicBezTo>
                      <a:cubicBezTo>
                        <a:pt x="22013" y="6145"/>
                        <a:pt x="22983" y="5773"/>
                        <a:pt x="23728" y="5029"/>
                      </a:cubicBezTo>
                      <a:lnTo>
                        <a:pt x="26354" y="2402"/>
                      </a:lnTo>
                      <a:cubicBezTo>
                        <a:pt x="26734" y="2008"/>
                        <a:pt x="27237" y="1811"/>
                        <a:pt x="27744" y="1811"/>
                      </a:cubicBezTo>
                      <a:cubicBezTo>
                        <a:pt x="28251" y="1811"/>
                        <a:pt x="28762" y="2008"/>
                        <a:pt x="29156" y="2402"/>
                      </a:cubicBezTo>
                      <a:lnTo>
                        <a:pt x="31783" y="5029"/>
                      </a:lnTo>
                      <a:cubicBezTo>
                        <a:pt x="32527" y="5773"/>
                        <a:pt x="33497" y="6145"/>
                        <a:pt x="34468" y="6145"/>
                      </a:cubicBezTo>
                      <a:cubicBezTo>
                        <a:pt x="35438" y="6145"/>
                        <a:pt x="36409" y="5773"/>
                        <a:pt x="37153" y="5029"/>
                      </a:cubicBezTo>
                      <a:lnTo>
                        <a:pt x="39779" y="2402"/>
                      </a:lnTo>
                      <a:cubicBezTo>
                        <a:pt x="40173" y="2008"/>
                        <a:pt x="40684" y="1811"/>
                        <a:pt x="41191" y="1811"/>
                      </a:cubicBezTo>
                      <a:cubicBezTo>
                        <a:pt x="41698" y="1811"/>
                        <a:pt x="42202" y="2008"/>
                        <a:pt x="42581" y="2402"/>
                      </a:cubicBezTo>
                      <a:lnTo>
                        <a:pt x="45208" y="5029"/>
                      </a:lnTo>
                      <a:cubicBezTo>
                        <a:pt x="45952" y="5773"/>
                        <a:pt x="46930" y="6145"/>
                        <a:pt x="47904" y="6145"/>
                      </a:cubicBezTo>
                      <a:cubicBezTo>
                        <a:pt x="48878" y="6145"/>
                        <a:pt x="49848" y="5773"/>
                        <a:pt x="50578" y="5029"/>
                      </a:cubicBezTo>
                      <a:lnTo>
                        <a:pt x="53234" y="2402"/>
                      </a:lnTo>
                      <a:cubicBezTo>
                        <a:pt x="53584" y="2023"/>
                        <a:pt x="54080" y="1819"/>
                        <a:pt x="54606" y="1819"/>
                      </a:cubicBezTo>
                      <a:cubicBezTo>
                        <a:pt x="54927" y="1819"/>
                        <a:pt x="55218" y="1877"/>
                        <a:pt x="55510" y="2023"/>
                      </a:cubicBezTo>
                      <a:lnTo>
                        <a:pt x="55510" y="97"/>
                      </a:lnTo>
                      <a:cubicBezTo>
                        <a:pt x="55218" y="38"/>
                        <a:pt x="54927" y="9"/>
                        <a:pt x="54606" y="9"/>
                      </a:cubicBezTo>
                      <a:cubicBezTo>
                        <a:pt x="54572" y="8"/>
                        <a:pt x="54539" y="8"/>
                        <a:pt x="54506" y="8"/>
                      </a:cubicBezTo>
                      <a:cubicBezTo>
                        <a:pt x="53549" y="8"/>
                        <a:pt x="52627" y="413"/>
                        <a:pt x="51950" y="1118"/>
                      </a:cubicBezTo>
                      <a:lnTo>
                        <a:pt x="49294" y="3745"/>
                      </a:lnTo>
                      <a:cubicBezTo>
                        <a:pt x="48914" y="4124"/>
                        <a:pt x="48411" y="4314"/>
                        <a:pt x="47904" y="4314"/>
                      </a:cubicBezTo>
                      <a:cubicBezTo>
                        <a:pt x="47397" y="4314"/>
                        <a:pt x="46886" y="4124"/>
                        <a:pt x="46492" y="3745"/>
                      </a:cubicBezTo>
                      <a:lnTo>
                        <a:pt x="43865" y="1118"/>
                      </a:lnTo>
                      <a:cubicBezTo>
                        <a:pt x="43121" y="374"/>
                        <a:pt x="42151" y="2"/>
                        <a:pt x="41180" y="2"/>
                      </a:cubicBezTo>
                      <a:cubicBezTo>
                        <a:pt x="40210" y="2"/>
                        <a:pt x="39239" y="374"/>
                        <a:pt x="38495" y="1118"/>
                      </a:cubicBezTo>
                      <a:lnTo>
                        <a:pt x="35869" y="3745"/>
                      </a:lnTo>
                      <a:cubicBezTo>
                        <a:pt x="35489" y="4124"/>
                        <a:pt x="34986" y="4314"/>
                        <a:pt x="34479" y="4314"/>
                      </a:cubicBezTo>
                      <a:cubicBezTo>
                        <a:pt x="33972" y="4314"/>
                        <a:pt x="33461" y="4124"/>
                        <a:pt x="33067" y="3745"/>
                      </a:cubicBezTo>
                      <a:lnTo>
                        <a:pt x="30440" y="1118"/>
                      </a:lnTo>
                      <a:cubicBezTo>
                        <a:pt x="29696" y="374"/>
                        <a:pt x="28726" y="2"/>
                        <a:pt x="27755" y="2"/>
                      </a:cubicBezTo>
                      <a:cubicBezTo>
                        <a:pt x="26785" y="2"/>
                        <a:pt x="25814" y="374"/>
                        <a:pt x="25070" y="1118"/>
                      </a:cubicBezTo>
                      <a:lnTo>
                        <a:pt x="22443" y="3745"/>
                      </a:lnTo>
                      <a:cubicBezTo>
                        <a:pt x="22049" y="4124"/>
                        <a:pt x="21539" y="4314"/>
                        <a:pt x="21032" y="4314"/>
                      </a:cubicBezTo>
                      <a:cubicBezTo>
                        <a:pt x="20524" y="4314"/>
                        <a:pt x="20021" y="4124"/>
                        <a:pt x="19642" y="3745"/>
                      </a:cubicBezTo>
                      <a:lnTo>
                        <a:pt x="17015" y="1118"/>
                      </a:lnTo>
                      <a:cubicBezTo>
                        <a:pt x="16271" y="374"/>
                        <a:pt x="15293" y="2"/>
                        <a:pt x="14319" y="2"/>
                      </a:cubicBezTo>
                      <a:cubicBezTo>
                        <a:pt x="13345" y="2"/>
                        <a:pt x="12375" y="374"/>
                        <a:pt x="11645" y="1118"/>
                      </a:cubicBezTo>
                      <a:lnTo>
                        <a:pt x="9018" y="3745"/>
                      </a:lnTo>
                      <a:cubicBezTo>
                        <a:pt x="8624" y="4124"/>
                        <a:pt x="8113" y="4314"/>
                        <a:pt x="7606" y="4314"/>
                      </a:cubicBezTo>
                      <a:cubicBezTo>
                        <a:pt x="7099" y="4314"/>
                        <a:pt x="6596" y="4124"/>
                        <a:pt x="6216" y="3745"/>
                      </a:cubicBezTo>
                      <a:lnTo>
                        <a:pt x="3561" y="1118"/>
                      </a:lnTo>
                      <a:cubicBezTo>
                        <a:pt x="2834" y="391"/>
                        <a:pt x="1859" y="0"/>
                        <a:pt x="8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8" name="Google Shape;1338;p33"/>
                <p:cNvSpPr/>
                <p:nvPr/>
              </p:nvSpPr>
              <p:spPr>
                <a:xfrm>
                  <a:off x="380375" y="3925675"/>
                  <a:ext cx="1387775" cy="154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6" extrusionOk="0">
                      <a:moveTo>
                        <a:pt x="54606" y="0"/>
                      </a:moveTo>
                      <a:cubicBezTo>
                        <a:pt x="53613" y="0"/>
                        <a:pt x="52650" y="409"/>
                        <a:pt x="51950" y="1138"/>
                      </a:cubicBezTo>
                      <a:lnTo>
                        <a:pt x="49294" y="3765"/>
                      </a:lnTo>
                      <a:cubicBezTo>
                        <a:pt x="48914" y="4144"/>
                        <a:pt x="48411" y="4334"/>
                        <a:pt x="47904" y="4334"/>
                      </a:cubicBezTo>
                      <a:cubicBezTo>
                        <a:pt x="47397" y="4334"/>
                        <a:pt x="46886" y="4144"/>
                        <a:pt x="46492" y="3765"/>
                      </a:cubicBezTo>
                      <a:lnTo>
                        <a:pt x="43865" y="1138"/>
                      </a:lnTo>
                      <a:cubicBezTo>
                        <a:pt x="43121" y="394"/>
                        <a:pt x="42151" y="22"/>
                        <a:pt x="41180" y="22"/>
                      </a:cubicBezTo>
                      <a:cubicBezTo>
                        <a:pt x="40210" y="22"/>
                        <a:pt x="39239" y="394"/>
                        <a:pt x="38495" y="1138"/>
                      </a:cubicBezTo>
                      <a:lnTo>
                        <a:pt x="35869" y="3765"/>
                      </a:lnTo>
                      <a:cubicBezTo>
                        <a:pt x="35489" y="4144"/>
                        <a:pt x="34986" y="4334"/>
                        <a:pt x="34479" y="4334"/>
                      </a:cubicBezTo>
                      <a:cubicBezTo>
                        <a:pt x="33972" y="4334"/>
                        <a:pt x="33461" y="4144"/>
                        <a:pt x="33067" y="3765"/>
                      </a:cubicBezTo>
                      <a:lnTo>
                        <a:pt x="30440" y="1138"/>
                      </a:lnTo>
                      <a:cubicBezTo>
                        <a:pt x="29696" y="394"/>
                        <a:pt x="28726" y="22"/>
                        <a:pt x="27755" y="22"/>
                      </a:cubicBezTo>
                      <a:cubicBezTo>
                        <a:pt x="26785" y="22"/>
                        <a:pt x="25814" y="394"/>
                        <a:pt x="25070" y="1138"/>
                      </a:cubicBezTo>
                      <a:lnTo>
                        <a:pt x="22443" y="3765"/>
                      </a:lnTo>
                      <a:cubicBezTo>
                        <a:pt x="22049" y="4144"/>
                        <a:pt x="21539" y="4334"/>
                        <a:pt x="21032" y="4334"/>
                      </a:cubicBezTo>
                      <a:cubicBezTo>
                        <a:pt x="20524" y="4334"/>
                        <a:pt x="20021" y="4144"/>
                        <a:pt x="19642" y="3765"/>
                      </a:cubicBezTo>
                      <a:lnTo>
                        <a:pt x="17015" y="1138"/>
                      </a:lnTo>
                      <a:cubicBezTo>
                        <a:pt x="16271" y="394"/>
                        <a:pt x="15293" y="22"/>
                        <a:pt x="14319" y="22"/>
                      </a:cubicBezTo>
                      <a:cubicBezTo>
                        <a:pt x="13345" y="22"/>
                        <a:pt x="12375" y="394"/>
                        <a:pt x="11645" y="1138"/>
                      </a:cubicBezTo>
                      <a:lnTo>
                        <a:pt x="9018" y="3765"/>
                      </a:lnTo>
                      <a:cubicBezTo>
                        <a:pt x="8624" y="4144"/>
                        <a:pt x="8113" y="4334"/>
                        <a:pt x="7606" y="4334"/>
                      </a:cubicBezTo>
                      <a:cubicBezTo>
                        <a:pt x="7099" y="4334"/>
                        <a:pt x="6596" y="4144"/>
                        <a:pt x="6216" y="3765"/>
                      </a:cubicBezTo>
                      <a:lnTo>
                        <a:pt x="3561" y="1138"/>
                      </a:lnTo>
                      <a:cubicBezTo>
                        <a:pt x="2834" y="412"/>
                        <a:pt x="1859" y="21"/>
                        <a:pt x="857" y="21"/>
                      </a:cubicBezTo>
                      <a:cubicBezTo>
                        <a:pt x="572" y="21"/>
                        <a:pt x="285" y="52"/>
                        <a:pt x="0" y="117"/>
                      </a:cubicBezTo>
                      <a:lnTo>
                        <a:pt x="0" y="2043"/>
                      </a:lnTo>
                      <a:cubicBezTo>
                        <a:pt x="263" y="1897"/>
                        <a:pt x="584" y="1839"/>
                        <a:pt x="876" y="1839"/>
                      </a:cubicBezTo>
                      <a:cubicBezTo>
                        <a:pt x="1401" y="1839"/>
                        <a:pt x="1926" y="2043"/>
                        <a:pt x="2276" y="2393"/>
                      </a:cubicBezTo>
                      <a:lnTo>
                        <a:pt x="4932" y="5049"/>
                      </a:lnTo>
                      <a:cubicBezTo>
                        <a:pt x="5662" y="5779"/>
                        <a:pt x="6632" y="6144"/>
                        <a:pt x="7606" y="6144"/>
                      </a:cubicBezTo>
                      <a:cubicBezTo>
                        <a:pt x="8580" y="6144"/>
                        <a:pt x="9558" y="5779"/>
                        <a:pt x="10302" y="5049"/>
                      </a:cubicBezTo>
                      <a:lnTo>
                        <a:pt x="12929" y="2393"/>
                      </a:lnTo>
                      <a:cubicBezTo>
                        <a:pt x="13308" y="2014"/>
                        <a:pt x="13812" y="1824"/>
                        <a:pt x="14319" y="1824"/>
                      </a:cubicBezTo>
                      <a:cubicBezTo>
                        <a:pt x="14826" y="1824"/>
                        <a:pt x="15337" y="2014"/>
                        <a:pt x="15731" y="2393"/>
                      </a:cubicBezTo>
                      <a:lnTo>
                        <a:pt x="18357" y="5049"/>
                      </a:lnTo>
                      <a:cubicBezTo>
                        <a:pt x="19102" y="5793"/>
                        <a:pt x="20072" y="6166"/>
                        <a:pt x="21043" y="6166"/>
                      </a:cubicBezTo>
                      <a:cubicBezTo>
                        <a:pt x="22013" y="6166"/>
                        <a:pt x="22983" y="5793"/>
                        <a:pt x="23728" y="5049"/>
                      </a:cubicBezTo>
                      <a:lnTo>
                        <a:pt x="26354" y="2393"/>
                      </a:lnTo>
                      <a:cubicBezTo>
                        <a:pt x="26748" y="2014"/>
                        <a:pt x="27252" y="1824"/>
                        <a:pt x="27755" y="1824"/>
                      </a:cubicBezTo>
                      <a:cubicBezTo>
                        <a:pt x="28259" y="1824"/>
                        <a:pt x="28762" y="2014"/>
                        <a:pt x="29156" y="2393"/>
                      </a:cubicBezTo>
                      <a:lnTo>
                        <a:pt x="31783" y="5049"/>
                      </a:lnTo>
                      <a:cubicBezTo>
                        <a:pt x="32527" y="5779"/>
                        <a:pt x="33497" y="6144"/>
                        <a:pt x="34468" y="6144"/>
                      </a:cubicBezTo>
                      <a:cubicBezTo>
                        <a:pt x="35438" y="6144"/>
                        <a:pt x="36409" y="5779"/>
                        <a:pt x="37153" y="5049"/>
                      </a:cubicBezTo>
                      <a:lnTo>
                        <a:pt x="39779" y="2393"/>
                      </a:lnTo>
                      <a:cubicBezTo>
                        <a:pt x="40173" y="2014"/>
                        <a:pt x="40684" y="1824"/>
                        <a:pt x="41191" y="1824"/>
                      </a:cubicBezTo>
                      <a:cubicBezTo>
                        <a:pt x="41698" y="1824"/>
                        <a:pt x="42202" y="2014"/>
                        <a:pt x="42581" y="2393"/>
                      </a:cubicBezTo>
                      <a:lnTo>
                        <a:pt x="45208" y="5049"/>
                      </a:lnTo>
                      <a:cubicBezTo>
                        <a:pt x="45952" y="5793"/>
                        <a:pt x="46930" y="6166"/>
                        <a:pt x="47904" y="6166"/>
                      </a:cubicBezTo>
                      <a:cubicBezTo>
                        <a:pt x="48878" y="6166"/>
                        <a:pt x="49848" y="5793"/>
                        <a:pt x="50578" y="5049"/>
                      </a:cubicBezTo>
                      <a:lnTo>
                        <a:pt x="53234" y="2393"/>
                      </a:lnTo>
                      <a:cubicBezTo>
                        <a:pt x="53584" y="2043"/>
                        <a:pt x="54080" y="1839"/>
                        <a:pt x="54606" y="1839"/>
                      </a:cubicBezTo>
                      <a:cubicBezTo>
                        <a:pt x="54927" y="1839"/>
                        <a:pt x="55218" y="1897"/>
                        <a:pt x="55510" y="2043"/>
                      </a:cubicBezTo>
                      <a:lnTo>
                        <a:pt x="55510" y="117"/>
                      </a:lnTo>
                      <a:cubicBezTo>
                        <a:pt x="55218" y="59"/>
                        <a:pt x="54927" y="0"/>
                        <a:pt x="546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39" name="Google Shape;1339;p33"/>
                <p:cNvSpPr/>
                <p:nvPr/>
              </p:nvSpPr>
              <p:spPr>
                <a:xfrm>
                  <a:off x="380375" y="4413175"/>
                  <a:ext cx="1387775" cy="15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11" h="6162" extrusionOk="0">
                      <a:moveTo>
                        <a:pt x="54603" y="1"/>
                      </a:moveTo>
                      <a:cubicBezTo>
                        <a:pt x="53610" y="1"/>
                        <a:pt x="52643" y="396"/>
                        <a:pt x="51950" y="1134"/>
                      </a:cubicBezTo>
                      <a:lnTo>
                        <a:pt x="49294" y="3761"/>
                      </a:lnTo>
                      <a:cubicBezTo>
                        <a:pt x="48914" y="4140"/>
                        <a:pt x="48411" y="4330"/>
                        <a:pt x="47904" y="4330"/>
                      </a:cubicBezTo>
                      <a:cubicBezTo>
                        <a:pt x="47397" y="4330"/>
                        <a:pt x="46886" y="4140"/>
                        <a:pt x="46492" y="3761"/>
                      </a:cubicBezTo>
                      <a:lnTo>
                        <a:pt x="43865" y="1134"/>
                      </a:lnTo>
                      <a:cubicBezTo>
                        <a:pt x="43121" y="390"/>
                        <a:pt x="42151" y="18"/>
                        <a:pt x="41180" y="18"/>
                      </a:cubicBezTo>
                      <a:cubicBezTo>
                        <a:pt x="40210" y="18"/>
                        <a:pt x="39239" y="390"/>
                        <a:pt x="38495" y="1134"/>
                      </a:cubicBezTo>
                      <a:lnTo>
                        <a:pt x="35869" y="3761"/>
                      </a:lnTo>
                      <a:cubicBezTo>
                        <a:pt x="35489" y="4140"/>
                        <a:pt x="34986" y="4330"/>
                        <a:pt x="34479" y="4330"/>
                      </a:cubicBezTo>
                      <a:cubicBezTo>
                        <a:pt x="33972" y="4330"/>
                        <a:pt x="33461" y="4140"/>
                        <a:pt x="33067" y="3761"/>
                      </a:cubicBezTo>
                      <a:lnTo>
                        <a:pt x="30440" y="1134"/>
                      </a:lnTo>
                      <a:cubicBezTo>
                        <a:pt x="29696" y="390"/>
                        <a:pt x="28726" y="18"/>
                        <a:pt x="27755" y="18"/>
                      </a:cubicBezTo>
                      <a:cubicBezTo>
                        <a:pt x="26785" y="18"/>
                        <a:pt x="25814" y="390"/>
                        <a:pt x="25070" y="1134"/>
                      </a:cubicBezTo>
                      <a:lnTo>
                        <a:pt x="22443" y="3761"/>
                      </a:lnTo>
                      <a:cubicBezTo>
                        <a:pt x="22049" y="4140"/>
                        <a:pt x="21539" y="4330"/>
                        <a:pt x="21032" y="4330"/>
                      </a:cubicBezTo>
                      <a:cubicBezTo>
                        <a:pt x="20524" y="4330"/>
                        <a:pt x="20021" y="4140"/>
                        <a:pt x="19642" y="3761"/>
                      </a:cubicBezTo>
                      <a:lnTo>
                        <a:pt x="17015" y="1134"/>
                      </a:lnTo>
                      <a:cubicBezTo>
                        <a:pt x="16271" y="390"/>
                        <a:pt x="15293" y="18"/>
                        <a:pt x="14319" y="18"/>
                      </a:cubicBezTo>
                      <a:cubicBezTo>
                        <a:pt x="13345" y="18"/>
                        <a:pt x="12375" y="390"/>
                        <a:pt x="11645" y="1134"/>
                      </a:cubicBezTo>
                      <a:lnTo>
                        <a:pt x="9018" y="3761"/>
                      </a:lnTo>
                      <a:cubicBezTo>
                        <a:pt x="8624" y="4140"/>
                        <a:pt x="8113" y="4330"/>
                        <a:pt x="7606" y="4330"/>
                      </a:cubicBezTo>
                      <a:cubicBezTo>
                        <a:pt x="7099" y="4330"/>
                        <a:pt x="6596" y="4140"/>
                        <a:pt x="6216" y="3761"/>
                      </a:cubicBezTo>
                      <a:lnTo>
                        <a:pt x="3561" y="1134"/>
                      </a:lnTo>
                      <a:cubicBezTo>
                        <a:pt x="2834" y="407"/>
                        <a:pt x="1859" y="16"/>
                        <a:pt x="857" y="16"/>
                      </a:cubicBezTo>
                      <a:cubicBezTo>
                        <a:pt x="572" y="16"/>
                        <a:pt x="285" y="48"/>
                        <a:pt x="0" y="113"/>
                      </a:cubicBezTo>
                      <a:lnTo>
                        <a:pt x="0" y="2039"/>
                      </a:lnTo>
                      <a:cubicBezTo>
                        <a:pt x="280" y="1899"/>
                        <a:pt x="583" y="1831"/>
                        <a:pt x="884" y="1831"/>
                      </a:cubicBezTo>
                      <a:cubicBezTo>
                        <a:pt x="1400" y="1831"/>
                        <a:pt x="1908" y="2031"/>
                        <a:pt x="2276" y="2418"/>
                      </a:cubicBezTo>
                      <a:lnTo>
                        <a:pt x="4932" y="5045"/>
                      </a:lnTo>
                      <a:cubicBezTo>
                        <a:pt x="5662" y="5775"/>
                        <a:pt x="6632" y="6139"/>
                        <a:pt x="7606" y="6139"/>
                      </a:cubicBezTo>
                      <a:cubicBezTo>
                        <a:pt x="8580" y="6139"/>
                        <a:pt x="9558" y="5775"/>
                        <a:pt x="10302" y="5045"/>
                      </a:cubicBezTo>
                      <a:lnTo>
                        <a:pt x="12929" y="2418"/>
                      </a:lnTo>
                      <a:cubicBezTo>
                        <a:pt x="13308" y="2024"/>
                        <a:pt x="13812" y="1827"/>
                        <a:pt x="14319" y="1827"/>
                      </a:cubicBezTo>
                      <a:cubicBezTo>
                        <a:pt x="14826" y="1827"/>
                        <a:pt x="15337" y="2024"/>
                        <a:pt x="15731" y="2418"/>
                      </a:cubicBezTo>
                      <a:lnTo>
                        <a:pt x="18357" y="5045"/>
                      </a:lnTo>
                      <a:cubicBezTo>
                        <a:pt x="19102" y="5789"/>
                        <a:pt x="20072" y="6161"/>
                        <a:pt x="21043" y="6161"/>
                      </a:cubicBezTo>
                      <a:cubicBezTo>
                        <a:pt x="22013" y="6161"/>
                        <a:pt x="22983" y="5789"/>
                        <a:pt x="23728" y="5045"/>
                      </a:cubicBezTo>
                      <a:lnTo>
                        <a:pt x="26354" y="2418"/>
                      </a:lnTo>
                      <a:cubicBezTo>
                        <a:pt x="26734" y="2024"/>
                        <a:pt x="27237" y="1827"/>
                        <a:pt x="27744" y="1827"/>
                      </a:cubicBezTo>
                      <a:cubicBezTo>
                        <a:pt x="28251" y="1827"/>
                        <a:pt x="28762" y="2024"/>
                        <a:pt x="29156" y="2418"/>
                      </a:cubicBezTo>
                      <a:lnTo>
                        <a:pt x="31783" y="5045"/>
                      </a:lnTo>
                      <a:cubicBezTo>
                        <a:pt x="32527" y="5789"/>
                        <a:pt x="33497" y="6161"/>
                        <a:pt x="34468" y="6161"/>
                      </a:cubicBezTo>
                      <a:cubicBezTo>
                        <a:pt x="35438" y="6161"/>
                        <a:pt x="36409" y="5789"/>
                        <a:pt x="37153" y="5045"/>
                      </a:cubicBezTo>
                      <a:lnTo>
                        <a:pt x="39779" y="2418"/>
                      </a:lnTo>
                      <a:cubicBezTo>
                        <a:pt x="40173" y="2024"/>
                        <a:pt x="40684" y="1827"/>
                        <a:pt x="41191" y="1827"/>
                      </a:cubicBezTo>
                      <a:cubicBezTo>
                        <a:pt x="41698" y="1827"/>
                        <a:pt x="42202" y="2024"/>
                        <a:pt x="42581" y="2418"/>
                      </a:cubicBezTo>
                      <a:lnTo>
                        <a:pt x="45208" y="5045"/>
                      </a:lnTo>
                      <a:cubicBezTo>
                        <a:pt x="45952" y="5789"/>
                        <a:pt x="46922" y="6161"/>
                        <a:pt x="47893" y="6161"/>
                      </a:cubicBezTo>
                      <a:cubicBezTo>
                        <a:pt x="48863" y="6161"/>
                        <a:pt x="49834" y="5789"/>
                        <a:pt x="50578" y="5045"/>
                      </a:cubicBezTo>
                      <a:lnTo>
                        <a:pt x="53234" y="2418"/>
                      </a:lnTo>
                      <a:cubicBezTo>
                        <a:pt x="53584" y="2039"/>
                        <a:pt x="54080" y="1835"/>
                        <a:pt x="54606" y="1835"/>
                      </a:cubicBezTo>
                      <a:cubicBezTo>
                        <a:pt x="54927" y="1835"/>
                        <a:pt x="55218" y="1893"/>
                        <a:pt x="55510" y="2039"/>
                      </a:cubicBezTo>
                      <a:lnTo>
                        <a:pt x="55510" y="113"/>
                      </a:lnTo>
                      <a:cubicBezTo>
                        <a:pt x="55210" y="38"/>
                        <a:pt x="54905" y="1"/>
                        <a:pt x="54603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40" name="Google Shape;1340;p33"/>
            <p:cNvGrpSpPr/>
            <p:nvPr/>
          </p:nvGrpSpPr>
          <p:grpSpPr>
            <a:xfrm rot="5400000">
              <a:off x="0" y="3616443"/>
              <a:ext cx="1527000" cy="1527000"/>
              <a:chOff x="0" y="2089400"/>
              <a:chExt cx="1527000" cy="1527000"/>
            </a:xfrm>
          </p:grpSpPr>
          <p:sp>
            <p:nvSpPr>
              <p:cNvPr id="1341" name="Google Shape;1341;p33"/>
              <p:cNvSpPr/>
              <p:nvPr/>
            </p:nvSpPr>
            <p:spPr>
              <a:xfrm>
                <a:off x="0" y="2089400"/>
                <a:ext cx="1527000" cy="1527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42" name="Google Shape;1342;p33"/>
              <p:cNvGrpSpPr/>
              <p:nvPr/>
            </p:nvGrpSpPr>
            <p:grpSpPr>
              <a:xfrm>
                <a:off x="344647" y="2226597"/>
                <a:ext cx="837706" cy="1389803"/>
                <a:chOff x="584650" y="2145375"/>
                <a:chExt cx="979200" cy="1624550"/>
              </a:xfrm>
            </p:grpSpPr>
            <p:sp>
              <p:nvSpPr>
                <p:cNvPr id="1343" name="Google Shape;1343;p33"/>
                <p:cNvSpPr/>
                <p:nvPr/>
              </p:nvSpPr>
              <p:spPr>
                <a:xfrm>
                  <a:off x="584650" y="2588025"/>
                  <a:ext cx="458250" cy="40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0" h="16042" extrusionOk="0">
                      <a:moveTo>
                        <a:pt x="4256" y="1"/>
                      </a:moveTo>
                      <a:cubicBezTo>
                        <a:pt x="3313" y="1"/>
                        <a:pt x="2517" y="266"/>
                        <a:pt x="1956" y="827"/>
                      </a:cubicBezTo>
                      <a:cubicBezTo>
                        <a:pt x="1" y="2782"/>
                        <a:pt x="1635" y="7598"/>
                        <a:pt x="5634" y="11567"/>
                      </a:cubicBezTo>
                      <a:cubicBezTo>
                        <a:pt x="8465" y="14398"/>
                        <a:pt x="11726" y="16041"/>
                        <a:pt x="14074" y="16041"/>
                      </a:cubicBezTo>
                      <a:cubicBezTo>
                        <a:pt x="15017" y="16041"/>
                        <a:pt x="15813" y="15776"/>
                        <a:pt x="16374" y="15215"/>
                      </a:cubicBezTo>
                      <a:cubicBezTo>
                        <a:pt x="18329" y="13260"/>
                        <a:pt x="16695" y="8444"/>
                        <a:pt x="12696" y="4475"/>
                      </a:cubicBezTo>
                      <a:cubicBezTo>
                        <a:pt x="9865" y="1644"/>
                        <a:pt x="6604" y="1"/>
                        <a:pt x="42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4" name="Google Shape;1344;p33"/>
                <p:cNvSpPr/>
                <p:nvPr/>
              </p:nvSpPr>
              <p:spPr>
                <a:xfrm>
                  <a:off x="584650" y="2989325"/>
                  <a:ext cx="458250" cy="401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30" h="16065" extrusionOk="0">
                      <a:moveTo>
                        <a:pt x="4256" y="1"/>
                      </a:moveTo>
                      <a:cubicBezTo>
                        <a:pt x="3313" y="1"/>
                        <a:pt x="2517" y="266"/>
                        <a:pt x="1956" y="827"/>
                      </a:cubicBezTo>
                      <a:cubicBezTo>
                        <a:pt x="1" y="2782"/>
                        <a:pt x="1635" y="7598"/>
                        <a:pt x="5604" y="11567"/>
                      </a:cubicBezTo>
                      <a:cubicBezTo>
                        <a:pt x="8464" y="14405"/>
                        <a:pt x="11741" y="16065"/>
                        <a:pt x="14091" y="16065"/>
                      </a:cubicBezTo>
                      <a:cubicBezTo>
                        <a:pt x="15027" y="16065"/>
                        <a:pt x="15817" y="15801"/>
                        <a:pt x="16374" y="15244"/>
                      </a:cubicBezTo>
                      <a:cubicBezTo>
                        <a:pt x="18329" y="13289"/>
                        <a:pt x="16695" y="8473"/>
                        <a:pt x="12696" y="4475"/>
                      </a:cubicBezTo>
                      <a:cubicBezTo>
                        <a:pt x="9865" y="1644"/>
                        <a:pt x="6604" y="1"/>
                        <a:pt x="42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5" name="Google Shape;1345;p33"/>
                <p:cNvSpPr/>
                <p:nvPr/>
              </p:nvSpPr>
              <p:spPr>
                <a:xfrm>
                  <a:off x="1105625" y="2588025"/>
                  <a:ext cx="458225" cy="401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9" h="16042" extrusionOk="0">
                      <a:moveTo>
                        <a:pt x="14073" y="1"/>
                      </a:moveTo>
                      <a:cubicBezTo>
                        <a:pt x="11726" y="1"/>
                        <a:pt x="8464" y="1644"/>
                        <a:pt x="5633" y="4475"/>
                      </a:cubicBezTo>
                      <a:cubicBezTo>
                        <a:pt x="1634" y="8444"/>
                        <a:pt x="0" y="13260"/>
                        <a:pt x="1955" y="15215"/>
                      </a:cubicBezTo>
                      <a:cubicBezTo>
                        <a:pt x="2516" y="15776"/>
                        <a:pt x="3312" y="16041"/>
                        <a:pt x="4256" y="16041"/>
                      </a:cubicBezTo>
                      <a:cubicBezTo>
                        <a:pt x="6603" y="16041"/>
                        <a:pt x="9865" y="14398"/>
                        <a:pt x="12696" y="11567"/>
                      </a:cubicBezTo>
                      <a:cubicBezTo>
                        <a:pt x="16694" y="7598"/>
                        <a:pt x="18328" y="2782"/>
                        <a:pt x="16373" y="827"/>
                      </a:cubicBezTo>
                      <a:cubicBezTo>
                        <a:pt x="15812" y="266"/>
                        <a:pt x="15016" y="1"/>
                        <a:pt x="1407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6" name="Google Shape;1346;p33"/>
                <p:cNvSpPr/>
                <p:nvPr/>
              </p:nvSpPr>
              <p:spPr>
                <a:xfrm>
                  <a:off x="1105625" y="2989325"/>
                  <a:ext cx="458225" cy="401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29" h="16070" extrusionOk="0">
                      <a:moveTo>
                        <a:pt x="14072" y="1"/>
                      </a:moveTo>
                      <a:cubicBezTo>
                        <a:pt x="11723" y="1"/>
                        <a:pt x="8456" y="1644"/>
                        <a:pt x="5604" y="4475"/>
                      </a:cubicBezTo>
                      <a:cubicBezTo>
                        <a:pt x="1634" y="8473"/>
                        <a:pt x="0" y="13289"/>
                        <a:pt x="1955" y="15244"/>
                      </a:cubicBezTo>
                      <a:cubicBezTo>
                        <a:pt x="2515" y="15804"/>
                        <a:pt x="3310" y="16070"/>
                        <a:pt x="4252" y="16070"/>
                      </a:cubicBezTo>
                      <a:cubicBezTo>
                        <a:pt x="6599" y="16070"/>
                        <a:pt x="9863" y="14420"/>
                        <a:pt x="12696" y="11567"/>
                      </a:cubicBezTo>
                      <a:cubicBezTo>
                        <a:pt x="16694" y="7598"/>
                        <a:pt x="18328" y="2782"/>
                        <a:pt x="16373" y="827"/>
                      </a:cubicBezTo>
                      <a:cubicBezTo>
                        <a:pt x="15812" y="266"/>
                        <a:pt x="15016" y="1"/>
                        <a:pt x="1407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7" name="Google Shape;1347;p33"/>
                <p:cNvSpPr/>
                <p:nvPr/>
              </p:nvSpPr>
              <p:spPr>
                <a:xfrm>
                  <a:off x="723525" y="2315000"/>
                  <a:ext cx="698775" cy="145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51" h="58197" extrusionOk="0">
                      <a:moveTo>
                        <a:pt x="14029" y="1"/>
                      </a:moveTo>
                      <a:cubicBezTo>
                        <a:pt x="13883" y="1"/>
                        <a:pt x="13737" y="103"/>
                        <a:pt x="13737" y="307"/>
                      </a:cubicBezTo>
                      <a:lnTo>
                        <a:pt x="13737" y="28734"/>
                      </a:lnTo>
                      <a:lnTo>
                        <a:pt x="662" y="15659"/>
                      </a:lnTo>
                      <a:cubicBezTo>
                        <a:pt x="594" y="15591"/>
                        <a:pt x="519" y="15562"/>
                        <a:pt x="446" y="15562"/>
                      </a:cubicBezTo>
                      <a:cubicBezTo>
                        <a:pt x="206" y="15562"/>
                        <a:pt x="1" y="15872"/>
                        <a:pt x="225" y="16096"/>
                      </a:cubicBezTo>
                      <a:lnTo>
                        <a:pt x="13737" y="29580"/>
                      </a:lnTo>
                      <a:lnTo>
                        <a:pt x="13737" y="44786"/>
                      </a:lnTo>
                      <a:lnTo>
                        <a:pt x="662" y="31711"/>
                      </a:lnTo>
                      <a:cubicBezTo>
                        <a:pt x="594" y="31643"/>
                        <a:pt x="519" y="31614"/>
                        <a:pt x="446" y="31614"/>
                      </a:cubicBezTo>
                      <a:cubicBezTo>
                        <a:pt x="206" y="31614"/>
                        <a:pt x="1" y="31924"/>
                        <a:pt x="225" y="32148"/>
                      </a:cubicBezTo>
                      <a:lnTo>
                        <a:pt x="13737" y="45632"/>
                      </a:lnTo>
                      <a:lnTo>
                        <a:pt x="13737" y="57890"/>
                      </a:lnTo>
                      <a:cubicBezTo>
                        <a:pt x="13737" y="58094"/>
                        <a:pt x="13883" y="58196"/>
                        <a:pt x="14029" y="58196"/>
                      </a:cubicBezTo>
                      <a:cubicBezTo>
                        <a:pt x="14175" y="58196"/>
                        <a:pt x="14321" y="58094"/>
                        <a:pt x="14321" y="57890"/>
                      </a:cubicBezTo>
                      <a:lnTo>
                        <a:pt x="14321" y="45632"/>
                      </a:lnTo>
                      <a:lnTo>
                        <a:pt x="27834" y="32148"/>
                      </a:lnTo>
                      <a:cubicBezTo>
                        <a:pt x="27950" y="32032"/>
                        <a:pt x="27950" y="31827"/>
                        <a:pt x="27834" y="31711"/>
                      </a:cubicBezTo>
                      <a:cubicBezTo>
                        <a:pt x="27775" y="31652"/>
                        <a:pt x="27695" y="31623"/>
                        <a:pt x="27615" y="31623"/>
                      </a:cubicBezTo>
                      <a:cubicBezTo>
                        <a:pt x="27535" y="31623"/>
                        <a:pt x="27454" y="31652"/>
                        <a:pt x="27396" y="31711"/>
                      </a:cubicBezTo>
                      <a:lnTo>
                        <a:pt x="14321" y="44786"/>
                      </a:lnTo>
                      <a:lnTo>
                        <a:pt x="14321" y="29580"/>
                      </a:lnTo>
                      <a:lnTo>
                        <a:pt x="27834" y="16096"/>
                      </a:lnTo>
                      <a:cubicBezTo>
                        <a:pt x="27950" y="15951"/>
                        <a:pt x="27950" y="15775"/>
                        <a:pt x="27834" y="15659"/>
                      </a:cubicBezTo>
                      <a:cubicBezTo>
                        <a:pt x="27775" y="15600"/>
                        <a:pt x="27695" y="15571"/>
                        <a:pt x="27615" y="15571"/>
                      </a:cubicBezTo>
                      <a:cubicBezTo>
                        <a:pt x="27535" y="15571"/>
                        <a:pt x="27454" y="15600"/>
                        <a:pt x="27396" y="15659"/>
                      </a:cubicBezTo>
                      <a:lnTo>
                        <a:pt x="14321" y="28734"/>
                      </a:lnTo>
                      <a:lnTo>
                        <a:pt x="14321" y="307"/>
                      </a:lnTo>
                      <a:cubicBezTo>
                        <a:pt x="14321" y="103"/>
                        <a:pt x="14175" y="1"/>
                        <a:pt x="14029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8" name="Google Shape;1348;p33"/>
                <p:cNvSpPr/>
                <p:nvPr/>
              </p:nvSpPr>
              <p:spPr>
                <a:xfrm>
                  <a:off x="679500" y="2145375"/>
                  <a:ext cx="789500" cy="55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80" h="22357" extrusionOk="0">
                      <a:moveTo>
                        <a:pt x="15779" y="0"/>
                      </a:moveTo>
                      <a:cubicBezTo>
                        <a:pt x="10063" y="0"/>
                        <a:pt x="4350" y="2189"/>
                        <a:pt x="1" y="6567"/>
                      </a:cubicBezTo>
                      <a:lnTo>
                        <a:pt x="15790" y="22356"/>
                      </a:lnTo>
                      <a:lnTo>
                        <a:pt x="31579" y="6567"/>
                      </a:lnTo>
                      <a:cubicBezTo>
                        <a:pt x="27216" y="2189"/>
                        <a:pt x="21496" y="0"/>
                        <a:pt x="15779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49" name="Google Shape;1349;p33"/>
                <p:cNvSpPr/>
                <p:nvPr/>
              </p:nvSpPr>
              <p:spPr>
                <a:xfrm>
                  <a:off x="679500" y="2145375"/>
                  <a:ext cx="789500" cy="219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80" h="8785" extrusionOk="0">
                      <a:moveTo>
                        <a:pt x="15779" y="0"/>
                      </a:moveTo>
                      <a:cubicBezTo>
                        <a:pt x="10063" y="0"/>
                        <a:pt x="4350" y="2189"/>
                        <a:pt x="1" y="6567"/>
                      </a:cubicBezTo>
                      <a:lnTo>
                        <a:pt x="2219" y="8785"/>
                      </a:lnTo>
                      <a:cubicBezTo>
                        <a:pt x="6217" y="5706"/>
                        <a:pt x="11004" y="4166"/>
                        <a:pt x="15790" y="4166"/>
                      </a:cubicBezTo>
                      <a:cubicBezTo>
                        <a:pt x="20576" y="4166"/>
                        <a:pt x="25363" y="5706"/>
                        <a:pt x="29361" y="8785"/>
                      </a:cubicBezTo>
                      <a:lnTo>
                        <a:pt x="31579" y="6567"/>
                      </a:lnTo>
                      <a:cubicBezTo>
                        <a:pt x="27216" y="2189"/>
                        <a:pt x="21496" y="0"/>
                        <a:pt x="15779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50" name="Google Shape;1350;p33"/>
            <p:cNvGrpSpPr/>
            <p:nvPr/>
          </p:nvGrpSpPr>
          <p:grpSpPr>
            <a:xfrm flipH="1">
              <a:off x="0" y="-9"/>
              <a:ext cx="1526977" cy="1526977"/>
              <a:chOff x="5489225" y="394250"/>
              <a:chExt cx="1733625" cy="1733625"/>
            </a:xfrm>
          </p:grpSpPr>
          <p:sp>
            <p:nvSpPr>
              <p:cNvPr id="1351" name="Google Shape;1351;p33"/>
              <p:cNvSpPr/>
              <p:nvPr/>
            </p:nvSpPr>
            <p:spPr>
              <a:xfrm>
                <a:off x="5489225" y="394975"/>
                <a:ext cx="1732900" cy="1732900"/>
              </a:xfrm>
              <a:custGeom>
                <a:avLst/>
                <a:gdLst/>
                <a:ahLst/>
                <a:cxnLst/>
                <a:rect l="l" t="t" r="r" b="b"/>
                <a:pathLst>
                  <a:path w="69316" h="69316" extrusionOk="0">
                    <a:moveTo>
                      <a:pt x="1" y="1"/>
                    </a:moveTo>
                    <a:lnTo>
                      <a:pt x="1" y="69316"/>
                    </a:lnTo>
                    <a:lnTo>
                      <a:pt x="69316" y="69316"/>
                    </a:lnTo>
                    <a:lnTo>
                      <a:pt x="693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33"/>
              <p:cNvSpPr/>
              <p:nvPr/>
            </p:nvSpPr>
            <p:spPr>
              <a:xfrm>
                <a:off x="5489225" y="394975"/>
                <a:ext cx="1732900" cy="1732900"/>
              </a:xfrm>
              <a:custGeom>
                <a:avLst/>
                <a:gdLst/>
                <a:ahLst/>
                <a:cxnLst/>
                <a:rect l="l" t="t" r="r" b="b"/>
                <a:pathLst>
                  <a:path w="69316" h="69316" extrusionOk="0">
                    <a:moveTo>
                      <a:pt x="69316" y="1"/>
                    </a:moveTo>
                    <a:lnTo>
                      <a:pt x="1" y="69316"/>
                    </a:lnTo>
                    <a:lnTo>
                      <a:pt x="69316" y="69316"/>
                    </a:lnTo>
                    <a:lnTo>
                      <a:pt x="693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33"/>
              <p:cNvSpPr/>
              <p:nvPr/>
            </p:nvSpPr>
            <p:spPr>
              <a:xfrm>
                <a:off x="6354575" y="394975"/>
                <a:ext cx="868275" cy="860275"/>
              </a:xfrm>
              <a:custGeom>
                <a:avLst/>
                <a:gdLst/>
                <a:ahLst/>
                <a:cxnLst/>
                <a:rect l="l" t="t" r="r" b="b"/>
                <a:pathLst>
                  <a:path w="34731" h="34411" extrusionOk="0">
                    <a:moveTo>
                      <a:pt x="0" y="1"/>
                    </a:moveTo>
                    <a:cubicBezTo>
                      <a:pt x="30" y="19000"/>
                      <a:pt x="15469" y="34410"/>
                      <a:pt x="34468" y="34410"/>
                    </a:cubicBezTo>
                    <a:lnTo>
                      <a:pt x="34731" y="34410"/>
                    </a:lnTo>
                    <a:lnTo>
                      <a:pt x="34731" y="33330"/>
                    </a:lnTo>
                    <a:lnTo>
                      <a:pt x="34468" y="33330"/>
                    </a:lnTo>
                    <a:cubicBezTo>
                      <a:pt x="16052" y="33301"/>
                      <a:pt x="1139" y="18417"/>
                      <a:pt x="10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33"/>
              <p:cNvSpPr/>
              <p:nvPr/>
            </p:nvSpPr>
            <p:spPr>
              <a:xfrm>
                <a:off x="5553450" y="394975"/>
                <a:ext cx="1668675" cy="1659950"/>
              </a:xfrm>
              <a:custGeom>
                <a:avLst/>
                <a:gdLst/>
                <a:ahLst/>
                <a:cxnLst/>
                <a:rect l="l" t="t" r="r" b="b"/>
                <a:pathLst>
                  <a:path w="66747" h="66398" extrusionOk="0">
                    <a:moveTo>
                      <a:pt x="0" y="1"/>
                    </a:moveTo>
                    <a:cubicBezTo>
                      <a:pt x="29" y="36628"/>
                      <a:pt x="29856" y="66397"/>
                      <a:pt x="66484" y="66397"/>
                    </a:cubicBezTo>
                    <a:lnTo>
                      <a:pt x="66747" y="66397"/>
                    </a:lnTo>
                    <a:lnTo>
                      <a:pt x="66747" y="65347"/>
                    </a:lnTo>
                    <a:lnTo>
                      <a:pt x="66484" y="65347"/>
                    </a:lnTo>
                    <a:cubicBezTo>
                      <a:pt x="30469" y="65347"/>
                      <a:pt x="1138" y="36045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33"/>
              <p:cNvSpPr/>
              <p:nvPr/>
            </p:nvSpPr>
            <p:spPr>
              <a:xfrm>
                <a:off x="6520200" y="394975"/>
                <a:ext cx="701925" cy="693925"/>
              </a:xfrm>
              <a:custGeom>
                <a:avLst/>
                <a:gdLst/>
                <a:ahLst/>
                <a:cxnLst/>
                <a:rect l="l" t="t" r="r" b="b"/>
                <a:pathLst>
                  <a:path w="28077" h="27757" extrusionOk="0">
                    <a:moveTo>
                      <a:pt x="0" y="1"/>
                    </a:moveTo>
                    <a:cubicBezTo>
                      <a:pt x="30" y="15334"/>
                      <a:pt x="12462" y="27756"/>
                      <a:pt x="27789" y="27756"/>
                    </a:cubicBezTo>
                    <a:cubicBezTo>
                      <a:pt x="27807" y="27756"/>
                      <a:pt x="27825" y="27756"/>
                      <a:pt x="27843" y="27756"/>
                    </a:cubicBezTo>
                    <a:lnTo>
                      <a:pt x="28077" y="27756"/>
                    </a:lnTo>
                    <a:lnTo>
                      <a:pt x="2807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33"/>
              <p:cNvSpPr/>
              <p:nvPr/>
            </p:nvSpPr>
            <p:spPr>
              <a:xfrm>
                <a:off x="6002150" y="394250"/>
                <a:ext cx="1219975" cy="1211950"/>
              </a:xfrm>
              <a:custGeom>
                <a:avLst/>
                <a:gdLst/>
                <a:ahLst/>
                <a:cxnLst/>
                <a:rect l="l" t="t" r="r" b="b"/>
                <a:pathLst>
                  <a:path w="48799" h="48478" extrusionOk="0">
                    <a:moveTo>
                      <a:pt x="1" y="1"/>
                    </a:moveTo>
                    <a:cubicBezTo>
                      <a:pt x="59" y="26764"/>
                      <a:pt x="21802" y="48477"/>
                      <a:pt x="48565" y="48477"/>
                    </a:cubicBezTo>
                    <a:lnTo>
                      <a:pt x="48799" y="48477"/>
                    </a:lnTo>
                    <a:lnTo>
                      <a:pt x="48799" y="47397"/>
                    </a:lnTo>
                    <a:lnTo>
                      <a:pt x="48565" y="47397"/>
                    </a:lnTo>
                    <a:cubicBezTo>
                      <a:pt x="22415" y="47397"/>
                      <a:pt x="1139" y="26151"/>
                      <a:pt x="1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33"/>
              <p:cNvSpPr/>
              <p:nvPr/>
            </p:nvSpPr>
            <p:spPr>
              <a:xfrm>
                <a:off x="5687700" y="394975"/>
                <a:ext cx="1534425" cy="1526425"/>
              </a:xfrm>
              <a:custGeom>
                <a:avLst/>
                <a:gdLst/>
                <a:ahLst/>
                <a:cxnLst/>
                <a:rect l="l" t="t" r="r" b="b"/>
                <a:pathLst>
                  <a:path w="61377" h="61057" extrusionOk="0">
                    <a:moveTo>
                      <a:pt x="0" y="1"/>
                    </a:moveTo>
                    <a:cubicBezTo>
                      <a:pt x="58" y="33681"/>
                      <a:pt x="27463" y="61056"/>
                      <a:pt x="61143" y="61056"/>
                    </a:cubicBezTo>
                    <a:lnTo>
                      <a:pt x="61377" y="61056"/>
                    </a:lnTo>
                    <a:lnTo>
                      <a:pt x="61377" y="59947"/>
                    </a:lnTo>
                    <a:lnTo>
                      <a:pt x="61143" y="59947"/>
                    </a:lnTo>
                    <a:cubicBezTo>
                      <a:pt x="28047" y="59947"/>
                      <a:pt x="1138" y="33068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33"/>
              <p:cNvSpPr/>
              <p:nvPr/>
            </p:nvSpPr>
            <p:spPr>
              <a:xfrm>
                <a:off x="6183850" y="394250"/>
                <a:ext cx="1038275" cy="1031000"/>
              </a:xfrm>
              <a:custGeom>
                <a:avLst/>
                <a:gdLst/>
                <a:ahLst/>
                <a:cxnLst/>
                <a:rect l="l" t="t" r="r" b="b"/>
                <a:pathLst>
                  <a:path w="41531" h="41240" extrusionOk="0">
                    <a:moveTo>
                      <a:pt x="0" y="1"/>
                    </a:moveTo>
                    <a:cubicBezTo>
                      <a:pt x="58" y="22765"/>
                      <a:pt x="18503" y="41210"/>
                      <a:pt x="41297" y="41239"/>
                    </a:cubicBezTo>
                    <a:lnTo>
                      <a:pt x="41531" y="41239"/>
                    </a:lnTo>
                    <a:lnTo>
                      <a:pt x="41531" y="40130"/>
                    </a:lnTo>
                    <a:lnTo>
                      <a:pt x="41297" y="40130"/>
                    </a:lnTo>
                    <a:cubicBezTo>
                      <a:pt x="19116" y="40101"/>
                      <a:pt x="1167" y="22181"/>
                      <a:pt x="11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33"/>
              <p:cNvSpPr/>
              <p:nvPr/>
            </p:nvSpPr>
            <p:spPr>
              <a:xfrm>
                <a:off x="5835075" y="394975"/>
                <a:ext cx="1387050" cy="1379025"/>
              </a:xfrm>
              <a:custGeom>
                <a:avLst/>
                <a:gdLst/>
                <a:ahLst/>
                <a:cxnLst/>
                <a:rect l="l" t="t" r="r" b="b"/>
                <a:pathLst>
                  <a:path w="55482" h="55161" extrusionOk="0">
                    <a:moveTo>
                      <a:pt x="1" y="1"/>
                    </a:moveTo>
                    <a:cubicBezTo>
                      <a:pt x="59" y="30412"/>
                      <a:pt x="24808" y="55161"/>
                      <a:pt x="55248" y="55161"/>
                    </a:cubicBezTo>
                    <a:lnTo>
                      <a:pt x="55482" y="55161"/>
                    </a:lnTo>
                    <a:lnTo>
                      <a:pt x="55482" y="54052"/>
                    </a:lnTo>
                    <a:lnTo>
                      <a:pt x="55248" y="54052"/>
                    </a:lnTo>
                    <a:cubicBezTo>
                      <a:pt x="25421" y="54052"/>
                      <a:pt x="1139" y="29799"/>
                      <a:pt x="11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33"/>
              <p:cNvSpPr/>
              <p:nvPr/>
            </p:nvSpPr>
            <p:spPr>
              <a:xfrm>
                <a:off x="6243675" y="1353725"/>
                <a:ext cx="978450" cy="420300"/>
              </a:xfrm>
              <a:custGeom>
                <a:avLst/>
                <a:gdLst/>
                <a:ahLst/>
                <a:cxnLst/>
                <a:rect l="l" t="t" r="r" b="b"/>
                <a:pathLst>
                  <a:path w="39138" h="16812" extrusionOk="0">
                    <a:moveTo>
                      <a:pt x="788" y="0"/>
                    </a:moveTo>
                    <a:lnTo>
                      <a:pt x="0" y="759"/>
                    </a:lnTo>
                    <a:cubicBezTo>
                      <a:pt x="10306" y="11036"/>
                      <a:pt x="24241" y="16811"/>
                      <a:pt x="38765" y="16811"/>
                    </a:cubicBezTo>
                    <a:cubicBezTo>
                      <a:pt x="38802" y="16811"/>
                      <a:pt x="38838" y="16811"/>
                      <a:pt x="38875" y="16811"/>
                    </a:cubicBezTo>
                    <a:lnTo>
                      <a:pt x="39138" y="16811"/>
                    </a:lnTo>
                    <a:lnTo>
                      <a:pt x="39138" y="15731"/>
                    </a:lnTo>
                    <a:lnTo>
                      <a:pt x="38875" y="15731"/>
                    </a:lnTo>
                    <a:cubicBezTo>
                      <a:pt x="24603" y="15731"/>
                      <a:pt x="10886" y="10069"/>
                      <a:pt x="78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33"/>
              <p:cNvSpPr/>
              <p:nvPr/>
            </p:nvSpPr>
            <p:spPr>
              <a:xfrm>
                <a:off x="6362600" y="1235525"/>
                <a:ext cx="859525" cy="370675"/>
              </a:xfrm>
              <a:custGeom>
                <a:avLst/>
                <a:gdLst/>
                <a:ahLst/>
                <a:cxnLst/>
                <a:rect l="l" t="t" r="r" b="b"/>
                <a:pathLst>
                  <a:path w="34381" h="14827" extrusionOk="0">
                    <a:moveTo>
                      <a:pt x="759" y="0"/>
                    </a:moveTo>
                    <a:lnTo>
                      <a:pt x="0" y="759"/>
                    </a:lnTo>
                    <a:cubicBezTo>
                      <a:pt x="9077" y="9777"/>
                      <a:pt x="21335" y="14826"/>
                      <a:pt x="34147" y="14826"/>
                    </a:cubicBezTo>
                    <a:lnTo>
                      <a:pt x="34381" y="14826"/>
                    </a:lnTo>
                    <a:lnTo>
                      <a:pt x="34381" y="13746"/>
                    </a:lnTo>
                    <a:lnTo>
                      <a:pt x="34147" y="13746"/>
                    </a:lnTo>
                    <a:cubicBezTo>
                      <a:pt x="21627" y="13746"/>
                      <a:pt x="9632" y="8814"/>
                      <a:pt x="7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33"/>
              <p:cNvSpPr/>
              <p:nvPr/>
            </p:nvSpPr>
            <p:spPr>
              <a:xfrm>
                <a:off x="6140050" y="1458050"/>
                <a:ext cx="1082800" cy="463350"/>
              </a:xfrm>
              <a:custGeom>
                <a:avLst/>
                <a:gdLst/>
                <a:ahLst/>
                <a:cxnLst/>
                <a:rect l="l" t="t" r="r" b="b"/>
                <a:pathLst>
                  <a:path w="43312" h="18534" extrusionOk="0">
                    <a:moveTo>
                      <a:pt x="760" y="1"/>
                    </a:moveTo>
                    <a:lnTo>
                      <a:pt x="1" y="760"/>
                    </a:lnTo>
                    <a:cubicBezTo>
                      <a:pt x="11442" y="12142"/>
                      <a:pt x="26910" y="18533"/>
                      <a:pt x="43049" y="18533"/>
                    </a:cubicBezTo>
                    <a:lnTo>
                      <a:pt x="43312" y="18533"/>
                    </a:lnTo>
                    <a:lnTo>
                      <a:pt x="43312" y="17424"/>
                    </a:lnTo>
                    <a:lnTo>
                      <a:pt x="43049" y="17424"/>
                    </a:lnTo>
                    <a:cubicBezTo>
                      <a:pt x="43012" y="17424"/>
                      <a:pt x="42976" y="17424"/>
                      <a:pt x="42939" y="17424"/>
                    </a:cubicBezTo>
                    <a:cubicBezTo>
                      <a:pt x="27131" y="17424"/>
                      <a:pt x="11970" y="11153"/>
                      <a:pt x="7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33"/>
              <p:cNvSpPr/>
              <p:nvPr/>
            </p:nvSpPr>
            <p:spPr>
              <a:xfrm>
                <a:off x="6045200" y="1552900"/>
                <a:ext cx="1176925" cy="502750"/>
              </a:xfrm>
              <a:custGeom>
                <a:avLst/>
                <a:gdLst/>
                <a:ahLst/>
                <a:cxnLst/>
                <a:rect l="l" t="t" r="r" b="b"/>
                <a:pathLst>
                  <a:path w="47077" h="20110" extrusionOk="0">
                    <a:moveTo>
                      <a:pt x="760" y="1"/>
                    </a:moveTo>
                    <a:lnTo>
                      <a:pt x="1" y="760"/>
                    </a:lnTo>
                    <a:cubicBezTo>
                      <a:pt x="12434" y="13163"/>
                      <a:pt x="29274" y="20109"/>
                      <a:pt x="46843" y="20109"/>
                    </a:cubicBezTo>
                    <a:lnTo>
                      <a:pt x="47077" y="20109"/>
                    </a:lnTo>
                    <a:lnTo>
                      <a:pt x="47077" y="19000"/>
                    </a:lnTo>
                    <a:lnTo>
                      <a:pt x="46843" y="19000"/>
                    </a:lnTo>
                    <a:cubicBezTo>
                      <a:pt x="46806" y="19000"/>
                      <a:pt x="46770" y="19000"/>
                      <a:pt x="46733" y="19000"/>
                    </a:cubicBezTo>
                    <a:cubicBezTo>
                      <a:pt x="29495" y="19000"/>
                      <a:pt x="12962" y="12145"/>
                      <a:pt x="7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33"/>
              <p:cNvSpPr/>
              <p:nvPr/>
            </p:nvSpPr>
            <p:spPr>
              <a:xfrm>
                <a:off x="6728150" y="394975"/>
                <a:ext cx="493975" cy="693925"/>
              </a:xfrm>
              <a:custGeom>
                <a:avLst/>
                <a:gdLst/>
                <a:ahLst/>
                <a:cxnLst/>
                <a:rect l="l" t="t" r="r" b="b"/>
                <a:pathLst>
                  <a:path w="19759" h="27757" extrusionOk="0">
                    <a:moveTo>
                      <a:pt x="19759" y="1"/>
                    </a:moveTo>
                    <a:lnTo>
                      <a:pt x="0" y="19759"/>
                    </a:lnTo>
                    <a:cubicBezTo>
                      <a:pt x="5169" y="24870"/>
                      <a:pt x="12130" y="27756"/>
                      <a:pt x="19415" y="27756"/>
                    </a:cubicBezTo>
                    <a:cubicBezTo>
                      <a:pt x="19452" y="27756"/>
                      <a:pt x="19488" y="27756"/>
                      <a:pt x="19525" y="27756"/>
                    </a:cubicBezTo>
                    <a:lnTo>
                      <a:pt x="19759" y="27756"/>
                    </a:lnTo>
                    <a:lnTo>
                      <a:pt x="197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Google Shape;1365;p33"/>
              <p:cNvSpPr/>
              <p:nvPr/>
            </p:nvSpPr>
            <p:spPr>
              <a:xfrm>
                <a:off x="6610675" y="987450"/>
                <a:ext cx="611450" cy="267800"/>
              </a:xfrm>
              <a:custGeom>
                <a:avLst/>
                <a:gdLst/>
                <a:ahLst/>
                <a:cxnLst/>
                <a:rect l="l" t="t" r="r" b="b"/>
                <a:pathLst>
                  <a:path w="24458" h="10712" extrusionOk="0">
                    <a:moveTo>
                      <a:pt x="759" y="0"/>
                    </a:moveTo>
                    <a:lnTo>
                      <a:pt x="0" y="759"/>
                    </a:lnTo>
                    <a:cubicBezTo>
                      <a:pt x="6450" y="7151"/>
                      <a:pt x="15147" y="10711"/>
                      <a:pt x="24224" y="10711"/>
                    </a:cubicBezTo>
                    <a:lnTo>
                      <a:pt x="24458" y="10711"/>
                    </a:lnTo>
                    <a:lnTo>
                      <a:pt x="24458" y="9631"/>
                    </a:lnTo>
                    <a:lnTo>
                      <a:pt x="24224" y="9631"/>
                    </a:lnTo>
                    <a:cubicBezTo>
                      <a:pt x="15439" y="9631"/>
                      <a:pt x="7005" y="6158"/>
                      <a:pt x="75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33"/>
              <p:cNvSpPr/>
              <p:nvPr/>
            </p:nvSpPr>
            <p:spPr>
              <a:xfrm>
                <a:off x="6491000" y="1107100"/>
                <a:ext cx="731850" cy="318150"/>
              </a:xfrm>
              <a:custGeom>
                <a:avLst/>
                <a:gdLst/>
                <a:ahLst/>
                <a:cxnLst/>
                <a:rect l="l" t="t" r="r" b="b"/>
                <a:pathLst>
                  <a:path w="29274" h="12726" extrusionOk="0">
                    <a:moveTo>
                      <a:pt x="760" y="1"/>
                    </a:moveTo>
                    <a:lnTo>
                      <a:pt x="1" y="789"/>
                    </a:lnTo>
                    <a:cubicBezTo>
                      <a:pt x="7706" y="8435"/>
                      <a:pt x="18154" y="12725"/>
                      <a:pt x="29011" y="12725"/>
                    </a:cubicBezTo>
                    <a:lnTo>
                      <a:pt x="29274" y="12725"/>
                    </a:lnTo>
                    <a:lnTo>
                      <a:pt x="29274" y="11616"/>
                    </a:lnTo>
                    <a:lnTo>
                      <a:pt x="29011" y="11616"/>
                    </a:lnTo>
                    <a:cubicBezTo>
                      <a:pt x="28974" y="11616"/>
                      <a:pt x="28937" y="11616"/>
                      <a:pt x="28901" y="11616"/>
                    </a:cubicBezTo>
                    <a:cubicBezTo>
                      <a:pt x="18346" y="11616"/>
                      <a:pt x="8234" y="7446"/>
                      <a:pt x="7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67" name="Google Shape;1367;p33"/>
            <p:cNvGrpSpPr/>
            <p:nvPr/>
          </p:nvGrpSpPr>
          <p:grpSpPr>
            <a:xfrm>
              <a:off x="7617025" y="-1812"/>
              <a:ext cx="1530600" cy="1530600"/>
              <a:chOff x="1808100" y="-2475"/>
              <a:chExt cx="1530600" cy="1530600"/>
            </a:xfrm>
          </p:grpSpPr>
          <p:sp>
            <p:nvSpPr>
              <p:cNvPr id="1368" name="Google Shape;1368;p33"/>
              <p:cNvSpPr/>
              <p:nvPr/>
            </p:nvSpPr>
            <p:spPr>
              <a:xfrm>
                <a:off x="1808100" y="-2475"/>
                <a:ext cx="1530600" cy="15306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69" name="Google Shape;1369;p33"/>
              <p:cNvGrpSpPr/>
              <p:nvPr/>
            </p:nvGrpSpPr>
            <p:grpSpPr>
              <a:xfrm>
                <a:off x="2079023" y="-1"/>
                <a:ext cx="988755" cy="1383997"/>
                <a:chOff x="2088813" y="-12"/>
                <a:chExt cx="1107600" cy="1550349"/>
              </a:xfrm>
            </p:grpSpPr>
            <p:sp>
              <p:nvSpPr>
                <p:cNvPr id="1370" name="Google Shape;1370;p33"/>
                <p:cNvSpPr/>
                <p:nvPr/>
              </p:nvSpPr>
              <p:spPr>
                <a:xfrm rot="-5400000">
                  <a:off x="2364975" y="-2761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71" name="Google Shape;1371;p33"/>
                <p:cNvGrpSpPr/>
                <p:nvPr/>
              </p:nvGrpSpPr>
              <p:grpSpPr>
                <a:xfrm rot="-5400000">
                  <a:off x="2184038" y="897412"/>
                  <a:ext cx="917175" cy="388675"/>
                  <a:chOff x="1505150" y="1628800"/>
                  <a:chExt cx="917175" cy="388675"/>
                </a:xfrm>
              </p:grpSpPr>
              <p:sp>
                <p:nvSpPr>
                  <p:cNvPr id="1372" name="Google Shape;1372;p33"/>
                  <p:cNvSpPr/>
                  <p:nvPr/>
                </p:nvSpPr>
                <p:spPr>
                  <a:xfrm>
                    <a:off x="1968450" y="1628800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73" name="Google Shape;1373;p33"/>
                  <p:cNvSpPr/>
                  <p:nvPr/>
                </p:nvSpPr>
                <p:spPr>
                  <a:xfrm>
                    <a:off x="1505150" y="1628800"/>
                    <a:ext cx="453850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4" h="15547" extrusionOk="0">
                        <a:moveTo>
                          <a:pt x="10390" y="4398"/>
                        </a:moveTo>
                        <a:cubicBezTo>
                          <a:pt x="12258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1" y="11172"/>
                        </a:cubicBezTo>
                        <a:cubicBezTo>
                          <a:pt x="9531" y="11172"/>
                          <a:pt x="8685" y="10864"/>
                          <a:pt x="7997" y="10176"/>
                        </a:cubicBezTo>
                        <a:cubicBezTo>
                          <a:pt x="5837" y="8046"/>
                          <a:pt x="7355" y="4398"/>
                          <a:pt x="10390" y="4398"/>
                        </a:cubicBezTo>
                        <a:close/>
                        <a:moveTo>
                          <a:pt x="10322" y="1"/>
                        </a:moveTo>
                        <a:cubicBezTo>
                          <a:pt x="8410" y="1"/>
                          <a:pt x="6460" y="710"/>
                          <a:pt x="4874" y="2296"/>
                        </a:cubicBezTo>
                        <a:cubicBezTo>
                          <a:pt x="0" y="7170"/>
                          <a:pt x="3473" y="15546"/>
                          <a:pt x="10390" y="15546"/>
                        </a:cubicBezTo>
                        <a:cubicBezTo>
                          <a:pt x="14680" y="15546"/>
                          <a:pt x="18124" y="12073"/>
                          <a:pt x="18153" y="7783"/>
                        </a:cubicBezTo>
                        <a:cubicBezTo>
                          <a:pt x="18153" y="3104"/>
                          <a:pt x="14320" y="1"/>
                          <a:pt x="10322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374" name="Google Shape;1374;p33"/>
            <p:cNvGrpSpPr/>
            <p:nvPr/>
          </p:nvGrpSpPr>
          <p:grpSpPr>
            <a:xfrm>
              <a:off x="7617000" y="3614475"/>
              <a:ext cx="1530600" cy="1530600"/>
              <a:chOff x="-2425" y="1806450"/>
              <a:chExt cx="1530600" cy="1530600"/>
            </a:xfrm>
          </p:grpSpPr>
          <p:grpSp>
            <p:nvGrpSpPr>
              <p:cNvPr id="1375" name="Google Shape;1375;p33"/>
              <p:cNvGrpSpPr/>
              <p:nvPr/>
            </p:nvGrpSpPr>
            <p:grpSpPr>
              <a:xfrm>
                <a:off x="-2425" y="1806450"/>
                <a:ext cx="1530600" cy="1530600"/>
                <a:chOff x="-2425" y="1806450"/>
                <a:chExt cx="1530600" cy="1530600"/>
              </a:xfrm>
            </p:grpSpPr>
            <p:sp>
              <p:nvSpPr>
                <p:cNvPr id="1376" name="Google Shape;1376;p33"/>
                <p:cNvSpPr/>
                <p:nvPr/>
              </p:nvSpPr>
              <p:spPr>
                <a:xfrm>
                  <a:off x="-2425" y="1806450"/>
                  <a:ext cx="1530600" cy="1530600"/>
                </a:xfrm>
                <a:prstGeom prst="rect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77" name="Google Shape;1377;p33"/>
                <p:cNvGrpSpPr/>
                <p:nvPr/>
              </p:nvGrpSpPr>
              <p:grpSpPr>
                <a:xfrm>
                  <a:off x="284896" y="2093771"/>
                  <a:ext cx="955958" cy="955958"/>
                  <a:chOff x="317760" y="2093771"/>
                  <a:chExt cx="955958" cy="955958"/>
                </a:xfrm>
              </p:grpSpPr>
              <p:grpSp>
                <p:nvGrpSpPr>
                  <p:cNvPr id="1378" name="Google Shape;1378;p33"/>
                  <p:cNvGrpSpPr/>
                  <p:nvPr/>
                </p:nvGrpSpPr>
                <p:grpSpPr>
                  <a:xfrm>
                    <a:off x="317760" y="2093771"/>
                    <a:ext cx="230983" cy="955958"/>
                    <a:chOff x="2439600" y="1817078"/>
                    <a:chExt cx="371295" cy="1536662"/>
                  </a:xfrm>
                </p:grpSpPr>
                <p:sp>
                  <p:nvSpPr>
                    <p:cNvPr id="1379" name="Google Shape;1379;p33"/>
                    <p:cNvSpPr/>
                    <p:nvPr/>
                  </p:nvSpPr>
                  <p:spPr>
                    <a:xfrm>
                      <a:off x="2439600" y="2982357"/>
                      <a:ext cx="371295" cy="371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12" h="35412" extrusionOk="0">
                          <a:moveTo>
                            <a:pt x="17691" y="1"/>
                          </a:moveTo>
                          <a:lnTo>
                            <a:pt x="15351" y="4590"/>
                          </a:lnTo>
                          <a:cubicBezTo>
                            <a:pt x="12949" y="9211"/>
                            <a:pt x="9180" y="12980"/>
                            <a:pt x="4560" y="15350"/>
                          </a:cubicBezTo>
                          <a:lnTo>
                            <a:pt x="1" y="17721"/>
                          </a:lnTo>
                          <a:lnTo>
                            <a:pt x="4560" y="20062"/>
                          </a:lnTo>
                          <a:cubicBezTo>
                            <a:pt x="9180" y="22463"/>
                            <a:pt x="12949" y="26232"/>
                            <a:pt x="15351" y="30852"/>
                          </a:cubicBezTo>
                          <a:lnTo>
                            <a:pt x="17691" y="35412"/>
                          </a:lnTo>
                          <a:lnTo>
                            <a:pt x="20062" y="30852"/>
                          </a:lnTo>
                          <a:cubicBezTo>
                            <a:pt x="22433" y="26232"/>
                            <a:pt x="26202" y="22463"/>
                            <a:pt x="30822" y="20062"/>
                          </a:cubicBezTo>
                          <a:lnTo>
                            <a:pt x="35412" y="17721"/>
                          </a:lnTo>
                          <a:lnTo>
                            <a:pt x="30822" y="15350"/>
                          </a:lnTo>
                          <a:cubicBezTo>
                            <a:pt x="26202" y="12980"/>
                            <a:pt x="22433" y="9211"/>
                            <a:pt x="20062" y="4590"/>
                          </a:cubicBezTo>
                          <a:lnTo>
                            <a:pt x="17691" y="1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0" name="Google Shape;1380;p33"/>
                    <p:cNvSpPr/>
                    <p:nvPr/>
                  </p:nvSpPr>
                  <p:spPr>
                    <a:xfrm>
                      <a:off x="2439600" y="2399717"/>
                      <a:ext cx="371295" cy="371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12" h="35412" extrusionOk="0">
                          <a:moveTo>
                            <a:pt x="17691" y="1"/>
                          </a:moveTo>
                          <a:lnTo>
                            <a:pt x="15351" y="4590"/>
                          </a:lnTo>
                          <a:cubicBezTo>
                            <a:pt x="12949" y="9211"/>
                            <a:pt x="9180" y="12980"/>
                            <a:pt x="4560" y="15350"/>
                          </a:cubicBezTo>
                          <a:lnTo>
                            <a:pt x="1" y="17721"/>
                          </a:lnTo>
                          <a:lnTo>
                            <a:pt x="4560" y="20062"/>
                          </a:lnTo>
                          <a:cubicBezTo>
                            <a:pt x="9180" y="22463"/>
                            <a:pt x="12949" y="26232"/>
                            <a:pt x="15351" y="30852"/>
                          </a:cubicBezTo>
                          <a:lnTo>
                            <a:pt x="17691" y="35412"/>
                          </a:lnTo>
                          <a:lnTo>
                            <a:pt x="20062" y="30852"/>
                          </a:lnTo>
                          <a:cubicBezTo>
                            <a:pt x="22433" y="26232"/>
                            <a:pt x="26202" y="22463"/>
                            <a:pt x="30822" y="20062"/>
                          </a:cubicBezTo>
                          <a:lnTo>
                            <a:pt x="35412" y="17721"/>
                          </a:lnTo>
                          <a:lnTo>
                            <a:pt x="30822" y="15350"/>
                          </a:lnTo>
                          <a:cubicBezTo>
                            <a:pt x="26202" y="12980"/>
                            <a:pt x="22433" y="9211"/>
                            <a:pt x="20062" y="4590"/>
                          </a:cubicBezTo>
                          <a:lnTo>
                            <a:pt x="17691" y="1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1" name="Google Shape;1381;p33"/>
                    <p:cNvSpPr/>
                    <p:nvPr/>
                  </p:nvSpPr>
                  <p:spPr>
                    <a:xfrm>
                      <a:off x="2439600" y="1817078"/>
                      <a:ext cx="371295" cy="371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12" h="35412" extrusionOk="0">
                          <a:moveTo>
                            <a:pt x="17691" y="1"/>
                          </a:moveTo>
                          <a:lnTo>
                            <a:pt x="15351" y="4590"/>
                          </a:lnTo>
                          <a:cubicBezTo>
                            <a:pt x="12949" y="9211"/>
                            <a:pt x="9180" y="12980"/>
                            <a:pt x="4560" y="15350"/>
                          </a:cubicBezTo>
                          <a:lnTo>
                            <a:pt x="1" y="17721"/>
                          </a:lnTo>
                          <a:lnTo>
                            <a:pt x="4560" y="20062"/>
                          </a:lnTo>
                          <a:cubicBezTo>
                            <a:pt x="9180" y="22463"/>
                            <a:pt x="12949" y="26232"/>
                            <a:pt x="15351" y="30852"/>
                          </a:cubicBezTo>
                          <a:lnTo>
                            <a:pt x="17691" y="35412"/>
                          </a:lnTo>
                          <a:lnTo>
                            <a:pt x="20062" y="30852"/>
                          </a:lnTo>
                          <a:cubicBezTo>
                            <a:pt x="22433" y="26232"/>
                            <a:pt x="26202" y="22463"/>
                            <a:pt x="30822" y="20062"/>
                          </a:cubicBezTo>
                          <a:lnTo>
                            <a:pt x="35412" y="17721"/>
                          </a:lnTo>
                          <a:lnTo>
                            <a:pt x="30822" y="15350"/>
                          </a:lnTo>
                          <a:cubicBezTo>
                            <a:pt x="26202" y="12980"/>
                            <a:pt x="22433" y="9211"/>
                            <a:pt x="20062" y="4590"/>
                          </a:cubicBezTo>
                          <a:lnTo>
                            <a:pt x="17691" y="1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82" name="Google Shape;1382;p33"/>
                  <p:cNvGrpSpPr/>
                  <p:nvPr/>
                </p:nvGrpSpPr>
                <p:grpSpPr>
                  <a:xfrm rot="5400000">
                    <a:off x="861478" y="1912514"/>
                    <a:ext cx="230983" cy="593498"/>
                    <a:chOff x="2439600" y="1817078"/>
                    <a:chExt cx="371295" cy="954023"/>
                  </a:xfrm>
                </p:grpSpPr>
                <p:sp>
                  <p:nvSpPr>
                    <p:cNvPr id="1383" name="Google Shape;1383;p33"/>
                    <p:cNvSpPr/>
                    <p:nvPr/>
                  </p:nvSpPr>
                  <p:spPr>
                    <a:xfrm>
                      <a:off x="2439600" y="2399717"/>
                      <a:ext cx="371295" cy="371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12" h="35412" extrusionOk="0">
                          <a:moveTo>
                            <a:pt x="17691" y="1"/>
                          </a:moveTo>
                          <a:lnTo>
                            <a:pt x="15351" y="4590"/>
                          </a:lnTo>
                          <a:cubicBezTo>
                            <a:pt x="12949" y="9211"/>
                            <a:pt x="9180" y="12980"/>
                            <a:pt x="4560" y="15350"/>
                          </a:cubicBezTo>
                          <a:lnTo>
                            <a:pt x="1" y="17721"/>
                          </a:lnTo>
                          <a:lnTo>
                            <a:pt x="4560" y="20062"/>
                          </a:lnTo>
                          <a:cubicBezTo>
                            <a:pt x="9180" y="22463"/>
                            <a:pt x="12949" y="26232"/>
                            <a:pt x="15351" y="30852"/>
                          </a:cubicBezTo>
                          <a:lnTo>
                            <a:pt x="17691" y="35412"/>
                          </a:lnTo>
                          <a:lnTo>
                            <a:pt x="20062" y="30852"/>
                          </a:lnTo>
                          <a:cubicBezTo>
                            <a:pt x="22433" y="26232"/>
                            <a:pt x="26202" y="22463"/>
                            <a:pt x="30822" y="20062"/>
                          </a:cubicBezTo>
                          <a:lnTo>
                            <a:pt x="35412" y="17721"/>
                          </a:lnTo>
                          <a:lnTo>
                            <a:pt x="30822" y="15350"/>
                          </a:lnTo>
                          <a:cubicBezTo>
                            <a:pt x="26202" y="12980"/>
                            <a:pt x="22433" y="9211"/>
                            <a:pt x="20062" y="4590"/>
                          </a:cubicBezTo>
                          <a:lnTo>
                            <a:pt x="17691" y="1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1384" name="Google Shape;1384;p33"/>
                    <p:cNvSpPr/>
                    <p:nvPr/>
                  </p:nvSpPr>
                  <p:spPr>
                    <a:xfrm>
                      <a:off x="2439600" y="1817078"/>
                      <a:ext cx="371295" cy="37138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35412" h="35412" extrusionOk="0">
                          <a:moveTo>
                            <a:pt x="17691" y="1"/>
                          </a:moveTo>
                          <a:lnTo>
                            <a:pt x="15351" y="4590"/>
                          </a:lnTo>
                          <a:cubicBezTo>
                            <a:pt x="12949" y="9211"/>
                            <a:pt x="9180" y="12980"/>
                            <a:pt x="4560" y="15350"/>
                          </a:cubicBezTo>
                          <a:lnTo>
                            <a:pt x="1" y="17721"/>
                          </a:lnTo>
                          <a:lnTo>
                            <a:pt x="4560" y="20062"/>
                          </a:lnTo>
                          <a:cubicBezTo>
                            <a:pt x="9180" y="22463"/>
                            <a:pt x="12949" y="26232"/>
                            <a:pt x="15351" y="30852"/>
                          </a:cubicBezTo>
                          <a:lnTo>
                            <a:pt x="17691" y="35412"/>
                          </a:lnTo>
                          <a:lnTo>
                            <a:pt x="20062" y="30852"/>
                          </a:lnTo>
                          <a:cubicBezTo>
                            <a:pt x="22433" y="26232"/>
                            <a:pt x="26202" y="22463"/>
                            <a:pt x="30822" y="20062"/>
                          </a:cubicBezTo>
                          <a:lnTo>
                            <a:pt x="35412" y="17721"/>
                          </a:lnTo>
                          <a:lnTo>
                            <a:pt x="30822" y="15350"/>
                          </a:lnTo>
                          <a:cubicBezTo>
                            <a:pt x="26202" y="12980"/>
                            <a:pt x="22433" y="9211"/>
                            <a:pt x="20062" y="4590"/>
                          </a:cubicBezTo>
                          <a:lnTo>
                            <a:pt x="17691" y="1"/>
                          </a:lnTo>
                          <a:close/>
                        </a:path>
                      </a:pathLst>
                    </a:custGeom>
                    <a:solidFill>
                      <a:schemeClr val="accent6"/>
                    </a:solidFill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1385" name="Google Shape;1385;p33"/>
              <p:cNvGrpSpPr/>
              <p:nvPr/>
            </p:nvGrpSpPr>
            <p:grpSpPr>
              <a:xfrm>
                <a:off x="737489" y="2547057"/>
                <a:ext cx="790686" cy="789993"/>
                <a:chOff x="2540700" y="3102650"/>
                <a:chExt cx="827250" cy="826525"/>
              </a:xfrm>
            </p:grpSpPr>
            <p:sp>
              <p:nvSpPr>
                <p:cNvPr id="1386" name="Google Shape;1386;p33"/>
                <p:cNvSpPr/>
                <p:nvPr/>
              </p:nvSpPr>
              <p:spPr>
                <a:xfrm>
                  <a:off x="2540700" y="3102650"/>
                  <a:ext cx="827250" cy="82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90" h="33061" extrusionOk="0">
                      <a:moveTo>
                        <a:pt x="33089" y="0"/>
                      </a:moveTo>
                      <a:cubicBezTo>
                        <a:pt x="14807" y="0"/>
                        <a:pt x="1" y="14807"/>
                        <a:pt x="1" y="33060"/>
                      </a:cubicBezTo>
                      <a:lnTo>
                        <a:pt x="33089" y="33060"/>
                      </a:lnTo>
                      <a:lnTo>
                        <a:pt x="33089" y="0"/>
                      </a:lnTo>
                      <a:close/>
                    </a:path>
                  </a:pathLst>
                </a:custGeom>
                <a:solidFill>
                  <a:srgbClr val="FF8CAD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7" name="Google Shape;1387;p33"/>
                <p:cNvSpPr/>
                <p:nvPr/>
              </p:nvSpPr>
              <p:spPr>
                <a:xfrm>
                  <a:off x="3091000" y="3652225"/>
                  <a:ext cx="276950" cy="27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8" h="11078" extrusionOk="0">
                      <a:moveTo>
                        <a:pt x="11077" y="1"/>
                      </a:moveTo>
                      <a:cubicBezTo>
                        <a:pt x="4945" y="1"/>
                        <a:pt x="1" y="4974"/>
                        <a:pt x="1" y="11077"/>
                      </a:cubicBezTo>
                      <a:lnTo>
                        <a:pt x="707" y="11077"/>
                      </a:lnTo>
                      <a:cubicBezTo>
                        <a:pt x="707" y="5341"/>
                        <a:pt x="5341" y="707"/>
                        <a:pt x="11077" y="707"/>
                      </a:cubicBezTo>
                      <a:lnTo>
                        <a:pt x="11077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8" name="Google Shape;1388;p33"/>
                <p:cNvSpPr/>
                <p:nvPr/>
              </p:nvSpPr>
              <p:spPr>
                <a:xfrm>
                  <a:off x="2979400" y="3541325"/>
                  <a:ext cx="388550" cy="38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42" h="15514" extrusionOk="0">
                      <a:moveTo>
                        <a:pt x="15541" y="1"/>
                      </a:moveTo>
                      <a:cubicBezTo>
                        <a:pt x="6951" y="1"/>
                        <a:pt x="28" y="6952"/>
                        <a:pt x="0" y="15513"/>
                      </a:cubicBezTo>
                      <a:lnTo>
                        <a:pt x="706" y="15513"/>
                      </a:lnTo>
                      <a:cubicBezTo>
                        <a:pt x="735" y="7347"/>
                        <a:pt x="7347" y="707"/>
                        <a:pt x="15541" y="707"/>
                      </a:cubicBezTo>
                      <a:lnTo>
                        <a:pt x="1554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89" name="Google Shape;1389;p33"/>
                <p:cNvSpPr/>
                <p:nvPr/>
              </p:nvSpPr>
              <p:spPr>
                <a:xfrm>
                  <a:off x="3195550" y="3756775"/>
                  <a:ext cx="172400" cy="17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96" h="6896" extrusionOk="0">
                      <a:moveTo>
                        <a:pt x="6895" y="1"/>
                      </a:moveTo>
                      <a:cubicBezTo>
                        <a:pt x="3080" y="29"/>
                        <a:pt x="0" y="3109"/>
                        <a:pt x="0" y="6895"/>
                      </a:cubicBezTo>
                      <a:lnTo>
                        <a:pt x="707" y="6895"/>
                      </a:lnTo>
                      <a:cubicBezTo>
                        <a:pt x="707" y="3476"/>
                        <a:pt x="3476" y="736"/>
                        <a:pt x="6895" y="707"/>
                      </a:cubicBezTo>
                      <a:lnTo>
                        <a:pt x="6895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0" name="Google Shape;1390;p33"/>
                <p:cNvSpPr/>
                <p:nvPr/>
              </p:nvSpPr>
              <p:spPr>
                <a:xfrm>
                  <a:off x="2604275" y="3165525"/>
                  <a:ext cx="763675" cy="763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47" h="30546" extrusionOk="0">
                      <a:moveTo>
                        <a:pt x="30546" y="0"/>
                      </a:moveTo>
                      <a:cubicBezTo>
                        <a:pt x="13677" y="28"/>
                        <a:pt x="29" y="13705"/>
                        <a:pt x="1" y="30545"/>
                      </a:cubicBezTo>
                      <a:lnTo>
                        <a:pt x="707" y="30545"/>
                      </a:lnTo>
                      <a:cubicBezTo>
                        <a:pt x="707" y="14072"/>
                        <a:pt x="14073" y="735"/>
                        <a:pt x="30546" y="707"/>
                      </a:cubicBezTo>
                      <a:lnTo>
                        <a:pt x="3054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1" name="Google Shape;1391;p33"/>
                <p:cNvSpPr/>
                <p:nvPr/>
              </p:nvSpPr>
              <p:spPr>
                <a:xfrm>
                  <a:off x="2696125" y="3257350"/>
                  <a:ext cx="671825" cy="671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73" h="26873" extrusionOk="0">
                      <a:moveTo>
                        <a:pt x="26872" y="1"/>
                      </a:moveTo>
                      <a:cubicBezTo>
                        <a:pt x="12037" y="29"/>
                        <a:pt x="0" y="12038"/>
                        <a:pt x="0" y="26872"/>
                      </a:cubicBezTo>
                      <a:lnTo>
                        <a:pt x="707" y="26872"/>
                      </a:lnTo>
                      <a:cubicBezTo>
                        <a:pt x="707" y="12433"/>
                        <a:pt x="12405" y="735"/>
                        <a:pt x="26872" y="707"/>
                      </a:cubicBezTo>
                      <a:lnTo>
                        <a:pt x="26872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2" name="Google Shape;1392;p33"/>
                <p:cNvSpPr/>
                <p:nvPr/>
              </p:nvSpPr>
              <p:spPr>
                <a:xfrm>
                  <a:off x="2790075" y="3351300"/>
                  <a:ext cx="577875" cy="57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15" h="23115" extrusionOk="0">
                      <a:moveTo>
                        <a:pt x="23114" y="1"/>
                      </a:moveTo>
                      <a:cubicBezTo>
                        <a:pt x="10342" y="29"/>
                        <a:pt x="0" y="10371"/>
                        <a:pt x="0" y="23114"/>
                      </a:cubicBezTo>
                      <a:lnTo>
                        <a:pt x="707" y="23114"/>
                      </a:lnTo>
                      <a:cubicBezTo>
                        <a:pt x="707" y="10738"/>
                        <a:pt x="10738" y="735"/>
                        <a:pt x="23114" y="707"/>
                      </a:cubicBezTo>
                      <a:lnTo>
                        <a:pt x="23114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3" name="Google Shape;1393;p33"/>
                <p:cNvSpPr/>
                <p:nvPr/>
              </p:nvSpPr>
              <p:spPr>
                <a:xfrm>
                  <a:off x="2890375" y="3451625"/>
                  <a:ext cx="477575" cy="477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103" h="19102" extrusionOk="0">
                      <a:moveTo>
                        <a:pt x="19102" y="0"/>
                      </a:moveTo>
                      <a:cubicBezTo>
                        <a:pt x="8534" y="0"/>
                        <a:pt x="1" y="8562"/>
                        <a:pt x="1" y="19101"/>
                      </a:cubicBezTo>
                      <a:lnTo>
                        <a:pt x="707" y="19101"/>
                      </a:lnTo>
                      <a:cubicBezTo>
                        <a:pt x="707" y="8957"/>
                        <a:pt x="8930" y="706"/>
                        <a:pt x="19102" y="706"/>
                      </a:cubicBezTo>
                      <a:lnTo>
                        <a:pt x="19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394" name="Google Shape;1394;p33"/>
            <p:cNvGrpSpPr/>
            <p:nvPr/>
          </p:nvGrpSpPr>
          <p:grpSpPr>
            <a:xfrm rot="10800000">
              <a:off x="-1450" y="1807026"/>
              <a:ext cx="1528450" cy="1529448"/>
              <a:chOff x="7617000" y="1807026"/>
              <a:chExt cx="1528450" cy="1529448"/>
            </a:xfrm>
          </p:grpSpPr>
          <p:sp>
            <p:nvSpPr>
              <p:cNvPr id="1395" name="Google Shape;1395;p33"/>
              <p:cNvSpPr/>
              <p:nvPr/>
            </p:nvSpPr>
            <p:spPr>
              <a:xfrm>
                <a:off x="8363050" y="1808250"/>
                <a:ext cx="782400" cy="1527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96" name="Google Shape;1396;p33"/>
              <p:cNvGrpSpPr/>
              <p:nvPr/>
            </p:nvGrpSpPr>
            <p:grpSpPr>
              <a:xfrm rot="5400000">
                <a:off x="7234445" y="2189581"/>
                <a:ext cx="1529448" cy="764338"/>
                <a:chOff x="3474425" y="329950"/>
                <a:chExt cx="2726775" cy="1362700"/>
              </a:xfrm>
            </p:grpSpPr>
            <p:sp>
              <p:nvSpPr>
                <p:cNvPr id="1397" name="Google Shape;1397;p33"/>
                <p:cNvSpPr/>
                <p:nvPr/>
              </p:nvSpPr>
              <p:spPr>
                <a:xfrm>
                  <a:off x="3474425" y="329950"/>
                  <a:ext cx="2726775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071" h="54508" extrusionOk="0">
                      <a:moveTo>
                        <a:pt x="1" y="0"/>
                      </a:moveTo>
                      <a:cubicBezTo>
                        <a:pt x="1" y="30093"/>
                        <a:pt x="24414" y="54507"/>
                        <a:pt x="54536" y="54507"/>
                      </a:cubicBezTo>
                      <a:cubicBezTo>
                        <a:pt x="84657" y="54507"/>
                        <a:pt x="109070" y="30093"/>
                        <a:pt x="10907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8" name="Google Shape;1398;p33"/>
                <p:cNvSpPr/>
                <p:nvPr/>
              </p:nvSpPr>
              <p:spPr>
                <a:xfrm>
                  <a:off x="3787375" y="332075"/>
                  <a:ext cx="2101600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064" h="42046" extrusionOk="0">
                      <a:moveTo>
                        <a:pt x="0" y="0"/>
                      </a:moveTo>
                      <a:cubicBezTo>
                        <a:pt x="0" y="23227"/>
                        <a:pt x="18791" y="42046"/>
                        <a:pt x="42018" y="42046"/>
                      </a:cubicBezTo>
                      <a:cubicBezTo>
                        <a:pt x="65244" y="42046"/>
                        <a:pt x="84063" y="23227"/>
                        <a:pt x="8406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99" name="Google Shape;1399;p33"/>
                <p:cNvSpPr/>
                <p:nvPr/>
              </p:nvSpPr>
              <p:spPr>
                <a:xfrm>
                  <a:off x="3850250" y="329950"/>
                  <a:ext cx="1975150" cy="1362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06" h="54508" extrusionOk="0">
                      <a:moveTo>
                        <a:pt x="37581" y="0"/>
                      </a:moveTo>
                      <a:lnTo>
                        <a:pt x="0" y="37581"/>
                      </a:lnTo>
                      <a:cubicBezTo>
                        <a:pt x="622" y="38231"/>
                        <a:pt x="1272" y="38881"/>
                        <a:pt x="1922" y="39503"/>
                      </a:cubicBezTo>
                      <a:lnTo>
                        <a:pt x="38146" y="3250"/>
                      </a:lnTo>
                      <a:lnTo>
                        <a:pt x="38146" y="54507"/>
                      </a:lnTo>
                      <a:lnTo>
                        <a:pt x="40859" y="54507"/>
                      </a:lnTo>
                      <a:lnTo>
                        <a:pt x="40859" y="3250"/>
                      </a:lnTo>
                      <a:lnTo>
                        <a:pt x="77084" y="39503"/>
                      </a:lnTo>
                      <a:cubicBezTo>
                        <a:pt x="77734" y="38881"/>
                        <a:pt x="78383" y="38231"/>
                        <a:pt x="79005" y="37581"/>
                      </a:cubicBezTo>
                      <a:lnTo>
                        <a:pt x="41424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0" name="Google Shape;1400;p33"/>
                <p:cNvSpPr/>
                <p:nvPr/>
              </p:nvSpPr>
              <p:spPr>
                <a:xfrm>
                  <a:off x="4069925" y="332075"/>
                  <a:ext cx="1535775" cy="10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31" h="42046" extrusionOk="0">
                      <a:moveTo>
                        <a:pt x="28709" y="0"/>
                      </a:moveTo>
                      <a:lnTo>
                        <a:pt x="1" y="28709"/>
                      </a:lnTo>
                      <a:cubicBezTo>
                        <a:pt x="623" y="29359"/>
                        <a:pt x="1272" y="30008"/>
                        <a:pt x="1922" y="30630"/>
                      </a:cubicBezTo>
                      <a:lnTo>
                        <a:pt x="29359" y="3165"/>
                      </a:lnTo>
                      <a:lnTo>
                        <a:pt x="29359" y="42017"/>
                      </a:lnTo>
                      <a:cubicBezTo>
                        <a:pt x="29811" y="42017"/>
                        <a:pt x="30263" y="42046"/>
                        <a:pt x="30716" y="42046"/>
                      </a:cubicBezTo>
                      <a:cubicBezTo>
                        <a:pt x="31168" y="42046"/>
                        <a:pt x="31620" y="42046"/>
                        <a:pt x="32072" y="42017"/>
                      </a:cubicBezTo>
                      <a:lnTo>
                        <a:pt x="32072" y="3165"/>
                      </a:lnTo>
                      <a:lnTo>
                        <a:pt x="59509" y="30630"/>
                      </a:lnTo>
                      <a:cubicBezTo>
                        <a:pt x="60187" y="30008"/>
                        <a:pt x="60809" y="29359"/>
                        <a:pt x="61430" y="28709"/>
                      </a:cubicBezTo>
                      <a:lnTo>
                        <a:pt x="3272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401" name="Google Shape;1401;p33"/>
          <p:cNvSpPr txBox="1">
            <a:spLocks noGrp="1"/>
          </p:cNvSpPr>
          <p:nvPr>
            <p:ph type="title"/>
          </p:nvPr>
        </p:nvSpPr>
        <p:spPr>
          <a:xfrm>
            <a:off x="2646000" y="353339"/>
            <a:ext cx="38520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1402" name="Google Shape;1402;p33"/>
          <p:cNvSpPr txBox="1">
            <a:spLocks noGrp="1"/>
          </p:cNvSpPr>
          <p:nvPr>
            <p:ph type="subTitle" idx="1"/>
          </p:nvPr>
        </p:nvSpPr>
        <p:spPr>
          <a:xfrm>
            <a:off x="2646000" y="1269743"/>
            <a:ext cx="38520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03" name="Google Shape;1403;p33"/>
          <p:cNvSpPr txBox="1"/>
          <p:nvPr/>
        </p:nvSpPr>
        <p:spPr>
          <a:xfrm>
            <a:off x="2779350" y="3242449"/>
            <a:ext cx="3585300" cy="65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CREDITS: This presentation template was created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, including icons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, and infographics &amp; images by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4"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5" name="Google Shape;1405;p34"/>
          <p:cNvGrpSpPr/>
          <p:nvPr/>
        </p:nvGrpSpPr>
        <p:grpSpPr>
          <a:xfrm>
            <a:off x="0" y="0"/>
            <a:ext cx="9144600" cy="5893173"/>
            <a:chOff x="0" y="0"/>
            <a:chExt cx="9144600" cy="5893173"/>
          </a:xfrm>
        </p:grpSpPr>
        <p:grpSp>
          <p:nvGrpSpPr>
            <p:cNvPr id="1406" name="Google Shape;1406;p34"/>
            <p:cNvGrpSpPr/>
            <p:nvPr/>
          </p:nvGrpSpPr>
          <p:grpSpPr>
            <a:xfrm>
              <a:off x="7862015" y="0"/>
              <a:ext cx="1282585" cy="1527000"/>
              <a:chOff x="7862015" y="0"/>
              <a:chExt cx="1282585" cy="1527000"/>
            </a:xfrm>
          </p:grpSpPr>
          <p:sp>
            <p:nvSpPr>
              <p:cNvPr id="1407" name="Google Shape;1407;p34"/>
              <p:cNvSpPr/>
              <p:nvPr/>
            </p:nvSpPr>
            <p:spPr>
              <a:xfrm rot="5400000">
                <a:off x="7992450" y="374850"/>
                <a:ext cx="1527000" cy="777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08" name="Google Shape;1408;p34"/>
              <p:cNvGrpSpPr/>
              <p:nvPr/>
            </p:nvGrpSpPr>
            <p:grpSpPr>
              <a:xfrm>
                <a:off x="7862015" y="0"/>
                <a:ext cx="1010574" cy="1414539"/>
                <a:chOff x="2088813" y="-12"/>
                <a:chExt cx="1107600" cy="1550349"/>
              </a:xfrm>
            </p:grpSpPr>
            <p:sp>
              <p:nvSpPr>
                <p:cNvPr id="1409" name="Google Shape;1409;p34"/>
                <p:cNvSpPr/>
                <p:nvPr/>
              </p:nvSpPr>
              <p:spPr>
                <a:xfrm rot="-5400000">
                  <a:off x="2364975" y="-276175"/>
                  <a:ext cx="555275" cy="1107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11" h="44304" extrusionOk="0">
                      <a:moveTo>
                        <a:pt x="22152" y="0"/>
                      </a:moveTo>
                      <a:cubicBezTo>
                        <a:pt x="9924" y="0"/>
                        <a:pt x="1" y="9923"/>
                        <a:pt x="1" y="22152"/>
                      </a:cubicBezTo>
                      <a:cubicBezTo>
                        <a:pt x="1" y="34380"/>
                        <a:pt x="9924" y="44303"/>
                        <a:pt x="22152" y="44303"/>
                      </a:cubicBezTo>
                      <a:lnTo>
                        <a:pt x="22211" y="44303"/>
                      </a:lnTo>
                      <a:lnTo>
                        <a:pt x="22211" y="31549"/>
                      </a:lnTo>
                      <a:lnTo>
                        <a:pt x="22152" y="31549"/>
                      </a:lnTo>
                      <a:cubicBezTo>
                        <a:pt x="16957" y="31549"/>
                        <a:pt x="12755" y="27347"/>
                        <a:pt x="12755" y="22152"/>
                      </a:cubicBezTo>
                      <a:cubicBezTo>
                        <a:pt x="12755" y="16957"/>
                        <a:pt x="16957" y="12754"/>
                        <a:pt x="22152" y="12754"/>
                      </a:cubicBezTo>
                      <a:lnTo>
                        <a:pt x="22211" y="12754"/>
                      </a:lnTo>
                      <a:lnTo>
                        <a:pt x="2221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10" name="Google Shape;1410;p34"/>
                <p:cNvGrpSpPr/>
                <p:nvPr/>
              </p:nvGrpSpPr>
              <p:grpSpPr>
                <a:xfrm rot="-5400000">
                  <a:off x="2184038" y="897412"/>
                  <a:ext cx="917175" cy="388675"/>
                  <a:chOff x="1505150" y="1628800"/>
                  <a:chExt cx="917175" cy="388675"/>
                </a:xfrm>
              </p:grpSpPr>
              <p:sp>
                <p:nvSpPr>
                  <p:cNvPr id="1411" name="Google Shape;1411;p34"/>
                  <p:cNvSpPr/>
                  <p:nvPr/>
                </p:nvSpPr>
                <p:spPr>
                  <a:xfrm>
                    <a:off x="1968450" y="1628800"/>
                    <a:ext cx="453875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5" h="15547" extrusionOk="0">
                        <a:moveTo>
                          <a:pt x="10391" y="4398"/>
                        </a:moveTo>
                        <a:cubicBezTo>
                          <a:pt x="12259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2" y="11172"/>
                        </a:cubicBezTo>
                        <a:cubicBezTo>
                          <a:pt x="9531" y="11172"/>
                          <a:pt x="8685" y="10864"/>
                          <a:pt x="7998" y="10176"/>
                        </a:cubicBezTo>
                        <a:cubicBezTo>
                          <a:pt x="5867" y="8046"/>
                          <a:pt x="7385" y="4398"/>
                          <a:pt x="10391" y="4398"/>
                        </a:cubicBezTo>
                        <a:close/>
                        <a:moveTo>
                          <a:pt x="10344" y="1"/>
                        </a:moveTo>
                        <a:cubicBezTo>
                          <a:pt x="8437" y="1"/>
                          <a:pt x="6490" y="710"/>
                          <a:pt x="4904" y="2296"/>
                        </a:cubicBezTo>
                        <a:cubicBezTo>
                          <a:pt x="1" y="7170"/>
                          <a:pt x="3474" y="15546"/>
                          <a:pt x="10391" y="15546"/>
                        </a:cubicBezTo>
                        <a:cubicBezTo>
                          <a:pt x="14681" y="15546"/>
                          <a:pt x="18154" y="12073"/>
                          <a:pt x="18154" y="7783"/>
                        </a:cubicBezTo>
                        <a:cubicBezTo>
                          <a:pt x="18154" y="3104"/>
                          <a:pt x="14334" y="1"/>
                          <a:pt x="10344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12" name="Google Shape;1412;p34"/>
                  <p:cNvSpPr/>
                  <p:nvPr/>
                </p:nvSpPr>
                <p:spPr>
                  <a:xfrm>
                    <a:off x="1505150" y="1628800"/>
                    <a:ext cx="453850" cy="3886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54" h="15547" extrusionOk="0">
                        <a:moveTo>
                          <a:pt x="10390" y="4398"/>
                        </a:moveTo>
                        <a:cubicBezTo>
                          <a:pt x="12258" y="4398"/>
                          <a:pt x="13776" y="5915"/>
                          <a:pt x="13776" y="7783"/>
                        </a:cubicBezTo>
                        <a:cubicBezTo>
                          <a:pt x="13776" y="9819"/>
                          <a:pt x="12103" y="11172"/>
                          <a:pt x="10361" y="11172"/>
                        </a:cubicBezTo>
                        <a:cubicBezTo>
                          <a:pt x="9531" y="11172"/>
                          <a:pt x="8685" y="10864"/>
                          <a:pt x="7997" y="10176"/>
                        </a:cubicBezTo>
                        <a:cubicBezTo>
                          <a:pt x="5837" y="8046"/>
                          <a:pt x="7355" y="4398"/>
                          <a:pt x="10390" y="4398"/>
                        </a:cubicBezTo>
                        <a:close/>
                        <a:moveTo>
                          <a:pt x="10322" y="1"/>
                        </a:moveTo>
                        <a:cubicBezTo>
                          <a:pt x="8410" y="1"/>
                          <a:pt x="6460" y="710"/>
                          <a:pt x="4874" y="2296"/>
                        </a:cubicBezTo>
                        <a:cubicBezTo>
                          <a:pt x="0" y="7170"/>
                          <a:pt x="3473" y="15546"/>
                          <a:pt x="10390" y="15546"/>
                        </a:cubicBezTo>
                        <a:cubicBezTo>
                          <a:pt x="14680" y="15546"/>
                          <a:pt x="18124" y="12073"/>
                          <a:pt x="18153" y="7783"/>
                        </a:cubicBezTo>
                        <a:cubicBezTo>
                          <a:pt x="18153" y="3104"/>
                          <a:pt x="14320" y="1"/>
                          <a:pt x="10322" y="1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413" name="Google Shape;1413;p34"/>
            <p:cNvGrpSpPr/>
            <p:nvPr/>
          </p:nvGrpSpPr>
          <p:grpSpPr>
            <a:xfrm>
              <a:off x="7963218" y="3616125"/>
              <a:ext cx="1180705" cy="1527319"/>
              <a:chOff x="8072777" y="3757790"/>
              <a:chExt cx="1071226" cy="1385700"/>
            </a:xfrm>
          </p:grpSpPr>
          <p:sp>
            <p:nvSpPr>
              <p:cNvPr id="1414" name="Google Shape;1414;p34"/>
              <p:cNvSpPr/>
              <p:nvPr/>
            </p:nvSpPr>
            <p:spPr>
              <a:xfrm flipH="1">
                <a:off x="8438702" y="3757790"/>
                <a:ext cx="705300" cy="13857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15" name="Google Shape;1415;p34"/>
              <p:cNvGrpSpPr/>
              <p:nvPr/>
            </p:nvGrpSpPr>
            <p:grpSpPr>
              <a:xfrm flipH="1">
                <a:off x="8072777" y="4098116"/>
                <a:ext cx="902653" cy="856860"/>
                <a:chOff x="1419775" y="2465275"/>
                <a:chExt cx="1167425" cy="1108200"/>
              </a:xfrm>
            </p:grpSpPr>
            <p:sp>
              <p:nvSpPr>
                <p:cNvPr id="1416" name="Google Shape;1416;p34"/>
                <p:cNvSpPr/>
                <p:nvPr/>
              </p:nvSpPr>
              <p:spPr>
                <a:xfrm>
                  <a:off x="1419775" y="2465275"/>
                  <a:ext cx="1167425" cy="1108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97" h="44328" extrusionOk="0">
                      <a:moveTo>
                        <a:pt x="35185" y="0"/>
                      </a:moveTo>
                      <a:cubicBezTo>
                        <a:pt x="28477" y="0"/>
                        <a:pt x="21850" y="1939"/>
                        <a:pt x="16198" y="5844"/>
                      </a:cubicBezTo>
                      <a:lnTo>
                        <a:pt x="16198" y="16497"/>
                      </a:lnTo>
                      <a:cubicBezTo>
                        <a:pt x="16198" y="17664"/>
                        <a:pt x="15235" y="18627"/>
                        <a:pt x="14068" y="18627"/>
                      </a:cubicBezTo>
                      <a:cubicBezTo>
                        <a:pt x="12900" y="18627"/>
                        <a:pt x="11937" y="17664"/>
                        <a:pt x="11937" y="16497"/>
                      </a:cubicBezTo>
                      <a:lnTo>
                        <a:pt x="11937" y="9346"/>
                      </a:lnTo>
                      <a:cubicBezTo>
                        <a:pt x="2832" y="18219"/>
                        <a:pt x="1" y="31177"/>
                        <a:pt x="3386" y="42939"/>
                      </a:cubicBezTo>
                      <a:cubicBezTo>
                        <a:pt x="6597" y="43864"/>
                        <a:pt x="9894" y="44328"/>
                        <a:pt x="13172" y="44328"/>
                      </a:cubicBezTo>
                      <a:cubicBezTo>
                        <a:pt x="21783" y="44328"/>
                        <a:pt x="30260" y="41126"/>
                        <a:pt x="36686" y="34679"/>
                      </a:cubicBezTo>
                      <a:cubicBezTo>
                        <a:pt x="40335" y="31060"/>
                        <a:pt x="43049" y="26624"/>
                        <a:pt x="44625" y="21750"/>
                      </a:cubicBezTo>
                      <a:lnTo>
                        <a:pt x="38642" y="21750"/>
                      </a:lnTo>
                      <a:cubicBezTo>
                        <a:pt x="37416" y="21750"/>
                        <a:pt x="36395" y="20729"/>
                        <a:pt x="36395" y="19474"/>
                      </a:cubicBezTo>
                      <a:cubicBezTo>
                        <a:pt x="36395" y="18219"/>
                        <a:pt x="37416" y="17226"/>
                        <a:pt x="38642" y="17226"/>
                      </a:cubicBezTo>
                      <a:lnTo>
                        <a:pt x="45763" y="17226"/>
                      </a:lnTo>
                      <a:cubicBezTo>
                        <a:pt x="46697" y="11944"/>
                        <a:pt x="46434" y="6515"/>
                        <a:pt x="44946" y="1379"/>
                      </a:cubicBezTo>
                      <a:cubicBezTo>
                        <a:pt x="41742" y="461"/>
                        <a:pt x="38454" y="0"/>
                        <a:pt x="3518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17" name="Google Shape;1417;p34"/>
                <p:cNvSpPr/>
                <p:nvPr/>
              </p:nvSpPr>
              <p:spPr>
                <a:xfrm>
                  <a:off x="1500025" y="2642900"/>
                  <a:ext cx="905450" cy="9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18" h="36009" extrusionOk="0">
                      <a:moveTo>
                        <a:pt x="35388" y="0"/>
                      </a:moveTo>
                      <a:cubicBezTo>
                        <a:pt x="35257" y="0"/>
                        <a:pt x="35119" y="50"/>
                        <a:pt x="34994" y="169"/>
                      </a:cubicBezTo>
                      <a:lnTo>
                        <a:pt x="27581" y="7582"/>
                      </a:lnTo>
                      <a:lnTo>
                        <a:pt x="27581" y="957"/>
                      </a:lnTo>
                      <a:cubicBezTo>
                        <a:pt x="27610" y="534"/>
                        <a:pt x="27296" y="322"/>
                        <a:pt x="26986" y="322"/>
                      </a:cubicBezTo>
                      <a:cubicBezTo>
                        <a:pt x="26676" y="322"/>
                        <a:pt x="26370" y="534"/>
                        <a:pt x="26414" y="957"/>
                      </a:cubicBezTo>
                      <a:lnTo>
                        <a:pt x="26414" y="8750"/>
                      </a:lnTo>
                      <a:lnTo>
                        <a:pt x="6422" y="28742"/>
                      </a:lnTo>
                      <a:lnTo>
                        <a:pt x="6422" y="12748"/>
                      </a:lnTo>
                      <a:cubicBezTo>
                        <a:pt x="6422" y="12354"/>
                        <a:pt x="6130" y="12157"/>
                        <a:pt x="5838" y="12157"/>
                      </a:cubicBezTo>
                      <a:cubicBezTo>
                        <a:pt x="5546" y="12157"/>
                        <a:pt x="5254" y="12354"/>
                        <a:pt x="5254" y="12748"/>
                      </a:cubicBezTo>
                      <a:lnTo>
                        <a:pt x="5254" y="29938"/>
                      </a:lnTo>
                      <a:lnTo>
                        <a:pt x="1" y="35192"/>
                      </a:lnTo>
                      <a:cubicBezTo>
                        <a:pt x="59" y="35396"/>
                        <a:pt x="89" y="35629"/>
                        <a:pt x="176" y="35834"/>
                      </a:cubicBezTo>
                      <a:lnTo>
                        <a:pt x="818" y="36009"/>
                      </a:lnTo>
                      <a:lnTo>
                        <a:pt x="18213" y="18644"/>
                      </a:lnTo>
                      <a:lnTo>
                        <a:pt x="34410" y="18644"/>
                      </a:lnTo>
                      <a:cubicBezTo>
                        <a:pt x="34761" y="18644"/>
                        <a:pt x="35023" y="18381"/>
                        <a:pt x="35023" y="18060"/>
                      </a:cubicBezTo>
                      <a:cubicBezTo>
                        <a:pt x="34995" y="17727"/>
                        <a:pt x="34757" y="17474"/>
                        <a:pt x="34459" y="17474"/>
                      </a:cubicBezTo>
                      <a:cubicBezTo>
                        <a:pt x="34443" y="17474"/>
                        <a:pt x="34427" y="17475"/>
                        <a:pt x="34410" y="17476"/>
                      </a:cubicBezTo>
                      <a:lnTo>
                        <a:pt x="19380" y="17476"/>
                      </a:lnTo>
                      <a:lnTo>
                        <a:pt x="35811" y="1016"/>
                      </a:lnTo>
                      <a:cubicBezTo>
                        <a:pt x="36218" y="587"/>
                        <a:pt x="35838" y="0"/>
                        <a:pt x="3538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18" name="Google Shape;1418;p34"/>
            <p:cNvGrpSpPr/>
            <p:nvPr/>
          </p:nvGrpSpPr>
          <p:grpSpPr>
            <a:xfrm>
              <a:off x="0" y="4366200"/>
              <a:ext cx="1527000" cy="1526973"/>
              <a:chOff x="0" y="4366200"/>
              <a:chExt cx="1527000" cy="1526973"/>
            </a:xfrm>
          </p:grpSpPr>
          <p:sp>
            <p:nvSpPr>
              <p:cNvPr id="1419" name="Google Shape;1419;p34"/>
              <p:cNvSpPr/>
              <p:nvPr/>
            </p:nvSpPr>
            <p:spPr>
              <a:xfrm>
                <a:off x="0" y="4366200"/>
                <a:ext cx="1527000" cy="7773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20" name="Google Shape;1420;p34"/>
              <p:cNvGrpSpPr/>
              <p:nvPr/>
            </p:nvGrpSpPr>
            <p:grpSpPr>
              <a:xfrm rot="5400000">
                <a:off x="14" y="4434111"/>
                <a:ext cx="1526973" cy="1391150"/>
                <a:chOff x="2460175" y="3102825"/>
                <a:chExt cx="1814800" cy="1653375"/>
              </a:xfrm>
            </p:grpSpPr>
            <p:sp>
              <p:nvSpPr>
                <p:cNvPr id="1421" name="Google Shape;1421;p34"/>
                <p:cNvSpPr/>
                <p:nvPr/>
              </p:nvSpPr>
              <p:spPr>
                <a:xfrm>
                  <a:off x="2460175" y="3102825"/>
                  <a:ext cx="1814800" cy="1653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92" h="66135" extrusionOk="0">
                      <a:moveTo>
                        <a:pt x="36296" y="0"/>
                      </a:moveTo>
                      <a:cubicBezTo>
                        <a:pt x="27833" y="0"/>
                        <a:pt x="19370" y="3229"/>
                        <a:pt x="12914" y="9685"/>
                      </a:cubicBezTo>
                      <a:cubicBezTo>
                        <a:pt x="1" y="22599"/>
                        <a:pt x="1" y="43537"/>
                        <a:pt x="12914" y="56450"/>
                      </a:cubicBezTo>
                      <a:cubicBezTo>
                        <a:pt x="19370" y="62906"/>
                        <a:pt x="27833" y="66135"/>
                        <a:pt x="36296" y="66135"/>
                      </a:cubicBezTo>
                      <a:cubicBezTo>
                        <a:pt x="44759" y="66135"/>
                        <a:pt x="53221" y="62906"/>
                        <a:pt x="59678" y="56450"/>
                      </a:cubicBezTo>
                      <a:cubicBezTo>
                        <a:pt x="72591" y="43537"/>
                        <a:pt x="72591" y="22599"/>
                        <a:pt x="59678" y="9685"/>
                      </a:cubicBezTo>
                      <a:cubicBezTo>
                        <a:pt x="53221" y="3229"/>
                        <a:pt x="44759" y="0"/>
                        <a:pt x="36296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2" name="Google Shape;1422;p34"/>
                <p:cNvSpPr/>
                <p:nvPr/>
              </p:nvSpPr>
              <p:spPr>
                <a:xfrm>
                  <a:off x="2544250" y="3165550"/>
                  <a:ext cx="1587325" cy="152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493" h="61090" extrusionOk="0">
                      <a:moveTo>
                        <a:pt x="32947" y="24356"/>
                      </a:moveTo>
                      <a:cubicBezTo>
                        <a:pt x="36338" y="24385"/>
                        <a:pt x="39107" y="27125"/>
                        <a:pt x="39107" y="30544"/>
                      </a:cubicBezTo>
                      <a:cubicBezTo>
                        <a:pt x="39107" y="34253"/>
                        <a:pt x="36067" y="36721"/>
                        <a:pt x="32893" y="36721"/>
                      </a:cubicBezTo>
                      <a:cubicBezTo>
                        <a:pt x="31376" y="36721"/>
                        <a:pt x="29828" y="36157"/>
                        <a:pt x="28567" y="34896"/>
                      </a:cubicBezTo>
                      <a:cubicBezTo>
                        <a:pt x="24668" y="30997"/>
                        <a:pt x="27437" y="24356"/>
                        <a:pt x="32947" y="24356"/>
                      </a:cubicBezTo>
                      <a:close/>
                      <a:moveTo>
                        <a:pt x="32884" y="23631"/>
                      </a:moveTo>
                      <a:cubicBezTo>
                        <a:pt x="31192" y="23631"/>
                        <a:pt x="29466" y="24258"/>
                        <a:pt x="28059" y="25656"/>
                      </a:cubicBezTo>
                      <a:cubicBezTo>
                        <a:pt x="23735" y="30008"/>
                        <a:pt x="26787" y="37411"/>
                        <a:pt x="32947" y="37411"/>
                      </a:cubicBezTo>
                      <a:lnTo>
                        <a:pt x="32947" y="37439"/>
                      </a:lnTo>
                      <a:cubicBezTo>
                        <a:pt x="36733" y="37439"/>
                        <a:pt x="39813" y="34331"/>
                        <a:pt x="39813" y="30544"/>
                      </a:cubicBezTo>
                      <a:cubicBezTo>
                        <a:pt x="39813" y="26376"/>
                        <a:pt x="36424" y="23631"/>
                        <a:pt x="32884" y="23631"/>
                      </a:cubicBezTo>
                      <a:close/>
                      <a:moveTo>
                        <a:pt x="32947" y="20146"/>
                      </a:moveTo>
                      <a:lnTo>
                        <a:pt x="32947" y="20174"/>
                      </a:lnTo>
                      <a:cubicBezTo>
                        <a:pt x="38655" y="20174"/>
                        <a:pt x="43289" y="24808"/>
                        <a:pt x="43317" y="30544"/>
                      </a:cubicBezTo>
                      <a:cubicBezTo>
                        <a:pt x="43317" y="34726"/>
                        <a:pt x="40774" y="38513"/>
                        <a:pt x="36903" y="40123"/>
                      </a:cubicBezTo>
                      <a:cubicBezTo>
                        <a:pt x="35625" y="40655"/>
                        <a:pt x="34283" y="40913"/>
                        <a:pt x="32952" y="40913"/>
                      </a:cubicBezTo>
                      <a:cubicBezTo>
                        <a:pt x="30248" y="40913"/>
                        <a:pt x="27588" y="39851"/>
                        <a:pt x="25600" y="37863"/>
                      </a:cubicBezTo>
                      <a:cubicBezTo>
                        <a:pt x="19073" y="31336"/>
                        <a:pt x="23707" y="20146"/>
                        <a:pt x="32947" y="20146"/>
                      </a:cubicBezTo>
                      <a:close/>
                      <a:moveTo>
                        <a:pt x="32946" y="19453"/>
                      </a:moveTo>
                      <a:cubicBezTo>
                        <a:pt x="30061" y="19453"/>
                        <a:pt x="27228" y="20571"/>
                        <a:pt x="25092" y="22689"/>
                      </a:cubicBezTo>
                      <a:cubicBezTo>
                        <a:pt x="21927" y="25882"/>
                        <a:pt x="20995" y="30629"/>
                        <a:pt x="22690" y="34783"/>
                      </a:cubicBezTo>
                      <a:cubicBezTo>
                        <a:pt x="24414" y="38908"/>
                        <a:pt x="28454" y="41621"/>
                        <a:pt x="32947" y="41621"/>
                      </a:cubicBezTo>
                      <a:cubicBezTo>
                        <a:pt x="39050" y="41621"/>
                        <a:pt x="44024" y="36648"/>
                        <a:pt x="44024" y="30544"/>
                      </a:cubicBezTo>
                      <a:cubicBezTo>
                        <a:pt x="44024" y="26052"/>
                        <a:pt x="41311" y="22011"/>
                        <a:pt x="37185" y="20287"/>
                      </a:cubicBezTo>
                      <a:cubicBezTo>
                        <a:pt x="35811" y="19726"/>
                        <a:pt x="34372" y="19453"/>
                        <a:pt x="32946" y="19453"/>
                      </a:cubicBezTo>
                      <a:close/>
                      <a:moveTo>
                        <a:pt x="32947" y="15710"/>
                      </a:moveTo>
                      <a:lnTo>
                        <a:pt x="32947" y="15738"/>
                      </a:lnTo>
                      <a:cubicBezTo>
                        <a:pt x="41113" y="15738"/>
                        <a:pt x="47725" y="22350"/>
                        <a:pt x="47753" y="30544"/>
                      </a:cubicBezTo>
                      <a:cubicBezTo>
                        <a:pt x="47753" y="36535"/>
                        <a:pt x="44137" y="41932"/>
                        <a:pt x="38598" y="44221"/>
                      </a:cubicBezTo>
                      <a:cubicBezTo>
                        <a:pt x="36768" y="44977"/>
                        <a:pt x="34848" y="45345"/>
                        <a:pt x="32944" y="45345"/>
                      </a:cubicBezTo>
                      <a:cubicBezTo>
                        <a:pt x="29089" y="45345"/>
                        <a:pt x="25301" y="43837"/>
                        <a:pt x="22464" y="40999"/>
                      </a:cubicBezTo>
                      <a:cubicBezTo>
                        <a:pt x="18225" y="36761"/>
                        <a:pt x="16954" y="30403"/>
                        <a:pt x="19243" y="24865"/>
                      </a:cubicBezTo>
                      <a:cubicBezTo>
                        <a:pt x="21531" y="19327"/>
                        <a:pt x="26957" y="15710"/>
                        <a:pt x="32947" y="15710"/>
                      </a:cubicBezTo>
                      <a:close/>
                      <a:moveTo>
                        <a:pt x="32945" y="15009"/>
                      </a:moveTo>
                      <a:cubicBezTo>
                        <a:pt x="28901" y="15009"/>
                        <a:pt x="24923" y="16585"/>
                        <a:pt x="21955" y="19553"/>
                      </a:cubicBezTo>
                      <a:cubicBezTo>
                        <a:pt x="17519" y="23989"/>
                        <a:pt x="16191" y="30686"/>
                        <a:pt x="18593" y="36478"/>
                      </a:cubicBezTo>
                      <a:cubicBezTo>
                        <a:pt x="20995" y="42271"/>
                        <a:pt x="26646" y="46057"/>
                        <a:pt x="32947" y="46057"/>
                      </a:cubicBezTo>
                      <a:lnTo>
                        <a:pt x="32947" y="46085"/>
                      </a:lnTo>
                      <a:cubicBezTo>
                        <a:pt x="41509" y="46057"/>
                        <a:pt x="48460" y="39106"/>
                        <a:pt x="48460" y="30544"/>
                      </a:cubicBezTo>
                      <a:cubicBezTo>
                        <a:pt x="48460" y="24243"/>
                        <a:pt x="44673" y="18592"/>
                        <a:pt x="38881" y="16190"/>
                      </a:cubicBezTo>
                      <a:cubicBezTo>
                        <a:pt x="36963" y="15395"/>
                        <a:pt x="34946" y="15009"/>
                        <a:pt x="32945" y="15009"/>
                      </a:cubicBezTo>
                      <a:close/>
                      <a:moveTo>
                        <a:pt x="32947" y="12149"/>
                      </a:moveTo>
                      <a:cubicBezTo>
                        <a:pt x="43091" y="12149"/>
                        <a:pt x="51314" y="20400"/>
                        <a:pt x="51342" y="30544"/>
                      </a:cubicBezTo>
                      <a:cubicBezTo>
                        <a:pt x="51342" y="37976"/>
                        <a:pt x="46849" y="44701"/>
                        <a:pt x="39983" y="47555"/>
                      </a:cubicBezTo>
                      <a:cubicBezTo>
                        <a:pt x="37700" y="48490"/>
                        <a:pt x="35306" y="48946"/>
                        <a:pt x="32934" y="48946"/>
                      </a:cubicBezTo>
                      <a:cubicBezTo>
                        <a:pt x="28141" y="48946"/>
                        <a:pt x="23437" y="47086"/>
                        <a:pt x="19921" y="43571"/>
                      </a:cubicBezTo>
                      <a:cubicBezTo>
                        <a:pt x="14665" y="38287"/>
                        <a:pt x="13083" y="30375"/>
                        <a:pt x="15937" y="23509"/>
                      </a:cubicBezTo>
                      <a:cubicBezTo>
                        <a:pt x="18791" y="16642"/>
                        <a:pt x="25487" y="12149"/>
                        <a:pt x="32947" y="12149"/>
                      </a:cubicBezTo>
                      <a:close/>
                      <a:moveTo>
                        <a:pt x="32965" y="11443"/>
                      </a:moveTo>
                      <a:cubicBezTo>
                        <a:pt x="27990" y="11443"/>
                        <a:pt x="23094" y="13384"/>
                        <a:pt x="19440" y="17038"/>
                      </a:cubicBezTo>
                      <a:cubicBezTo>
                        <a:pt x="13959" y="22491"/>
                        <a:pt x="12320" y="30714"/>
                        <a:pt x="15287" y="37863"/>
                      </a:cubicBezTo>
                      <a:cubicBezTo>
                        <a:pt x="18254" y="45012"/>
                        <a:pt x="25205" y="49646"/>
                        <a:pt x="32947" y="49646"/>
                      </a:cubicBezTo>
                      <a:lnTo>
                        <a:pt x="32947" y="49674"/>
                      </a:lnTo>
                      <a:cubicBezTo>
                        <a:pt x="43487" y="49646"/>
                        <a:pt x="52020" y="41084"/>
                        <a:pt x="52048" y="30544"/>
                      </a:cubicBezTo>
                      <a:cubicBezTo>
                        <a:pt x="52048" y="22830"/>
                        <a:pt x="47386" y="15851"/>
                        <a:pt x="40237" y="12884"/>
                      </a:cubicBezTo>
                      <a:cubicBezTo>
                        <a:pt x="37887" y="11914"/>
                        <a:pt x="35417" y="11443"/>
                        <a:pt x="32965" y="11443"/>
                      </a:cubicBezTo>
                      <a:close/>
                      <a:moveTo>
                        <a:pt x="32947" y="8137"/>
                      </a:moveTo>
                      <a:cubicBezTo>
                        <a:pt x="45295" y="8165"/>
                        <a:pt x="55326" y="18168"/>
                        <a:pt x="55354" y="30544"/>
                      </a:cubicBezTo>
                      <a:cubicBezTo>
                        <a:pt x="55354" y="39615"/>
                        <a:pt x="49873" y="47781"/>
                        <a:pt x="41509" y="51256"/>
                      </a:cubicBezTo>
                      <a:cubicBezTo>
                        <a:pt x="38739" y="52398"/>
                        <a:pt x="35830" y="52954"/>
                        <a:pt x="32944" y="52954"/>
                      </a:cubicBezTo>
                      <a:cubicBezTo>
                        <a:pt x="27116" y="52954"/>
                        <a:pt x="21385" y="50686"/>
                        <a:pt x="17095" y="46396"/>
                      </a:cubicBezTo>
                      <a:cubicBezTo>
                        <a:pt x="10681" y="39982"/>
                        <a:pt x="8760" y="30347"/>
                        <a:pt x="12235" y="21983"/>
                      </a:cubicBezTo>
                      <a:cubicBezTo>
                        <a:pt x="15711" y="13591"/>
                        <a:pt x="23877" y="8137"/>
                        <a:pt x="32947" y="8137"/>
                      </a:cubicBezTo>
                      <a:close/>
                      <a:moveTo>
                        <a:pt x="32964" y="7435"/>
                      </a:moveTo>
                      <a:cubicBezTo>
                        <a:pt x="26937" y="7435"/>
                        <a:pt x="21014" y="9784"/>
                        <a:pt x="16587" y="14212"/>
                      </a:cubicBezTo>
                      <a:cubicBezTo>
                        <a:pt x="9975" y="20824"/>
                        <a:pt x="7997" y="30742"/>
                        <a:pt x="11585" y="39389"/>
                      </a:cubicBezTo>
                      <a:cubicBezTo>
                        <a:pt x="15145" y="48035"/>
                        <a:pt x="23594" y="53658"/>
                        <a:pt x="32947" y="53658"/>
                      </a:cubicBezTo>
                      <a:cubicBezTo>
                        <a:pt x="45691" y="53658"/>
                        <a:pt x="56033" y="43316"/>
                        <a:pt x="56061" y="30544"/>
                      </a:cubicBezTo>
                      <a:cubicBezTo>
                        <a:pt x="56061" y="21192"/>
                        <a:pt x="50409" y="12771"/>
                        <a:pt x="41791" y="9183"/>
                      </a:cubicBezTo>
                      <a:cubicBezTo>
                        <a:pt x="38935" y="8006"/>
                        <a:pt x="35937" y="7435"/>
                        <a:pt x="32964" y="7435"/>
                      </a:cubicBezTo>
                      <a:close/>
                      <a:moveTo>
                        <a:pt x="32947" y="4379"/>
                      </a:moveTo>
                      <a:cubicBezTo>
                        <a:pt x="47386" y="4407"/>
                        <a:pt x="59084" y="16105"/>
                        <a:pt x="59112" y="30544"/>
                      </a:cubicBezTo>
                      <a:cubicBezTo>
                        <a:pt x="59112" y="41141"/>
                        <a:pt x="52727" y="50663"/>
                        <a:pt x="42950" y="54732"/>
                      </a:cubicBezTo>
                      <a:cubicBezTo>
                        <a:pt x="39714" y="56069"/>
                        <a:pt x="36318" y="56719"/>
                        <a:pt x="32950" y="56719"/>
                      </a:cubicBezTo>
                      <a:cubicBezTo>
                        <a:pt x="26141" y="56719"/>
                        <a:pt x="19449" y="54062"/>
                        <a:pt x="14439" y="49052"/>
                      </a:cubicBezTo>
                      <a:cubicBezTo>
                        <a:pt x="6951" y="41564"/>
                        <a:pt x="4719" y="30318"/>
                        <a:pt x="8760" y="20542"/>
                      </a:cubicBezTo>
                      <a:cubicBezTo>
                        <a:pt x="12800" y="10765"/>
                        <a:pt x="22351" y="4379"/>
                        <a:pt x="32947" y="4379"/>
                      </a:cubicBezTo>
                      <a:close/>
                      <a:moveTo>
                        <a:pt x="32937" y="3678"/>
                      </a:moveTo>
                      <a:cubicBezTo>
                        <a:pt x="25941" y="3678"/>
                        <a:pt x="19070" y="6416"/>
                        <a:pt x="13930" y="11556"/>
                      </a:cubicBezTo>
                      <a:cubicBezTo>
                        <a:pt x="6245" y="19242"/>
                        <a:pt x="3956" y="30799"/>
                        <a:pt x="8110" y="40830"/>
                      </a:cubicBezTo>
                      <a:cubicBezTo>
                        <a:pt x="12263" y="50861"/>
                        <a:pt x="22068" y="57416"/>
                        <a:pt x="32947" y="57416"/>
                      </a:cubicBezTo>
                      <a:lnTo>
                        <a:pt x="32947" y="57445"/>
                      </a:lnTo>
                      <a:cubicBezTo>
                        <a:pt x="47782" y="57416"/>
                        <a:pt x="59791" y="45379"/>
                        <a:pt x="59819" y="30544"/>
                      </a:cubicBezTo>
                      <a:cubicBezTo>
                        <a:pt x="59819" y="19666"/>
                        <a:pt x="53263" y="9889"/>
                        <a:pt x="43232" y="5735"/>
                      </a:cubicBezTo>
                      <a:cubicBezTo>
                        <a:pt x="39900" y="4350"/>
                        <a:pt x="36403" y="3678"/>
                        <a:pt x="32937" y="3678"/>
                      </a:cubicBezTo>
                      <a:close/>
                      <a:moveTo>
                        <a:pt x="32947" y="706"/>
                      </a:moveTo>
                      <a:cubicBezTo>
                        <a:pt x="49421" y="734"/>
                        <a:pt x="62758" y="14071"/>
                        <a:pt x="62786" y="30544"/>
                      </a:cubicBezTo>
                      <a:cubicBezTo>
                        <a:pt x="62786" y="42610"/>
                        <a:pt x="55496" y="53489"/>
                        <a:pt x="44363" y="58123"/>
                      </a:cubicBezTo>
                      <a:cubicBezTo>
                        <a:pt x="40668" y="59647"/>
                        <a:pt x="36791" y="60389"/>
                        <a:pt x="32947" y="60389"/>
                      </a:cubicBezTo>
                      <a:cubicBezTo>
                        <a:pt x="25179" y="60389"/>
                        <a:pt x="17548" y="57361"/>
                        <a:pt x="11839" y="51652"/>
                      </a:cubicBezTo>
                      <a:cubicBezTo>
                        <a:pt x="3306" y="43119"/>
                        <a:pt x="763" y="30290"/>
                        <a:pt x="5369" y="19129"/>
                      </a:cubicBezTo>
                      <a:cubicBezTo>
                        <a:pt x="10003" y="7996"/>
                        <a:pt x="20882" y="706"/>
                        <a:pt x="32947" y="706"/>
                      </a:cubicBezTo>
                      <a:close/>
                      <a:moveTo>
                        <a:pt x="32965" y="0"/>
                      </a:moveTo>
                      <a:cubicBezTo>
                        <a:pt x="25013" y="0"/>
                        <a:pt x="17196" y="3110"/>
                        <a:pt x="11331" y="8956"/>
                      </a:cubicBezTo>
                      <a:cubicBezTo>
                        <a:pt x="2600" y="17688"/>
                        <a:pt x="0" y="30827"/>
                        <a:pt x="4719" y="42243"/>
                      </a:cubicBezTo>
                      <a:cubicBezTo>
                        <a:pt x="9438" y="53658"/>
                        <a:pt x="20571" y="61090"/>
                        <a:pt x="32947" y="61090"/>
                      </a:cubicBezTo>
                      <a:cubicBezTo>
                        <a:pt x="49788" y="61061"/>
                        <a:pt x="63464" y="47414"/>
                        <a:pt x="63492" y="30544"/>
                      </a:cubicBezTo>
                      <a:cubicBezTo>
                        <a:pt x="63492" y="18196"/>
                        <a:pt x="56033" y="7063"/>
                        <a:pt x="44617" y="2316"/>
                      </a:cubicBezTo>
                      <a:cubicBezTo>
                        <a:pt x="40845" y="757"/>
                        <a:pt x="36889" y="0"/>
                        <a:pt x="32965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23" name="Google Shape;1423;p34"/>
            <p:cNvGrpSpPr/>
            <p:nvPr/>
          </p:nvGrpSpPr>
          <p:grpSpPr>
            <a:xfrm>
              <a:off x="0" y="1808250"/>
              <a:ext cx="777300" cy="1527000"/>
              <a:chOff x="0" y="1808250"/>
              <a:chExt cx="777300" cy="1527000"/>
            </a:xfrm>
          </p:grpSpPr>
          <p:sp>
            <p:nvSpPr>
              <p:cNvPr id="1424" name="Google Shape;1424;p34"/>
              <p:cNvSpPr/>
              <p:nvPr/>
            </p:nvSpPr>
            <p:spPr>
              <a:xfrm rot="5400000">
                <a:off x="-374850" y="2183100"/>
                <a:ext cx="1527000" cy="7773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25" name="Google Shape;1425;p34"/>
              <p:cNvGrpSpPr/>
              <p:nvPr/>
            </p:nvGrpSpPr>
            <p:grpSpPr>
              <a:xfrm>
                <a:off x="0" y="2017575"/>
                <a:ext cx="553800" cy="1108350"/>
                <a:chOff x="380375" y="689750"/>
                <a:chExt cx="553800" cy="1108350"/>
              </a:xfrm>
            </p:grpSpPr>
            <p:sp>
              <p:nvSpPr>
                <p:cNvPr id="1426" name="Google Shape;1426;p34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27" name="Google Shape;1427;p34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28" name="Google Shape;1428;p34"/>
            <p:cNvGrpSpPr/>
            <p:nvPr/>
          </p:nvGrpSpPr>
          <p:grpSpPr>
            <a:xfrm rot="5400000">
              <a:off x="683491" y="3450241"/>
              <a:ext cx="160019" cy="800968"/>
              <a:chOff x="1872825" y="1506100"/>
              <a:chExt cx="329800" cy="1650800"/>
            </a:xfrm>
          </p:grpSpPr>
          <p:sp>
            <p:nvSpPr>
              <p:cNvPr id="1429" name="Google Shape;1429;p34"/>
              <p:cNvSpPr/>
              <p:nvPr/>
            </p:nvSpPr>
            <p:spPr>
              <a:xfrm>
                <a:off x="1872825" y="1506100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34"/>
              <p:cNvSpPr/>
              <p:nvPr/>
            </p:nvSpPr>
            <p:spPr>
              <a:xfrm>
                <a:off x="1872825" y="2166950"/>
                <a:ext cx="329800" cy="329100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4" extrusionOk="0">
                    <a:moveTo>
                      <a:pt x="6596" y="1"/>
                    </a:moveTo>
                    <a:cubicBezTo>
                      <a:pt x="2948" y="1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1"/>
                      <a:pt x="659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34"/>
              <p:cNvSpPr/>
              <p:nvPr/>
            </p:nvSpPr>
            <p:spPr>
              <a:xfrm>
                <a:off x="1872825" y="2827825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2" name="Google Shape;1432;p34"/>
            <p:cNvGrpSpPr/>
            <p:nvPr/>
          </p:nvGrpSpPr>
          <p:grpSpPr>
            <a:xfrm>
              <a:off x="8366700" y="1808063"/>
              <a:ext cx="777300" cy="1527000"/>
              <a:chOff x="8366700" y="1808063"/>
              <a:chExt cx="777300" cy="1527000"/>
            </a:xfrm>
          </p:grpSpPr>
          <p:sp>
            <p:nvSpPr>
              <p:cNvPr id="1433" name="Google Shape;1433;p34"/>
              <p:cNvSpPr/>
              <p:nvPr/>
            </p:nvSpPr>
            <p:spPr>
              <a:xfrm rot="5400000">
                <a:off x="7991850" y="2182913"/>
                <a:ext cx="1527000" cy="77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34" name="Google Shape;1434;p34"/>
              <p:cNvGrpSpPr/>
              <p:nvPr/>
            </p:nvGrpSpPr>
            <p:grpSpPr>
              <a:xfrm rot="5400000">
                <a:off x="8271088" y="2477063"/>
                <a:ext cx="968525" cy="189000"/>
                <a:chOff x="1648000" y="4487175"/>
                <a:chExt cx="968525" cy="189000"/>
              </a:xfrm>
            </p:grpSpPr>
            <p:sp>
              <p:nvSpPr>
                <p:cNvPr id="1435" name="Google Shape;1435;p34"/>
                <p:cNvSpPr/>
                <p:nvPr/>
              </p:nvSpPr>
              <p:spPr>
                <a:xfrm>
                  <a:off x="1648000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6" name="Google Shape;1436;p34"/>
                <p:cNvSpPr/>
                <p:nvPr/>
              </p:nvSpPr>
              <p:spPr>
                <a:xfrm>
                  <a:off x="173985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47" y="1"/>
                      </a:moveTo>
                      <a:cubicBezTo>
                        <a:pt x="466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50" y="7559"/>
                      </a:cubicBezTo>
                      <a:cubicBezTo>
                        <a:pt x="1427" y="7559"/>
                        <a:pt x="1907" y="7234"/>
                        <a:pt x="1879" y="6584"/>
                      </a:cubicBezTo>
                      <a:lnTo>
                        <a:pt x="1879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7" name="Google Shape;1437;p34"/>
                <p:cNvSpPr/>
                <p:nvPr/>
              </p:nvSpPr>
              <p:spPr>
                <a:xfrm>
                  <a:off x="18323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28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8" name="Google Shape;1438;p34"/>
                <p:cNvSpPr/>
                <p:nvPr/>
              </p:nvSpPr>
              <p:spPr>
                <a:xfrm>
                  <a:off x="19242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9" name="Google Shape;1439;p34"/>
                <p:cNvSpPr/>
                <p:nvPr/>
              </p:nvSpPr>
              <p:spPr>
                <a:xfrm>
                  <a:off x="2016400" y="4487175"/>
                  <a:ext cx="4770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8" h="7560" extrusionOk="0">
                      <a:moveTo>
                        <a:pt x="961" y="1"/>
                      </a:moveTo>
                      <a:cubicBezTo>
                        <a:pt x="453" y="1"/>
                        <a:pt x="29" y="396"/>
                        <a:pt x="29" y="905"/>
                      </a:cubicBezTo>
                      <a:lnTo>
                        <a:pt x="29" y="6584"/>
                      </a:lnTo>
                      <a:cubicBezTo>
                        <a:pt x="0" y="7234"/>
                        <a:pt x="481" y="7559"/>
                        <a:pt x="958" y="7559"/>
                      </a:cubicBezTo>
                      <a:cubicBezTo>
                        <a:pt x="1434" y="7559"/>
                        <a:pt x="1908" y="7234"/>
                        <a:pt x="1865" y="6584"/>
                      </a:cubicBezTo>
                      <a:lnTo>
                        <a:pt x="1865" y="905"/>
                      </a:lnTo>
                      <a:cubicBezTo>
                        <a:pt x="1865" y="396"/>
                        <a:pt x="1442" y="1"/>
                        <a:pt x="96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0" name="Google Shape;1440;p34"/>
                <p:cNvSpPr/>
                <p:nvPr/>
              </p:nvSpPr>
              <p:spPr>
                <a:xfrm>
                  <a:off x="2108575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8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8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8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1" name="Google Shape;1441;p34"/>
                <p:cNvSpPr/>
                <p:nvPr/>
              </p:nvSpPr>
              <p:spPr>
                <a:xfrm>
                  <a:off x="22004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0" y="7234"/>
                        <a:pt x="474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2" name="Google Shape;1442;p34"/>
                <p:cNvSpPr/>
                <p:nvPr/>
              </p:nvSpPr>
              <p:spPr>
                <a:xfrm>
                  <a:off x="2292950" y="4487175"/>
                  <a:ext cx="47375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5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3" name="Google Shape;1443;p34"/>
                <p:cNvSpPr/>
                <p:nvPr/>
              </p:nvSpPr>
              <p:spPr>
                <a:xfrm>
                  <a:off x="2385850" y="4487175"/>
                  <a:ext cx="45950" cy="187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38" h="7489" extrusionOk="0">
                      <a:moveTo>
                        <a:pt x="905" y="1"/>
                      </a:moveTo>
                      <a:cubicBezTo>
                        <a:pt x="396" y="1"/>
                        <a:pt x="1" y="396"/>
                        <a:pt x="1" y="905"/>
                      </a:cubicBezTo>
                      <a:lnTo>
                        <a:pt x="1" y="6584"/>
                      </a:lnTo>
                      <a:cubicBezTo>
                        <a:pt x="1" y="7093"/>
                        <a:pt x="396" y="7489"/>
                        <a:pt x="905" y="7489"/>
                      </a:cubicBezTo>
                      <a:cubicBezTo>
                        <a:pt x="1413" y="7489"/>
                        <a:pt x="1837" y="7093"/>
                        <a:pt x="1837" y="6584"/>
                      </a:cubicBezTo>
                      <a:lnTo>
                        <a:pt x="1837" y="905"/>
                      </a:lnTo>
                      <a:cubicBezTo>
                        <a:pt x="1837" y="396"/>
                        <a:pt x="1413" y="1"/>
                        <a:pt x="905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4" name="Google Shape;1444;p34"/>
                <p:cNvSpPr/>
                <p:nvPr/>
              </p:nvSpPr>
              <p:spPr>
                <a:xfrm>
                  <a:off x="247732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9" y="1"/>
                        <a:pt x="43" y="396"/>
                        <a:pt x="43" y="905"/>
                      </a:cubicBezTo>
                      <a:lnTo>
                        <a:pt x="43" y="6584"/>
                      </a:lnTo>
                      <a:cubicBezTo>
                        <a:pt x="1" y="7234"/>
                        <a:pt x="474" y="7559"/>
                        <a:pt x="947" y="7559"/>
                      </a:cubicBezTo>
                      <a:cubicBezTo>
                        <a:pt x="1421" y="7559"/>
                        <a:pt x="1894" y="7234"/>
                        <a:pt x="1852" y="6584"/>
                      </a:cubicBezTo>
                      <a:lnTo>
                        <a:pt x="1852" y="905"/>
                      </a:lnTo>
                      <a:cubicBezTo>
                        <a:pt x="1852" y="396"/>
                        <a:pt x="1456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45" name="Google Shape;1445;p34"/>
                <p:cNvSpPr/>
                <p:nvPr/>
              </p:nvSpPr>
              <p:spPr>
                <a:xfrm>
                  <a:off x="2569175" y="4487175"/>
                  <a:ext cx="47350" cy="189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4" h="7560" extrusionOk="0">
                      <a:moveTo>
                        <a:pt x="947" y="1"/>
                      </a:moveTo>
                      <a:cubicBezTo>
                        <a:pt x="438" y="1"/>
                        <a:pt x="42" y="396"/>
                        <a:pt x="42" y="905"/>
                      </a:cubicBezTo>
                      <a:lnTo>
                        <a:pt x="42" y="6584"/>
                      </a:lnTo>
                      <a:cubicBezTo>
                        <a:pt x="0" y="7234"/>
                        <a:pt x="473" y="7559"/>
                        <a:pt x="947" y="7559"/>
                      </a:cubicBezTo>
                      <a:cubicBezTo>
                        <a:pt x="1420" y="7559"/>
                        <a:pt x="1893" y="7234"/>
                        <a:pt x="1851" y="6584"/>
                      </a:cubicBezTo>
                      <a:lnTo>
                        <a:pt x="1851" y="905"/>
                      </a:lnTo>
                      <a:cubicBezTo>
                        <a:pt x="1851" y="396"/>
                        <a:pt x="1455" y="1"/>
                        <a:pt x="947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25"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7" name="Google Shape;1447;p35"/>
          <p:cNvGrpSpPr/>
          <p:nvPr/>
        </p:nvGrpSpPr>
        <p:grpSpPr>
          <a:xfrm>
            <a:off x="-7" y="0"/>
            <a:ext cx="9150605" cy="5143500"/>
            <a:chOff x="-7" y="0"/>
            <a:chExt cx="9150605" cy="5143500"/>
          </a:xfrm>
        </p:grpSpPr>
        <p:grpSp>
          <p:nvGrpSpPr>
            <p:cNvPr id="1448" name="Google Shape;1448;p35"/>
            <p:cNvGrpSpPr/>
            <p:nvPr/>
          </p:nvGrpSpPr>
          <p:grpSpPr>
            <a:xfrm>
              <a:off x="6367381" y="589191"/>
              <a:ext cx="968525" cy="189000"/>
              <a:chOff x="1648000" y="4487175"/>
              <a:chExt cx="968525" cy="189000"/>
            </a:xfrm>
          </p:grpSpPr>
          <p:sp>
            <p:nvSpPr>
              <p:cNvPr id="1449" name="Google Shape;1449;p35"/>
              <p:cNvSpPr/>
              <p:nvPr/>
            </p:nvSpPr>
            <p:spPr>
              <a:xfrm>
                <a:off x="1648000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35"/>
              <p:cNvSpPr/>
              <p:nvPr/>
            </p:nvSpPr>
            <p:spPr>
              <a:xfrm>
                <a:off x="173985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47" y="1"/>
                    </a:moveTo>
                    <a:cubicBezTo>
                      <a:pt x="466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50" y="7559"/>
                    </a:cubicBezTo>
                    <a:cubicBezTo>
                      <a:pt x="1427" y="7559"/>
                      <a:pt x="1907" y="7234"/>
                      <a:pt x="1879" y="6584"/>
                    </a:cubicBezTo>
                    <a:lnTo>
                      <a:pt x="1879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35"/>
              <p:cNvSpPr/>
              <p:nvPr/>
            </p:nvSpPr>
            <p:spPr>
              <a:xfrm>
                <a:off x="18323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28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35"/>
              <p:cNvSpPr/>
              <p:nvPr/>
            </p:nvSpPr>
            <p:spPr>
              <a:xfrm>
                <a:off x="19242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35"/>
              <p:cNvSpPr/>
              <p:nvPr/>
            </p:nvSpPr>
            <p:spPr>
              <a:xfrm>
                <a:off x="2016400" y="4487175"/>
                <a:ext cx="4770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908" h="7560" extrusionOk="0">
                    <a:moveTo>
                      <a:pt x="961" y="1"/>
                    </a:moveTo>
                    <a:cubicBezTo>
                      <a:pt x="453" y="1"/>
                      <a:pt x="29" y="396"/>
                      <a:pt x="29" y="905"/>
                    </a:cubicBezTo>
                    <a:lnTo>
                      <a:pt x="29" y="6584"/>
                    </a:lnTo>
                    <a:cubicBezTo>
                      <a:pt x="0" y="7234"/>
                      <a:pt x="481" y="7559"/>
                      <a:pt x="958" y="7559"/>
                    </a:cubicBezTo>
                    <a:cubicBezTo>
                      <a:pt x="1434" y="7559"/>
                      <a:pt x="1908" y="7234"/>
                      <a:pt x="1865" y="6584"/>
                    </a:cubicBezTo>
                    <a:lnTo>
                      <a:pt x="1865" y="905"/>
                    </a:lnTo>
                    <a:cubicBezTo>
                      <a:pt x="1865" y="396"/>
                      <a:pt x="1442" y="1"/>
                      <a:pt x="9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35"/>
              <p:cNvSpPr/>
              <p:nvPr/>
            </p:nvSpPr>
            <p:spPr>
              <a:xfrm>
                <a:off x="2108575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8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8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35"/>
              <p:cNvSpPr/>
              <p:nvPr/>
            </p:nvSpPr>
            <p:spPr>
              <a:xfrm>
                <a:off x="22004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0" y="7234"/>
                      <a:pt x="474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35"/>
              <p:cNvSpPr/>
              <p:nvPr/>
            </p:nvSpPr>
            <p:spPr>
              <a:xfrm>
                <a:off x="2292950" y="4487175"/>
                <a:ext cx="47375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5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35"/>
              <p:cNvSpPr/>
              <p:nvPr/>
            </p:nvSpPr>
            <p:spPr>
              <a:xfrm>
                <a:off x="2385850" y="4487175"/>
                <a:ext cx="45950" cy="187225"/>
              </a:xfrm>
              <a:custGeom>
                <a:avLst/>
                <a:gdLst/>
                <a:ahLst/>
                <a:cxnLst/>
                <a:rect l="l" t="t" r="r" b="b"/>
                <a:pathLst>
                  <a:path w="1838" h="7489" extrusionOk="0">
                    <a:moveTo>
                      <a:pt x="905" y="1"/>
                    </a:moveTo>
                    <a:cubicBezTo>
                      <a:pt x="396" y="1"/>
                      <a:pt x="1" y="396"/>
                      <a:pt x="1" y="905"/>
                    </a:cubicBezTo>
                    <a:lnTo>
                      <a:pt x="1" y="6584"/>
                    </a:lnTo>
                    <a:cubicBezTo>
                      <a:pt x="1" y="7093"/>
                      <a:pt x="396" y="7489"/>
                      <a:pt x="905" y="7489"/>
                    </a:cubicBezTo>
                    <a:cubicBezTo>
                      <a:pt x="1413" y="7489"/>
                      <a:pt x="1837" y="7093"/>
                      <a:pt x="1837" y="6584"/>
                    </a:cubicBezTo>
                    <a:lnTo>
                      <a:pt x="1837" y="905"/>
                    </a:lnTo>
                    <a:cubicBezTo>
                      <a:pt x="1837" y="396"/>
                      <a:pt x="1413" y="1"/>
                      <a:pt x="90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35"/>
              <p:cNvSpPr/>
              <p:nvPr/>
            </p:nvSpPr>
            <p:spPr>
              <a:xfrm>
                <a:off x="247732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9" y="1"/>
                      <a:pt x="43" y="396"/>
                      <a:pt x="43" y="905"/>
                    </a:cubicBezTo>
                    <a:lnTo>
                      <a:pt x="43" y="6584"/>
                    </a:lnTo>
                    <a:cubicBezTo>
                      <a:pt x="1" y="7234"/>
                      <a:pt x="474" y="7559"/>
                      <a:pt x="947" y="7559"/>
                    </a:cubicBezTo>
                    <a:cubicBezTo>
                      <a:pt x="1421" y="7559"/>
                      <a:pt x="1894" y="7234"/>
                      <a:pt x="1852" y="6584"/>
                    </a:cubicBezTo>
                    <a:lnTo>
                      <a:pt x="1852" y="905"/>
                    </a:lnTo>
                    <a:cubicBezTo>
                      <a:pt x="1852" y="396"/>
                      <a:pt x="1456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35"/>
              <p:cNvSpPr/>
              <p:nvPr/>
            </p:nvSpPr>
            <p:spPr>
              <a:xfrm>
                <a:off x="2569175" y="4487175"/>
                <a:ext cx="47350" cy="189000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7560" extrusionOk="0">
                    <a:moveTo>
                      <a:pt x="947" y="1"/>
                    </a:moveTo>
                    <a:cubicBezTo>
                      <a:pt x="438" y="1"/>
                      <a:pt x="42" y="396"/>
                      <a:pt x="42" y="905"/>
                    </a:cubicBezTo>
                    <a:lnTo>
                      <a:pt x="42" y="6584"/>
                    </a:lnTo>
                    <a:cubicBezTo>
                      <a:pt x="0" y="7234"/>
                      <a:pt x="473" y="7559"/>
                      <a:pt x="947" y="7559"/>
                    </a:cubicBezTo>
                    <a:cubicBezTo>
                      <a:pt x="1420" y="7559"/>
                      <a:pt x="1893" y="7234"/>
                      <a:pt x="1851" y="6584"/>
                    </a:cubicBezTo>
                    <a:lnTo>
                      <a:pt x="1851" y="905"/>
                    </a:lnTo>
                    <a:cubicBezTo>
                      <a:pt x="1851" y="396"/>
                      <a:pt x="1455" y="1"/>
                      <a:pt x="94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35"/>
            <p:cNvGrpSpPr/>
            <p:nvPr/>
          </p:nvGrpSpPr>
          <p:grpSpPr>
            <a:xfrm>
              <a:off x="7826325" y="3129133"/>
              <a:ext cx="1324273" cy="2014367"/>
              <a:chOff x="7826325" y="3129133"/>
              <a:chExt cx="1324273" cy="2014367"/>
            </a:xfrm>
          </p:grpSpPr>
          <p:sp>
            <p:nvSpPr>
              <p:cNvPr id="1461" name="Google Shape;1461;p35"/>
              <p:cNvSpPr/>
              <p:nvPr/>
            </p:nvSpPr>
            <p:spPr>
              <a:xfrm>
                <a:off x="8373298" y="4366200"/>
                <a:ext cx="777300" cy="7773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62" name="Google Shape;1462;p35"/>
              <p:cNvGrpSpPr/>
              <p:nvPr/>
            </p:nvGrpSpPr>
            <p:grpSpPr>
              <a:xfrm rot="-5400000">
                <a:off x="8103600" y="4312425"/>
                <a:ext cx="553800" cy="1108350"/>
                <a:chOff x="380375" y="689750"/>
                <a:chExt cx="553800" cy="1108350"/>
              </a:xfrm>
            </p:grpSpPr>
            <p:sp>
              <p:nvSpPr>
                <p:cNvPr id="1463" name="Google Shape;1463;p35"/>
                <p:cNvSpPr/>
                <p:nvPr/>
              </p:nvSpPr>
              <p:spPr>
                <a:xfrm>
                  <a:off x="380375" y="689750"/>
                  <a:ext cx="553800" cy="1108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152" h="44334" extrusionOk="0">
                      <a:moveTo>
                        <a:pt x="0" y="1"/>
                      </a:moveTo>
                      <a:lnTo>
                        <a:pt x="0" y="44333"/>
                      </a:lnTo>
                      <a:cubicBezTo>
                        <a:pt x="12229" y="44333"/>
                        <a:pt x="22152" y="34410"/>
                        <a:pt x="22152" y="22152"/>
                      </a:cubicBezTo>
                      <a:cubicBezTo>
                        <a:pt x="22152" y="9924"/>
                        <a:pt x="12229" y="1"/>
                        <a:pt x="0" y="1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4" name="Google Shape;1464;p35"/>
                <p:cNvSpPr/>
                <p:nvPr/>
              </p:nvSpPr>
              <p:spPr>
                <a:xfrm>
                  <a:off x="380375" y="921050"/>
                  <a:ext cx="313750" cy="6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50" h="25801" extrusionOk="0">
                      <a:moveTo>
                        <a:pt x="0" y="0"/>
                      </a:moveTo>
                      <a:lnTo>
                        <a:pt x="0" y="3649"/>
                      </a:lnTo>
                      <a:cubicBezTo>
                        <a:pt x="4961" y="3853"/>
                        <a:pt x="8901" y="7939"/>
                        <a:pt x="8901" y="12900"/>
                      </a:cubicBezTo>
                      <a:cubicBezTo>
                        <a:pt x="8901" y="17891"/>
                        <a:pt x="4961" y="21977"/>
                        <a:pt x="0" y="22152"/>
                      </a:cubicBezTo>
                      <a:lnTo>
                        <a:pt x="0" y="25800"/>
                      </a:lnTo>
                      <a:cubicBezTo>
                        <a:pt x="6975" y="25596"/>
                        <a:pt x="12550" y="19905"/>
                        <a:pt x="12550" y="12900"/>
                      </a:cubicBezTo>
                      <a:cubicBezTo>
                        <a:pt x="12550" y="5925"/>
                        <a:pt x="6975" y="205"/>
                        <a:pt x="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65" name="Google Shape;1465;p35"/>
              <p:cNvGrpSpPr/>
              <p:nvPr/>
            </p:nvGrpSpPr>
            <p:grpSpPr>
              <a:xfrm>
                <a:off x="8646456" y="3129133"/>
                <a:ext cx="230983" cy="955958"/>
                <a:chOff x="2439600" y="1817078"/>
                <a:chExt cx="371295" cy="1536662"/>
              </a:xfrm>
            </p:grpSpPr>
            <p:sp>
              <p:nvSpPr>
                <p:cNvPr id="1466" name="Google Shape;1466;p35"/>
                <p:cNvSpPr/>
                <p:nvPr/>
              </p:nvSpPr>
              <p:spPr>
                <a:xfrm>
                  <a:off x="2439600" y="298235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35"/>
                <p:cNvSpPr/>
                <p:nvPr/>
              </p:nvSpPr>
              <p:spPr>
                <a:xfrm>
                  <a:off x="2439600" y="2399717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35"/>
                <p:cNvSpPr/>
                <p:nvPr/>
              </p:nvSpPr>
              <p:spPr>
                <a:xfrm>
                  <a:off x="2439600" y="1817078"/>
                  <a:ext cx="371295" cy="371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12" h="35412" extrusionOk="0">
                      <a:moveTo>
                        <a:pt x="17691" y="1"/>
                      </a:moveTo>
                      <a:lnTo>
                        <a:pt x="15351" y="4590"/>
                      </a:lnTo>
                      <a:cubicBezTo>
                        <a:pt x="12949" y="9211"/>
                        <a:pt x="9180" y="12980"/>
                        <a:pt x="4560" y="15350"/>
                      </a:cubicBezTo>
                      <a:lnTo>
                        <a:pt x="1" y="17721"/>
                      </a:lnTo>
                      <a:lnTo>
                        <a:pt x="4560" y="20062"/>
                      </a:lnTo>
                      <a:cubicBezTo>
                        <a:pt x="9180" y="22463"/>
                        <a:pt x="12949" y="26232"/>
                        <a:pt x="15351" y="30852"/>
                      </a:cubicBezTo>
                      <a:lnTo>
                        <a:pt x="17691" y="35412"/>
                      </a:lnTo>
                      <a:lnTo>
                        <a:pt x="20062" y="30852"/>
                      </a:lnTo>
                      <a:cubicBezTo>
                        <a:pt x="22433" y="26232"/>
                        <a:pt x="26202" y="22463"/>
                        <a:pt x="30822" y="20062"/>
                      </a:cubicBezTo>
                      <a:lnTo>
                        <a:pt x="35412" y="17721"/>
                      </a:lnTo>
                      <a:lnTo>
                        <a:pt x="30822" y="15350"/>
                      </a:lnTo>
                      <a:cubicBezTo>
                        <a:pt x="26202" y="12980"/>
                        <a:pt x="22433" y="9211"/>
                        <a:pt x="20062" y="4590"/>
                      </a:cubicBezTo>
                      <a:lnTo>
                        <a:pt x="1769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469" name="Google Shape;1469;p35"/>
            <p:cNvGrpSpPr/>
            <p:nvPr/>
          </p:nvGrpSpPr>
          <p:grpSpPr>
            <a:xfrm>
              <a:off x="-7" y="3616500"/>
              <a:ext cx="2254789" cy="1527000"/>
              <a:chOff x="-7" y="3616500"/>
              <a:chExt cx="2254789" cy="1527000"/>
            </a:xfrm>
          </p:grpSpPr>
          <p:grpSp>
            <p:nvGrpSpPr>
              <p:cNvPr id="1470" name="Google Shape;1470;p35"/>
              <p:cNvGrpSpPr/>
              <p:nvPr/>
            </p:nvGrpSpPr>
            <p:grpSpPr>
              <a:xfrm rot="5400000">
                <a:off x="1503437" y="4151371"/>
                <a:ext cx="295732" cy="1206958"/>
                <a:chOff x="2595950" y="2900400"/>
                <a:chExt cx="329800" cy="1346000"/>
              </a:xfrm>
            </p:grpSpPr>
            <p:sp>
              <p:nvSpPr>
                <p:cNvPr id="1471" name="Google Shape;1471;p35"/>
                <p:cNvSpPr/>
                <p:nvPr/>
              </p:nvSpPr>
              <p:spPr>
                <a:xfrm>
                  <a:off x="2595950" y="2900400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35"/>
                <p:cNvSpPr/>
                <p:nvPr/>
              </p:nvSpPr>
              <p:spPr>
                <a:xfrm>
                  <a:off x="2595950" y="3408850"/>
                  <a:ext cx="329800" cy="329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4" extrusionOk="0">
                      <a:moveTo>
                        <a:pt x="6596" y="1"/>
                      </a:moveTo>
                      <a:cubicBezTo>
                        <a:pt x="2948" y="1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1"/>
                        <a:pt x="6596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35"/>
                <p:cNvSpPr/>
                <p:nvPr/>
              </p:nvSpPr>
              <p:spPr>
                <a:xfrm>
                  <a:off x="2595950" y="3917325"/>
                  <a:ext cx="329800" cy="32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192" h="13163" extrusionOk="0">
                      <a:moveTo>
                        <a:pt x="6596" y="0"/>
                      </a:moveTo>
                      <a:cubicBezTo>
                        <a:pt x="2948" y="0"/>
                        <a:pt x="0" y="2948"/>
                        <a:pt x="0" y="6567"/>
                      </a:cubicBezTo>
                      <a:cubicBezTo>
                        <a:pt x="0" y="10215"/>
                        <a:pt x="2948" y="13163"/>
                        <a:pt x="6596" y="13163"/>
                      </a:cubicBezTo>
                      <a:cubicBezTo>
                        <a:pt x="10244" y="13163"/>
                        <a:pt x="13192" y="10215"/>
                        <a:pt x="13192" y="6567"/>
                      </a:cubicBezTo>
                      <a:cubicBezTo>
                        <a:pt x="13192" y="2948"/>
                        <a:pt x="10244" y="0"/>
                        <a:pt x="659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35"/>
              <p:cNvGrpSpPr/>
              <p:nvPr/>
            </p:nvGrpSpPr>
            <p:grpSpPr>
              <a:xfrm>
                <a:off x="-7" y="3616500"/>
                <a:ext cx="777305" cy="1527000"/>
                <a:chOff x="-7" y="3616500"/>
                <a:chExt cx="777305" cy="1527000"/>
              </a:xfrm>
            </p:grpSpPr>
            <p:sp>
              <p:nvSpPr>
                <p:cNvPr id="1475" name="Google Shape;1475;p35"/>
                <p:cNvSpPr/>
                <p:nvPr/>
              </p:nvSpPr>
              <p:spPr>
                <a:xfrm rot="5400000">
                  <a:off x="-374852" y="3991350"/>
                  <a:ext cx="1527000" cy="7773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476" name="Google Shape;1476;p35"/>
                <p:cNvGrpSpPr/>
                <p:nvPr/>
              </p:nvGrpSpPr>
              <p:grpSpPr>
                <a:xfrm rot="5400000">
                  <a:off x="-323135" y="4057183"/>
                  <a:ext cx="1291898" cy="645643"/>
                  <a:chOff x="559925" y="3923325"/>
                  <a:chExt cx="1371150" cy="685250"/>
                </a:xfrm>
              </p:grpSpPr>
              <p:sp>
                <p:nvSpPr>
                  <p:cNvPr id="1477" name="Google Shape;1477;p35"/>
                  <p:cNvSpPr/>
                  <p:nvPr/>
                </p:nvSpPr>
                <p:spPr>
                  <a:xfrm>
                    <a:off x="559925" y="3923325"/>
                    <a:ext cx="1371150" cy="68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4846" h="27410" extrusionOk="0">
                        <a:moveTo>
                          <a:pt x="27409" y="1"/>
                        </a:moveTo>
                        <a:cubicBezTo>
                          <a:pt x="12263" y="1"/>
                          <a:pt x="0" y="12264"/>
                          <a:pt x="0" y="27409"/>
                        </a:cubicBezTo>
                        <a:lnTo>
                          <a:pt x="54846" y="27409"/>
                        </a:lnTo>
                        <a:cubicBezTo>
                          <a:pt x="54818" y="12264"/>
                          <a:pt x="42554" y="1"/>
                          <a:pt x="27409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8" name="Google Shape;1478;p35"/>
                  <p:cNvSpPr/>
                  <p:nvPr/>
                </p:nvSpPr>
                <p:spPr>
                  <a:xfrm>
                    <a:off x="757000" y="3923325"/>
                    <a:ext cx="485325" cy="6760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9413" h="27042" extrusionOk="0">
                        <a:moveTo>
                          <a:pt x="19413" y="1"/>
                        </a:moveTo>
                        <a:cubicBezTo>
                          <a:pt x="12094" y="29"/>
                          <a:pt x="5115" y="2967"/>
                          <a:pt x="1" y="8195"/>
                        </a:cubicBezTo>
                        <a:lnTo>
                          <a:pt x="19413" y="27042"/>
                        </a:lnTo>
                        <a:lnTo>
                          <a:pt x="19413" y="1"/>
                        </a:ln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9" name="Google Shape;1479;p35"/>
                  <p:cNvSpPr/>
                  <p:nvPr/>
                </p:nvSpPr>
                <p:spPr>
                  <a:xfrm>
                    <a:off x="1239475" y="4125350"/>
                    <a:ext cx="691600" cy="4832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7664" h="19329" extrusionOk="0">
                        <a:moveTo>
                          <a:pt x="19696" y="1"/>
                        </a:moveTo>
                        <a:lnTo>
                          <a:pt x="1" y="19328"/>
                        </a:lnTo>
                        <a:lnTo>
                          <a:pt x="27664" y="19328"/>
                        </a:lnTo>
                        <a:cubicBezTo>
                          <a:pt x="27664" y="12095"/>
                          <a:pt x="24810" y="5144"/>
                          <a:pt x="19696" y="1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0" name="Google Shape;1480;p35"/>
                  <p:cNvSpPr/>
                  <p:nvPr/>
                </p:nvSpPr>
                <p:spPr>
                  <a:xfrm>
                    <a:off x="749225" y="3923325"/>
                    <a:ext cx="987600" cy="68525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504" h="27410" extrusionOk="0">
                        <a:moveTo>
                          <a:pt x="19102" y="1"/>
                        </a:moveTo>
                        <a:lnTo>
                          <a:pt x="19102" y="26110"/>
                        </a:lnTo>
                        <a:lnTo>
                          <a:pt x="736" y="7743"/>
                        </a:lnTo>
                        <a:cubicBezTo>
                          <a:pt x="481" y="7997"/>
                          <a:pt x="227" y="8251"/>
                          <a:pt x="1" y="8506"/>
                        </a:cubicBezTo>
                        <a:lnTo>
                          <a:pt x="18876" y="27409"/>
                        </a:lnTo>
                        <a:lnTo>
                          <a:pt x="20374" y="27409"/>
                        </a:lnTo>
                        <a:lnTo>
                          <a:pt x="39503" y="8308"/>
                        </a:lnTo>
                        <a:cubicBezTo>
                          <a:pt x="39249" y="8054"/>
                          <a:pt x="38995" y="7799"/>
                          <a:pt x="38740" y="7545"/>
                        </a:cubicBezTo>
                        <a:lnTo>
                          <a:pt x="20176" y="26138"/>
                        </a:lnTo>
                        <a:lnTo>
                          <a:pt x="20176" y="1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481" name="Google Shape;1481;p35"/>
            <p:cNvGrpSpPr/>
            <p:nvPr/>
          </p:nvGrpSpPr>
          <p:grpSpPr>
            <a:xfrm>
              <a:off x="7616998" y="0"/>
              <a:ext cx="1527000" cy="1369226"/>
              <a:chOff x="7616998" y="0"/>
              <a:chExt cx="1527000" cy="1369226"/>
            </a:xfrm>
          </p:grpSpPr>
          <p:sp>
            <p:nvSpPr>
              <p:cNvPr id="1482" name="Google Shape;1482;p35"/>
              <p:cNvSpPr/>
              <p:nvPr/>
            </p:nvSpPr>
            <p:spPr>
              <a:xfrm>
                <a:off x="7616998" y="0"/>
                <a:ext cx="1527000" cy="777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83" name="Google Shape;1483;p35"/>
              <p:cNvGrpSpPr/>
              <p:nvPr/>
            </p:nvGrpSpPr>
            <p:grpSpPr>
              <a:xfrm rot="5400000">
                <a:off x="8256045" y="481273"/>
                <a:ext cx="1183678" cy="592228"/>
                <a:chOff x="6269581" y="-9"/>
                <a:chExt cx="1178375" cy="589575"/>
              </a:xfrm>
            </p:grpSpPr>
            <p:sp>
              <p:nvSpPr>
                <p:cNvPr id="1484" name="Google Shape;1484;p35"/>
                <p:cNvSpPr/>
                <p:nvPr/>
              </p:nvSpPr>
              <p:spPr>
                <a:xfrm flipH="1">
                  <a:off x="6269581" y="-9"/>
                  <a:ext cx="1178375" cy="589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135" h="23583" extrusionOk="0">
                      <a:moveTo>
                        <a:pt x="1" y="1"/>
                      </a:moveTo>
                      <a:cubicBezTo>
                        <a:pt x="1" y="13017"/>
                        <a:pt x="10537" y="23582"/>
                        <a:pt x="23583" y="23582"/>
                      </a:cubicBezTo>
                      <a:cubicBezTo>
                        <a:pt x="36599" y="23582"/>
                        <a:pt x="47135" y="13017"/>
                        <a:pt x="47135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5" name="Google Shape;1485;p35"/>
                <p:cNvSpPr/>
                <p:nvPr/>
              </p:nvSpPr>
              <p:spPr>
                <a:xfrm flipH="1">
                  <a:off x="6415143" y="-9"/>
                  <a:ext cx="887250" cy="44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490" h="17804" extrusionOk="0">
                      <a:moveTo>
                        <a:pt x="0" y="1"/>
                      </a:moveTo>
                      <a:lnTo>
                        <a:pt x="0" y="59"/>
                      </a:lnTo>
                      <a:cubicBezTo>
                        <a:pt x="0" y="9836"/>
                        <a:pt x="7939" y="17775"/>
                        <a:pt x="17716" y="17804"/>
                      </a:cubicBezTo>
                      <a:cubicBezTo>
                        <a:pt x="27522" y="17804"/>
                        <a:pt x="35460" y="9836"/>
                        <a:pt x="35490" y="59"/>
                      </a:cubicBezTo>
                      <a:lnTo>
                        <a:pt x="35490" y="1"/>
                      </a:lnTo>
                      <a:lnTo>
                        <a:pt x="25275" y="1"/>
                      </a:lnTo>
                      <a:lnTo>
                        <a:pt x="25275" y="59"/>
                      </a:lnTo>
                      <a:cubicBezTo>
                        <a:pt x="25275" y="4204"/>
                        <a:pt x="21889" y="7560"/>
                        <a:pt x="17745" y="7560"/>
                      </a:cubicBezTo>
                      <a:cubicBezTo>
                        <a:pt x="13572" y="7560"/>
                        <a:pt x="10215" y="4204"/>
                        <a:pt x="10215" y="59"/>
                      </a:cubicBezTo>
                      <a:lnTo>
                        <a:pt x="10215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ighteous"/>
              <a:buNone/>
              <a:defRPr sz="32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ighteous"/>
              <a:buNone/>
              <a:defRPr sz="36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●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○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■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●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○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■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●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○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ed Hat Text"/>
              <a:buChar char="■"/>
              <a:defRPr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5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hyperlink" Target="https://docs.google.com/spreadsheets/d/1HWuw-AZ2G1WDZY4S2UV2m2_eXdUgvhCX08OKiFYfu7w/copy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hyperlink" Target="https://docs.google.com/spreadsheets/d/1HWuw-AZ2G1WDZY4S2UV2m2_eXdUgvhCX08OKiFYfu7w/cop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38"/>
          <p:cNvSpPr txBox="1">
            <a:spLocks noGrp="1"/>
          </p:cNvSpPr>
          <p:nvPr>
            <p:ph type="ctrTitle"/>
          </p:nvPr>
        </p:nvSpPr>
        <p:spPr>
          <a:xfrm>
            <a:off x="1733700" y="1086650"/>
            <a:ext cx="5676600" cy="252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lt1"/>
                </a:solidFill>
              </a:rPr>
              <a:t>CREATIVE BUSINESS </a:t>
            </a:r>
            <a:r>
              <a:rPr lang="en" sz="4300">
                <a:solidFill>
                  <a:schemeClr val="lt1"/>
                </a:solidFill>
              </a:rPr>
              <a:t>MODEL CANVAS</a:t>
            </a:r>
            <a:endParaRPr sz="43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495" name="Google Shape;1495;p38"/>
          <p:cNvSpPr txBox="1">
            <a:spLocks noGrp="1"/>
          </p:cNvSpPr>
          <p:nvPr>
            <p:ph type="subTitle" idx="1"/>
          </p:nvPr>
        </p:nvSpPr>
        <p:spPr>
          <a:xfrm>
            <a:off x="1733700" y="3536843"/>
            <a:ext cx="5676600" cy="48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1496" name="Google Shape;1496;p38"/>
          <p:cNvGrpSpPr/>
          <p:nvPr/>
        </p:nvGrpSpPr>
        <p:grpSpPr>
          <a:xfrm>
            <a:off x="4190029" y="652881"/>
            <a:ext cx="763950" cy="3837738"/>
            <a:chOff x="4190029" y="770843"/>
            <a:chExt cx="763950" cy="3837738"/>
          </a:xfrm>
        </p:grpSpPr>
        <p:grpSp>
          <p:nvGrpSpPr>
            <p:cNvPr id="1497" name="Google Shape;1497;p38"/>
            <p:cNvGrpSpPr/>
            <p:nvPr/>
          </p:nvGrpSpPr>
          <p:grpSpPr>
            <a:xfrm>
              <a:off x="4190029" y="4442381"/>
              <a:ext cx="763950" cy="166200"/>
              <a:chOff x="778750" y="1794600"/>
              <a:chExt cx="763950" cy="166200"/>
            </a:xfrm>
          </p:grpSpPr>
          <p:sp>
            <p:nvSpPr>
              <p:cNvPr id="1498" name="Google Shape;1498;p38"/>
              <p:cNvSpPr/>
              <p:nvPr/>
            </p:nvSpPr>
            <p:spPr>
              <a:xfrm>
                <a:off x="1370475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17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8"/>
              <p:cNvSpPr/>
              <p:nvPr/>
            </p:nvSpPr>
            <p:spPr>
              <a:xfrm>
                <a:off x="1079350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46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8"/>
              <p:cNvSpPr/>
              <p:nvPr/>
            </p:nvSpPr>
            <p:spPr>
              <a:xfrm>
                <a:off x="778750" y="1794600"/>
                <a:ext cx="194100" cy="166200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6648" extrusionOk="0">
                    <a:moveTo>
                      <a:pt x="3327" y="752"/>
                    </a:moveTo>
                    <a:cubicBezTo>
                      <a:pt x="5633" y="752"/>
                      <a:pt x="6771" y="3525"/>
                      <a:pt x="5137" y="5159"/>
                    </a:cubicBezTo>
                    <a:cubicBezTo>
                      <a:pt x="4610" y="5686"/>
                      <a:pt x="3964" y="5922"/>
                      <a:pt x="3331" y="5922"/>
                    </a:cubicBezTo>
                    <a:cubicBezTo>
                      <a:pt x="2002" y="5922"/>
                      <a:pt x="730" y="4882"/>
                      <a:pt x="730" y="3320"/>
                    </a:cubicBezTo>
                    <a:cubicBezTo>
                      <a:pt x="730" y="1890"/>
                      <a:pt x="1897" y="752"/>
                      <a:pt x="3327" y="752"/>
                    </a:cubicBezTo>
                    <a:close/>
                    <a:moveTo>
                      <a:pt x="3332" y="1"/>
                    </a:moveTo>
                    <a:cubicBezTo>
                      <a:pt x="1628" y="1"/>
                      <a:pt x="0" y="1327"/>
                      <a:pt x="0" y="3320"/>
                    </a:cubicBezTo>
                    <a:cubicBezTo>
                      <a:pt x="0" y="5159"/>
                      <a:pt x="1489" y="6647"/>
                      <a:pt x="3327" y="6647"/>
                    </a:cubicBezTo>
                    <a:cubicBezTo>
                      <a:pt x="6275" y="6647"/>
                      <a:pt x="7763" y="3058"/>
                      <a:pt x="5662" y="985"/>
                    </a:cubicBezTo>
                    <a:cubicBezTo>
                      <a:pt x="4982" y="305"/>
                      <a:pt x="4148" y="1"/>
                      <a:pt x="333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01" name="Google Shape;1501;p38"/>
            <p:cNvSpPr/>
            <p:nvPr/>
          </p:nvSpPr>
          <p:spPr>
            <a:xfrm>
              <a:off x="4249163" y="770843"/>
              <a:ext cx="645675" cy="95375"/>
            </a:xfrm>
            <a:custGeom>
              <a:avLst/>
              <a:gdLst/>
              <a:ahLst/>
              <a:cxnLst/>
              <a:rect l="l" t="t" r="r" b="b"/>
              <a:pathLst>
                <a:path w="25827" h="3815" extrusionOk="0">
                  <a:moveTo>
                    <a:pt x="1922" y="0"/>
                  </a:moveTo>
                  <a:cubicBezTo>
                    <a:pt x="848" y="0"/>
                    <a:pt x="0" y="848"/>
                    <a:pt x="0" y="1894"/>
                  </a:cubicBezTo>
                  <a:cubicBezTo>
                    <a:pt x="0" y="2967"/>
                    <a:pt x="848" y="3815"/>
                    <a:pt x="1922" y="3815"/>
                  </a:cubicBezTo>
                  <a:lnTo>
                    <a:pt x="23905" y="3815"/>
                  </a:lnTo>
                  <a:cubicBezTo>
                    <a:pt x="24951" y="3815"/>
                    <a:pt x="25827" y="2967"/>
                    <a:pt x="25827" y="1894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3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507" name="Google Shape;1507;p39"/>
          <p:cNvSpPr txBox="1">
            <a:spLocks noGrp="1"/>
          </p:cNvSpPr>
          <p:nvPr>
            <p:ph type="body" idx="1"/>
          </p:nvPr>
        </p:nvSpPr>
        <p:spPr>
          <a:xfrm>
            <a:off x="720000" y="1059845"/>
            <a:ext cx="7347000" cy="36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Here’s what you’ll find in this </a:t>
            </a:r>
            <a:r>
              <a:rPr lang="en" b="1">
                <a:uFill>
                  <a:noFill/>
                </a:uFill>
                <a:hlinkClick r:id="rId3"/>
              </a:rPr>
              <a:t>Slidesgo</a:t>
            </a:r>
            <a:r>
              <a:rPr lang="en"/>
              <a:t> template: </a:t>
            </a:r>
            <a:endParaRPr/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 slide structure based on a business plan presentation, which you can easily adapt to your needs. For more info on how to edit the template, please visit </a:t>
            </a:r>
            <a:r>
              <a:rPr lang="en" b="1">
                <a:uFill>
                  <a:noFill/>
                </a:uFill>
                <a:hlinkClick r:id="rId4"/>
              </a:rPr>
              <a:t>Slidesgo School</a:t>
            </a:r>
            <a:r>
              <a:rPr lang="en"/>
              <a:t> or read our </a:t>
            </a:r>
            <a:r>
              <a:rPr lang="en" b="1">
                <a:uFill>
                  <a:noFill/>
                </a:uFill>
                <a:hlinkClick r:id="rId5"/>
              </a:rPr>
              <a:t>FAQs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An assortment of graphic resources that are suitable for use in the presentation can be found in the </a:t>
            </a:r>
            <a:r>
              <a:rPr lang="en" b="1">
                <a:uFill>
                  <a:noFill/>
                </a:uFill>
                <a:hlinkClick r:id="" action="ppaction://noaction"/>
              </a:rPr>
              <a:t>alternative resources slide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rId6" action="ppaction://hlinksldjump"/>
              </a:rPr>
              <a:t>thanks slide</a:t>
            </a:r>
            <a:r>
              <a:rPr lang="en"/>
              <a:t>, which you must keep so that proper credits for our design are given.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resources slide</a:t>
            </a:r>
            <a:r>
              <a:rPr lang="en"/>
              <a:t>, where you’ll find links to all the elements used in the template.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b="1">
                <a:uFill>
                  <a:noFill/>
                </a:uFill>
                <a:hlinkClick r:id="" action="ppaction://noaction"/>
              </a:rPr>
              <a:t>Instructions for use</a:t>
            </a:r>
            <a:r>
              <a:rPr lang="en"/>
              <a:t>.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/>
              <a:t>Final slides with: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/>
              <a:t>The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fonts and colors</a:t>
            </a:r>
            <a:r>
              <a:rPr lang="en"/>
              <a:t> used in the template.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/>
              <a:t>A </a:t>
            </a:r>
            <a:r>
              <a:rPr lang="en" b="1">
                <a:uFill>
                  <a:noFill/>
                </a:uFill>
                <a:hlinkClick r:id="" action="ppaction://noaction"/>
              </a:rPr>
              <a:t>selection of illustrations</a:t>
            </a:r>
            <a:r>
              <a:rPr lang="en"/>
              <a:t>. You can also customize and animate them as you wish with the online editor. Visit </a:t>
            </a:r>
            <a:r>
              <a:rPr lang="en" b="1">
                <a:uFill>
                  <a:noFill/>
                </a:uFill>
                <a:hlinkClick r:id="rId7"/>
              </a:rPr>
              <a:t>Storyset</a:t>
            </a:r>
            <a:r>
              <a:rPr lang="en"/>
              <a:t> to find more.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/>
              <a:t>More</a:t>
            </a:r>
            <a:r>
              <a:rPr lang="en">
                <a:uFill>
                  <a:noFill/>
                </a:uFill>
                <a:hlinkClick r:id="" action="ppaction://noaction"/>
              </a:rPr>
              <a:t> </a:t>
            </a:r>
            <a:r>
              <a:rPr lang="en" b="1">
                <a:uFill>
                  <a:noFill/>
                </a:uFill>
                <a:hlinkClick r:id="" action="ppaction://noaction"/>
              </a:rPr>
              <a:t>infographic resources</a:t>
            </a:r>
            <a:r>
              <a:rPr lang="en"/>
              <a:t>, whose size and color can be edited. </a:t>
            </a:r>
            <a:endParaRPr/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/>
              <a:t>Sets of </a:t>
            </a:r>
            <a:r>
              <a:rPr lang="en" b="1">
                <a:uFill>
                  <a:noFill/>
                </a:uFill>
                <a:hlinkClick r:id="" action="ppaction://noaction"/>
              </a:rPr>
              <a:t>customizable icons</a:t>
            </a:r>
            <a:r>
              <a:rPr lang="en"/>
              <a:t> of the following themes: general, business, avatar, creative process, education, help &amp; support, medical, nature, performing arts, SEO &amp; marketing, and teamwork.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40"/>
          <p:cNvSpPr/>
          <p:nvPr/>
        </p:nvSpPr>
        <p:spPr>
          <a:xfrm>
            <a:off x="4657232" y="2532283"/>
            <a:ext cx="807300" cy="80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13" name="Google Shape;1513;p40"/>
          <p:cNvSpPr/>
          <p:nvPr/>
        </p:nvSpPr>
        <p:spPr>
          <a:xfrm>
            <a:off x="4657232" y="1345302"/>
            <a:ext cx="807300" cy="807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4" name="Google Shape;1514;p40"/>
          <p:cNvSpPr txBox="1">
            <a:spLocks noGrp="1"/>
          </p:cNvSpPr>
          <p:nvPr>
            <p:ph type="subTitle" idx="2"/>
          </p:nvPr>
        </p:nvSpPr>
        <p:spPr>
          <a:xfrm>
            <a:off x="5571650" y="2795157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15" name="Google Shape;1515;p40"/>
          <p:cNvSpPr txBox="1">
            <a:spLocks noGrp="1"/>
          </p:cNvSpPr>
          <p:nvPr>
            <p:ph type="subTitle" idx="6"/>
          </p:nvPr>
        </p:nvSpPr>
        <p:spPr>
          <a:xfrm>
            <a:off x="5571650" y="3982126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16" name="Google Shape;1516;p40"/>
          <p:cNvSpPr txBox="1">
            <a:spLocks noGrp="1"/>
          </p:cNvSpPr>
          <p:nvPr>
            <p:ph type="subTitle" idx="4"/>
          </p:nvPr>
        </p:nvSpPr>
        <p:spPr>
          <a:xfrm>
            <a:off x="5571650" y="1608186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17" name="Google Shape;1517;p40"/>
          <p:cNvSpPr/>
          <p:nvPr/>
        </p:nvSpPr>
        <p:spPr>
          <a:xfrm>
            <a:off x="4657232" y="3719258"/>
            <a:ext cx="807300" cy="80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18" name="Google Shape;1518;p40"/>
          <p:cNvSpPr/>
          <p:nvPr/>
        </p:nvSpPr>
        <p:spPr>
          <a:xfrm>
            <a:off x="825072" y="3719258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19" name="Google Shape;1519;p40"/>
          <p:cNvSpPr/>
          <p:nvPr/>
        </p:nvSpPr>
        <p:spPr>
          <a:xfrm>
            <a:off x="825072" y="2532283"/>
            <a:ext cx="807300" cy="80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520" name="Google Shape;1520;p40"/>
          <p:cNvSpPr/>
          <p:nvPr/>
        </p:nvSpPr>
        <p:spPr>
          <a:xfrm>
            <a:off x="825072" y="1345302"/>
            <a:ext cx="807300" cy="80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40"/>
          <p:cNvSpPr txBox="1">
            <a:spLocks noGrp="1"/>
          </p:cNvSpPr>
          <p:nvPr>
            <p:ph type="subTitle" idx="5"/>
          </p:nvPr>
        </p:nvSpPr>
        <p:spPr>
          <a:xfrm>
            <a:off x="5571650" y="3622812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FINANCIAL PLAN</a:t>
            </a:r>
            <a:endParaRPr/>
          </a:p>
        </p:txBody>
      </p:sp>
      <p:sp>
        <p:nvSpPr>
          <p:cNvPr id="1522" name="Google Shape;1522;p40"/>
          <p:cNvSpPr txBox="1">
            <a:spLocks noGrp="1"/>
          </p:cNvSpPr>
          <p:nvPr>
            <p:ph type="subTitle" idx="1"/>
          </p:nvPr>
        </p:nvSpPr>
        <p:spPr>
          <a:xfrm>
            <a:off x="5571650" y="2435844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 PLAN</a:t>
            </a:r>
            <a:endParaRPr/>
          </a:p>
        </p:txBody>
      </p:sp>
      <p:sp>
        <p:nvSpPr>
          <p:cNvPr id="1523" name="Google Shape;1523;p4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524" name="Google Shape;1524;p40"/>
          <p:cNvSpPr txBox="1">
            <a:spLocks noGrp="1"/>
          </p:cNvSpPr>
          <p:nvPr>
            <p:ph type="subTitle" idx="3"/>
          </p:nvPr>
        </p:nvSpPr>
        <p:spPr>
          <a:xfrm>
            <a:off x="5571650" y="1248875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MNGMT. PLAN</a:t>
            </a:r>
            <a:endParaRPr/>
          </a:p>
        </p:txBody>
      </p:sp>
      <p:sp>
        <p:nvSpPr>
          <p:cNvPr id="1525" name="Google Shape;1525;p40"/>
          <p:cNvSpPr txBox="1">
            <a:spLocks noGrp="1"/>
          </p:cNvSpPr>
          <p:nvPr>
            <p:ph type="subTitle" idx="7"/>
          </p:nvPr>
        </p:nvSpPr>
        <p:spPr>
          <a:xfrm>
            <a:off x="1739500" y="1248875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OVERVIEW</a:t>
            </a:r>
            <a:endParaRPr/>
          </a:p>
        </p:txBody>
      </p:sp>
      <p:sp>
        <p:nvSpPr>
          <p:cNvPr id="1526" name="Google Shape;1526;p40"/>
          <p:cNvSpPr txBox="1">
            <a:spLocks noGrp="1"/>
          </p:cNvSpPr>
          <p:nvPr>
            <p:ph type="subTitle" idx="8"/>
          </p:nvPr>
        </p:nvSpPr>
        <p:spPr>
          <a:xfrm>
            <a:off x="1739500" y="1608175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27" name="Google Shape;1527;p40"/>
          <p:cNvSpPr txBox="1">
            <a:spLocks noGrp="1"/>
          </p:cNvSpPr>
          <p:nvPr>
            <p:ph type="subTitle" idx="9"/>
          </p:nvPr>
        </p:nvSpPr>
        <p:spPr>
          <a:xfrm>
            <a:off x="1739500" y="2435837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ANALYSIS</a:t>
            </a:r>
            <a:endParaRPr/>
          </a:p>
        </p:txBody>
      </p:sp>
      <p:sp>
        <p:nvSpPr>
          <p:cNvPr id="1528" name="Google Shape;1528;p40"/>
          <p:cNvSpPr txBox="1">
            <a:spLocks noGrp="1"/>
          </p:cNvSpPr>
          <p:nvPr>
            <p:ph type="subTitle" idx="13"/>
          </p:nvPr>
        </p:nvSpPr>
        <p:spPr>
          <a:xfrm>
            <a:off x="1739500" y="2795151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29" name="Google Shape;1529;p40"/>
          <p:cNvSpPr txBox="1">
            <a:spLocks noGrp="1"/>
          </p:cNvSpPr>
          <p:nvPr>
            <p:ph type="subTitle" idx="14"/>
          </p:nvPr>
        </p:nvSpPr>
        <p:spPr>
          <a:xfrm>
            <a:off x="1739500" y="3622823"/>
            <a:ext cx="2745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PLAN</a:t>
            </a:r>
            <a:endParaRPr/>
          </a:p>
        </p:txBody>
      </p:sp>
      <p:sp>
        <p:nvSpPr>
          <p:cNvPr id="1530" name="Google Shape;1530;p40"/>
          <p:cNvSpPr txBox="1">
            <a:spLocks noGrp="1"/>
          </p:cNvSpPr>
          <p:nvPr>
            <p:ph type="subTitle" idx="15"/>
          </p:nvPr>
        </p:nvSpPr>
        <p:spPr>
          <a:xfrm>
            <a:off x="1739500" y="3982126"/>
            <a:ext cx="2745000" cy="69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describe the topic of the section here</a:t>
            </a:r>
            <a:endParaRPr/>
          </a:p>
        </p:txBody>
      </p:sp>
      <p:sp>
        <p:nvSpPr>
          <p:cNvPr id="1531" name="Google Shape;1531;p40"/>
          <p:cNvSpPr txBox="1">
            <a:spLocks noGrp="1"/>
          </p:cNvSpPr>
          <p:nvPr>
            <p:ph type="title" idx="18"/>
          </p:nvPr>
        </p:nvSpPr>
        <p:spPr>
          <a:xfrm>
            <a:off x="844722" y="1485252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32" name="Google Shape;1532;p40"/>
          <p:cNvSpPr txBox="1">
            <a:spLocks noGrp="1"/>
          </p:cNvSpPr>
          <p:nvPr>
            <p:ph type="title" idx="19"/>
          </p:nvPr>
        </p:nvSpPr>
        <p:spPr>
          <a:xfrm>
            <a:off x="844722" y="2672233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33" name="Google Shape;1533;p40"/>
          <p:cNvSpPr txBox="1">
            <a:spLocks noGrp="1"/>
          </p:cNvSpPr>
          <p:nvPr>
            <p:ph type="title" idx="20"/>
          </p:nvPr>
        </p:nvSpPr>
        <p:spPr>
          <a:xfrm>
            <a:off x="844722" y="3859208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34" name="Google Shape;1534;p40"/>
          <p:cNvSpPr txBox="1">
            <a:spLocks noGrp="1"/>
          </p:cNvSpPr>
          <p:nvPr>
            <p:ph type="title" idx="16"/>
          </p:nvPr>
        </p:nvSpPr>
        <p:spPr>
          <a:xfrm>
            <a:off x="4676882" y="1485252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35" name="Google Shape;1535;p40"/>
          <p:cNvSpPr txBox="1">
            <a:spLocks noGrp="1"/>
          </p:cNvSpPr>
          <p:nvPr>
            <p:ph type="title" idx="17"/>
          </p:nvPr>
        </p:nvSpPr>
        <p:spPr>
          <a:xfrm>
            <a:off x="4676882" y="2672233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536" name="Google Shape;1536;p40"/>
          <p:cNvSpPr txBox="1">
            <a:spLocks noGrp="1"/>
          </p:cNvSpPr>
          <p:nvPr>
            <p:ph type="title" idx="21"/>
          </p:nvPr>
        </p:nvSpPr>
        <p:spPr>
          <a:xfrm>
            <a:off x="4676882" y="3859208"/>
            <a:ext cx="7680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p41"/>
          <p:cNvSpPr txBox="1">
            <a:spLocks noGrp="1"/>
          </p:cNvSpPr>
          <p:nvPr>
            <p:ph type="subTitle" idx="1"/>
          </p:nvPr>
        </p:nvSpPr>
        <p:spPr>
          <a:xfrm>
            <a:off x="3463585" y="3070475"/>
            <a:ext cx="4152300" cy="89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describe the company’s mission. A clear message is a good way to get down to business</a:t>
            </a:r>
            <a:endParaRPr/>
          </a:p>
        </p:txBody>
      </p:sp>
      <p:sp>
        <p:nvSpPr>
          <p:cNvPr id="1542" name="Google Shape;1542;p41"/>
          <p:cNvSpPr txBox="1">
            <a:spLocks noGrp="1"/>
          </p:cNvSpPr>
          <p:nvPr>
            <p:ph type="title"/>
          </p:nvPr>
        </p:nvSpPr>
        <p:spPr>
          <a:xfrm>
            <a:off x="3142875" y="1174525"/>
            <a:ext cx="4793700" cy="187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STATEMENT</a:t>
            </a:r>
            <a:endParaRPr/>
          </a:p>
        </p:txBody>
      </p:sp>
      <p:grpSp>
        <p:nvGrpSpPr>
          <p:cNvPr id="1543" name="Google Shape;1543;p41"/>
          <p:cNvGrpSpPr/>
          <p:nvPr/>
        </p:nvGrpSpPr>
        <p:grpSpPr>
          <a:xfrm>
            <a:off x="4936256" y="537206"/>
            <a:ext cx="1206958" cy="4071360"/>
            <a:chOff x="5257002" y="537206"/>
            <a:chExt cx="1206958" cy="4071360"/>
          </a:xfrm>
        </p:grpSpPr>
        <p:grpSp>
          <p:nvGrpSpPr>
            <p:cNvPr id="1544" name="Google Shape;1544;p41"/>
            <p:cNvGrpSpPr/>
            <p:nvPr/>
          </p:nvGrpSpPr>
          <p:grpSpPr>
            <a:xfrm rot="5400000">
              <a:off x="5712615" y="3857222"/>
              <a:ext cx="295732" cy="1206958"/>
              <a:chOff x="2595950" y="2900400"/>
              <a:chExt cx="329800" cy="1346000"/>
            </a:xfrm>
          </p:grpSpPr>
          <p:sp>
            <p:nvSpPr>
              <p:cNvPr id="1545" name="Google Shape;1545;p41"/>
              <p:cNvSpPr/>
              <p:nvPr/>
            </p:nvSpPr>
            <p:spPr>
              <a:xfrm>
                <a:off x="2595950" y="2900400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546;p41"/>
              <p:cNvSpPr/>
              <p:nvPr/>
            </p:nvSpPr>
            <p:spPr>
              <a:xfrm>
                <a:off x="2595950" y="3408850"/>
                <a:ext cx="329800" cy="329100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4" extrusionOk="0">
                    <a:moveTo>
                      <a:pt x="6596" y="1"/>
                    </a:moveTo>
                    <a:cubicBezTo>
                      <a:pt x="2948" y="1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1"/>
                      <a:pt x="65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547;p41"/>
              <p:cNvSpPr/>
              <p:nvPr/>
            </p:nvSpPr>
            <p:spPr>
              <a:xfrm>
                <a:off x="2595950" y="3917325"/>
                <a:ext cx="329800" cy="329075"/>
              </a:xfrm>
              <a:custGeom>
                <a:avLst/>
                <a:gdLst/>
                <a:ahLst/>
                <a:cxnLst/>
                <a:rect l="l" t="t" r="r" b="b"/>
                <a:pathLst>
                  <a:path w="13192" h="13163" extrusionOk="0">
                    <a:moveTo>
                      <a:pt x="6596" y="0"/>
                    </a:moveTo>
                    <a:cubicBezTo>
                      <a:pt x="2948" y="0"/>
                      <a:pt x="0" y="2948"/>
                      <a:pt x="0" y="6567"/>
                    </a:cubicBezTo>
                    <a:cubicBezTo>
                      <a:pt x="0" y="10215"/>
                      <a:pt x="2948" y="13163"/>
                      <a:pt x="6596" y="13163"/>
                    </a:cubicBezTo>
                    <a:cubicBezTo>
                      <a:pt x="10244" y="13163"/>
                      <a:pt x="13192" y="10215"/>
                      <a:pt x="13192" y="6567"/>
                    </a:cubicBezTo>
                    <a:cubicBezTo>
                      <a:pt x="13192" y="2948"/>
                      <a:pt x="10244" y="0"/>
                      <a:pt x="659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48" name="Google Shape;1548;p41"/>
            <p:cNvSpPr/>
            <p:nvPr/>
          </p:nvSpPr>
          <p:spPr>
            <a:xfrm>
              <a:off x="5537643" y="537206"/>
              <a:ext cx="645675" cy="96075"/>
            </a:xfrm>
            <a:custGeom>
              <a:avLst/>
              <a:gdLst/>
              <a:ahLst/>
              <a:cxnLst/>
              <a:rect l="l" t="t" r="r" b="b"/>
              <a:pathLst>
                <a:path w="25827" h="3843" extrusionOk="0">
                  <a:moveTo>
                    <a:pt x="1922" y="0"/>
                  </a:moveTo>
                  <a:cubicBezTo>
                    <a:pt x="876" y="0"/>
                    <a:pt x="0" y="848"/>
                    <a:pt x="0" y="1922"/>
                  </a:cubicBezTo>
                  <a:cubicBezTo>
                    <a:pt x="0" y="2967"/>
                    <a:pt x="876" y="3843"/>
                    <a:pt x="1922" y="3843"/>
                  </a:cubicBezTo>
                  <a:lnTo>
                    <a:pt x="23905" y="3843"/>
                  </a:lnTo>
                  <a:cubicBezTo>
                    <a:pt x="24951" y="3843"/>
                    <a:pt x="25827" y="2967"/>
                    <a:pt x="25827" y="1922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42"/>
          <p:cNvSpPr txBox="1">
            <a:spLocks noGrp="1"/>
          </p:cNvSpPr>
          <p:nvPr>
            <p:ph type="subTitle" idx="1"/>
          </p:nvPr>
        </p:nvSpPr>
        <p:spPr>
          <a:xfrm>
            <a:off x="720000" y="1641131"/>
            <a:ext cx="2922900" cy="17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one in the Solar System—it’s only a bit larger than the Moon</a:t>
            </a:r>
            <a:endParaRPr/>
          </a:p>
        </p:txBody>
      </p:sp>
      <p:sp>
        <p:nvSpPr>
          <p:cNvPr id="1554" name="Google Shape;1554;p4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3852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COMPANY</a:t>
            </a:r>
            <a:endParaRPr/>
          </a:p>
        </p:txBody>
      </p:sp>
      <p:grpSp>
        <p:nvGrpSpPr>
          <p:cNvPr id="1556" name="Google Shape;1556;p42"/>
          <p:cNvGrpSpPr/>
          <p:nvPr/>
        </p:nvGrpSpPr>
        <p:grpSpPr>
          <a:xfrm>
            <a:off x="3789936" y="4366292"/>
            <a:ext cx="1564127" cy="777208"/>
            <a:chOff x="3864250" y="4435725"/>
            <a:chExt cx="1415500" cy="707775"/>
          </a:xfrm>
        </p:grpSpPr>
        <p:sp>
          <p:nvSpPr>
            <p:cNvPr id="1557" name="Google Shape;1557;p42"/>
            <p:cNvSpPr/>
            <p:nvPr/>
          </p:nvSpPr>
          <p:spPr>
            <a:xfrm rot="10800000">
              <a:off x="3864250" y="4435725"/>
              <a:ext cx="1415500" cy="707775"/>
            </a:xfrm>
            <a:custGeom>
              <a:avLst/>
              <a:gdLst/>
              <a:ahLst/>
              <a:cxnLst/>
              <a:rect l="l" t="t" r="r" b="b"/>
              <a:pathLst>
                <a:path w="56620" h="28311" extrusionOk="0">
                  <a:moveTo>
                    <a:pt x="1" y="1"/>
                  </a:moveTo>
                  <a:cubicBezTo>
                    <a:pt x="1" y="15644"/>
                    <a:pt x="12667" y="28310"/>
                    <a:pt x="28310" y="28310"/>
                  </a:cubicBezTo>
                  <a:cubicBezTo>
                    <a:pt x="43924" y="28310"/>
                    <a:pt x="56620" y="15644"/>
                    <a:pt x="5662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Google Shape;1558;p42"/>
            <p:cNvSpPr/>
            <p:nvPr/>
          </p:nvSpPr>
          <p:spPr>
            <a:xfrm rot="10800000">
              <a:off x="4058325" y="4629800"/>
              <a:ext cx="1027350" cy="513700"/>
            </a:xfrm>
            <a:custGeom>
              <a:avLst/>
              <a:gdLst/>
              <a:ahLst/>
              <a:cxnLst/>
              <a:rect l="l" t="t" r="r" b="b"/>
              <a:pathLst>
                <a:path w="41094" h="20548" extrusionOk="0">
                  <a:moveTo>
                    <a:pt x="1" y="1"/>
                  </a:moveTo>
                  <a:cubicBezTo>
                    <a:pt x="30" y="11325"/>
                    <a:pt x="9194" y="20518"/>
                    <a:pt x="20547" y="20547"/>
                  </a:cubicBezTo>
                  <a:cubicBezTo>
                    <a:pt x="31871" y="20518"/>
                    <a:pt x="41065" y="11325"/>
                    <a:pt x="41094" y="1"/>
                  </a:cubicBezTo>
                  <a:lnTo>
                    <a:pt x="33068" y="1"/>
                  </a:lnTo>
                  <a:cubicBezTo>
                    <a:pt x="32951" y="6830"/>
                    <a:pt x="27377" y="12288"/>
                    <a:pt x="20547" y="12288"/>
                  </a:cubicBezTo>
                  <a:cubicBezTo>
                    <a:pt x="13718" y="12288"/>
                    <a:pt x="8144" y="6830"/>
                    <a:pt x="80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p43"/>
          <p:cNvSpPr/>
          <p:nvPr/>
        </p:nvSpPr>
        <p:spPr>
          <a:xfrm flipH="1">
            <a:off x="3915450" y="412271"/>
            <a:ext cx="1313100" cy="131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43"/>
          <p:cNvSpPr txBox="1">
            <a:spLocks noGrp="1"/>
          </p:cNvSpPr>
          <p:nvPr>
            <p:ph type="title"/>
          </p:nvPr>
        </p:nvSpPr>
        <p:spPr>
          <a:xfrm>
            <a:off x="2090250" y="1933323"/>
            <a:ext cx="49635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OVERVIEW</a:t>
            </a:r>
            <a:endParaRPr/>
          </a:p>
        </p:txBody>
      </p:sp>
      <p:sp>
        <p:nvSpPr>
          <p:cNvPr id="1565" name="Google Shape;1565;p43"/>
          <p:cNvSpPr txBox="1">
            <a:spLocks noGrp="1"/>
          </p:cNvSpPr>
          <p:nvPr>
            <p:ph type="title" idx="2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66" name="Google Shape;1566;p43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567" name="Google Shape;1567;p43"/>
          <p:cNvGrpSpPr/>
          <p:nvPr/>
        </p:nvGrpSpPr>
        <p:grpSpPr>
          <a:xfrm>
            <a:off x="4190029" y="4565029"/>
            <a:ext cx="763950" cy="166200"/>
            <a:chOff x="778750" y="1794600"/>
            <a:chExt cx="763950" cy="166200"/>
          </a:xfrm>
        </p:grpSpPr>
        <p:sp>
          <p:nvSpPr>
            <p:cNvPr id="1568" name="Google Shape;1568;p43"/>
            <p:cNvSpPr/>
            <p:nvPr/>
          </p:nvSpPr>
          <p:spPr>
            <a:xfrm>
              <a:off x="1370475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17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Google Shape;1569;p43"/>
            <p:cNvSpPr/>
            <p:nvPr/>
          </p:nvSpPr>
          <p:spPr>
            <a:xfrm>
              <a:off x="1079350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46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43"/>
            <p:cNvSpPr/>
            <p:nvPr/>
          </p:nvSpPr>
          <p:spPr>
            <a:xfrm>
              <a:off x="778750" y="1794600"/>
              <a:ext cx="194100" cy="166200"/>
            </a:xfrm>
            <a:custGeom>
              <a:avLst/>
              <a:gdLst/>
              <a:ahLst/>
              <a:cxnLst/>
              <a:rect l="l" t="t" r="r" b="b"/>
              <a:pathLst>
                <a:path w="7764" h="6648" extrusionOk="0">
                  <a:moveTo>
                    <a:pt x="3327" y="752"/>
                  </a:moveTo>
                  <a:cubicBezTo>
                    <a:pt x="5633" y="752"/>
                    <a:pt x="6771" y="3525"/>
                    <a:pt x="5137" y="5159"/>
                  </a:cubicBezTo>
                  <a:cubicBezTo>
                    <a:pt x="4610" y="5686"/>
                    <a:pt x="3964" y="5922"/>
                    <a:pt x="3331" y="5922"/>
                  </a:cubicBezTo>
                  <a:cubicBezTo>
                    <a:pt x="2002" y="5922"/>
                    <a:pt x="730" y="4882"/>
                    <a:pt x="730" y="3320"/>
                  </a:cubicBezTo>
                  <a:cubicBezTo>
                    <a:pt x="730" y="1890"/>
                    <a:pt x="1897" y="752"/>
                    <a:pt x="3327" y="752"/>
                  </a:cubicBezTo>
                  <a:close/>
                  <a:moveTo>
                    <a:pt x="3332" y="1"/>
                  </a:moveTo>
                  <a:cubicBezTo>
                    <a:pt x="1628" y="1"/>
                    <a:pt x="0" y="1327"/>
                    <a:pt x="0" y="3320"/>
                  </a:cubicBezTo>
                  <a:cubicBezTo>
                    <a:pt x="0" y="5159"/>
                    <a:pt x="1489" y="6647"/>
                    <a:pt x="3327" y="6647"/>
                  </a:cubicBezTo>
                  <a:cubicBezTo>
                    <a:pt x="6275" y="6647"/>
                    <a:pt x="7763" y="3058"/>
                    <a:pt x="5662" y="985"/>
                  </a:cubicBezTo>
                  <a:cubicBezTo>
                    <a:pt x="4982" y="305"/>
                    <a:pt x="4148" y="1"/>
                    <a:pt x="3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4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TRENDS</a:t>
            </a:r>
            <a:endParaRPr/>
          </a:p>
        </p:txBody>
      </p:sp>
      <p:sp>
        <p:nvSpPr>
          <p:cNvPr id="1576" name="Google Shape;1576;p44"/>
          <p:cNvSpPr txBox="1"/>
          <p:nvPr/>
        </p:nvSpPr>
        <p:spPr>
          <a:xfrm>
            <a:off x="720000" y="4293442"/>
            <a:ext cx="7704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For more info, click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here</a:t>
            </a:r>
            <a:endParaRPr sz="12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77" name="Google Shape;1577;p44"/>
          <p:cNvSpPr txBox="1">
            <a:spLocks noGrp="1"/>
          </p:cNvSpPr>
          <p:nvPr>
            <p:ph type="title" idx="4294967295"/>
          </p:nvPr>
        </p:nvSpPr>
        <p:spPr>
          <a:xfrm>
            <a:off x="822260" y="1296039"/>
            <a:ext cx="1251000" cy="420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20%</a:t>
            </a:r>
            <a:endParaRPr sz="3000"/>
          </a:p>
        </p:txBody>
      </p:sp>
      <p:sp>
        <p:nvSpPr>
          <p:cNvPr id="1578" name="Google Shape;1578;p44"/>
          <p:cNvSpPr txBox="1">
            <a:spLocks noGrp="1"/>
          </p:cNvSpPr>
          <p:nvPr>
            <p:ph type="subTitle" idx="4294967295"/>
          </p:nvPr>
        </p:nvSpPr>
        <p:spPr>
          <a:xfrm>
            <a:off x="722375" y="1773234"/>
            <a:ext cx="1640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MERCURY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579" name="Google Shape;1579;p44"/>
          <p:cNvSpPr txBox="1">
            <a:spLocks noGrp="1"/>
          </p:cNvSpPr>
          <p:nvPr>
            <p:ph type="subTitle" idx="4294967295"/>
          </p:nvPr>
        </p:nvSpPr>
        <p:spPr>
          <a:xfrm>
            <a:off x="722375" y="2123382"/>
            <a:ext cx="16407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Mercury is the </a:t>
            </a:r>
            <a:r>
              <a:rPr lang="en"/>
              <a:t>smallest </a:t>
            </a:r>
            <a:r>
              <a:rPr lang="en" sz="1600"/>
              <a:t>planet</a:t>
            </a:r>
            <a:endParaRPr sz="1600"/>
          </a:p>
        </p:txBody>
      </p:sp>
      <p:sp>
        <p:nvSpPr>
          <p:cNvPr id="1580" name="Google Shape;1580;p44"/>
          <p:cNvSpPr txBox="1">
            <a:spLocks noGrp="1"/>
          </p:cNvSpPr>
          <p:nvPr>
            <p:ph type="subTitle" idx="4294967295"/>
          </p:nvPr>
        </p:nvSpPr>
        <p:spPr>
          <a:xfrm>
            <a:off x="722375" y="3289409"/>
            <a:ext cx="1640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MARS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581" name="Google Shape;1581;p44"/>
          <p:cNvSpPr txBox="1">
            <a:spLocks noGrp="1"/>
          </p:cNvSpPr>
          <p:nvPr>
            <p:ph type="subTitle" idx="4294967295"/>
          </p:nvPr>
        </p:nvSpPr>
        <p:spPr>
          <a:xfrm>
            <a:off x="722375" y="3639557"/>
            <a:ext cx="16407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cold place</a:t>
            </a:r>
            <a:endParaRPr/>
          </a:p>
        </p:txBody>
      </p:sp>
      <p:sp>
        <p:nvSpPr>
          <p:cNvPr id="1582" name="Google Shape;1582;p44"/>
          <p:cNvSpPr txBox="1">
            <a:spLocks noGrp="1"/>
          </p:cNvSpPr>
          <p:nvPr>
            <p:ph type="title" idx="4294967295"/>
          </p:nvPr>
        </p:nvSpPr>
        <p:spPr>
          <a:xfrm>
            <a:off x="822260" y="2812214"/>
            <a:ext cx="1251000" cy="420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25%</a:t>
            </a:r>
            <a:endParaRPr sz="3000"/>
          </a:p>
        </p:txBody>
      </p:sp>
      <p:sp>
        <p:nvSpPr>
          <p:cNvPr id="1583" name="Google Shape;1583;p44"/>
          <p:cNvSpPr txBox="1">
            <a:spLocks noGrp="1"/>
          </p:cNvSpPr>
          <p:nvPr>
            <p:ph type="subTitle" idx="4294967295"/>
          </p:nvPr>
        </p:nvSpPr>
        <p:spPr>
          <a:xfrm flipH="1">
            <a:off x="6778575" y="1773234"/>
            <a:ext cx="1640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JUPITER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584" name="Google Shape;1584;p44"/>
          <p:cNvSpPr txBox="1">
            <a:spLocks noGrp="1"/>
          </p:cNvSpPr>
          <p:nvPr>
            <p:ph type="subTitle" idx="4294967295"/>
          </p:nvPr>
        </p:nvSpPr>
        <p:spPr>
          <a:xfrm flipH="1">
            <a:off x="6778575" y="2123382"/>
            <a:ext cx="16407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planet</a:t>
            </a:r>
            <a:endParaRPr/>
          </a:p>
        </p:txBody>
      </p:sp>
      <p:sp>
        <p:nvSpPr>
          <p:cNvPr id="1585" name="Google Shape;1585;p44"/>
          <p:cNvSpPr txBox="1">
            <a:spLocks noGrp="1"/>
          </p:cNvSpPr>
          <p:nvPr>
            <p:ph type="title" idx="4294967295"/>
          </p:nvPr>
        </p:nvSpPr>
        <p:spPr>
          <a:xfrm flipH="1">
            <a:off x="7068940" y="1296039"/>
            <a:ext cx="1252800" cy="4200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35%</a:t>
            </a:r>
            <a:endParaRPr sz="3000"/>
          </a:p>
        </p:txBody>
      </p:sp>
      <p:sp>
        <p:nvSpPr>
          <p:cNvPr id="1586" name="Google Shape;1586;p44"/>
          <p:cNvSpPr txBox="1">
            <a:spLocks noGrp="1"/>
          </p:cNvSpPr>
          <p:nvPr>
            <p:ph type="subTitle" idx="4294967295"/>
          </p:nvPr>
        </p:nvSpPr>
        <p:spPr>
          <a:xfrm flipH="1">
            <a:off x="6778575" y="3289409"/>
            <a:ext cx="1640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NEPTUNE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587" name="Google Shape;1587;p44"/>
          <p:cNvSpPr txBox="1">
            <a:spLocks noGrp="1"/>
          </p:cNvSpPr>
          <p:nvPr>
            <p:ph type="subTitle" idx="4294967295"/>
          </p:nvPr>
        </p:nvSpPr>
        <p:spPr>
          <a:xfrm flipH="1">
            <a:off x="6778575" y="3639547"/>
            <a:ext cx="16407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</a:t>
            </a:r>
            <a:endParaRPr/>
          </a:p>
        </p:txBody>
      </p:sp>
      <p:sp>
        <p:nvSpPr>
          <p:cNvPr id="1588" name="Google Shape;1588;p44"/>
          <p:cNvSpPr txBox="1">
            <a:spLocks noGrp="1"/>
          </p:cNvSpPr>
          <p:nvPr>
            <p:ph type="title" idx="4294967295"/>
          </p:nvPr>
        </p:nvSpPr>
        <p:spPr>
          <a:xfrm flipH="1">
            <a:off x="7068940" y="2812214"/>
            <a:ext cx="1252800" cy="4200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20%</a:t>
            </a:r>
            <a:endParaRPr sz="3000"/>
          </a:p>
        </p:txBody>
      </p:sp>
      <p:pic>
        <p:nvPicPr>
          <p:cNvPr id="1589" name="Google Shape;1589;p4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90554" y="1294125"/>
            <a:ext cx="3362893" cy="27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0" name="Google Shape;1590;p44"/>
          <p:cNvSpPr/>
          <p:nvPr/>
        </p:nvSpPr>
        <p:spPr>
          <a:xfrm rot="5400000">
            <a:off x="8538650" y="1229988"/>
            <a:ext cx="645675" cy="96075"/>
          </a:xfrm>
          <a:custGeom>
            <a:avLst/>
            <a:gdLst/>
            <a:ahLst/>
            <a:cxnLst/>
            <a:rect l="l" t="t" r="r" b="b"/>
            <a:pathLst>
              <a:path w="25827" h="3843" extrusionOk="0">
                <a:moveTo>
                  <a:pt x="1922" y="0"/>
                </a:moveTo>
                <a:cubicBezTo>
                  <a:pt x="876" y="0"/>
                  <a:pt x="0" y="848"/>
                  <a:pt x="0" y="1922"/>
                </a:cubicBezTo>
                <a:cubicBezTo>
                  <a:pt x="0" y="2967"/>
                  <a:pt x="876" y="3843"/>
                  <a:pt x="1922" y="3843"/>
                </a:cubicBezTo>
                <a:lnTo>
                  <a:pt x="23905" y="3843"/>
                </a:lnTo>
                <a:cubicBezTo>
                  <a:pt x="24951" y="3843"/>
                  <a:pt x="25827" y="2967"/>
                  <a:pt x="25827" y="1922"/>
                </a:cubicBezTo>
                <a:cubicBezTo>
                  <a:pt x="25827" y="848"/>
                  <a:pt x="24951" y="0"/>
                  <a:pt x="239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4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PROBLEM </a:t>
            </a:r>
            <a:r>
              <a:rPr lang="en"/>
              <a:t>&amp;</a:t>
            </a:r>
            <a:r>
              <a:rPr lang="en">
                <a:latin typeface="Righteous"/>
                <a:ea typeface="Righteous"/>
                <a:cs typeface="Righteous"/>
                <a:sym typeface="Righteous"/>
              </a:rPr>
              <a:t> SOLUTION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596" name="Google Shape;1596;p45"/>
          <p:cNvSpPr txBox="1">
            <a:spLocks noGrp="1"/>
          </p:cNvSpPr>
          <p:nvPr>
            <p:ph type="subTitle" idx="1"/>
          </p:nvPr>
        </p:nvSpPr>
        <p:spPr>
          <a:xfrm>
            <a:off x="1808550" y="2494905"/>
            <a:ext cx="21168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PROBLEMS</a:t>
            </a:r>
            <a:endParaRPr/>
          </a:p>
        </p:txBody>
      </p:sp>
      <p:sp>
        <p:nvSpPr>
          <p:cNvPr id="1597" name="Google Shape;1597;p45"/>
          <p:cNvSpPr txBox="1">
            <a:spLocks noGrp="1"/>
          </p:cNvSpPr>
          <p:nvPr>
            <p:ph type="subTitle" idx="2"/>
          </p:nvPr>
        </p:nvSpPr>
        <p:spPr>
          <a:xfrm>
            <a:off x="1808550" y="3257952"/>
            <a:ext cx="21168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 in the Solar System</a:t>
            </a:r>
            <a:endParaRPr/>
          </a:p>
        </p:txBody>
      </p:sp>
      <p:sp>
        <p:nvSpPr>
          <p:cNvPr id="1598" name="Google Shape;1598;p45"/>
          <p:cNvSpPr txBox="1">
            <a:spLocks noGrp="1"/>
          </p:cNvSpPr>
          <p:nvPr>
            <p:ph type="subTitle" idx="3"/>
          </p:nvPr>
        </p:nvSpPr>
        <p:spPr>
          <a:xfrm>
            <a:off x="5218649" y="2494905"/>
            <a:ext cx="2116800" cy="7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SOLUTIONS</a:t>
            </a:r>
            <a:endParaRPr/>
          </a:p>
        </p:txBody>
      </p:sp>
      <p:sp>
        <p:nvSpPr>
          <p:cNvPr id="1599" name="Google Shape;1599;p45"/>
          <p:cNvSpPr txBox="1">
            <a:spLocks noGrp="1"/>
          </p:cNvSpPr>
          <p:nvPr>
            <p:ph type="subTitle" idx="4"/>
          </p:nvPr>
        </p:nvSpPr>
        <p:spPr>
          <a:xfrm>
            <a:off x="5218643" y="3257952"/>
            <a:ext cx="2116800" cy="10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very cold place. It’s full of iron oxide dust</a:t>
            </a:r>
            <a:endParaRPr/>
          </a:p>
        </p:txBody>
      </p:sp>
      <p:sp>
        <p:nvSpPr>
          <p:cNvPr id="1600" name="Google Shape;1600;p45"/>
          <p:cNvSpPr/>
          <p:nvPr/>
        </p:nvSpPr>
        <p:spPr>
          <a:xfrm>
            <a:off x="2463309" y="1531235"/>
            <a:ext cx="807300" cy="80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1" name="Google Shape;1601;p45"/>
          <p:cNvSpPr/>
          <p:nvPr/>
        </p:nvSpPr>
        <p:spPr>
          <a:xfrm>
            <a:off x="5873391" y="1531235"/>
            <a:ext cx="807300" cy="80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02" name="Google Shape;1602;p45"/>
          <p:cNvGrpSpPr/>
          <p:nvPr/>
        </p:nvGrpSpPr>
        <p:grpSpPr>
          <a:xfrm>
            <a:off x="2648927" y="1724620"/>
            <a:ext cx="444605" cy="420559"/>
            <a:chOff x="-6338550" y="3272950"/>
            <a:chExt cx="308775" cy="292075"/>
          </a:xfrm>
        </p:grpSpPr>
        <p:sp>
          <p:nvSpPr>
            <p:cNvPr id="1603" name="Google Shape;1603;p45"/>
            <p:cNvSpPr/>
            <p:nvPr/>
          </p:nvSpPr>
          <p:spPr>
            <a:xfrm>
              <a:off x="-6338550" y="3272950"/>
              <a:ext cx="308775" cy="119750"/>
            </a:xfrm>
            <a:custGeom>
              <a:avLst/>
              <a:gdLst/>
              <a:ahLst/>
              <a:cxnLst/>
              <a:rect l="l" t="t" r="r" b="b"/>
              <a:pathLst>
                <a:path w="12351" h="4790" extrusionOk="0">
                  <a:moveTo>
                    <a:pt x="6144" y="2017"/>
                  </a:moveTo>
                  <a:cubicBezTo>
                    <a:pt x="6333" y="2017"/>
                    <a:pt x="6491" y="2206"/>
                    <a:pt x="6491" y="2395"/>
                  </a:cubicBezTo>
                  <a:cubicBezTo>
                    <a:pt x="6459" y="2584"/>
                    <a:pt x="6333" y="2742"/>
                    <a:pt x="6144" y="2742"/>
                  </a:cubicBezTo>
                  <a:cubicBezTo>
                    <a:pt x="5955" y="2742"/>
                    <a:pt x="5797" y="2584"/>
                    <a:pt x="5797" y="2395"/>
                  </a:cubicBezTo>
                  <a:cubicBezTo>
                    <a:pt x="5797" y="2206"/>
                    <a:pt x="5955" y="2017"/>
                    <a:pt x="6144" y="2017"/>
                  </a:cubicBezTo>
                  <a:close/>
                  <a:moveTo>
                    <a:pt x="6144" y="1"/>
                  </a:moveTo>
                  <a:cubicBezTo>
                    <a:pt x="4789" y="1"/>
                    <a:pt x="3750" y="1040"/>
                    <a:pt x="3750" y="2395"/>
                  </a:cubicBezTo>
                  <a:cubicBezTo>
                    <a:pt x="3750" y="2521"/>
                    <a:pt x="3750" y="2616"/>
                    <a:pt x="3781" y="2742"/>
                  </a:cubicBezTo>
                  <a:lnTo>
                    <a:pt x="1324" y="2742"/>
                  </a:lnTo>
                  <a:cubicBezTo>
                    <a:pt x="1" y="2742"/>
                    <a:pt x="1" y="4790"/>
                    <a:pt x="1324" y="4790"/>
                  </a:cubicBezTo>
                  <a:lnTo>
                    <a:pt x="10996" y="4790"/>
                  </a:lnTo>
                  <a:cubicBezTo>
                    <a:pt x="12351" y="4790"/>
                    <a:pt x="12351" y="2742"/>
                    <a:pt x="10996" y="2742"/>
                  </a:cubicBezTo>
                  <a:lnTo>
                    <a:pt x="8507" y="2742"/>
                  </a:lnTo>
                  <a:cubicBezTo>
                    <a:pt x="8507" y="2616"/>
                    <a:pt x="8538" y="2521"/>
                    <a:pt x="8538" y="2395"/>
                  </a:cubicBezTo>
                  <a:cubicBezTo>
                    <a:pt x="8538" y="1040"/>
                    <a:pt x="7467" y="1"/>
                    <a:pt x="614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45"/>
            <p:cNvSpPr/>
            <p:nvPr/>
          </p:nvSpPr>
          <p:spPr>
            <a:xfrm>
              <a:off x="-6228275" y="3479325"/>
              <a:ext cx="86650" cy="85700"/>
            </a:xfrm>
            <a:custGeom>
              <a:avLst/>
              <a:gdLst/>
              <a:ahLst/>
              <a:cxnLst/>
              <a:rect l="l" t="t" r="r" b="b"/>
              <a:pathLst>
                <a:path w="3466" h="3428" extrusionOk="0">
                  <a:moveTo>
                    <a:pt x="32" y="0"/>
                  </a:moveTo>
                  <a:lnTo>
                    <a:pt x="32" y="3088"/>
                  </a:lnTo>
                  <a:lnTo>
                    <a:pt x="0" y="3088"/>
                  </a:lnTo>
                  <a:cubicBezTo>
                    <a:pt x="0" y="3268"/>
                    <a:pt x="190" y="3428"/>
                    <a:pt x="380" y="3428"/>
                  </a:cubicBezTo>
                  <a:cubicBezTo>
                    <a:pt x="422" y="3428"/>
                    <a:pt x="464" y="3420"/>
                    <a:pt x="504" y="3403"/>
                  </a:cubicBezTo>
                  <a:lnTo>
                    <a:pt x="3277" y="2016"/>
                  </a:lnTo>
                  <a:cubicBezTo>
                    <a:pt x="3371" y="1985"/>
                    <a:pt x="3466" y="1859"/>
                    <a:pt x="3466" y="1701"/>
                  </a:cubicBezTo>
                  <a:lnTo>
                    <a:pt x="34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45"/>
            <p:cNvSpPr/>
            <p:nvPr/>
          </p:nvSpPr>
          <p:spPr>
            <a:xfrm>
              <a:off x="-6292075" y="3410800"/>
              <a:ext cx="212675" cy="50425"/>
            </a:xfrm>
            <a:custGeom>
              <a:avLst/>
              <a:gdLst/>
              <a:ahLst/>
              <a:cxnLst/>
              <a:rect l="l" t="t" r="r" b="b"/>
              <a:pathLst>
                <a:path w="8507" h="2017" extrusionOk="0">
                  <a:moveTo>
                    <a:pt x="0" y="0"/>
                  </a:moveTo>
                  <a:lnTo>
                    <a:pt x="2048" y="2016"/>
                  </a:lnTo>
                  <a:lnTo>
                    <a:pt x="6459" y="2016"/>
                  </a:lnTo>
                  <a:lnTo>
                    <a:pt x="850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6" name="Google Shape;1606;p45"/>
          <p:cNvGrpSpPr/>
          <p:nvPr/>
        </p:nvGrpSpPr>
        <p:grpSpPr>
          <a:xfrm>
            <a:off x="6064949" y="1725642"/>
            <a:ext cx="424195" cy="418507"/>
            <a:chOff x="-5613150" y="3632900"/>
            <a:chExt cx="294600" cy="290650"/>
          </a:xfrm>
        </p:grpSpPr>
        <p:sp>
          <p:nvSpPr>
            <p:cNvPr id="1607" name="Google Shape;1607;p45"/>
            <p:cNvSpPr/>
            <p:nvPr/>
          </p:nvSpPr>
          <p:spPr>
            <a:xfrm>
              <a:off x="-5440825" y="3708275"/>
              <a:ext cx="49550" cy="41450"/>
            </a:xfrm>
            <a:custGeom>
              <a:avLst/>
              <a:gdLst/>
              <a:ahLst/>
              <a:cxnLst/>
              <a:rect l="l" t="t" r="r" b="b"/>
              <a:pathLst>
                <a:path w="1982" h="1658" extrusionOk="0">
                  <a:moveTo>
                    <a:pt x="522" y="1"/>
                  </a:moveTo>
                  <a:cubicBezTo>
                    <a:pt x="249" y="1"/>
                    <a:pt x="1" y="335"/>
                    <a:pt x="291" y="577"/>
                  </a:cubicBezTo>
                  <a:lnTo>
                    <a:pt x="1267" y="1554"/>
                  </a:lnTo>
                  <a:cubicBezTo>
                    <a:pt x="1341" y="1627"/>
                    <a:pt x="1422" y="1658"/>
                    <a:pt x="1501" y="1658"/>
                  </a:cubicBezTo>
                  <a:cubicBezTo>
                    <a:pt x="1760" y="1658"/>
                    <a:pt x="1982" y="1323"/>
                    <a:pt x="1740" y="1081"/>
                  </a:cubicBezTo>
                  <a:lnTo>
                    <a:pt x="763" y="104"/>
                  </a:lnTo>
                  <a:cubicBezTo>
                    <a:pt x="690" y="31"/>
                    <a:pt x="605" y="1"/>
                    <a:pt x="52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45"/>
            <p:cNvSpPr/>
            <p:nvPr/>
          </p:nvSpPr>
          <p:spPr>
            <a:xfrm>
              <a:off x="-5613150" y="3632900"/>
              <a:ext cx="294600" cy="290650"/>
            </a:xfrm>
            <a:custGeom>
              <a:avLst/>
              <a:gdLst/>
              <a:ahLst/>
              <a:cxnLst/>
              <a:rect l="l" t="t" r="r" b="b"/>
              <a:pathLst>
                <a:path w="11784" h="11626" extrusionOk="0">
                  <a:moveTo>
                    <a:pt x="7444" y="2281"/>
                  </a:moveTo>
                  <a:cubicBezTo>
                    <a:pt x="7676" y="2281"/>
                    <a:pt x="7915" y="2370"/>
                    <a:pt x="8129" y="2584"/>
                  </a:cubicBezTo>
                  <a:lnTo>
                    <a:pt x="9106" y="3592"/>
                  </a:lnTo>
                  <a:cubicBezTo>
                    <a:pt x="9736" y="4254"/>
                    <a:pt x="9263" y="5356"/>
                    <a:pt x="8349" y="5356"/>
                  </a:cubicBezTo>
                  <a:cubicBezTo>
                    <a:pt x="8066" y="5356"/>
                    <a:pt x="7814" y="5230"/>
                    <a:pt x="7656" y="5041"/>
                  </a:cubicBezTo>
                  <a:lnTo>
                    <a:pt x="6648" y="4065"/>
                  </a:lnTo>
                  <a:cubicBezTo>
                    <a:pt x="5941" y="3333"/>
                    <a:pt x="6649" y="2281"/>
                    <a:pt x="7444" y="2281"/>
                  </a:cubicBezTo>
                  <a:close/>
                  <a:moveTo>
                    <a:pt x="5495" y="3992"/>
                  </a:moveTo>
                  <a:cubicBezTo>
                    <a:pt x="5754" y="3992"/>
                    <a:pt x="5976" y="4327"/>
                    <a:pt x="5735" y="4569"/>
                  </a:cubicBezTo>
                  <a:lnTo>
                    <a:pt x="5262" y="5041"/>
                  </a:lnTo>
                  <a:cubicBezTo>
                    <a:pt x="4978" y="5325"/>
                    <a:pt x="5262" y="5514"/>
                    <a:pt x="5483" y="5734"/>
                  </a:cubicBezTo>
                  <a:lnTo>
                    <a:pt x="6207" y="5041"/>
                  </a:lnTo>
                  <a:cubicBezTo>
                    <a:pt x="6280" y="4968"/>
                    <a:pt x="6362" y="4937"/>
                    <a:pt x="6440" y="4937"/>
                  </a:cubicBezTo>
                  <a:cubicBezTo>
                    <a:pt x="6699" y="4937"/>
                    <a:pt x="6922" y="5272"/>
                    <a:pt x="6680" y="5514"/>
                  </a:cubicBezTo>
                  <a:lnTo>
                    <a:pt x="5955" y="6207"/>
                  </a:lnTo>
                  <a:cubicBezTo>
                    <a:pt x="6132" y="6384"/>
                    <a:pt x="6294" y="6577"/>
                    <a:pt x="6462" y="6577"/>
                  </a:cubicBezTo>
                  <a:cubicBezTo>
                    <a:pt x="6533" y="6577"/>
                    <a:pt x="6605" y="6543"/>
                    <a:pt x="6680" y="6459"/>
                  </a:cubicBezTo>
                  <a:lnTo>
                    <a:pt x="7152" y="5986"/>
                  </a:lnTo>
                  <a:cubicBezTo>
                    <a:pt x="7213" y="5926"/>
                    <a:pt x="7285" y="5900"/>
                    <a:pt x="7358" y="5900"/>
                  </a:cubicBezTo>
                  <a:cubicBezTo>
                    <a:pt x="7626" y="5900"/>
                    <a:pt x="7904" y="6250"/>
                    <a:pt x="7656" y="6522"/>
                  </a:cubicBezTo>
                  <a:lnTo>
                    <a:pt x="7184" y="6995"/>
                  </a:lnTo>
                  <a:cubicBezTo>
                    <a:pt x="6963" y="7215"/>
                    <a:pt x="6743" y="7310"/>
                    <a:pt x="6459" y="7310"/>
                  </a:cubicBezTo>
                  <a:cubicBezTo>
                    <a:pt x="6176" y="7310"/>
                    <a:pt x="5924" y="7215"/>
                    <a:pt x="5766" y="6995"/>
                  </a:cubicBezTo>
                  <a:lnTo>
                    <a:pt x="4789" y="6018"/>
                  </a:lnTo>
                  <a:cubicBezTo>
                    <a:pt x="4380" y="5640"/>
                    <a:pt x="4380" y="4947"/>
                    <a:pt x="4789" y="4569"/>
                  </a:cubicBezTo>
                  <a:lnTo>
                    <a:pt x="5262" y="4096"/>
                  </a:lnTo>
                  <a:cubicBezTo>
                    <a:pt x="5335" y="4023"/>
                    <a:pt x="5417" y="3992"/>
                    <a:pt x="5495" y="3992"/>
                  </a:cubicBezTo>
                  <a:close/>
                  <a:moveTo>
                    <a:pt x="3510" y="5977"/>
                  </a:moveTo>
                  <a:cubicBezTo>
                    <a:pt x="3769" y="5977"/>
                    <a:pt x="3992" y="6312"/>
                    <a:pt x="3750" y="6553"/>
                  </a:cubicBezTo>
                  <a:lnTo>
                    <a:pt x="3277" y="7026"/>
                  </a:lnTo>
                  <a:cubicBezTo>
                    <a:pt x="3035" y="7268"/>
                    <a:pt x="3258" y="7603"/>
                    <a:pt x="3516" y="7603"/>
                  </a:cubicBezTo>
                  <a:cubicBezTo>
                    <a:pt x="3595" y="7603"/>
                    <a:pt x="3677" y="7572"/>
                    <a:pt x="3750" y="7499"/>
                  </a:cubicBezTo>
                  <a:cubicBezTo>
                    <a:pt x="3976" y="7273"/>
                    <a:pt x="4227" y="7178"/>
                    <a:pt x="4467" y="7178"/>
                  </a:cubicBezTo>
                  <a:cubicBezTo>
                    <a:pt x="5267" y="7178"/>
                    <a:pt x="5950" y="8221"/>
                    <a:pt x="5199" y="8948"/>
                  </a:cubicBezTo>
                  <a:lnTo>
                    <a:pt x="4726" y="9420"/>
                  </a:lnTo>
                  <a:cubicBezTo>
                    <a:pt x="4653" y="9494"/>
                    <a:pt x="4571" y="9524"/>
                    <a:pt x="4493" y="9524"/>
                  </a:cubicBezTo>
                  <a:cubicBezTo>
                    <a:pt x="4234" y="9524"/>
                    <a:pt x="4012" y="9190"/>
                    <a:pt x="4254" y="8948"/>
                  </a:cubicBezTo>
                  <a:lnTo>
                    <a:pt x="4726" y="8475"/>
                  </a:lnTo>
                  <a:cubicBezTo>
                    <a:pt x="4968" y="8233"/>
                    <a:pt x="4746" y="7899"/>
                    <a:pt x="4487" y="7899"/>
                  </a:cubicBezTo>
                  <a:cubicBezTo>
                    <a:pt x="4409" y="7899"/>
                    <a:pt x="4327" y="7929"/>
                    <a:pt x="4254" y="8003"/>
                  </a:cubicBezTo>
                  <a:cubicBezTo>
                    <a:pt x="4035" y="8222"/>
                    <a:pt x="3787" y="8314"/>
                    <a:pt x="3547" y="8314"/>
                  </a:cubicBezTo>
                  <a:cubicBezTo>
                    <a:pt x="2754" y="8314"/>
                    <a:pt x="2054" y="7304"/>
                    <a:pt x="2805" y="6553"/>
                  </a:cubicBezTo>
                  <a:lnTo>
                    <a:pt x="3277" y="6081"/>
                  </a:lnTo>
                  <a:cubicBezTo>
                    <a:pt x="3350" y="6008"/>
                    <a:pt x="3432" y="5977"/>
                    <a:pt x="3510" y="5977"/>
                  </a:cubicBezTo>
                  <a:close/>
                  <a:moveTo>
                    <a:pt x="11390" y="0"/>
                  </a:moveTo>
                  <a:cubicBezTo>
                    <a:pt x="11303" y="0"/>
                    <a:pt x="11216" y="32"/>
                    <a:pt x="11153" y="95"/>
                  </a:cubicBezTo>
                  <a:lnTo>
                    <a:pt x="10208" y="1009"/>
                  </a:lnTo>
                  <a:cubicBezTo>
                    <a:pt x="9893" y="820"/>
                    <a:pt x="9547" y="757"/>
                    <a:pt x="9169" y="757"/>
                  </a:cubicBezTo>
                  <a:lnTo>
                    <a:pt x="6396" y="914"/>
                  </a:lnTo>
                  <a:cubicBezTo>
                    <a:pt x="5798" y="946"/>
                    <a:pt x="5230" y="1166"/>
                    <a:pt x="4821" y="1607"/>
                  </a:cubicBezTo>
                  <a:lnTo>
                    <a:pt x="410" y="6018"/>
                  </a:lnTo>
                  <a:cubicBezTo>
                    <a:pt x="1" y="6427"/>
                    <a:pt x="1" y="7089"/>
                    <a:pt x="410" y="7467"/>
                  </a:cubicBezTo>
                  <a:lnTo>
                    <a:pt x="4254" y="11342"/>
                  </a:lnTo>
                  <a:cubicBezTo>
                    <a:pt x="4459" y="11531"/>
                    <a:pt x="4726" y="11626"/>
                    <a:pt x="4990" y="11626"/>
                  </a:cubicBezTo>
                  <a:cubicBezTo>
                    <a:pt x="5254" y="11626"/>
                    <a:pt x="5514" y="11531"/>
                    <a:pt x="5703" y="11342"/>
                  </a:cubicBezTo>
                  <a:cubicBezTo>
                    <a:pt x="9704" y="7373"/>
                    <a:pt x="8854" y="8192"/>
                    <a:pt x="9956" y="7058"/>
                  </a:cubicBezTo>
                  <a:cubicBezTo>
                    <a:pt x="10492" y="6616"/>
                    <a:pt x="10807" y="5986"/>
                    <a:pt x="10838" y="5325"/>
                  </a:cubicBezTo>
                  <a:lnTo>
                    <a:pt x="10996" y="2521"/>
                  </a:lnTo>
                  <a:cubicBezTo>
                    <a:pt x="10996" y="2174"/>
                    <a:pt x="10901" y="1765"/>
                    <a:pt x="10712" y="1481"/>
                  </a:cubicBezTo>
                  <a:lnTo>
                    <a:pt x="11689" y="568"/>
                  </a:lnTo>
                  <a:cubicBezTo>
                    <a:pt x="11784" y="442"/>
                    <a:pt x="11784" y="190"/>
                    <a:pt x="11626" y="95"/>
                  </a:cubicBezTo>
                  <a:cubicBezTo>
                    <a:pt x="11563" y="32"/>
                    <a:pt x="11476" y="0"/>
                    <a:pt x="1139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9" name="Google Shape;1609;p45"/>
          <p:cNvSpPr/>
          <p:nvPr/>
        </p:nvSpPr>
        <p:spPr>
          <a:xfrm rot="5400000">
            <a:off x="4249163" y="2696126"/>
            <a:ext cx="645675" cy="96075"/>
          </a:xfrm>
          <a:custGeom>
            <a:avLst/>
            <a:gdLst/>
            <a:ahLst/>
            <a:cxnLst/>
            <a:rect l="l" t="t" r="r" b="b"/>
            <a:pathLst>
              <a:path w="25827" h="3843" extrusionOk="0">
                <a:moveTo>
                  <a:pt x="1922" y="0"/>
                </a:moveTo>
                <a:cubicBezTo>
                  <a:pt x="876" y="0"/>
                  <a:pt x="0" y="848"/>
                  <a:pt x="0" y="1922"/>
                </a:cubicBezTo>
                <a:cubicBezTo>
                  <a:pt x="0" y="2967"/>
                  <a:pt x="876" y="3843"/>
                  <a:pt x="1922" y="3843"/>
                </a:cubicBezTo>
                <a:lnTo>
                  <a:pt x="23905" y="3843"/>
                </a:lnTo>
                <a:cubicBezTo>
                  <a:pt x="24951" y="3843"/>
                  <a:pt x="25827" y="2967"/>
                  <a:pt x="25827" y="1922"/>
                </a:cubicBezTo>
                <a:cubicBezTo>
                  <a:pt x="25827" y="848"/>
                  <a:pt x="24951" y="0"/>
                  <a:pt x="2390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10" name="Google Shape;1610;p45"/>
          <p:cNvGrpSpPr/>
          <p:nvPr/>
        </p:nvGrpSpPr>
        <p:grpSpPr>
          <a:xfrm>
            <a:off x="4094022" y="1703322"/>
            <a:ext cx="955958" cy="2380813"/>
            <a:chOff x="4094022" y="1703322"/>
            <a:chExt cx="955958" cy="2380813"/>
          </a:xfrm>
        </p:grpSpPr>
        <p:grpSp>
          <p:nvGrpSpPr>
            <p:cNvPr id="1611" name="Google Shape;1611;p45"/>
            <p:cNvGrpSpPr/>
            <p:nvPr/>
          </p:nvGrpSpPr>
          <p:grpSpPr>
            <a:xfrm rot="5400000">
              <a:off x="4456510" y="1340835"/>
              <a:ext cx="230983" cy="955958"/>
              <a:chOff x="2439600" y="1817078"/>
              <a:chExt cx="371295" cy="1536662"/>
            </a:xfrm>
          </p:grpSpPr>
          <p:sp>
            <p:nvSpPr>
              <p:cNvPr id="1612" name="Google Shape;1612;p45"/>
              <p:cNvSpPr/>
              <p:nvPr/>
            </p:nvSpPr>
            <p:spPr>
              <a:xfrm>
                <a:off x="2439600" y="298235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45"/>
              <p:cNvSpPr/>
              <p:nvPr/>
            </p:nvSpPr>
            <p:spPr>
              <a:xfrm>
                <a:off x="2439600" y="239971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45"/>
              <p:cNvSpPr/>
              <p:nvPr/>
            </p:nvSpPr>
            <p:spPr>
              <a:xfrm>
                <a:off x="2439600" y="1817078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15" name="Google Shape;1615;p45"/>
            <p:cNvSpPr/>
            <p:nvPr/>
          </p:nvSpPr>
          <p:spPr>
            <a:xfrm rot="5400000">
              <a:off x="4249169" y="3713260"/>
              <a:ext cx="645675" cy="96075"/>
            </a:xfrm>
            <a:custGeom>
              <a:avLst/>
              <a:gdLst/>
              <a:ahLst/>
              <a:cxnLst/>
              <a:rect l="l" t="t" r="r" b="b"/>
              <a:pathLst>
                <a:path w="25827" h="3843" extrusionOk="0">
                  <a:moveTo>
                    <a:pt x="1922" y="0"/>
                  </a:moveTo>
                  <a:cubicBezTo>
                    <a:pt x="876" y="0"/>
                    <a:pt x="0" y="848"/>
                    <a:pt x="0" y="1922"/>
                  </a:cubicBezTo>
                  <a:cubicBezTo>
                    <a:pt x="0" y="2967"/>
                    <a:pt x="876" y="3843"/>
                    <a:pt x="1922" y="3843"/>
                  </a:cubicBezTo>
                  <a:lnTo>
                    <a:pt x="23905" y="3843"/>
                  </a:lnTo>
                  <a:cubicBezTo>
                    <a:pt x="24951" y="3843"/>
                    <a:pt x="25827" y="2967"/>
                    <a:pt x="25827" y="1922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46"/>
          <p:cNvSpPr txBox="1">
            <a:spLocks noGrp="1"/>
          </p:cNvSpPr>
          <p:nvPr>
            <p:ph type="title" idx="9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COMPETITORS</a:t>
            </a:r>
            <a:endParaRPr/>
          </a:p>
        </p:txBody>
      </p:sp>
      <p:sp>
        <p:nvSpPr>
          <p:cNvPr id="1621" name="Google Shape;1621;p46"/>
          <p:cNvSpPr/>
          <p:nvPr/>
        </p:nvSpPr>
        <p:spPr>
          <a:xfrm>
            <a:off x="1620499" y="1684315"/>
            <a:ext cx="807300" cy="80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2" name="Google Shape;1622;p46"/>
          <p:cNvSpPr/>
          <p:nvPr/>
        </p:nvSpPr>
        <p:spPr>
          <a:xfrm>
            <a:off x="4168350" y="1684315"/>
            <a:ext cx="807300" cy="80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46"/>
          <p:cNvSpPr/>
          <p:nvPr/>
        </p:nvSpPr>
        <p:spPr>
          <a:xfrm>
            <a:off x="6716201" y="1684315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4" name="Google Shape;1624;p46"/>
          <p:cNvSpPr txBox="1">
            <a:spLocks noGrp="1"/>
          </p:cNvSpPr>
          <p:nvPr>
            <p:ph type="subTitle" idx="1"/>
          </p:nvPr>
        </p:nvSpPr>
        <p:spPr>
          <a:xfrm>
            <a:off x="1066699" y="2653539"/>
            <a:ext cx="1914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625" name="Google Shape;1625;p46"/>
          <p:cNvSpPr txBox="1">
            <a:spLocks noGrp="1"/>
          </p:cNvSpPr>
          <p:nvPr>
            <p:ph type="subTitle" idx="4"/>
          </p:nvPr>
        </p:nvSpPr>
        <p:spPr>
          <a:xfrm>
            <a:off x="3614550" y="2653539"/>
            <a:ext cx="1914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626" name="Google Shape;1626;p46"/>
          <p:cNvSpPr txBox="1">
            <a:spLocks noGrp="1"/>
          </p:cNvSpPr>
          <p:nvPr>
            <p:ph type="subTitle" idx="2"/>
          </p:nvPr>
        </p:nvSpPr>
        <p:spPr>
          <a:xfrm>
            <a:off x="1066699" y="3024942"/>
            <a:ext cx="19149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very cold place</a:t>
            </a:r>
            <a:endParaRPr/>
          </a:p>
        </p:txBody>
      </p:sp>
      <p:sp>
        <p:nvSpPr>
          <p:cNvPr id="1627" name="Google Shape;1627;p46"/>
          <p:cNvSpPr txBox="1">
            <a:spLocks noGrp="1"/>
          </p:cNvSpPr>
          <p:nvPr>
            <p:ph type="subTitle" idx="7"/>
          </p:nvPr>
        </p:nvSpPr>
        <p:spPr>
          <a:xfrm>
            <a:off x="6162401" y="2653539"/>
            <a:ext cx="1914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628" name="Google Shape;1628;p46"/>
          <p:cNvSpPr txBox="1">
            <a:spLocks noGrp="1"/>
          </p:cNvSpPr>
          <p:nvPr>
            <p:ph type="title"/>
          </p:nvPr>
        </p:nvSpPr>
        <p:spPr>
          <a:xfrm>
            <a:off x="1581199" y="1824265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629" name="Google Shape;1629;p46"/>
          <p:cNvSpPr txBox="1">
            <a:spLocks noGrp="1"/>
          </p:cNvSpPr>
          <p:nvPr>
            <p:ph type="title" idx="3"/>
          </p:nvPr>
        </p:nvSpPr>
        <p:spPr>
          <a:xfrm>
            <a:off x="4129050" y="1824265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630" name="Google Shape;1630;p46"/>
          <p:cNvSpPr txBox="1">
            <a:spLocks noGrp="1"/>
          </p:cNvSpPr>
          <p:nvPr>
            <p:ph type="title" idx="6"/>
          </p:nvPr>
        </p:nvSpPr>
        <p:spPr>
          <a:xfrm>
            <a:off x="6676901" y="1824265"/>
            <a:ext cx="885900" cy="52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endParaRPr/>
          </a:p>
        </p:txBody>
      </p:sp>
      <p:sp>
        <p:nvSpPr>
          <p:cNvPr id="1631" name="Google Shape;1631;p46"/>
          <p:cNvSpPr txBox="1">
            <a:spLocks noGrp="1"/>
          </p:cNvSpPr>
          <p:nvPr>
            <p:ph type="subTitle" idx="5"/>
          </p:nvPr>
        </p:nvSpPr>
        <p:spPr>
          <a:xfrm>
            <a:off x="3614550" y="3024941"/>
            <a:ext cx="19149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a gas giant and the biggest in the Solar System</a:t>
            </a:r>
            <a:endParaRPr/>
          </a:p>
        </p:txBody>
      </p:sp>
      <p:sp>
        <p:nvSpPr>
          <p:cNvPr id="1632" name="Google Shape;1632;p46"/>
          <p:cNvSpPr txBox="1">
            <a:spLocks noGrp="1"/>
          </p:cNvSpPr>
          <p:nvPr>
            <p:ph type="subTitle" idx="8"/>
          </p:nvPr>
        </p:nvSpPr>
        <p:spPr>
          <a:xfrm>
            <a:off x="6162401" y="3024942"/>
            <a:ext cx="1914900" cy="88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the closest planet to the Sun and the smallest </a:t>
            </a:r>
            <a:endParaRPr/>
          </a:p>
        </p:txBody>
      </p:sp>
      <p:grpSp>
        <p:nvGrpSpPr>
          <p:cNvPr id="1633" name="Google Shape;1633;p46"/>
          <p:cNvGrpSpPr/>
          <p:nvPr/>
        </p:nvGrpSpPr>
        <p:grpSpPr>
          <a:xfrm rot="5400000">
            <a:off x="9126144" y="2107075"/>
            <a:ext cx="763950" cy="166200"/>
            <a:chOff x="778750" y="1794600"/>
            <a:chExt cx="763950" cy="166200"/>
          </a:xfrm>
        </p:grpSpPr>
        <p:sp>
          <p:nvSpPr>
            <p:cNvPr id="1634" name="Google Shape;1634;p46"/>
            <p:cNvSpPr/>
            <p:nvPr/>
          </p:nvSpPr>
          <p:spPr>
            <a:xfrm>
              <a:off x="1370475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17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5" name="Google Shape;1635;p46"/>
            <p:cNvSpPr/>
            <p:nvPr/>
          </p:nvSpPr>
          <p:spPr>
            <a:xfrm>
              <a:off x="1079350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46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6" name="Google Shape;1636;p46"/>
            <p:cNvSpPr/>
            <p:nvPr/>
          </p:nvSpPr>
          <p:spPr>
            <a:xfrm>
              <a:off x="778750" y="1794600"/>
              <a:ext cx="194100" cy="166200"/>
            </a:xfrm>
            <a:custGeom>
              <a:avLst/>
              <a:gdLst/>
              <a:ahLst/>
              <a:cxnLst/>
              <a:rect l="l" t="t" r="r" b="b"/>
              <a:pathLst>
                <a:path w="7764" h="6648" extrusionOk="0">
                  <a:moveTo>
                    <a:pt x="3327" y="752"/>
                  </a:moveTo>
                  <a:cubicBezTo>
                    <a:pt x="5633" y="752"/>
                    <a:pt x="6771" y="3525"/>
                    <a:pt x="5137" y="5159"/>
                  </a:cubicBezTo>
                  <a:cubicBezTo>
                    <a:pt x="4610" y="5686"/>
                    <a:pt x="3964" y="5922"/>
                    <a:pt x="3331" y="5922"/>
                  </a:cubicBezTo>
                  <a:cubicBezTo>
                    <a:pt x="2002" y="5922"/>
                    <a:pt x="730" y="4882"/>
                    <a:pt x="730" y="3320"/>
                  </a:cubicBezTo>
                  <a:cubicBezTo>
                    <a:pt x="730" y="1890"/>
                    <a:pt x="1897" y="752"/>
                    <a:pt x="3327" y="752"/>
                  </a:cubicBezTo>
                  <a:close/>
                  <a:moveTo>
                    <a:pt x="3332" y="1"/>
                  </a:moveTo>
                  <a:cubicBezTo>
                    <a:pt x="1628" y="1"/>
                    <a:pt x="0" y="1327"/>
                    <a:pt x="0" y="3320"/>
                  </a:cubicBezTo>
                  <a:cubicBezTo>
                    <a:pt x="0" y="5159"/>
                    <a:pt x="1489" y="6647"/>
                    <a:pt x="3327" y="6647"/>
                  </a:cubicBezTo>
                  <a:cubicBezTo>
                    <a:pt x="6275" y="6647"/>
                    <a:pt x="7763" y="3058"/>
                    <a:pt x="5662" y="985"/>
                  </a:cubicBezTo>
                  <a:cubicBezTo>
                    <a:pt x="4982" y="305"/>
                    <a:pt x="4148" y="1"/>
                    <a:pt x="3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47"/>
          <p:cNvSpPr txBox="1">
            <a:spLocks noGrp="1"/>
          </p:cNvSpPr>
          <p:nvPr>
            <p:ph type="subTitle" idx="1"/>
          </p:nvPr>
        </p:nvSpPr>
        <p:spPr>
          <a:xfrm>
            <a:off x="897600" y="2391312"/>
            <a:ext cx="2776800" cy="9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and the smallest one in the Solar System</a:t>
            </a:r>
            <a:endParaRPr/>
          </a:p>
        </p:txBody>
      </p:sp>
      <p:sp>
        <p:nvSpPr>
          <p:cNvPr id="1642" name="Google Shape;1642;p47"/>
          <p:cNvSpPr txBox="1">
            <a:spLocks noGrp="1"/>
          </p:cNvSpPr>
          <p:nvPr>
            <p:ph type="subTitle" idx="2"/>
          </p:nvPr>
        </p:nvSpPr>
        <p:spPr>
          <a:xfrm>
            <a:off x="5469600" y="2391313"/>
            <a:ext cx="2776800" cy="91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1643" name="Google Shape;1643;p47"/>
          <p:cNvSpPr txBox="1">
            <a:spLocks noGrp="1"/>
          </p:cNvSpPr>
          <p:nvPr>
            <p:ph type="title"/>
          </p:nvPr>
        </p:nvSpPr>
        <p:spPr>
          <a:xfrm>
            <a:off x="897600" y="1840500"/>
            <a:ext cx="2776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THEM</a:t>
            </a:r>
            <a:endParaRPr/>
          </a:p>
        </p:txBody>
      </p:sp>
      <p:sp>
        <p:nvSpPr>
          <p:cNvPr id="1644" name="Google Shape;1644;p47"/>
          <p:cNvSpPr txBox="1">
            <a:spLocks noGrp="1"/>
          </p:cNvSpPr>
          <p:nvPr>
            <p:ph type="title" idx="3"/>
          </p:nvPr>
        </p:nvSpPr>
        <p:spPr>
          <a:xfrm>
            <a:off x="5469600" y="1840500"/>
            <a:ext cx="27768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48"/>
          <p:cNvSpPr/>
          <p:nvPr/>
        </p:nvSpPr>
        <p:spPr>
          <a:xfrm flipH="1">
            <a:off x="3915450" y="412271"/>
            <a:ext cx="1313100" cy="131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0" name="Google Shape;1650;p48"/>
          <p:cNvSpPr txBox="1">
            <a:spLocks noGrp="1"/>
          </p:cNvSpPr>
          <p:nvPr>
            <p:ph type="title"/>
          </p:nvPr>
        </p:nvSpPr>
        <p:spPr>
          <a:xfrm>
            <a:off x="1949550" y="1933323"/>
            <a:ext cx="52449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ANALYSIS</a:t>
            </a:r>
            <a:endParaRPr/>
          </a:p>
        </p:txBody>
      </p:sp>
      <p:sp>
        <p:nvSpPr>
          <p:cNvPr id="1651" name="Google Shape;1651;p48"/>
          <p:cNvSpPr txBox="1">
            <a:spLocks noGrp="1"/>
          </p:cNvSpPr>
          <p:nvPr>
            <p:ph type="title" idx="2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52" name="Google Shape;1652;p48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653" name="Google Shape;1653;p48"/>
          <p:cNvGrpSpPr/>
          <p:nvPr/>
        </p:nvGrpSpPr>
        <p:grpSpPr>
          <a:xfrm>
            <a:off x="4190029" y="4565029"/>
            <a:ext cx="763950" cy="166200"/>
            <a:chOff x="778750" y="1794600"/>
            <a:chExt cx="763950" cy="166200"/>
          </a:xfrm>
        </p:grpSpPr>
        <p:sp>
          <p:nvSpPr>
            <p:cNvPr id="1654" name="Google Shape;1654;p48"/>
            <p:cNvSpPr/>
            <p:nvPr/>
          </p:nvSpPr>
          <p:spPr>
            <a:xfrm>
              <a:off x="1370475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17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8"/>
            <p:cNvSpPr/>
            <p:nvPr/>
          </p:nvSpPr>
          <p:spPr>
            <a:xfrm>
              <a:off x="1079350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46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8"/>
            <p:cNvSpPr/>
            <p:nvPr/>
          </p:nvSpPr>
          <p:spPr>
            <a:xfrm>
              <a:off x="778750" y="1794600"/>
              <a:ext cx="194100" cy="166200"/>
            </a:xfrm>
            <a:custGeom>
              <a:avLst/>
              <a:gdLst/>
              <a:ahLst/>
              <a:cxnLst/>
              <a:rect l="l" t="t" r="r" b="b"/>
              <a:pathLst>
                <a:path w="7764" h="6648" extrusionOk="0">
                  <a:moveTo>
                    <a:pt x="3327" y="752"/>
                  </a:moveTo>
                  <a:cubicBezTo>
                    <a:pt x="5633" y="752"/>
                    <a:pt x="6771" y="3525"/>
                    <a:pt x="5137" y="5159"/>
                  </a:cubicBezTo>
                  <a:cubicBezTo>
                    <a:pt x="4610" y="5686"/>
                    <a:pt x="3964" y="5922"/>
                    <a:pt x="3331" y="5922"/>
                  </a:cubicBezTo>
                  <a:cubicBezTo>
                    <a:pt x="2002" y="5922"/>
                    <a:pt x="730" y="4882"/>
                    <a:pt x="730" y="3320"/>
                  </a:cubicBezTo>
                  <a:cubicBezTo>
                    <a:pt x="730" y="1890"/>
                    <a:pt x="1897" y="752"/>
                    <a:pt x="3327" y="752"/>
                  </a:cubicBezTo>
                  <a:close/>
                  <a:moveTo>
                    <a:pt x="3332" y="1"/>
                  </a:moveTo>
                  <a:cubicBezTo>
                    <a:pt x="1628" y="1"/>
                    <a:pt x="0" y="1327"/>
                    <a:pt x="0" y="3320"/>
                  </a:cubicBezTo>
                  <a:cubicBezTo>
                    <a:pt x="0" y="5159"/>
                    <a:pt x="1489" y="6647"/>
                    <a:pt x="3327" y="6647"/>
                  </a:cubicBezTo>
                  <a:cubicBezTo>
                    <a:pt x="6275" y="6647"/>
                    <a:pt x="7763" y="3058"/>
                    <a:pt x="5662" y="985"/>
                  </a:cubicBezTo>
                  <a:cubicBezTo>
                    <a:pt x="4982" y="305"/>
                    <a:pt x="4148" y="1"/>
                    <a:pt x="33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p4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513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TARGET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62" name="Google Shape;1662;p49"/>
          <p:cNvSpPr txBox="1">
            <a:spLocks noGrp="1"/>
          </p:cNvSpPr>
          <p:nvPr>
            <p:ph type="subTitle" idx="4294967295"/>
          </p:nvPr>
        </p:nvSpPr>
        <p:spPr>
          <a:xfrm>
            <a:off x="719743" y="3249623"/>
            <a:ext cx="14772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QUIET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63" name="Google Shape;1663;p49"/>
          <p:cNvSpPr txBox="1">
            <a:spLocks noGrp="1"/>
          </p:cNvSpPr>
          <p:nvPr>
            <p:ph type="subTitle" idx="4294967295"/>
          </p:nvPr>
        </p:nvSpPr>
        <p:spPr>
          <a:xfrm>
            <a:off x="719743" y="3624849"/>
            <a:ext cx="14772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</a:t>
            </a:r>
            <a:r>
              <a:rPr lang="en" sz="1600"/>
              <a:t>s </a:t>
            </a:r>
            <a:r>
              <a:rPr lang="en"/>
              <a:t>a small planet</a:t>
            </a:r>
            <a:endParaRPr sz="1600"/>
          </a:p>
        </p:txBody>
      </p:sp>
      <p:sp>
        <p:nvSpPr>
          <p:cNvPr id="1664" name="Google Shape;1664;p49"/>
          <p:cNvSpPr/>
          <p:nvPr/>
        </p:nvSpPr>
        <p:spPr>
          <a:xfrm>
            <a:off x="719743" y="2777972"/>
            <a:ext cx="14772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20%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65" name="Google Shape;1665;p49"/>
          <p:cNvSpPr txBox="1">
            <a:spLocks noGrp="1"/>
          </p:cNvSpPr>
          <p:nvPr>
            <p:ph type="subTitle" idx="4294967295"/>
          </p:nvPr>
        </p:nvSpPr>
        <p:spPr>
          <a:xfrm>
            <a:off x="3940149" y="3249623"/>
            <a:ext cx="14772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SOCIAL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66" name="Google Shape;1666;p49"/>
          <p:cNvSpPr txBox="1">
            <a:spLocks noGrp="1"/>
          </p:cNvSpPr>
          <p:nvPr>
            <p:ph type="subTitle" idx="4294967295"/>
          </p:nvPr>
        </p:nvSpPr>
        <p:spPr>
          <a:xfrm>
            <a:off x="3940149" y="3624849"/>
            <a:ext cx="14772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good name</a:t>
            </a:r>
            <a:endParaRPr sz="1600"/>
          </a:p>
        </p:txBody>
      </p:sp>
      <p:sp>
        <p:nvSpPr>
          <p:cNvPr id="1667" name="Google Shape;1667;p49"/>
          <p:cNvSpPr/>
          <p:nvPr/>
        </p:nvSpPr>
        <p:spPr>
          <a:xfrm>
            <a:off x="3940149" y="2777972"/>
            <a:ext cx="14772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50%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cxnSp>
        <p:nvCxnSpPr>
          <p:cNvPr id="1668" name="Google Shape;1668;p49"/>
          <p:cNvCxnSpPr/>
          <p:nvPr/>
        </p:nvCxnSpPr>
        <p:spPr>
          <a:xfrm>
            <a:off x="5624200" y="1454884"/>
            <a:ext cx="0" cy="2638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9" name="Google Shape;1669;p49"/>
          <p:cNvSpPr txBox="1">
            <a:spLocks noGrp="1"/>
          </p:cNvSpPr>
          <p:nvPr>
            <p:ph type="subTitle" idx="4294967295"/>
          </p:nvPr>
        </p:nvSpPr>
        <p:spPr>
          <a:xfrm>
            <a:off x="6040748" y="1358950"/>
            <a:ext cx="23835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PREFERENCES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70" name="Google Shape;1670;p49"/>
          <p:cNvSpPr txBox="1">
            <a:spLocks noGrp="1"/>
          </p:cNvSpPr>
          <p:nvPr>
            <p:ph type="subTitle" idx="4294967295"/>
          </p:nvPr>
        </p:nvSpPr>
        <p:spPr>
          <a:xfrm>
            <a:off x="6040757" y="1710508"/>
            <a:ext cx="23835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and the smallest</a:t>
            </a:r>
            <a:endParaRPr sz="1600"/>
          </a:p>
        </p:txBody>
      </p:sp>
      <p:sp>
        <p:nvSpPr>
          <p:cNvPr id="1671" name="Google Shape;1671;p49"/>
          <p:cNvSpPr/>
          <p:nvPr/>
        </p:nvSpPr>
        <p:spPr>
          <a:xfrm flipH="1">
            <a:off x="6040758" y="2448600"/>
            <a:ext cx="508200" cy="50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2" name="Google Shape;1672;p49"/>
          <p:cNvSpPr/>
          <p:nvPr/>
        </p:nvSpPr>
        <p:spPr>
          <a:xfrm flipH="1">
            <a:off x="6040758" y="3014719"/>
            <a:ext cx="508200" cy="50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3" name="Google Shape;1673;p49"/>
          <p:cNvSpPr/>
          <p:nvPr/>
        </p:nvSpPr>
        <p:spPr>
          <a:xfrm flipH="1">
            <a:off x="6040758" y="3580837"/>
            <a:ext cx="508200" cy="50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49"/>
          <p:cNvSpPr txBox="1"/>
          <p:nvPr/>
        </p:nvSpPr>
        <p:spPr>
          <a:xfrm>
            <a:off x="7616950" y="2558100"/>
            <a:ext cx="807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10%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75" name="Google Shape;1675;p49"/>
          <p:cNvSpPr txBox="1"/>
          <p:nvPr/>
        </p:nvSpPr>
        <p:spPr>
          <a:xfrm>
            <a:off x="7616950" y="3124219"/>
            <a:ext cx="807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30%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76" name="Google Shape;1676;p49"/>
          <p:cNvSpPr txBox="1"/>
          <p:nvPr/>
        </p:nvSpPr>
        <p:spPr>
          <a:xfrm>
            <a:off x="7616950" y="3690337"/>
            <a:ext cx="8073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60%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77" name="Google Shape;1677;p49"/>
          <p:cNvSpPr txBox="1">
            <a:spLocks noGrp="1"/>
          </p:cNvSpPr>
          <p:nvPr>
            <p:ph type="subTitle" idx="4294967295"/>
          </p:nvPr>
        </p:nvSpPr>
        <p:spPr>
          <a:xfrm>
            <a:off x="719750" y="1358950"/>
            <a:ext cx="4697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PERSONALITY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78" name="Google Shape;1678;p49"/>
          <p:cNvSpPr/>
          <p:nvPr/>
        </p:nvSpPr>
        <p:spPr>
          <a:xfrm>
            <a:off x="1054693" y="1845955"/>
            <a:ext cx="807300" cy="80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49"/>
          <p:cNvSpPr/>
          <p:nvPr/>
        </p:nvSpPr>
        <p:spPr>
          <a:xfrm>
            <a:off x="4275099" y="1845955"/>
            <a:ext cx="807300" cy="80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49"/>
          <p:cNvSpPr txBox="1">
            <a:spLocks noGrp="1"/>
          </p:cNvSpPr>
          <p:nvPr>
            <p:ph type="subTitle" idx="4294967295"/>
          </p:nvPr>
        </p:nvSpPr>
        <p:spPr>
          <a:xfrm>
            <a:off x="2329946" y="3249623"/>
            <a:ext cx="14772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LOGICAL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81" name="Google Shape;1681;p49"/>
          <p:cNvSpPr txBox="1">
            <a:spLocks noGrp="1"/>
          </p:cNvSpPr>
          <p:nvPr>
            <p:ph type="subTitle" idx="4294967295"/>
          </p:nvPr>
        </p:nvSpPr>
        <p:spPr>
          <a:xfrm>
            <a:off x="2329946" y="3624849"/>
            <a:ext cx="14772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</a:t>
            </a:r>
            <a:endParaRPr sz="1600"/>
          </a:p>
        </p:txBody>
      </p:sp>
      <p:sp>
        <p:nvSpPr>
          <p:cNvPr id="1682" name="Google Shape;1682;p49"/>
          <p:cNvSpPr/>
          <p:nvPr/>
        </p:nvSpPr>
        <p:spPr>
          <a:xfrm>
            <a:off x="2329946" y="2777972"/>
            <a:ext cx="1477200" cy="4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30%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683" name="Google Shape;1683;p49"/>
          <p:cNvSpPr/>
          <p:nvPr/>
        </p:nvSpPr>
        <p:spPr>
          <a:xfrm>
            <a:off x="2664896" y="1845955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4" name="Google Shape;1684;p49"/>
          <p:cNvGrpSpPr/>
          <p:nvPr/>
        </p:nvGrpSpPr>
        <p:grpSpPr>
          <a:xfrm>
            <a:off x="4454886" y="2027528"/>
            <a:ext cx="447727" cy="444155"/>
            <a:chOff x="1672375" y="3982600"/>
            <a:chExt cx="297750" cy="295375"/>
          </a:xfrm>
        </p:grpSpPr>
        <p:sp>
          <p:nvSpPr>
            <p:cNvPr id="1685" name="Google Shape;1685;p49"/>
            <p:cNvSpPr/>
            <p:nvPr/>
          </p:nvSpPr>
          <p:spPr>
            <a:xfrm>
              <a:off x="1796825" y="39826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8" y="1"/>
                  </a:moveTo>
                  <a:cubicBezTo>
                    <a:pt x="441" y="1"/>
                    <a:pt x="0" y="442"/>
                    <a:pt x="0" y="1009"/>
                  </a:cubicBezTo>
                  <a:cubicBezTo>
                    <a:pt x="0" y="1576"/>
                    <a:pt x="441" y="2048"/>
                    <a:pt x="1008" y="2048"/>
                  </a:cubicBezTo>
                  <a:cubicBezTo>
                    <a:pt x="1576" y="2048"/>
                    <a:pt x="2048" y="1576"/>
                    <a:pt x="2048" y="1009"/>
                  </a:cubicBezTo>
                  <a:cubicBezTo>
                    <a:pt x="2048" y="442"/>
                    <a:pt x="1576" y="1"/>
                    <a:pt x="1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49"/>
            <p:cNvSpPr/>
            <p:nvPr/>
          </p:nvSpPr>
          <p:spPr>
            <a:xfrm>
              <a:off x="1672375" y="4092075"/>
              <a:ext cx="297750" cy="185900"/>
            </a:xfrm>
            <a:custGeom>
              <a:avLst/>
              <a:gdLst/>
              <a:ahLst/>
              <a:cxnLst/>
              <a:rect l="l" t="t" r="r" b="b"/>
              <a:pathLst>
                <a:path w="11910" h="7436" extrusionOk="0">
                  <a:moveTo>
                    <a:pt x="3498" y="1"/>
                  </a:moveTo>
                  <a:cubicBezTo>
                    <a:pt x="2174" y="316"/>
                    <a:pt x="1418" y="820"/>
                    <a:pt x="1418" y="1482"/>
                  </a:cubicBezTo>
                  <a:cubicBezTo>
                    <a:pt x="1418" y="2112"/>
                    <a:pt x="2080" y="2553"/>
                    <a:pt x="3088" y="2868"/>
                  </a:cubicBezTo>
                  <a:lnTo>
                    <a:pt x="1891" y="5357"/>
                  </a:lnTo>
                  <a:lnTo>
                    <a:pt x="1765" y="5357"/>
                  </a:lnTo>
                  <a:cubicBezTo>
                    <a:pt x="788" y="5357"/>
                    <a:pt x="1" y="5766"/>
                    <a:pt x="1" y="6365"/>
                  </a:cubicBezTo>
                  <a:cubicBezTo>
                    <a:pt x="1" y="6963"/>
                    <a:pt x="757" y="7404"/>
                    <a:pt x="1765" y="7404"/>
                  </a:cubicBezTo>
                  <a:cubicBezTo>
                    <a:pt x="2804" y="7404"/>
                    <a:pt x="3498" y="6963"/>
                    <a:pt x="3498" y="6365"/>
                  </a:cubicBezTo>
                  <a:cubicBezTo>
                    <a:pt x="3498" y="5987"/>
                    <a:pt x="3151" y="5609"/>
                    <a:pt x="2615" y="5451"/>
                  </a:cubicBezTo>
                  <a:lnTo>
                    <a:pt x="3781" y="3025"/>
                  </a:lnTo>
                  <a:cubicBezTo>
                    <a:pt x="4348" y="3151"/>
                    <a:pt x="4978" y="3183"/>
                    <a:pt x="5608" y="3214"/>
                  </a:cubicBezTo>
                  <a:lnTo>
                    <a:pt x="5608" y="5388"/>
                  </a:lnTo>
                  <a:cubicBezTo>
                    <a:pt x="4758" y="5451"/>
                    <a:pt x="4222" y="5892"/>
                    <a:pt x="4222" y="6396"/>
                  </a:cubicBezTo>
                  <a:cubicBezTo>
                    <a:pt x="4222" y="6995"/>
                    <a:pt x="4978" y="7436"/>
                    <a:pt x="5955" y="7436"/>
                  </a:cubicBezTo>
                  <a:cubicBezTo>
                    <a:pt x="6932" y="7436"/>
                    <a:pt x="7688" y="6995"/>
                    <a:pt x="7688" y="6396"/>
                  </a:cubicBezTo>
                  <a:cubicBezTo>
                    <a:pt x="7688" y="5892"/>
                    <a:pt x="7089" y="5451"/>
                    <a:pt x="6302" y="5388"/>
                  </a:cubicBezTo>
                  <a:lnTo>
                    <a:pt x="6302" y="3214"/>
                  </a:lnTo>
                  <a:cubicBezTo>
                    <a:pt x="6932" y="3214"/>
                    <a:pt x="7562" y="3151"/>
                    <a:pt x="8129" y="3025"/>
                  </a:cubicBezTo>
                  <a:lnTo>
                    <a:pt x="9295" y="5451"/>
                  </a:lnTo>
                  <a:cubicBezTo>
                    <a:pt x="8759" y="5609"/>
                    <a:pt x="8381" y="5987"/>
                    <a:pt x="8381" y="6365"/>
                  </a:cubicBezTo>
                  <a:cubicBezTo>
                    <a:pt x="8381" y="6963"/>
                    <a:pt x="9137" y="7404"/>
                    <a:pt x="10114" y="7404"/>
                  </a:cubicBezTo>
                  <a:cubicBezTo>
                    <a:pt x="11122" y="7404"/>
                    <a:pt x="11909" y="6963"/>
                    <a:pt x="11909" y="6365"/>
                  </a:cubicBezTo>
                  <a:cubicBezTo>
                    <a:pt x="11909" y="5766"/>
                    <a:pt x="11122" y="5357"/>
                    <a:pt x="10145" y="5357"/>
                  </a:cubicBezTo>
                  <a:lnTo>
                    <a:pt x="10019" y="5357"/>
                  </a:lnTo>
                  <a:lnTo>
                    <a:pt x="8822" y="2868"/>
                  </a:lnTo>
                  <a:cubicBezTo>
                    <a:pt x="9830" y="2584"/>
                    <a:pt x="10492" y="2112"/>
                    <a:pt x="10492" y="1482"/>
                  </a:cubicBezTo>
                  <a:cubicBezTo>
                    <a:pt x="10492" y="820"/>
                    <a:pt x="9736" y="316"/>
                    <a:pt x="8381" y="1"/>
                  </a:cubicBezTo>
                  <a:lnTo>
                    <a:pt x="8381" y="64"/>
                  </a:lnTo>
                  <a:lnTo>
                    <a:pt x="8381" y="1450"/>
                  </a:lnTo>
                  <a:cubicBezTo>
                    <a:pt x="8381" y="1639"/>
                    <a:pt x="8223" y="1797"/>
                    <a:pt x="8034" y="1797"/>
                  </a:cubicBezTo>
                  <a:lnTo>
                    <a:pt x="3876" y="1797"/>
                  </a:lnTo>
                  <a:cubicBezTo>
                    <a:pt x="3655" y="1797"/>
                    <a:pt x="3498" y="1639"/>
                    <a:pt x="3498" y="1450"/>
                  </a:cubicBezTo>
                  <a:lnTo>
                    <a:pt x="3498" y="64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49"/>
            <p:cNvSpPr/>
            <p:nvPr/>
          </p:nvSpPr>
          <p:spPr>
            <a:xfrm>
              <a:off x="1778700" y="4051125"/>
              <a:ext cx="86675" cy="69325"/>
            </a:xfrm>
            <a:custGeom>
              <a:avLst/>
              <a:gdLst/>
              <a:ahLst/>
              <a:cxnLst/>
              <a:rect l="l" t="t" r="r" b="b"/>
              <a:pathLst>
                <a:path w="3467" h="2773" extrusionOk="0">
                  <a:moveTo>
                    <a:pt x="1733" y="1"/>
                  </a:moveTo>
                  <a:cubicBezTo>
                    <a:pt x="788" y="1"/>
                    <a:pt x="1" y="757"/>
                    <a:pt x="1" y="1733"/>
                  </a:cubicBezTo>
                  <a:lnTo>
                    <a:pt x="1" y="2773"/>
                  </a:lnTo>
                  <a:lnTo>
                    <a:pt x="3466" y="2773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88" name="Google Shape;1688;p49"/>
          <p:cNvGrpSpPr/>
          <p:nvPr/>
        </p:nvGrpSpPr>
        <p:grpSpPr>
          <a:xfrm>
            <a:off x="1240400" y="2105683"/>
            <a:ext cx="435885" cy="287846"/>
            <a:chOff x="5358450" y="4015675"/>
            <a:chExt cx="289875" cy="191425"/>
          </a:xfrm>
        </p:grpSpPr>
        <p:sp>
          <p:nvSpPr>
            <p:cNvPr id="1689" name="Google Shape;1689;p49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1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49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49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49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3" name="Google Shape;1693;p49"/>
          <p:cNvGrpSpPr/>
          <p:nvPr/>
        </p:nvGrpSpPr>
        <p:grpSpPr>
          <a:xfrm>
            <a:off x="2842314" y="2027528"/>
            <a:ext cx="452463" cy="444155"/>
            <a:chOff x="5716825" y="3235950"/>
            <a:chExt cx="300900" cy="295375"/>
          </a:xfrm>
        </p:grpSpPr>
        <p:sp>
          <p:nvSpPr>
            <p:cNvPr id="1694" name="Google Shape;1694;p49"/>
            <p:cNvSpPr/>
            <p:nvPr/>
          </p:nvSpPr>
          <p:spPr>
            <a:xfrm>
              <a:off x="5716825" y="3309975"/>
              <a:ext cx="137075" cy="146525"/>
            </a:xfrm>
            <a:custGeom>
              <a:avLst/>
              <a:gdLst/>
              <a:ahLst/>
              <a:cxnLst/>
              <a:rect l="l" t="t" r="r" b="b"/>
              <a:pathLst>
                <a:path w="5483" h="5861" extrusionOk="0">
                  <a:moveTo>
                    <a:pt x="2584" y="1"/>
                  </a:moveTo>
                  <a:lnTo>
                    <a:pt x="410" y="2206"/>
                  </a:lnTo>
                  <a:cubicBezTo>
                    <a:pt x="1" y="2615"/>
                    <a:pt x="1" y="3277"/>
                    <a:pt x="410" y="3655"/>
                  </a:cubicBezTo>
                  <a:lnTo>
                    <a:pt x="2584" y="5860"/>
                  </a:lnTo>
                  <a:lnTo>
                    <a:pt x="3781" y="4632"/>
                  </a:lnTo>
                  <a:cubicBezTo>
                    <a:pt x="3844" y="4584"/>
                    <a:pt x="3939" y="4561"/>
                    <a:pt x="4029" y="4561"/>
                  </a:cubicBezTo>
                  <a:cubicBezTo>
                    <a:pt x="4120" y="4561"/>
                    <a:pt x="4206" y="4584"/>
                    <a:pt x="4254" y="4632"/>
                  </a:cubicBezTo>
                  <a:lnTo>
                    <a:pt x="4726" y="5104"/>
                  </a:lnTo>
                  <a:cubicBezTo>
                    <a:pt x="4789" y="5167"/>
                    <a:pt x="4884" y="5199"/>
                    <a:pt x="4974" y="5199"/>
                  </a:cubicBezTo>
                  <a:cubicBezTo>
                    <a:pt x="5065" y="5199"/>
                    <a:pt x="5152" y="5167"/>
                    <a:pt x="5199" y="5104"/>
                  </a:cubicBezTo>
                  <a:cubicBezTo>
                    <a:pt x="5325" y="5010"/>
                    <a:pt x="5325" y="4758"/>
                    <a:pt x="5199" y="4632"/>
                  </a:cubicBezTo>
                  <a:lnTo>
                    <a:pt x="4726" y="4159"/>
                  </a:lnTo>
                  <a:cubicBezTo>
                    <a:pt x="4632" y="4065"/>
                    <a:pt x="4632" y="3813"/>
                    <a:pt x="4726" y="3687"/>
                  </a:cubicBezTo>
                  <a:lnTo>
                    <a:pt x="5482" y="2962"/>
                  </a:lnTo>
                  <a:lnTo>
                    <a:pt x="5010" y="2489"/>
                  </a:lnTo>
                  <a:lnTo>
                    <a:pt x="4789" y="2710"/>
                  </a:lnTo>
                  <a:cubicBezTo>
                    <a:pt x="4584" y="2915"/>
                    <a:pt x="4317" y="3017"/>
                    <a:pt x="4049" y="3017"/>
                  </a:cubicBezTo>
                  <a:cubicBezTo>
                    <a:pt x="3781" y="3017"/>
                    <a:pt x="3513" y="2915"/>
                    <a:pt x="3309" y="2710"/>
                  </a:cubicBezTo>
                  <a:cubicBezTo>
                    <a:pt x="2930" y="2332"/>
                    <a:pt x="2930" y="1670"/>
                    <a:pt x="3309" y="1261"/>
                  </a:cubicBezTo>
                  <a:lnTo>
                    <a:pt x="3561" y="1040"/>
                  </a:lnTo>
                  <a:lnTo>
                    <a:pt x="258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49"/>
            <p:cNvSpPr/>
            <p:nvPr/>
          </p:nvSpPr>
          <p:spPr>
            <a:xfrm>
              <a:off x="5794025" y="3235950"/>
              <a:ext cx="145725" cy="133900"/>
            </a:xfrm>
            <a:custGeom>
              <a:avLst/>
              <a:gdLst/>
              <a:ahLst/>
              <a:cxnLst/>
              <a:rect l="l" t="t" r="r" b="b"/>
              <a:pathLst>
                <a:path w="5829" h="5356" extrusionOk="0">
                  <a:moveTo>
                    <a:pt x="2926" y="0"/>
                  </a:moveTo>
                  <a:cubicBezTo>
                    <a:pt x="2662" y="0"/>
                    <a:pt x="2394" y="95"/>
                    <a:pt x="2205" y="284"/>
                  </a:cubicBezTo>
                  <a:lnTo>
                    <a:pt x="0" y="2457"/>
                  </a:lnTo>
                  <a:lnTo>
                    <a:pt x="1229" y="3686"/>
                  </a:lnTo>
                  <a:cubicBezTo>
                    <a:pt x="1323" y="3781"/>
                    <a:pt x="1323" y="4033"/>
                    <a:pt x="1229" y="4127"/>
                  </a:cubicBezTo>
                  <a:lnTo>
                    <a:pt x="725" y="4600"/>
                  </a:lnTo>
                  <a:cubicBezTo>
                    <a:pt x="630" y="4726"/>
                    <a:pt x="630" y="4978"/>
                    <a:pt x="725" y="5072"/>
                  </a:cubicBezTo>
                  <a:cubicBezTo>
                    <a:pt x="788" y="5135"/>
                    <a:pt x="882" y="5167"/>
                    <a:pt x="977" y="5167"/>
                  </a:cubicBezTo>
                  <a:cubicBezTo>
                    <a:pt x="1071" y="5167"/>
                    <a:pt x="1166" y="5135"/>
                    <a:pt x="1229" y="5072"/>
                  </a:cubicBezTo>
                  <a:lnTo>
                    <a:pt x="1701" y="4600"/>
                  </a:lnTo>
                  <a:cubicBezTo>
                    <a:pt x="1749" y="4553"/>
                    <a:pt x="1835" y="4529"/>
                    <a:pt x="1926" y="4529"/>
                  </a:cubicBezTo>
                  <a:cubicBezTo>
                    <a:pt x="2016" y="4529"/>
                    <a:pt x="2111" y="4553"/>
                    <a:pt x="2174" y="4600"/>
                  </a:cubicBezTo>
                  <a:lnTo>
                    <a:pt x="2898" y="5356"/>
                  </a:lnTo>
                  <a:lnTo>
                    <a:pt x="3371" y="4883"/>
                  </a:lnTo>
                  <a:lnTo>
                    <a:pt x="3151" y="4663"/>
                  </a:lnTo>
                  <a:cubicBezTo>
                    <a:pt x="2741" y="4253"/>
                    <a:pt x="2741" y="3592"/>
                    <a:pt x="3151" y="3214"/>
                  </a:cubicBezTo>
                  <a:cubicBezTo>
                    <a:pt x="3340" y="3009"/>
                    <a:pt x="3607" y="2906"/>
                    <a:pt x="3875" y="2906"/>
                  </a:cubicBezTo>
                  <a:cubicBezTo>
                    <a:pt x="4143" y="2906"/>
                    <a:pt x="4411" y="3009"/>
                    <a:pt x="4600" y="3214"/>
                  </a:cubicBezTo>
                  <a:lnTo>
                    <a:pt x="4852" y="3434"/>
                  </a:lnTo>
                  <a:lnTo>
                    <a:pt x="5828" y="2457"/>
                  </a:lnTo>
                  <a:lnTo>
                    <a:pt x="3623" y="284"/>
                  </a:lnTo>
                  <a:cubicBezTo>
                    <a:pt x="3450" y="95"/>
                    <a:pt x="3190" y="0"/>
                    <a:pt x="29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49"/>
            <p:cNvSpPr/>
            <p:nvPr/>
          </p:nvSpPr>
          <p:spPr>
            <a:xfrm>
              <a:off x="5880650" y="3309975"/>
              <a:ext cx="137075" cy="145725"/>
            </a:xfrm>
            <a:custGeom>
              <a:avLst/>
              <a:gdLst/>
              <a:ahLst/>
              <a:cxnLst/>
              <a:rect l="l" t="t" r="r" b="b"/>
              <a:pathLst>
                <a:path w="5483" h="5829" extrusionOk="0">
                  <a:moveTo>
                    <a:pt x="2899" y="1"/>
                  </a:moveTo>
                  <a:lnTo>
                    <a:pt x="1702" y="1229"/>
                  </a:lnTo>
                  <a:cubicBezTo>
                    <a:pt x="1639" y="1292"/>
                    <a:pt x="1544" y="1324"/>
                    <a:pt x="1450" y="1324"/>
                  </a:cubicBezTo>
                  <a:cubicBezTo>
                    <a:pt x="1355" y="1324"/>
                    <a:pt x="1261" y="1292"/>
                    <a:pt x="1198" y="1229"/>
                  </a:cubicBezTo>
                  <a:lnTo>
                    <a:pt x="725" y="757"/>
                  </a:lnTo>
                  <a:cubicBezTo>
                    <a:pt x="678" y="694"/>
                    <a:pt x="591" y="662"/>
                    <a:pt x="501" y="662"/>
                  </a:cubicBezTo>
                  <a:cubicBezTo>
                    <a:pt x="410" y="662"/>
                    <a:pt x="316" y="694"/>
                    <a:pt x="253" y="757"/>
                  </a:cubicBezTo>
                  <a:cubicBezTo>
                    <a:pt x="158" y="883"/>
                    <a:pt x="158" y="1103"/>
                    <a:pt x="253" y="1229"/>
                  </a:cubicBezTo>
                  <a:lnTo>
                    <a:pt x="725" y="1702"/>
                  </a:lnTo>
                  <a:cubicBezTo>
                    <a:pt x="851" y="1828"/>
                    <a:pt x="851" y="2048"/>
                    <a:pt x="725" y="2174"/>
                  </a:cubicBezTo>
                  <a:lnTo>
                    <a:pt x="1" y="2899"/>
                  </a:lnTo>
                  <a:lnTo>
                    <a:pt x="473" y="3372"/>
                  </a:lnTo>
                  <a:lnTo>
                    <a:pt x="694" y="3151"/>
                  </a:lnTo>
                  <a:cubicBezTo>
                    <a:pt x="898" y="2946"/>
                    <a:pt x="1166" y="2844"/>
                    <a:pt x="1434" y="2844"/>
                  </a:cubicBezTo>
                  <a:cubicBezTo>
                    <a:pt x="1702" y="2844"/>
                    <a:pt x="1970" y="2946"/>
                    <a:pt x="2174" y="3151"/>
                  </a:cubicBezTo>
                  <a:cubicBezTo>
                    <a:pt x="2552" y="3529"/>
                    <a:pt x="2552" y="4222"/>
                    <a:pt x="2174" y="4600"/>
                  </a:cubicBezTo>
                  <a:lnTo>
                    <a:pt x="1922" y="4852"/>
                  </a:lnTo>
                  <a:lnTo>
                    <a:pt x="2899" y="5829"/>
                  </a:lnTo>
                  <a:lnTo>
                    <a:pt x="5073" y="3655"/>
                  </a:lnTo>
                  <a:cubicBezTo>
                    <a:pt x="5482" y="3277"/>
                    <a:pt x="5482" y="2615"/>
                    <a:pt x="5073" y="2206"/>
                  </a:cubicBezTo>
                  <a:lnTo>
                    <a:pt x="289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49"/>
            <p:cNvSpPr/>
            <p:nvPr/>
          </p:nvSpPr>
          <p:spPr>
            <a:xfrm>
              <a:off x="5794025" y="3396625"/>
              <a:ext cx="147300" cy="134700"/>
            </a:xfrm>
            <a:custGeom>
              <a:avLst/>
              <a:gdLst/>
              <a:ahLst/>
              <a:cxnLst/>
              <a:rect l="l" t="t" r="r" b="b"/>
              <a:pathLst>
                <a:path w="5892" h="5388" extrusionOk="0">
                  <a:moveTo>
                    <a:pt x="2993" y="0"/>
                  </a:moveTo>
                  <a:lnTo>
                    <a:pt x="2520" y="473"/>
                  </a:lnTo>
                  <a:lnTo>
                    <a:pt x="2741" y="725"/>
                  </a:lnTo>
                  <a:cubicBezTo>
                    <a:pt x="3151" y="1103"/>
                    <a:pt x="3151" y="1764"/>
                    <a:pt x="2741" y="2174"/>
                  </a:cubicBezTo>
                  <a:cubicBezTo>
                    <a:pt x="2505" y="2363"/>
                    <a:pt x="2221" y="2457"/>
                    <a:pt x="1949" y="2457"/>
                  </a:cubicBezTo>
                  <a:cubicBezTo>
                    <a:pt x="1678" y="2457"/>
                    <a:pt x="1418" y="2363"/>
                    <a:pt x="1229" y="2174"/>
                  </a:cubicBezTo>
                  <a:lnTo>
                    <a:pt x="977" y="1922"/>
                  </a:lnTo>
                  <a:lnTo>
                    <a:pt x="0" y="2930"/>
                  </a:lnTo>
                  <a:lnTo>
                    <a:pt x="2205" y="5072"/>
                  </a:lnTo>
                  <a:cubicBezTo>
                    <a:pt x="2394" y="5293"/>
                    <a:pt x="2678" y="5387"/>
                    <a:pt x="2930" y="5387"/>
                  </a:cubicBezTo>
                  <a:cubicBezTo>
                    <a:pt x="3214" y="5387"/>
                    <a:pt x="3497" y="5293"/>
                    <a:pt x="3686" y="5072"/>
                  </a:cubicBezTo>
                  <a:lnTo>
                    <a:pt x="5891" y="2930"/>
                  </a:lnTo>
                  <a:lnTo>
                    <a:pt x="4663" y="1701"/>
                  </a:lnTo>
                  <a:cubicBezTo>
                    <a:pt x="4568" y="1575"/>
                    <a:pt x="4568" y="1355"/>
                    <a:pt x="4663" y="1229"/>
                  </a:cubicBezTo>
                  <a:lnTo>
                    <a:pt x="5167" y="756"/>
                  </a:lnTo>
                  <a:cubicBezTo>
                    <a:pt x="5261" y="630"/>
                    <a:pt x="5261" y="410"/>
                    <a:pt x="5167" y="284"/>
                  </a:cubicBezTo>
                  <a:cubicBezTo>
                    <a:pt x="5104" y="221"/>
                    <a:pt x="5009" y="189"/>
                    <a:pt x="4915" y="189"/>
                  </a:cubicBezTo>
                  <a:cubicBezTo>
                    <a:pt x="4820" y="189"/>
                    <a:pt x="4726" y="221"/>
                    <a:pt x="4663" y="284"/>
                  </a:cubicBezTo>
                  <a:lnTo>
                    <a:pt x="4190" y="756"/>
                  </a:lnTo>
                  <a:cubicBezTo>
                    <a:pt x="4143" y="819"/>
                    <a:pt x="4056" y="851"/>
                    <a:pt x="3966" y="851"/>
                  </a:cubicBezTo>
                  <a:cubicBezTo>
                    <a:pt x="3875" y="851"/>
                    <a:pt x="3781" y="819"/>
                    <a:pt x="3718" y="756"/>
                  </a:cubicBezTo>
                  <a:lnTo>
                    <a:pt x="29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98" name="Google Shape;1698;p49"/>
          <p:cNvGrpSpPr/>
          <p:nvPr/>
        </p:nvGrpSpPr>
        <p:grpSpPr>
          <a:xfrm>
            <a:off x="6707944" y="2595600"/>
            <a:ext cx="771240" cy="214200"/>
            <a:chOff x="2963531" y="3249565"/>
            <a:chExt cx="771240" cy="214200"/>
          </a:xfrm>
        </p:grpSpPr>
        <p:sp>
          <p:nvSpPr>
            <p:cNvPr id="1699" name="Google Shape;1699;p49"/>
            <p:cNvSpPr/>
            <p:nvPr/>
          </p:nvSpPr>
          <p:spPr>
            <a:xfrm flipH="1">
              <a:off x="2963531" y="3249565"/>
              <a:ext cx="214200" cy="214200"/>
            </a:xfrm>
            <a:prstGeom prst="rect">
              <a:avLst/>
            </a:prstGeom>
            <a:solidFill>
              <a:schemeClr val="accent2"/>
            </a:solidFill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49"/>
            <p:cNvSpPr/>
            <p:nvPr/>
          </p:nvSpPr>
          <p:spPr>
            <a:xfrm flipH="1">
              <a:off x="3242051" y="3249565"/>
              <a:ext cx="214200" cy="214200"/>
            </a:xfrm>
            <a:prstGeom prst="rect">
              <a:avLst/>
            </a:pr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49"/>
            <p:cNvSpPr/>
            <p:nvPr/>
          </p:nvSpPr>
          <p:spPr>
            <a:xfrm flipH="1">
              <a:off x="3520571" y="3249565"/>
              <a:ext cx="214200" cy="214200"/>
            </a:xfrm>
            <a:prstGeom prst="rect">
              <a:avLst/>
            </a:prstGeom>
            <a:noFill/>
            <a:ln w="19050" cap="rnd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2" name="Google Shape;1702;p49"/>
          <p:cNvGrpSpPr/>
          <p:nvPr/>
        </p:nvGrpSpPr>
        <p:grpSpPr>
          <a:xfrm>
            <a:off x="6707944" y="3161719"/>
            <a:ext cx="771240" cy="214200"/>
            <a:chOff x="2963531" y="3249565"/>
            <a:chExt cx="771240" cy="214200"/>
          </a:xfrm>
        </p:grpSpPr>
        <p:sp>
          <p:nvSpPr>
            <p:cNvPr id="1703" name="Google Shape;1703;p49"/>
            <p:cNvSpPr/>
            <p:nvPr/>
          </p:nvSpPr>
          <p:spPr>
            <a:xfrm flipH="1">
              <a:off x="2963531" y="3249565"/>
              <a:ext cx="214200" cy="214200"/>
            </a:xfrm>
            <a:prstGeom prst="rect">
              <a:avLst/>
            </a:prstGeom>
            <a:solidFill>
              <a:schemeClr val="accent4"/>
            </a:solidFill>
            <a:ln w="1905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49"/>
            <p:cNvSpPr/>
            <p:nvPr/>
          </p:nvSpPr>
          <p:spPr>
            <a:xfrm flipH="1">
              <a:off x="3242051" y="3249565"/>
              <a:ext cx="214200" cy="214200"/>
            </a:xfrm>
            <a:prstGeom prst="rect">
              <a:avLst/>
            </a:prstGeom>
            <a:solidFill>
              <a:schemeClr val="accent4"/>
            </a:solidFill>
            <a:ln w="1905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49"/>
            <p:cNvSpPr/>
            <p:nvPr/>
          </p:nvSpPr>
          <p:spPr>
            <a:xfrm flipH="1">
              <a:off x="3520571" y="3249565"/>
              <a:ext cx="214200" cy="214200"/>
            </a:xfrm>
            <a:prstGeom prst="rect">
              <a:avLst/>
            </a:prstGeom>
            <a:noFill/>
            <a:ln w="1905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06" name="Google Shape;1706;p49"/>
          <p:cNvGrpSpPr/>
          <p:nvPr/>
        </p:nvGrpSpPr>
        <p:grpSpPr>
          <a:xfrm>
            <a:off x="6707944" y="3727837"/>
            <a:ext cx="771240" cy="214200"/>
            <a:chOff x="2963531" y="3249565"/>
            <a:chExt cx="771240" cy="214200"/>
          </a:xfrm>
        </p:grpSpPr>
        <p:sp>
          <p:nvSpPr>
            <p:cNvPr id="1707" name="Google Shape;1707;p49"/>
            <p:cNvSpPr/>
            <p:nvPr/>
          </p:nvSpPr>
          <p:spPr>
            <a:xfrm flipH="1">
              <a:off x="2963531" y="3249565"/>
              <a:ext cx="214200" cy="214200"/>
            </a:xfrm>
            <a:prstGeom prst="rect">
              <a:avLst/>
            </a:pr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49"/>
            <p:cNvSpPr/>
            <p:nvPr/>
          </p:nvSpPr>
          <p:spPr>
            <a:xfrm flipH="1">
              <a:off x="3242051" y="3249565"/>
              <a:ext cx="214200" cy="214200"/>
            </a:xfrm>
            <a:prstGeom prst="rect">
              <a:avLst/>
            </a:pr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49"/>
            <p:cNvSpPr/>
            <p:nvPr/>
          </p:nvSpPr>
          <p:spPr>
            <a:xfrm flipH="1">
              <a:off x="3520571" y="3249565"/>
              <a:ext cx="214200" cy="214200"/>
            </a:xfrm>
            <a:prstGeom prst="rect">
              <a:avLst/>
            </a:prstGeom>
            <a:solidFill>
              <a:schemeClr val="lt2"/>
            </a:solidFill>
            <a:ln w="19050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0" name="Google Shape;1710;p49"/>
          <p:cNvGrpSpPr/>
          <p:nvPr/>
        </p:nvGrpSpPr>
        <p:grpSpPr>
          <a:xfrm>
            <a:off x="6126122" y="3666201"/>
            <a:ext cx="337472" cy="337472"/>
            <a:chOff x="-20571700" y="4066875"/>
            <a:chExt cx="304825" cy="304825"/>
          </a:xfrm>
        </p:grpSpPr>
        <p:sp>
          <p:nvSpPr>
            <p:cNvPr id="1711" name="Google Shape;1711;p49"/>
            <p:cNvSpPr/>
            <p:nvPr/>
          </p:nvSpPr>
          <p:spPr>
            <a:xfrm>
              <a:off x="-20385825" y="4211025"/>
              <a:ext cx="118950" cy="160675"/>
            </a:xfrm>
            <a:custGeom>
              <a:avLst/>
              <a:gdLst/>
              <a:ahLst/>
              <a:cxnLst/>
              <a:rect l="l" t="t" r="r" b="b"/>
              <a:pathLst>
                <a:path w="4758" h="6427" extrusionOk="0">
                  <a:moveTo>
                    <a:pt x="757" y="0"/>
                  </a:moveTo>
                  <a:cubicBezTo>
                    <a:pt x="473" y="0"/>
                    <a:pt x="221" y="63"/>
                    <a:pt x="1" y="189"/>
                  </a:cubicBezTo>
                  <a:lnTo>
                    <a:pt x="2836" y="6427"/>
                  </a:lnTo>
                  <a:lnTo>
                    <a:pt x="4380" y="6427"/>
                  </a:lnTo>
                  <a:cubicBezTo>
                    <a:pt x="4474" y="6427"/>
                    <a:pt x="4600" y="6332"/>
                    <a:pt x="4695" y="6269"/>
                  </a:cubicBezTo>
                  <a:cubicBezTo>
                    <a:pt x="4758" y="6143"/>
                    <a:pt x="4758" y="6017"/>
                    <a:pt x="4695" y="5891"/>
                  </a:cubicBezTo>
                  <a:lnTo>
                    <a:pt x="2111" y="819"/>
                  </a:lnTo>
                  <a:cubicBezTo>
                    <a:pt x="1891" y="315"/>
                    <a:pt x="1387" y="0"/>
                    <a:pt x="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9"/>
            <p:cNvSpPr/>
            <p:nvPr/>
          </p:nvSpPr>
          <p:spPr>
            <a:xfrm>
              <a:off x="-20412600" y="4084875"/>
              <a:ext cx="109500" cy="89925"/>
            </a:xfrm>
            <a:custGeom>
              <a:avLst/>
              <a:gdLst/>
              <a:ahLst/>
              <a:cxnLst/>
              <a:rect l="l" t="t" r="r" b="b"/>
              <a:pathLst>
                <a:path w="4380" h="3597" extrusionOk="0">
                  <a:moveTo>
                    <a:pt x="2203" y="0"/>
                  </a:moveTo>
                  <a:cubicBezTo>
                    <a:pt x="2118" y="0"/>
                    <a:pt x="2029" y="10"/>
                    <a:pt x="1922" y="37"/>
                  </a:cubicBezTo>
                  <a:cubicBezTo>
                    <a:pt x="1261" y="194"/>
                    <a:pt x="788" y="824"/>
                    <a:pt x="788" y="1486"/>
                  </a:cubicBezTo>
                  <a:cubicBezTo>
                    <a:pt x="284" y="1707"/>
                    <a:pt x="0" y="2211"/>
                    <a:pt x="126" y="2715"/>
                  </a:cubicBezTo>
                  <a:cubicBezTo>
                    <a:pt x="252" y="3219"/>
                    <a:pt x="694" y="3597"/>
                    <a:pt x="1198" y="3597"/>
                  </a:cubicBezTo>
                  <a:lnTo>
                    <a:pt x="3308" y="3597"/>
                  </a:lnTo>
                  <a:cubicBezTo>
                    <a:pt x="3876" y="3597"/>
                    <a:pt x="4380" y="3124"/>
                    <a:pt x="4380" y="2526"/>
                  </a:cubicBezTo>
                  <a:cubicBezTo>
                    <a:pt x="4380" y="2179"/>
                    <a:pt x="4222" y="1801"/>
                    <a:pt x="3813" y="1580"/>
                  </a:cubicBezTo>
                  <a:cubicBezTo>
                    <a:pt x="3718" y="1549"/>
                    <a:pt x="3655" y="1423"/>
                    <a:pt x="3624" y="1297"/>
                  </a:cubicBezTo>
                  <a:cubicBezTo>
                    <a:pt x="3561" y="635"/>
                    <a:pt x="3119" y="194"/>
                    <a:pt x="2552" y="37"/>
                  </a:cubicBezTo>
                  <a:cubicBezTo>
                    <a:pt x="2425" y="19"/>
                    <a:pt x="2319" y="0"/>
                    <a:pt x="22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49"/>
            <p:cNvSpPr/>
            <p:nvPr/>
          </p:nvSpPr>
          <p:spPr>
            <a:xfrm>
              <a:off x="-20332275" y="4066875"/>
              <a:ext cx="64625" cy="80375"/>
            </a:xfrm>
            <a:custGeom>
              <a:avLst/>
              <a:gdLst/>
              <a:ahLst/>
              <a:cxnLst/>
              <a:rect l="l" t="t" r="r" b="b"/>
              <a:pathLst>
                <a:path w="2585" h="3215" extrusionOk="0">
                  <a:moveTo>
                    <a:pt x="820" y="1"/>
                  </a:moveTo>
                  <a:cubicBezTo>
                    <a:pt x="505" y="1"/>
                    <a:pt x="221" y="95"/>
                    <a:pt x="1" y="253"/>
                  </a:cubicBezTo>
                  <a:cubicBezTo>
                    <a:pt x="253" y="379"/>
                    <a:pt x="505" y="568"/>
                    <a:pt x="726" y="851"/>
                  </a:cubicBezTo>
                  <a:cubicBezTo>
                    <a:pt x="915" y="1103"/>
                    <a:pt x="1072" y="1418"/>
                    <a:pt x="1135" y="1733"/>
                  </a:cubicBezTo>
                  <a:cubicBezTo>
                    <a:pt x="1356" y="1891"/>
                    <a:pt x="1608" y="2174"/>
                    <a:pt x="1702" y="2490"/>
                  </a:cubicBezTo>
                  <a:cubicBezTo>
                    <a:pt x="1797" y="2679"/>
                    <a:pt x="1860" y="2962"/>
                    <a:pt x="1860" y="3214"/>
                  </a:cubicBezTo>
                  <a:cubicBezTo>
                    <a:pt x="2301" y="2899"/>
                    <a:pt x="2584" y="2363"/>
                    <a:pt x="2584" y="1796"/>
                  </a:cubicBezTo>
                  <a:cubicBezTo>
                    <a:pt x="2584" y="788"/>
                    <a:pt x="1797" y="1"/>
                    <a:pt x="8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49"/>
            <p:cNvSpPr/>
            <p:nvPr/>
          </p:nvSpPr>
          <p:spPr>
            <a:xfrm>
              <a:off x="-20553575" y="4103900"/>
              <a:ext cx="107925" cy="89025"/>
            </a:xfrm>
            <a:custGeom>
              <a:avLst/>
              <a:gdLst/>
              <a:ahLst/>
              <a:cxnLst/>
              <a:rect l="l" t="t" r="r" b="b"/>
              <a:pathLst>
                <a:path w="4317" h="3561" extrusionOk="0">
                  <a:moveTo>
                    <a:pt x="2174" y="0"/>
                  </a:moveTo>
                  <a:cubicBezTo>
                    <a:pt x="1386" y="0"/>
                    <a:pt x="756" y="630"/>
                    <a:pt x="756" y="1418"/>
                  </a:cubicBezTo>
                  <a:lnTo>
                    <a:pt x="756" y="1481"/>
                  </a:lnTo>
                  <a:cubicBezTo>
                    <a:pt x="284" y="1639"/>
                    <a:pt x="63" y="2048"/>
                    <a:pt x="63" y="2458"/>
                  </a:cubicBezTo>
                  <a:cubicBezTo>
                    <a:pt x="0" y="3088"/>
                    <a:pt x="473" y="3560"/>
                    <a:pt x="1071" y="3560"/>
                  </a:cubicBezTo>
                  <a:lnTo>
                    <a:pt x="3214" y="3560"/>
                  </a:lnTo>
                  <a:cubicBezTo>
                    <a:pt x="3686" y="3560"/>
                    <a:pt x="4159" y="3214"/>
                    <a:pt x="4253" y="2710"/>
                  </a:cubicBezTo>
                  <a:cubicBezTo>
                    <a:pt x="4253" y="2615"/>
                    <a:pt x="4316" y="2552"/>
                    <a:pt x="4316" y="2521"/>
                  </a:cubicBezTo>
                  <a:cubicBezTo>
                    <a:pt x="4316" y="2080"/>
                    <a:pt x="4033" y="1670"/>
                    <a:pt x="3592" y="1481"/>
                  </a:cubicBezTo>
                  <a:cubicBezTo>
                    <a:pt x="3592" y="1135"/>
                    <a:pt x="3529" y="819"/>
                    <a:pt x="3308" y="536"/>
                  </a:cubicBezTo>
                  <a:cubicBezTo>
                    <a:pt x="3056" y="189"/>
                    <a:pt x="2646" y="0"/>
                    <a:pt x="21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49"/>
            <p:cNvSpPr/>
            <p:nvPr/>
          </p:nvSpPr>
          <p:spPr>
            <a:xfrm>
              <a:off x="-20515000" y="4168475"/>
              <a:ext cx="119750" cy="91400"/>
            </a:xfrm>
            <a:custGeom>
              <a:avLst/>
              <a:gdLst/>
              <a:ahLst/>
              <a:cxnLst/>
              <a:rect l="l" t="t" r="r" b="b"/>
              <a:pathLst>
                <a:path w="4790" h="3656" extrusionOk="0">
                  <a:moveTo>
                    <a:pt x="3435" y="1"/>
                  </a:moveTo>
                  <a:cubicBezTo>
                    <a:pt x="3435" y="316"/>
                    <a:pt x="3372" y="599"/>
                    <a:pt x="3151" y="914"/>
                  </a:cubicBezTo>
                  <a:cubicBezTo>
                    <a:pt x="2773" y="1450"/>
                    <a:pt x="2206" y="1702"/>
                    <a:pt x="1671" y="1702"/>
                  </a:cubicBezTo>
                  <a:lnTo>
                    <a:pt x="473" y="1702"/>
                  </a:lnTo>
                  <a:lnTo>
                    <a:pt x="1" y="2710"/>
                  </a:lnTo>
                  <a:lnTo>
                    <a:pt x="946" y="3655"/>
                  </a:lnTo>
                  <a:lnTo>
                    <a:pt x="2143" y="2490"/>
                  </a:lnTo>
                  <a:cubicBezTo>
                    <a:pt x="2222" y="2411"/>
                    <a:pt x="2309" y="2371"/>
                    <a:pt x="2395" y="2371"/>
                  </a:cubicBezTo>
                  <a:cubicBezTo>
                    <a:pt x="2482" y="2371"/>
                    <a:pt x="2568" y="2411"/>
                    <a:pt x="2647" y="2490"/>
                  </a:cubicBezTo>
                  <a:lnTo>
                    <a:pt x="3844" y="3655"/>
                  </a:lnTo>
                  <a:lnTo>
                    <a:pt x="4790" y="2710"/>
                  </a:lnTo>
                  <a:lnTo>
                    <a:pt x="3718" y="410"/>
                  </a:lnTo>
                  <a:cubicBezTo>
                    <a:pt x="3624" y="253"/>
                    <a:pt x="3561" y="127"/>
                    <a:pt x="3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49"/>
            <p:cNvSpPr/>
            <p:nvPr/>
          </p:nvSpPr>
          <p:spPr>
            <a:xfrm>
              <a:off x="-20571700" y="4250400"/>
              <a:ext cx="233950" cy="120525"/>
            </a:xfrm>
            <a:custGeom>
              <a:avLst/>
              <a:gdLst/>
              <a:ahLst/>
              <a:cxnLst/>
              <a:rect l="l" t="t" r="r" b="b"/>
              <a:pathLst>
                <a:path w="9358" h="4821" extrusionOk="0">
                  <a:moveTo>
                    <a:pt x="4695" y="0"/>
                  </a:moveTo>
                  <a:lnTo>
                    <a:pt x="3497" y="1166"/>
                  </a:lnTo>
                  <a:cubicBezTo>
                    <a:pt x="3419" y="1245"/>
                    <a:pt x="3332" y="1284"/>
                    <a:pt x="3245" y="1284"/>
                  </a:cubicBezTo>
                  <a:cubicBezTo>
                    <a:pt x="3159" y="1284"/>
                    <a:pt x="3072" y="1245"/>
                    <a:pt x="2993" y="1166"/>
                  </a:cubicBezTo>
                  <a:lnTo>
                    <a:pt x="1954" y="158"/>
                  </a:lnTo>
                  <a:lnTo>
                    <a:pt x="32" y="4316"/>
                  </a:lnTo>
                  <a:cubicBezTo>
                    <a:pt x="0" y="4442"/>
                    <a:pt x="0" y="4568"/>
                    <a:pt x="63" y="4694"/>
                  </a:cubicBezTo>
                  <a:cubicBezTo>
                    <a:pt x="158" y="4789"/>
                    <a:pt x="252" y="4820"/>
                    <a:pt x="379" y="4820"/>
                  </a:cubicBezTo>
                  <a:lnTo>
                    <a:pt x="8979" y="4820"/>
                  </a:lnTo>
                  <a:cubicBezTo>
                    <a:pt x="9105" y="4820"/>
                    <a:pt x="9200" y="4757"/>
                    <a:pt x="9294" y="4694"/>
                  </a:cubicBezTo>
                  <a:cubicBezTo>
                    <a:pt x="9357" y="4568"/>
                    <a:pt x="9357" y="4442"/>
                    <a:pt x="9326" y="4316"/>
                  </a:cubicBezTo>
                  <a:lnTo>
                    <a:pt x="7341" y="158"/>
                  </a:lnTo>
                  <a:lnTo>
                    <a:pt x="6333" y="1166"/>
                  </a:lnTo>
                  <a:cubicBezTo>
                    <a:pt x="6270" y="1260"/>
                    <a:pt x="6175" y="1292"/>
                    <a:pt x="6112" y="1292"/>
                  </a:cubicBezTo>
                  <a:cubicBezTo>
                    <a:pt x="6018" y="1292"/>
                    <a:pt x="5892" y="1260"/>
                    <a:pt x="5860" y="1166"/>
                  </a:cubicBezTo>
                  <a:lnTo>
                    <a:pt x="469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7" name="Google Shape;1717;p49"/>
          <p:cNvGrpSpPr/>
          <p:nvPr/>
        </p:nvGrpSpPr>
        <p:grpSpPr>
          <a:xfrm>
            <a:off x="6126122" y="3100941"/>
            <a:ext cx="337472" cy="335756"/>
            <a:chOff x="-16419350" y="4058200"/>
            <a:chExt cx="304825" cy="303275"/>
          </a:xfrm>
        </p:grpSpPr>
        <p:sp>
          <p:nvSpPr>
            <p:cNvPr id="1718" name="Google Shape;1718;p49"/>
            <p:cNvSpPr/>
            <p:nvPr/>
          </p:nvSpPr>
          <p:spPr>
            <a:xfrm>
              <a:off x="-16347675" y="420235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cubicBezTo>
                    <a:pt x="568" y="694"/>
                    <a:pt x="725" y="536"/>
                    <a:pt x="725" y="347"/>
                  </a:cubicBez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9"/>
            <p:cNvSpPr/>
            <p:nvPr/>
          </p:nvSpPr>
          <p:spPr>
            <a:xfrm>
              <a:off x="-16400450" y="4166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4" y="1"/>
                  </a:moveTo>
                  <a:cubicBezTo>
                    <a:pt x="316" y="1"/>
                    <a:pt x="1" y="316"/>
                    <a:pt x="1" y="694"/>
                  </a:cubicBezTo>
                  <a:cubicBezTo>
                    <a:pt x="1" y="1103"/>
                    <a:pt x="316" y="1418"/>
                    <a:pt x="694" y="1418"/>
                  </a:cubicBezTo>
                  <a:cubicBezTo>
                    <a:pt x="1103" y="1418"/>
                    <a:pt x="1418" y="1103"/>
                    <a:pt x="1418" y="694"/>
                  </a:cubicBezTo>
                  <a:cubicBezTo>
                    <a:pt x="1418" y="316"/>
                    <a:pt x="1103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49"/>
            <p:cNvSpPr/>
            <p:nvPr/>
          </p:nvSpPr>
          <p:spPr>
            <a:xfrm>
              <a:off x="-16389425" y="4058200"/>
              <a:ext cx="220575" cy="106950"/>
            </a:xfrm>
            <a:custGeom>
              <a:avLst/>
              <a:gdLst/>
              <a:ahLst/>
              <a:cxnLst/>
              <a:rect l="l" t="t" r="r" b="b"/>
              <a:pathLst>
                <a:path w="8823" h="4278" extrusionOk="0">
                  <a:moveTo>
                    <a:pt x="6621" y="0"/>
                  </a:moveTo>
                  <a:cubicBezTo>
                    <a:pt x="6312" y="0"/>
                    <a:pt x="6008" y="97"/>
                    <a:pt x="5766" y="285"/>
                  </a:cubicBezTo>
                  <a:cubicBezTo>
                    <a:pt x="5703" y="348"/>
                    <a:pt x="5609" y="411"/>
                    <a:pt x="5546" y="474"/>
                  </a:cubicBezTo>
                  <a:cubicBezTo>
                    <a:pt x="5451" y="411"/>
                    <a:pt x="5388" y="316"/>
                    <a:pt x="5294" y="285"/>
                  </a:cubicBezTo>
                  <a:cubicBezTo>
                    <a:pt x="5057" y="111"/>
                    <a:pt x="4758" y="25"/>
                    <a:pt x="4459" y="25"/>
                  </a:cubicBezTo>
                  <a:cubicBezTo>
                    <a:pt x="4159" y="25"/>
                    <a:pt x="3860" y="111"/>
                    <a:pt x="3624" y="285"/>
                  </a:cubicBezTo>
                  <a:cubicBezTo>
                    <a:pt x="3529" y="348"/>
                    <a:pt x="3466" y="411"/>
                    <a:pt x="3372" y="474"/>
                  </a:cubicBezTo>
                  <a:cubicBezTo>
                    <a:pt x="3309" y="411"/>
                    <a:pt x="3214" y="316"/>
                    <a:pt x="3151" y="285"/>
                  </a:cubicBezTo>
                  <a:cubicBezTo>
                    <a:pt x="2915" y="101"/>
                    <a:pt x="2618" y="10"/>
                    <a:pt x="2316" y="10"/>
                  </a:cubicBezTo>
                  <a:cubicBezTo>
                    <a:pt x="1894" y="10"/>
                    <a:pt x="1460" y="188"/>
                    <a:pt x="1166" y="537"/>
                  </a:cubicBezTo>
                  <a:cubicBezTo>
                    <a:pt x="1103" y="631"/>
                    <a:pt x="1072" y="757"/>
                    <a:pt x="977" y="820"/>
                  </a:cubicBezTo>
                  <a:cubicBezTo>
                    <a:pt x="1" y="1356"/>
                    <a:pt x="1" y="2931"/>
                    <a:pt x="1103" y="3435"/>
                  </a:cubicBezTo>
                  <a:cubicBezTo>
                    <a:pt x="1166" y="3624"/>
                    <a:pt x="1356" y="3876"/>
                    <a:pt x="1513" y="3971"/>
                  </a:cubicBezTo>
                  <a:cubicBezTo>
                    <a:pt x="1781" y="4144"/>
                    <a:pt x="2088" y="4231"/>
                    <a:pt x="2387" y="4231"/>
                  </a:cubicBezTo>
                  <a:cubicBezTo>
                    <a:pt x="2687" y="4231"/>
                    <a:pt x="2978" y="4144"/>
                    <a:pt x="3214" y="3971"/>
                  </a:cubicBezTo>
                  <a:cubicBezTo>
                    <a:pt x="3277" y="3939"/>
                    <a:pt x="3356" y="3923"/>
                    <a:pt x="3435" y="3923"/>
                  </a:cubicBezTo>
                  <a:cubicBezTo>
                    <a:pt x="3514" y="3923"/>
                    <a:pt x="3592" y="3939"/>
                    <a:pt x="3655" y="3971"/>
                  </a:cubicBezTo>
                  <a:cubicBezTo>
                    <a:pt x="3907" y="4175"/>
                    <a:pt x="4215" y="4278"/>
                    <a:pt x="4518" y="4278"/>
                  </a:cubicBezTo>
                  <a:cubicBezTo>
                    <a:pt x="4821" y="4278"/>
                    <a:pt x="5120" y="4175"/>
                    <a:pt x="5357" y="3971"/>
                  </a:cubicBezTo>
                  <a:cubicBezTo>
                    <a:pt x="5404" y="3939"/>
                    <a:pt x="5483" y="3923"/>
                    <a:pt x="5561" y="3923"/>
                  </a:cubicBezTo>
                  <a:cubicBezTo>
                    <a:pt x="5640" y="3923"/>
                    <a:pt x="5719" y="3939"/>
                    <a:pt x="5766" y="3971"/>
                  </a:cubicBezTo>
                  <a:cubicBezTo>
                    <a:pt x="6018" y="4166"/>
                    <a:pt x="6312" y="4256"/>
                    <a:pt x="6604" y="4256"/>
                  </a:cubicBezTo>
                  <a:cubicBezTo>
                    <a:pt x="7114" y="4256"/>
                    <a:pt x="7616" y="3979"/>
                    <a:pt x="7877" y="3498"/>
                  </a:cubicBezTo>
                  <a:cubicBezTo>
                    <a:pt x="7909" y="3435"/>
                    <a:pt x="7940" y="3404"/>
                    <a:pt x="8035" y="3341"/>
                  </a:cubicBezTo>
                  <a:cubicBezTo>
                    <a:pt x="8507" y="3120"/>
                    <a:pt x="8822" y="2616"/>
                    <a:pt x="8728" y="1986"/>
                  </a:cubicBezTo>
                  <a:cubicBezTo>
                    <a:pt x="8696" y="1576"/>
                    <a:pt x="8507" y="1198"/>
                    <a:pt x="8129" y="946"/>
                  </a:cubicBezTo>
                  <a:cubicBezTo>
                    <a:pt x="8066" y="915"/>
                    <a:pt x="8035" y="883"/>
                    <a:pt x="7940" y="820"/>
                  </a:cubicBezTo>
                  <a:cubicBezTo>
                    <a:pt x="7909" y="694"/>
                    <a:pt x="7814" y="631"/>
                    <a:pt x="7751" y="537"/>
                  </a:cubicBezTo>
                  <a:cubicBezTo>
                    <a:pt x="7462" y="175"/>
                    <a:pt x="7038" y="0"/>
                    <a:pt x="66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49"/>
            <p:cNvSpPr/>
            <p:nvPr/>
          </p:nvSpPr>
          <p:spPr>
            <a:xfrm>
              <a:off x="-16298850" y="4178725"/>
              <a:ext cx="41000" cy="47275"/>
            </a:xfrm>
            <a:custGeom>
              <a:avLst/>
              <a:gdLst/>
              <a:ahLst/>
              <a:cxnLst/>
              <a:rect l="l" t="t" r="r" b="b"/>
              <a:pathLst>
                <a:path w="1640" h="1891" extrusionOk="0">
                  <a:moveTo>
                    <a:pt x="1" y="0"/>
                  </a:moveTo>
                  <a:cubicBezTo>
                    <a:pt x="158" y="252"/>
                    <a:pt x="221" y="630"/>
                    <a:pt x="221" y="945"/>
                  </a:cubicBezTo>
                  <a:cubicBezTo>
                    <a:pt x="221" y="1292"/>
                    <a:pt x="158" y="1607"/>
                    <a:pt x="1" y="1891"/>
                  </a:cubicBezTo>
                  <a:cubicBezTo>
                    <a:pt x="473" y="1733"/>
                    <a:pt x="946" y="1670"/>
                    <a:pt x="1419" y="1670"/>
                  </a:cubicBezTo>
                  <a:cubicBezTo>
                    <a:pt x="1576" y="1450"/>
                    <a:pt x="1639" y="1197"/>
                    <a:pt x="1639" y="945"/>
                  </a:cubicBezTo>
                  <a:cubicBezTo>
                    <a:pt x="1639" y="662"/>
                    <a:pt x="1576" y="378"/>
                    <a:pt x="1419" y="158"/>
                  </a:cubicBezTo>
                  <a:cubicBezTo>
                    <a:pt x="1272" y="187"/>
                    <a:pt x="1120" y="201"/>
                    <a:pt x="967" y="201"/>
                  </a:cubicBezTo>
                  <a:cubicBezTo>
                    <a:pt x="626" y="201"/>
                    <a:pt x="284" y="13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49"/>
            <p:cNvSpPr/>
            <p:nvPr/>
          </p:nvSpPr>
          <p:spPr>
            <a:xfrm>
              <a:off x="-16246075" y="4178725"/>
              <a:ext cx="41775" cy="55150"/>
            </a:xfrm>
            <a:custGeom>
              <a:avLst/>
              <a:gdLst/>
              <a:ahLst/>
              <a:cxnLst/>
              <a:rect l="l" t="t" r="r" b="b"/>
              <a:pathLst>
                <a:path w="1671" h="2206" extrusionOk="0">
                  <a:moveTo>
                    <a:pt x="1" y="0"/>
                  </a:moveTo>
                  <a:lnTo>
                    <a:pt x="1" y="0"/>
                  </a:lnTo>
                  <a:cubicBezTo>
                    <a:pt x="158" y="252"/>
                    <a:pt x="253" y="630"/>
                    <a:pt x="253" y="945"/>
                  </a:cubicBezTo>
                  <a:cubicBezTo>
                    <a:pt x="253" y="1197"/>
                    <a:pt x="190" y="1481"/>
                    <a:pt x="95" y="1765"/>
                  </a:cubicBezTo>
                  <a:cubicBezTo>
                    <a:pt x="505" y="1828"/>
                    <a:pt x="914" y="1954"/>
                    <a:pt x="1292" y="2206"/>
                  </a:cubicBezTo>
                  <a:cubicBezTo>
                    <a:pt x="1576" y="1891"/>
                    <a:pt x="1670" y="1355"/>
                    <a:pt x="1670" y="945"/>
                  </a:cubicBezTo>
                  <a:cubicBezTo>
                    <a:pt x="1670" y="662"/>
                    <a:pt x="1576" y="378"/>
                    <a:pt x="1418" y="158"/>
                  </a:cubicBezTo>
                  <a:cubicBezTo>
                    <a:pt x="1261" y="189"/>
                    <a:pt x="1103" y="221"/>
                    <a:pt x="946" y="221"/>
                  </a:cubicBezTo>
                  <a:cubicBezTo>
                    <a:pt x="631" y="221"/>
                    <a:pt x="316" y="158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49"/>
            <p:cNvSpPr/>
            <p:nvPr/>
          </p:nvSpPr>
          <p:spPr>
            <a:xfrm>
              <a:off x="-16419350" y="4122000"/>
              <a:ext cx="304050" cy="188725"/>
            </a:xfrm>
            <a:custGeom>
              <a:avLst/>
              <a:gdLst/>
              <a:ahLst/>
              <a:cxnLst/>
              <a:rect l="l" t="t" r="r" b="b"/>
              <a:pathLst>
                <a:path w="12162" h="7549" extrusionOk="0">
                  <a:moveTo>
                    <a:pt x="10712" y="1"/>
                  </a:moveTo>
                  <a:cubicBezTo>
                    <a:pt x="10586" y="600"/>
                    <a:pt x="10271" y="1135"/>
                    <a:pt x="9736" y="1450"/>
                  </a:cubicBezTo>
                  <a:cubicBezTo>
                    <a:pt x="9578" y="1734"/>
                    <a:pt x="9326" y="1986"/>
                    <a:pt x="9074" y="2143"/>
                  </a:cubicBezTo>
                  <a:cubicBezTo>
                    <a:pt x="9263" y="2458"/>
                    <a:pt x="9326" y="2805"/>
                    <a:pt x="9326" y="3183"/>
                  </a:cubicBezTo>
                  <a:cubicBezTo>
                    <a:pt x="9326" y="4065"/>
                    <a:pt x="9011" y="4821"/>
                    <a:pt x="8507" y="5168"/>
                  </a:cubicBezTo>
                  <a:cubicBezTo>
                    <a:pt x="8444" y="5199"/>
                    <a:pt x="8373" y="5215"/>
                    <a:pt x="8306" y="5215"/>
                  </a:cubicBezTo>
                  <a:cubicBezTo>
                    <a:pt x="8239" y="5215"/>
                    <a:pt x="8176" y="5199"/>
                    <a:pt x="8129" y="5168"/>
                  </a:cubicBezTo>
                  <a:cubicBezTo>
                    <a:pt x="7515" y="4805"/>
                    <a:pt x="6814" y="4624"/>
                    <a:pt x="6124" y="4624"/>
                  </a:cubicBezTo>
                  <a:cubicBezTo>
                    <a:pt x="5435" y="4624"/>
                    <a:pt x="4758" y="4805"/>
                    <a:pt x="4191" y="5168"/>
                  </a:cubicBezTo>
                  <a:cubicBezTo>
                    <a:pt x="4134" y="5213"/>
                    <a:pt x="4077" y="5230"/>
                    <a:pt x="4022" y="5230"/>
                  </a:cubicBezTo>
                  <a:cubicBezTo>
                    <a:pt x="3924" y="5230"/>
                    <a:pt x="3830" y="5177"/>
                    <a:pt x="3750" y="5136"/>
                  </a:cubicBezTo>
                  <a:cubicBezTo>
                    <a:pt x="3163" y="4757"/>
                    <a:pt x="2501" y="4557"/>
                    <a:pt x="1831" y="4557"/>
                  </a:cubicBezTo>
                  <a:cubicBezTo>
                    <a:pt x="1277" y="4557"/>
                    <a:pt x="717" y="4694"/>
                    <a:pt x="190" y="4979"/>
                  </a:cubicBezTo>
                  <a:cubicBezTo>
                    <a:pt x="95" y="5042"/>
                    <a:pt x="1" y="5168"/>
                    <a:pt x="1" y="5294"/>
                  </a:cubicBezTo>
                  <a:lnTo>
                    <a:pt x="1" y="7436"/>
                  </a:lnTo>
                  <a:cubicBezTo>
                    <a:pt x="316" y="7405"/>
                    <a:pt x="725" y="7247"/>
                    <a:pt x="977" y="7027"/>
                  </a:cubicBezTo>
                  <a:cubicBezTo>
                    <a:pt x="1240" y="6826"/>
                    <a:pt x="1533" y="6723"/>
                    <a:pt x="1823" y="6723"/>
                  </a:cubicBezTo>
                  <a:cubicBezTo>
                    <a:pt x="2124" y="6723"/>
                    <a:pt x="2422" y="6833"/>
                    <a:pt x="2679" y="7058"/>
                  </a:cubicBezTo>
                  <a:cubicBezTo>
                    <a:pt x="3072" y="7373"/>
                    <a:pt x="3529" y="7531"/>
                    <a:pt x="3986" y="7531"/>
                  </a:cubicBezTo>
                  <a:cubicBezTo>
                    <a:pt x="4443" y="7531"/>
                    <a:pt x="4900" y="7373"/>
                    <a:pt x="5293" y="7058"/>
                  </a:cubicBezTo>
                  <a:cubicBezTo>
                    <a:pt x="5545" y="6869"/>
                    <a:pt x="5837" y="6775"/>
                    <a:pt x="6128" y="6775"/>
                  </a:cubicBezTo>
                  <a:cubicBezTo>
                    <a:pt x="6420" y="6775"/>
                    <a:pt x="6711" y="6869"/>
                    <a:pt x="6963" y="7058"/>
                  </a:cubicBezTo>
                  <a:cubicBezTo>
                    <a:pt x="7474" y="7358"/>
                    <a:pt x="7985" y="7549"/>
                    <a:pt x="8524" y="7549"/>
                  </a:cubicBezTo>
                  <a:cubicBezTo>
                    <a:pt x="8948" y="7549"/>
                    <a:pt x="9390" y="7430"/>
                    <a:pt x="9862" y="7153"/>
                  </a:cubicBezTo>
                  <a:cubicBezTo>
                    <a:pt x="11153" y="6428"/>
                    <a:pt x="12162" y="4821"/>
                    <a:pt x="12162" y="3151"/>
                  </a:cubicBezTo>
                  <a:cubicBezTo>
                    <a:pt x="12162" y="1923"/>
                    <a:pt x="11626" y="789"/>
                    <a:pt x="107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49"/>
            <p:cNvSpPr/>
            <p:nvPr/>
          </p:nvSpPr>
          <p:spPr>
            <a:xfrm>
              <a:off x="-16419350" y="4263775"/>
              <a:ext cx="304825" cy="97700"/>
            </a:xfrm>
            <a:custGeom>
              <a:avLst/>
              <a:gdLst/>
              <a:ahLst/>
              <a:cxnLst/>
              <a:rect l="l" t="t" r="r" b="b"/>
              <a:pathLst>
                <a:path w="12193" h="3908" extrusionOk="0">
                  <a:moveTo>
                    <a:pt x="12193" y="1"/>
                  </a:moveTo>
                  <a:cubicBezTo>
                    <a:pt x="11689" y="914"/>
                    <a:pt x="10996" y="1639"/>
                    <a:pt x="10208" y="2112"/>
                  </a:cubicBezTo>
                  <a:cubicBezTo>
                    <a:pt x="9626" y="2424"/>
                    <a:pt x="9064" y="2570"/>
                    <a:pt x="8515" y="2570"/>
                  </a:cubicBezTo>
                  <a:cubicBezTo>
                    <a:pt x="7845" y="2570"/>
                    <a:pt x="7194" y="2352"/>
                    <a:pt x="6554" y="1954"/>
                  </a:cubicBezTo>
                  <a:cubicBezTo>
                    <a:pt x="6402" y="1819"/>
                    <a:pt x="6241" y="1756"/>
                    <a:pt x="6085" y="1756"/>
                  </a:cubicBezTo>
                  <a:cubicBezTo>
                    <a:pt x="5951" y="1756"/>
                    <a:pt x="5820" y="1803"/>
                    <a:pt x="5703" y="1891"/>
                  </a:cubicBezTo>
                  <a:cubicBezTo>
                    <a:pt x="5199" y="2316"/>
                    <a:pt x="4592" y="2529"/>
                    <a:pt x="3986" y="2529"/>
                  </a:cubicBezTo>
                  <a:cubicBezTo>
                    <a:pt x="3380" y="2529"/>
                    <a:pt x="2773" y="2316"/>
                    <a:pt x="2269" y="1891"/>
                  </a:cubicBezTo>
                  <a:cubicBezTo>
                    <a:pt x="2143" y="1797"/>
                    <a:pt x="2001" y="1749"/>
                    <a:pt x="1863" y="1749"/>
                  </a:cubicBezTo>
                  <a:cubicBezTo>
                    <a:pt x="1725" y="1749"/>
                    <a:pt x="1592" y="1797"/>
                    <a:pt x="1481" y="1891"/>
                  </a:cubicBezTo>
                  <a:cubicBezTo>
                    <a:pt x="1040" y="2269"/>
                    <a:pt x="505" y="2427"/>
                    <a:pt x="1" y="2490"/>
                  </a:cubicBezTo>
                  <a:lnTo>
                    <a:pt x="1" y="3561"/>
                  </a:lnTo>
                  <a:cubicBezTo>
                    <a:pt x="1" y="3750"/>
                    <a:pt x="158" y="3907"/>
                    <a:pt x="379" y="3907"/>
                  </a:cubicBezTo>
                  <a:lnTo>
                    <a:pt x="11815" y="3907"/>
                  </a:lnTo>
                  <a:cubicBezTo>
                    <a:pt x="12004" y="3907"/>
                    <a:pt x="12193" y="3750"/>
                    <a:pt x="12193" y="3561"/>
                  </a:cubicBezTo>
                  <a:lnTo>
                    <a:pt x="121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5" name="Google Shape;1725;p49"/>
          <p:cNvGrpSpPr/>
          <p:nvPr/>
        </p:nvGrpSpPr>
        <p:grpSpPr>
          <a:xfrm>
            <a:off x="6126135" y="2533534"/>
            <a:ext cx="337446" cy="338332"/>
            <a:chOff x="7088860" y="2188266"/>
            <a:chExt cx="1080866" cy="1083702"/>
          </a:xfrm>
        </p:grpSpPr>
        <p:grpSp>
          <p:nvGrpSpPr>
            <p:cNvPr id="1726" name="Google Shape;1726;p49"/>
            <p:cNvGrpSpPr/>
            <p:nvPr/>
          </p:nvGrpSpPr>
          <p:grpSpPr>
            <a:xfrm>
              <a:off x="7088860" y="2188266"/>
              <a:ext cx="1080866" cy="1083702"/>
              <a:chOff x="-23615075" y="3148525"/>
              <a:chExt cx="295375" cy="296150"/>
            </a:xfrm>
          </p:grpSpPr>
          <p:sp>
            <p:nvSpPr>
              <p:cNvPr id="1727" name="Google Shape;1727;p49"/>
              <p:cNvSpPr/>
              <p:nvPr/>
            </p:nvSpPr>
            <p:spPr>
              <a:xfrm>
                <a:off x="-23615075" y="3268225"/>
                <a:ext cx="3467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6932" extrusionOk="0">
                    <a:moveTo>
                      <a:pt x="1008" y="1"/>
                    </a:moveTo>
                    <a:cubicBezTo>
                      <a:pt x="441" y="1"/>
                      <a:pt x="0" y="473"/>
                      <a:pt x="0" y="1040"/>
                    </a:cubicBezTo>
                    <a:lnTo>
                      <a:pt x="0" y="6585"/>
                    </a:lnTo>
                    <a:cubicBezTo>
                      <a:pt x="0" y="6774"/>
                      <a:pt x="158" y="6932"/>
                      <a:pt x="347" y="6932"/>
                    </a:cubicBezTo>
                    <a:lnTo>
                      <a:pt x="1386" y="6932"/>
                    </a:lnTo>
                    <a:lnTo>
                      <a:pt x="1386" y="4285"/>
                    </a:lnTo>
                    <a:lnTo>
                      <a:pt x="662" y="4285"/>
                    </a:lnTo>
                    <a:lnTo>
                      <a:pt x="662" y="3561"/>
                    </a:lnTo>
                    <a:lnTo>
                      <a:pt x="1386" y="3561"/>
                    </a:lnTo>
                    <a:lnTo>
                      <a:pt x="1386" y="2868"/>
                    </a:lnTo>
                    <a:lnTo>
                      <a:pt x="662" y="2868"/>
                    </a:lnTo>
                    <a:lnTo>
                      <a:pt x="662" y="2143"/>
                    </a:lnTo>
                    <a:lnTo>
                      <a:pt x="1386" y="2143"/>
                    </a:lnTo>
                    <a:lnTo>
                      <a:pt x="1386" y="1418"/>
                    </a:lnTo>
                    <a:lnTo>
                      <a:pt x="662" y="1418"/>
                    </a:lnTo>
                    <a:lnTo>
                      <a:pt x="662" y="1072"/>
                    </a:lnTo>
                    <a:cubicBezTo>
                      <a:pt x="662" y="883"/>
                      <a:pt x="819" y="725"/>
                      <a:pt x="1008" y="725"/>
                    </a:cubicBezTo>
                    <a:lnTo>
                      <a:pt x="1386" y="725"/>
                    </a:lnTo>
                    <a:lnTo>
                      <a:pt x="13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Google Shape;1728;p49"/>
              <p:cNvSpPr/>
              <p:nvPr/>
            </p:nvSpPr>
            <p:spPr>
              <a:xfrm>
                <a:off x="-23354375" y="3270600"/>
                <a:ext cx="3467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6932" extrusionOk="0">
                    <a:moveTo>
                      <a:pt x="0" y="0"/>
                    </a:moveTo>
                    <a:lnTo>
                      <a:pt x="0" y="725"/>
                    </a:lnTo>
                    <a:lnTo>
                      <a:pt x="347" y="725"/>
                    </a:lnTo>
                    <a:cubicBezTo>
                      <a:pt x="568" y="725"/>
                      <a:pt x="725" y="882"/>
                      <a:pt x="725" y="1071"/>
                    </a:cubicBezTo>
                    <a:lnTo>
                      <a:pt x="725" y="1418"/>
                    </a:lnTo>
                    <a:lnTo>
                      <a:pt x="0" y="1418"/>
                    </a:lnTo>
                    <a:lnTo>
                      <a:pt x="0" y="2143"/>
                    </a:lnTo>
                    <a:lnTo>
                      <a:pt x="725" y="2143"/>
                    </a:lnTo>
                    <a:lnTo>
                      <a:pt x="725" y="2836"/>
                    </a:lnTo>
                    <a:lnTo>
                      <a:pt x="0" y="2836"/>
                    </a:lnTo>
                    <a:lnTo>
                      <a:pt x="0" y="3560"/>
                    </a:lnTo>
                    <a:lnTo>
                      <a:pt x="725" y="3560"/>
                    </a:lnTo>
                    <a:lnTo>
                      <a:pt x="725" y="4253"/>
                    </a:lnTo>
                    <a:lnTo>
                      <a:pt x="0" y="4253"/>
                    </a:lnTo>
                    <a:lnTo>
                      <a:pt x="0" y="6931"/>
                    </a:lnTo>
                    <a:lnTo>
                      <a:pt x="1040" y="6931"/>
                    </a:lnTo>
                    <a:cubicBezTo>
                      <a:pt x="1229" y="6931"/>
                      <a:pt x="1387" y="6774"/>
                      <a:pt x="1387" y="6585"/>
                    </a:cubicBezTo>
                    <a:lnTo>
                      <a:pt x="1387" y="1040"/>
                    </a:lnTo>
                    <a:cubicBezTo>
                      <a:pt x="1387" y="441"/>
                      <a:pt x="914" y="0"/>
                      <a:pt x="34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Google Shape;1729;p49"/>
              <p:cNvSpPr/>
              <p:nvPr/>
            </p:nvSpPr>
            <p:spPr>
              <a:xfrm>
                <a:off x="-23562300" y="3148525"/>
                <a:ext cx="191400" cy="296150"/>
              </a:xfrm>
              <a:custGeom>
                <a:avLst/>
                <a:gdLst/>
                <a:ahLst/>
                <a:cxnLst/>
                <a:rect l="l" t="t" r="r" b="b"/>
                <a:pathLst>
                  <a:path w="7656" h="11846" extrusionOk="0">
                    <a:moveTo>
                      <a:pt x="5545" y="662"/>
                    </a:moveTo>
                    <a:lnTo>
                      <a:pt x="5545" y="1764"/>
                    </a:lnTo>
                    <a:lnTo>
                      <a:pt x="5545" y="4222"/>
                    </a:lnTo>
                    <a:lnTo>
                      <a:pt x="2079" y="4222"/>
                    </a:lnTo>
                    <a:lnTo>
                      <a:pt x="2079" y="1764"/>
                    </a:lnTo>
                    <a:lnTo>
                      <a:pt x="2079" y="662"/>
                    </a:lnTo>
                    <a:close/>
                    <a:moveTo>
                      <a:pt x="3434" y="4883"/>
                    </a:moveTo>
                    <a:lnTo>
                      <a:pt x="3434" y="5608"/>
                    </a:lnTo>
                    <a:lnTo>
                      <a:pt x="2079" y="5608"/>
                    </a:lnTo>
                    <a:lnTo>
                      <a:pt x="2079" y="4883"/>
                    </a:lnTo>
                    <a:close/>
                    <a:moveTo>
                      <a:pt x="5513" y="4883"/>
                    </a:moveTo>
                    <a:lnTo>
                      <a:pt x="5513" y="5608"/>
                    </a:lnTo>
                    <a:lnTo>
                      <a:pt x="4159" y="5608"/>
                    </a:lnTo>
                    <a:lnTo>
                      <a:pt x="4159" y="4883"/>
                    </a:lnTo>
                    <a:close/>
                    <a:moveTo>
                      <a:pt x="3434" y="6301"/>
                    </a:moveTo>
                    <a:lnTo>
                      <a:pt x="3434" y="7026"/>
                    </a:lnTo>
                    <a:lnTo>
                      <a:pt x="2079" y="7026"/>
                    </a:lnTo>
                    <a:lnTo>
                      <a:pt x="2079" y="6301"/>
                    </a:lnTo>
                    <a:close/>
                    <a:moveTo>
                      <a:pt x="5513" y="6301"/>
                    </a:moveTo>
                    <a:lnTo>
                      <a:pt x="5513" y="7026"/>
                    </a:lnTo>
                    <a:lnTo>
                      <a:pt x="4159" y="7026"/>
                    </a:lnTo>
                    <a:lnTo>
                      <a:pt x="4159" y="6301"/>
                    </a:lnTo>
                    <a:close/>
                    <a:moveTo>
                      <a:pt x="3434" y="7687"/>
                    </a:moveTo>
                    <a:lnTo>
                      <a:pt x="3434" y="8380"/>
                    </a:lnTo>
                    <a:lnTo>
                      <a:pt x="2079" y="8380"/>
                    </a:lnTo>
                    <a:lnTo>
                      <a:pt x="2079" y="7687"/>
                    </a:lnTo>
                    <a:close/>
                    <a:moveTo>
                      <a:pt x="5513" y="7687"/>
                    </a:moveTo>
                    <a:lnTo>
                      <a:pt x="5513" y="8380"/>
                    </a:lnTo>
                    <a:lnTo>
                      <a:pt x="4159" y="8380"/>
                    </a:lnTo>
                    <a:lnTo>
                      <a:pt x="4159" y="7687"/>
                    </a:lnTo>
                    <a:close/>
                    <a:moveTo>
                      <a:pt x="1733" y="0"/>
                    </a:moveTo>
                    <a:cubicBezTo>
                      <a:pt x="1544" y="0"/>
                      <a:pt x="1386" y="158"/>
                      <a:pt x="1386" y="347"/>
                    </a:cubicBezTo>
                    <a:lnTo>
                      <a:pt x="1386" y="1449"/>
                    </a:lnTo>
                    <a:lnTo>
                      <a:pt x="1040" y="1449"/>
                    </a:lnTo>
                    <a:cubicBezTo>
                      <a:pt x="441" y="1449"/>
                      <a:pt x="0" y="1922"/>
                      <a:pt x="0" y="2489"/>
                    </a:cubicBezTo>
                    <a:lnTo>
                      <a:pt x="0" y="11846"/>
                    </a:lnTo>
                    <a:lnTo>
                      <a:pt x="2804" y="11846"/>
                    </a:lnTo>
                    <a:lnTo>
                      <a:pt x="2804" y="10491"/>
                    </a:lnTo>
                    <a:lnTo>
                      <a:pt x="4883" y="10491"/>
                    </a:lnTo>
                    <a:cubicBezTo>
                      <a:pt x="4852" y="10586"/>
                      <a:pt x="4852" y="11688"/>
                      <a:pt x="4852" y="11846"/>
                    </a:cubicBezTo>
                    <a:lnTo>
                      <a:pt x="7656" y="11846"/>
                    </a:lnTo>
                    <a:lnTo>
                      <a:pt x="7656" y="2489"/>
                    </a:lnTo>
                    <a:cubicBezTo>
                      <a:pt x="7656" y="1890"/>
                      <a:pt x="7183" y="1449"/>
                      <a:pt x="6616" y="1449"/>
                    </a:cubicBezTo>
                    <a:lnTo>
                      <a:pt x="6270" y="1449"/>
                    </a:lnTo>
                    <a:lnTo>
                      <a:pt x="6270" y="347"/>
                    </a:lnTo>
                    <a:cubicBezTo>
                      <a:pt x="6270" y="158"/>
                      <a:pt x="6112" y="0"/>
                      <a:pt x="59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0" name="Google Shape;1730;p49"/>
            <p:cNvSpPr/>
            <p:nvPr/>
          </p:nvSpPr>
          <p:spPr>
            <a:xfrm>
              <a:off x="7522197" y="2303179"/>
              <a:ext cx="214200" cy="214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50"/>
          <p:cNvSpPr/>
          <p:nvPr/>
        </p:nvSpPr>
        <p:spPr>
          <a:xfrm>
            <a:off x="7142002" y="1783037"/>
            <a:ext cx="870000" cy="87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50"/>
          <p:cNvSpPr/>
          <p:nvPr/>
        </p:nvSpPr>
        <p:spPr>
          <a:xfrm>
            <a:off x="1131950" y="1783037"/>
            <a:ext cx="870000" cy="870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5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7813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SIZE</a:t>
            </a:r>
            <a:endParaRPr/>
          </a:p>
        </p:txBody>
      </p:sp>
      <p:grpSp>
        <p:nvGrpSpPr>
          <p:cNvPr id="1738" name="Google Shape;1738;p50"/>
          <p:cNvGrpSpPr/>
          <p:nvPr/>
        </p:nvGrpSpPr>
        <p:grpSpPr>
          <a:xfrm>
            <a:off x="2485792" y="1569194"/>
            <a:ext cx="4172415" cy="2743670"/>
            <a:chOff x="235800" y="830650"/>
            <a:chExt cx="6978450" cy="4588844"/>
          </a:xfrm>
        </p:grpSpPr>
        <p:sp>
          <p:nvSpPr>
            <p:cNvPr id="1739" name="Google Shape;1739;p50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50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50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50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50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50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45" name="Google Shape;1745;p50"/>
          <p:cNvSpPr txBox="1">
            <a:spLocks noGrp="1"/>
          </p:cNvSpPr>
          <p:nvPr>
            <p:ph type="subTitle" idx="4294967295"/>
          </p:nvPr>
        </p:nvSpPr>
        <p:spPr>
          <a:xfrm>
            <a:off x="6756638" y="3259207"/>
            <a:ext cx="1640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VENUS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46" name="Google Shape;1746;p50"/>
          <p:cNvSpPr txBox="1">
            <a:spLocks noGrp="1"/>
          </p:cNvSpPr>
          <p:nvPr>
            <p:ph type="subTitle" idx="4294967295"/>
          </p:nvPr>
        </p:nvSpPr>
        <p:spPr>
          <a:xfrm>
            <a:off x="6756638" y="3649535"/>
            <a:ext cx="16407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</a:t>
            </a:r>
            <a:endParaRPr sz="1600"/>
          </a:p>
        </p:txBody>
      </p:sp>
      <p:sp>
        <p:nvSpPr>
          <p:cNvPr id="1747" name="Google Shape;1747;p50"/>
          <p:cNvSpPr txBox="1">
            <a:spLocks noGrp="1"/>
          </p:cNvSpPr>
          <p:nvPr>
            <p:ph type="title" idx="4294967295"/>
          </p:nvPr>
        </p:nvSpPr>
        <p:spPr>
          <a:xfrm>
            <a:off x="6756638" y="2795407"/>
            <a:ext cx="16407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80%</a:t>
            </a:r>
            <a:endParaRPr sz="3000"/>
          </a:p>
        </p:txBody>
      </p:sp>
      <p:grpSp>
        <p:nvGrpSpPr>
          <p:cNvPr id="1748" name="Google Shape;1748;p50"/>
          <p:cNvGrpSpPr/>
          <p:nvPr/>
        </p:nvGrpSpPr>
        <p:grpSpPr>
          <a:xfrm>
            <a:off x="7280888" y="1921923"/>
            <a:ext cx="592229" cy="592229"/>
            <a:chOff x="5363275" y="1345300"/>
            <a:chExt cx="1226400" cy="1226400"/>
          </a:xfrm>
        </p:grpSpPr>
        <p:sp>
          <p:nvSpPr>
            <p:cNvPr id="1749" name="Google Shape;1749;p50"/>
            <p:cNvSpPr/>
            <p:nvPr/>
          </p:nvSpPr>
          <p:spPr>
            <a:xfrm>
              <a:off x="5363275" y="1345300"/>
              <a:ext cx="1226400" cy="12264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50"/>
            <p:cNvSpPr/>
            <p:nvPr/>
          </p:nvSpPr>
          <p:spPr>
            <a:xfrm>
              <a:off x="5363275" y="1345300"/>
              <a:ext cx="1226400" cy="1226400"/>
            </a:xfrm>
            <a:prstGeom prst="pie">
              <a:avLst>
                <a:gd name="adj1" fmla="val 20440838"/>
                <a:gd name="adj2" fmla="val 16200000"/>
              </a:avLst>
            </a:prstGeom>
            <a:solidFill>
              <a:schemeClr val="lt2"/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1" name="Google Shape;1751;p50"/>
          <p:cNvSpPr txBox="1">
            <a:spLocks noGrp="1"/>
          </p:cNvSpPr>
          <p:nvPr>
            <p:ph type="subTitle" idx="4294967295"/>
          </p:nvPr>
        </p:nvSpPr>
        <p:spPr>
          <a:xfrm>
            <a:off x="746663" y="3259207"/>
            <a:ext cx="16407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MERCURY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52" name="Google Shape;1752;p50"/>
          <p:cNvSpPr txBox="1">
            <a:spLocks noGrp="1"/>
          </p:cNvSpPr>
          <p:nvPr>
            <p:ph type="subTitle" idx="4294967295"/>
          </p:nvPr>
        </p:nvSpPr>
        <p:spPr>
          <a:xfrm>
            <a:off x="746663" y="3649535"/>
            <a:ext cx="16407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Mercury is the </a:t>
            </a:r>
            <a:r>
              <a:rPr lang="en"/>
              <a:t>smallest </a:t>
            </a:r>
            <a:r>
              <a:rPr lang="en" sz="1600"/>
              <a:t>planet</a:t>
            </a:r>
            <a:endParaRPr sz="1600"/>
          </a:p>
        </p:txBody>
      </p:sp>
      <p:sp>
        <p:nvSpPr>
          <p:cNvPr id="1753" name="Google Shape;1753;p50"/>
          <p:cNvSpPr txBox="1">
            <a:spLocks noGrp="1"/>
          </p:cNvSpPr>
          <p:nvPr>
            <p:ph type="title" idx="4294967295"/>
          </p:nvPr>
        </p:nvSpPr>
        <p:spPr>
          <a:xfrm>
            <a:off x="746663" y="2795407"/>
            <a:ext cx="1640700" cy="42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20%</a:t>
            </a:r>
            <a:endParaRPr sz="3000"/>
          </a:p>
        </p:txBody>
      </p:sp>
      <p:grpSp>
        <p:nvGrpSpPr>
          <p:cNvPr id="1754" name="Google Shape;1754;p50"/>
          <p:cNvGrpSpPr/>
          <p:nvPr/>
        </p:nvGrpSpPr>
        <p:grpSpPr>
          <a:xfrm>
            <a:off x="1270836" y="1921923"/>
            <a:ext cx="592229" cy="592229"/>
            <a:chOff x="5363275" y="1345300"/>
            <a:chExt cx="1226400" cy="1226400"/>
          </a:xfrm>
        </p:grpSpPr>
        <p:sp>
          <p:nvSpPr>
            <p:cNvPr id="1755" name="Google Shape;1755;p50"/>
            <p:cNvSpPr/>
            <p:nvPr/>
          </p:nvSpPr>
          <p:spPr>
            <a:xfrm>
              <a:off x="5363275" y="1345300"/>
              <a:ext cx="1226400" cy="1226400"/>
            </a:xfrm>
            <a:prstGeom prst="ellipse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50"/>
            <p:cNvSpPr/>
            <p:nvPr/>
          </p:nvSpPr>
          <p:spPr>
            <a:xfrm>
              <a:off x="5363275" y="1345300"/>
              <a:ext cx="1226400" cy="1226400"/>
            </a:xfrm>
            <a:prstGeom prst="pie">
              <a:avLst>
                <a:gd name="adj1" fmla="val 11924969"/>
                <a:gd name="adj2" fmla="val 16200000"/>
              </a:avLst>
            </a:prstGeom>
            <a:solidFill>
              <a:schemeClr val="dk2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57" name="Google Shape;1757;p50"/>
          <p:cNvSpPr/>
          <p:nvPr/>
        </p:nvSpPr>
        <p:spPr>
          <a:xfrm flipH="1">
            <a:off x="2642621" y="2006912"/>
            <a:ext cx="214200" cy="21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8" name="Google Shape;1758;p50"/>
          <p:cNvSpPr/>
          <p:nvPr/>
        </p:nvSpPr>
        <p:spPr>
          <a:xfrm flipH="1">
            <a:off x="3779229" y="3337812"/>
            <a:ext cx="214200" cy="214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9" name="Google Shape;1759;p50"/>
          <p:cNvSpPr/>
          <p:nvPr/>
        </p:nvSpPr>
        <p:spPr>
          <a:xfrm flipH="1">
            <a:off x="4915837" y="2450546"/>
            <a:ext cx="214200" cy="21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0" name="Google Shape;1760;p50"/>
          <p:cNvSpPr/>
          <p:nvPr/>
        </p:nvSpPr>
        <p:spPr>
          <a:xfrm flipH="1">
            <a:off x="6052446" y="2894179"/>
            <a:ext cx="214200" cy="21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5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SHARE</a:t>
            </a:r>
            <a:endParaRPr/>
          </a:p>
        </p:txBody>
      </p:sp>
      <p:sp>
        <p:nvSpPr>
          <p:cNvPr id="1766" name="Google Shape;1766;p51"/>
          <p:cNvSpPr txBox="1"/>
          <p:nvPr/>
        </p:nvSpPr>
        <p:spPr>
          <a:xfrm>
            <a:off x="720000" y="4300667"/>
            <a:ext cx="77040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Follow the link in the graph to modify its data and then paste the new one here. </a:t>
            </a:r>
            <a:r>
              <a:rPr lang="en" sz="1200" b="1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For more info, click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Red Hat Text"/>
                <a:ea typeface="Red Hat Text"/>
                <a:cs typeface="Red Hat Text"/>
                <a:sym typeface="Red Hat Tex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here</a:t>
            </a:r>
            <a:endParaRPr sz="12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767" name="Google Shape;1767;p51"/>
          <p:cNvSpPr txBox="1">
            <a:spLocks noGrp="1"/>
          </p:cNvSpPr>
          <p:nvPr>
            <p:ph type="subTitle" idx="4294967295"/>
          </p:nvPr>
        </p:nvSpPr>
        <p:spPr>
          <a:xfrm>
            <a:off x="856515" y="1780459"/>
            <a:ext cx="1760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MERCURY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68" name="Google Shape;1768;p51"/>
          <p:cNvSpPr txBox="1">
            <a:spLocks noGrp="1"/>
          </p:cNvSpPr>
          <p:nvPr>
            <p:ph type="subTitle" idx="4294967295"/>
          </p:nvPr>
        </p:nvSpPr>
        <p:spPr>
          <a:xfrm>
            <a:off x="856515" y="2130607"/>
            <a:ext cx="17604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Mercury is the </a:t>
            </a:r>
            <a:r>
              <a:rPr lang="en"/>
              <a:t>smallest </a:t>
            </a:r>
            <a:r>
              <a:rPr lang="en" sz="1600"/>
              <a:t>planet</a:t>
            </a:r>
            <a:endParaRPr sz="1600"/>
          </a:p>
        </p:txBody>
      </p:sp>
      <p:sp>
        <p:nvSpPr>
          <p:cNvPr id="1769" name="Google Shape;1769;p51"/>
          <p:cNvSpPr txBox="1">
            <a:spLocks noGrp="1"/>
          </p:cNvSpPr>
          <p:nvPr>
            <p:ph type="title" idx="4294967295"/>
          </p:nvPr>
        </p:nvSpPr>
        <p:spPr>
          <a:xfrm>
            <a:off x="965666" y="1303275"/>
            <a:ext cx="1360200" cy="4200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3,800</a:t>
            </a:r>
            <a:endParaRPr sz="3000"/>
          </a:p>
        </p:txBody>
      </p:sp>
      <p:sp>
        <p:nvSpPr>
          <p:cNvPr id="1770" name="Google Shape;1770;p51"/>
          <p:cNvSpPr txBox="1">
            <a:spLocks noGrp="1"/>
          </p:cNvSpPr>
          <p:nvPr>
            <p:ph type="subTitle" idx="4294967295"/>
          </p:nvPr>
        </p:nvSpPr>
        <p:spPr>
          <a:xfrm>
            <a:off x="856515" y="3296634"/>
            <a:ext cx="1760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VENUS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71" name="Google Shape;1771;p51"/>
          <p:cNvSpPr txBox="1">
            <a:spLocks noGrp="1"/>
          </p:cNvSpPr>
          <p:nvPr>
            <p:ph type="subTitle" idx="4294967295"/>
          </p:nvPr>
        </p:nvSpPr>
        <p:spPr>
          <a:xfrm>
            <a:off x="856515" y="3646782"/>
            <a:ext cx="17604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</a:t>
            </a:r>
            <a:endParaRPr/>
          </a:p>
        </p:txBody>
      </p:sp>
      <p:sp>
        <p:nvSpPr>
          <p:cNvPr id="1772" name="Google Shape;1772;p51"/>
          <p:cNvSpPr txBox="1">
            <a:spLocks noGrp="1"/>
          </p:cNvSpPr>
          <p:nvPr>
            <p:ph type="title" idx="4294967295"/>
          </p:nvPr>
        </p:nvSpPr>
        <p:spPr>
          <a:xfrm>
            <a:off x="965666" y="2819450"/>
            <a:ext cx="1360200" cy="420000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2,900</a:t>
            </a:r>
            <a:endParaRPr sz="3000"/>
          </a:p>
        </p:txBody>
      </p:sp>
      <p:sp>
        <p:nvSpPr>
          <p:cNvPr id="1773" name="Google Shape;1773;p51"/>
          <p:cNvSpPr txBox="1">
            <a:spLocks noGrp="1"/>
          </p:cNvSpPr>
          <p:nvPr>
            <p:ph type="subTitle" idx="4294967295"/>
          </p:nvPr>
        </p:nvSpPr>
        <p:spPr>
          <a:xfrm>
            <a:off x="3020915" y="1780459"/>
            <a:ext cx="1760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JUPITER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74" name="Google Shape;1774;p51"/>
          <p:cNvSpPr txBox="1">
            <a:spLocks noGrp="1"/>
          </p:cNvSpPr>
          <p:nvPr>
            <p:ph type="subTitle" idx="4294967295"/>
          </p:nvPr>
        </p:nvSpPr>
        <p:spPr>
          <a:xfrm>
            <a:off x="3020915" y="2130607"/>
            <a:ext cx="17604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</a:t>
            </a:r>
            <a:endParaRPr/>
          </a:p>
        </p:txBody>
      </p:sp>
      <p:sp>
        <p:nvSpPr>
          <p:cNvPr id="1775" name="Google Shape;1775;p51"/>
          <p:cNvSpPr txBox="1">
            <a:spLocks noGrp="1"/>
          </p:cNvSpPr>
          <p:nvPr>
            <p:ph type="title" idx="4294967295"/>
          </p:nvPr>
        </p:nvSpPr>
        <p:spPr>
          <a:xfrm>
            <a:off x="3130066" y="1303275"/>
            <a:ext cx="1360200" cy="4200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1,000</a:t>
            </a:r>
            <a:endParaRPr sz="3000"/>
          </a:p>
        </p:txBody>
      </p:sp>
      <p:sp>
        <p:nvSpPr>
          <p:cNvPr id="1776" name="Google Shape;1776;p51"/>
          <p:cNvSpPr txBox="1">
            <a:spLocks noGrp="1"/>
          </p:cNvSpPr>
          <p:nvPr>
            <p:ph type="subTitle" idx="4294967295"/>
          </p:nvPr>
        </p:nvSpPr>
        <p:spPr>
          <a:xfrm>
            <a:off x="3020915" y="3296634"/>
            <a:ext cx="1760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MARS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77" name="Google Shape;1777;p51"/>
          <p:cNvSpPr txBox="1">
            <a:spLocks noGrp="1"/>
          </p:cNvSpPr>
          <p:nvPr>
            <p:ph type="subTitle" idx="4294967295"/>
          </p:nvPr>
        </p:nvSpPr>
        <p:spPr>
          <a:xfrm>
            <a:off x="3020915" y="3646782"/>
            <a:ext cx="1760400" cy="5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very cold place</a:t>
            </a:r>
            <a:endParaRPr/>
          </a:p>
        </p:txBody>
      </p:sp>
      <p:sp>
        <p:nvSpPr>
          <p:cNvPr id="1778" name="Google Shape;1778;p51"/>
          <p:cNvSpPr txBox="1">
            <a:spLocks noGrp="1"/>
          </p:cNvSpPr>
          <p:nvPr>
            <p:ph type="title" idx="4294967295"/>
          </p:nvPr>
        </p:nvSpPr>
        <p:spPr>
          <a:xfrm>
            <a:off x="3130066" y="2819450"/>
            <a:ext cx="1360200" cy="4200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1,200</a:t>
            </a:r>
            <a:endParaRPr sz="3000"/>
          </a:p>
        </p:txBody>
      </p:sp>
      <p:pic>
        <p:nvPicPr>
          <p:cNvPr id="1779" name="Google Shape;1779;p51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t="5112" b="4887"/>
          <a:stretch/>
        </p:blipFill>
        <p:spPr>
          <a:xfrm>
            <a:off x="5185315" y="1303275"/>
            <a:ext cx="3102170" cy="279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4" name="Google Shape;1784;p52"/>
          <p:cNvGrpSpPr/>
          <p:nvPr/>
        </p:nvGrpSpPr>
        <p:grpSpPr>
          <a:xfrm>
            <a:off x="720050" y="1345230"/>
            <a:ext cx="7703896" cy="3170945"/>
            <a:chOff x="720050" y="1345230"/>
            <a:chExt cx="7703896" cy="3170945"/>
          </a:xfrm>
        </p:grpSpPr>
        <p:sp>
          <p:nvSpPr>
            <p:cNvPr id="1785" name="Google Shape;1785;p52"/>
            <p:cNvSpPr/>
            <p:nvPr/>
          </p:nvSpPr>
          <p:spPr>
            <a:xfrm>
              <a:off x="720050" y="1345292"/>
              <a:ext cx="1489800" cy="231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52"/>
            <p:cNvSpPr/>
            <p:nvPr/>
          </p:nvSpPr>
          <p:spPr>
            <a:xfrm>
              <a:off x="3827098" y="1345292"/>
              <a:ext cx="1489800" cy="2313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52"/>
            <p:cNvSpPr/>
            <p:nvPr/>
          </p:nvSpPr>
          <p:spPr>
            <a:xfrm>
              <a:off x="6934146" y="1345300"/>
              <a:ext cx="1489800" cy="2313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52"/>
            <p:cNvSpPr/>
            <p:nvPr/>
          </p:nvSpPr>
          <p:spPr>
            <a:xfrm>
              <a:off x="720050" y="3718775"/>
              <a:ext cx="3819600" cy="797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52"/>
            <p:cNvSpPr/>
            <p:nvPr/>
          </p:nvSpPr>
          <p:spPr>
            <a:xfrm>
              <a:off x="4604346" y="3718775"/>
              <a:ext cx="3819600" cy="79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52"/>
            <p:cNvSpPr/>
            <p:nvPr/>
          </p:nvSpPr>
          <p:spPr>
            <a:xfrm>
              <a:off x="2273575" y="2539417"/>
              <a:ext cx="1489800" cy="111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52"/>
            <p:cNvSpPr/>
            <p:nvPr/>
          </p:nvSpPr>
          <p:spPr>
            <a:xfrm>
              <a:off x="2273575" y="1345292"/>
              <a:ext cx="1489800" cy="111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52"/>
            <p:cNvSpPr/>
            <p:nvPr/>
          </p:nvSpPr>
          <p:spPr>
            <a:xfrm>
              <a:off x="5380625" y="2539355"/>
              <a:ext cx="1489800" cy="111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52"/>
            <p:cNvSpPr/>
            <p:nvPr/>
          </p:nvSpPr>
          <p:spPr>
            <a:xfrm>
              <a:off x="5380625" y="1345230"/>
              <a:ext cx="1489800" cy="1119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4" name="Google Shape;1794;p5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COMPETITION ANALYSIS</a:t>
            </a:r>
            <a:endParaRPr/>
          </a:p>
        </p:txBody>
      </p:sp>
      <p:sp>
        <p:nvSpPr>
          <p:cNvPr id="1795" name="Google Shape;1795;p52"/>
          <p:cNvSpPr txBox="1">
            <a:spLocks noGrp="1"/>
          </p:cNvSpPr>
          <p:nvPr>
            <p:ph type="subTitle" idx="4294967295"/>
          </p:nvPr>
        </p:nvSpPr>
        <p:spPr>
          <a:xfrm>
            <a:off x="2313775" y="26155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KEY RESOURCES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96" name="Google Shape;1796;p52"/>
          <p:cNvSpPr txBox="1">
            <a:spLocks noGrp="1"/>
          </p:cNvSpPr>
          <p:nvPr>
            <p:ph type="subTitle" idx="4294967295"/>
          </p:nvPr>
        </p:nvSpPr>
        <p:spPr>
          <a:xfrm>
            <a:off x="2313775" y="3089732"/>
            <a:ext cx="1409400" cy="5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It’s the second from the Sun</a:t>
            </a:r>
            <a:endParaRPr sz="1400"/>
          </a:p>
        </p:txBody>
      </p:sp>
      <p:sp>
        <p:nvSpPr>
          <p:cNvPr id="1797" name="Google Shape;1797;p52"/>
          <p:cNvSpPr txBox="1">
            <a:spLocks noGrp="1"/>
          </p:cNvSpPr>
          <p:nvPr>
            <p:ph type="subTitle" idx="4294967295"/>
          </p:nvPr>
        </p:nvSpPr>
        <p:spPr>
          <a:xfrm>
            <a:off x="2313775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KEY ACTIVITIES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798" name="Google Shape;1798;p52"/>
          <p:cNvSpPr txBox="1">
            <a:spLocks noGrp="1"/>
          </p:cNvSpPr>
          <p:nvPr>
            <p:ph type="subTitle" idx="4294967295"/>
          </p:nvPr>
        </p:nvSpPr>
        <p:spPr>
          <a:xfrm>
            <a:off x="2313775" y="1895532"/>
            <a:ext cx="1409400" cy="5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Venus has a beautiful name</a:t>
            </a:r>
            <a:endParaRPr sz="1400"/>
          </a:p>
        </p:txBody>
      </p:sp>
      <p:sp>
        <p:nvSpPr>
          <p:cNvPr id="1799" name="Google Shape;1799;p52"/>
          <p:cNvSpPr txBox="1">
            <a:spLocks noGrp="1"/>
          </p:cNvSpPr>
          <p:nvPr>
            <p:ph type="subTitle" idx="4294967295"/>
          </p:nvPr>
        </p:nvSpPr>
        <p:spPr>
          <a:xfrm>
            <a:off x="5420825" y="2615491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CHANNELS (ON &amp; OFF)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00" name="Google Shape;1800;p52"/>
          <p:cNvSpPr txBox="1">
            <a:spLocks noGrp="1"/>
          </p:cNvSpPr>
          <p:nvPr>
            <p:ph type="subTitle" idx="4294967295"/>
          </p:nvPr>
        </p:nvSpPr>
        <p:spPr>
          <a:xfrm>
            <a:off x="5420825" y="3089669"/>
            <a:ext cx="1409400" cy="5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It's full of iron oxide dust</a:t>
            </a:r>
            <a:endParaRPr sz="1400"/>
          </a:p>
        </p:txBody>
      </p:sp>
      <p:sp>
        <p:nvSpPr>
          <p:cNvPr id="1801" name="Google Shape;1801;p52"/>
          <p:cNvSpPr txBox="1">
            <a:spLocks noGrp="1"/>
          </p:cNvSpPr>
          <p:nvPr>
            <p:ph type="subTitle" idx="4294967295"/>
          </p:nvPr>
        </p:nvSpPr>
        <p:spPr>
          <a:xfrm>
            <a:off x="5420825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CUSTOMER RELATION.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02" name="Google Shape;1802;p52"/>
          <p:cNvSpPr txBox="1">
            <a:spLocks noGrp="1"/>
          </p:cNvSpPr>
          <p:nvPr>
            <p:ph type="subTitle" idx="4294967295"/>
          </p:nvPr>
        </p:nvSpPr>
        <p:spPr>
          <a:xfrm>
            <a:off x="5420825" y="1895532"/>
            <a:ext cx="1409400" cy="5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is where we all live on</a:t>
            </a:r>
            <a:endParaRPr sz="1400"/>
          </a:p>
        </p:txBody>
      </p:sp>
      <p:sp>
        <p:nvSpPr>
          <p:cNvPr id="1803" name="Google Shape;1803;p52"/>
          <p:cNvSpPr txBox="1">
            <a:spLocks noGrp="1"/>
          </p:cNvSpPr>
          <p:nvPr>
            <p:ph type="subTitle" idx="4294967295"/>
          </p:nvPr>
        </p:nvSpPr>
        <p:spPr>
          <a:xfrm>
            <a:off x="760250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KEY PARTNERS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04" name="Google Shape;1804;p52"/>
          <p:cNvSpPr txBox="1">
            <a:spLocks noGrp="1"/>
          </p:cNvSpPr>
          <p:nvPr>
            <p:ph type="subTitle" idx="4294967295"/>
          </p:nvPr>
        </p:nvSpPr>
        <p:spPr>
          <a:xfrm>
            <a:off x="760250" y="1848154"/>
            <a:ext cx="1409400" cy="17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Mercury is the closest planet to the Sun</a:t>
            </a:r>
            <a:endParaRPr sz="1400"/>
          </a:p>
        </p:txBody>
      </p:sp>
      <p:sp>
        <p:nvSpPr>
          <p:cNvPr id="1805" name="Google Shape;1805;p52"/>
          <p:cNvSpPr txBox="1">
            <a:spLocks noGrp="1"/>
          </p:cNvSpPr>
          <p:nvPr>
            <p:ph type="subTitle" idx="4294967295"/>
          </p:nvPr>
        </p:nvSpPr>
        <p:spPr>
          <a:xfrm>
            <a:off x="3867300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VALUE PROPOSIT.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06" name="Google Shape;1806;p52"/>
          <p:cNvSpPr txBox="1">
            <a:spLocks noGrp="1"/>
          </p:cNvSpPr>
          <p:nvPr>
            <p:ph type="subTitle" idx="4294967295"/>
          </p:nvPr>
        </p:nvSpPr>
        <p:spPr>
          <a:xfrm>
            <a:off x="3867300" y="1848140"/>
            <a:ext cx="1409400" cy="17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Earth is the third planet from the Sun</a:t>
            </a:r>
            <a:endParaRPr sz="1400"/>
          </a:p>
        </p:txBody>
      </p:sp>
      <p:sp>
        <p:nvSpPr>
          <p:cNvPr id="1807" name="Google Shape;1807;p52"/>
          <p:cNvSpPr txBox="1">
            <a:spLocks noGrp="1"/>
          </p:cNvSpPr>
          <p:nvPr>
            <p:ph type="subTitle" idx="4294967295"/>
          </p:nvPr>
        </p:nvSpPr>
        <p:spPr>
          <a:xfrm>
            <a:off x="6974350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CUSTOMER SEGMENTS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08" name="Google Shape;1808;p52"/>
          <p:cNvSpPr txBox="1">
            <a:spLocks noGrp="1"/>
          </p:cNvSpPr>
          <p:nvPr>
            <p:ph type="subTitle" idx="4294967295"/>
          </p:nvPr>
        </p:nvSpPr>
        <p:spPr>
          <a:xfrm>
            <a:off x="6974350" y="1848140"/>
            <a:ext cx="1409400" cy="175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Mars is actually a cold place</a:t>
            </a:r>
            <a:endParaRPr sz="1400"/>
          </a:p>
        </p:txBody>
      </p:sp>
      <p:sp>
        <p:nvSpPr>
          <p:cNvPr id="1809" name="Google Shape;1809;p52"/>
          <p:cNvSpPr txBox="1">
            <a:spLocks noGrp="1"/>
          </p:cNvSpPr>
          <p:nvPr>
            <p:ph type="subTitle" idx="4294967295"/>
          </p:nvPr>
        </p:nvSpPr>
        <p:spPr>
          <a:xfrm>
            <a:off x="760250" y="3856325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COST STRUCTURE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10" name="Google Shape;1810;p52"/>
          <p:cNvSpPr txBox="1">
            <a:spLocks noGrp="1"/>
          </p:cNvSpPr>
          <p:nvPr>
            <p:ph type="subTitle" idx="4294967295"/>
          </p:nvPr>
        </p:nvSpPr>
        <p:spPr>
          <a:xfrm>
            <a:off x="2313775" y="3863075"/>
            <a:ext cx="2134500" cy="5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Jupiter is a gas giant and the biggest planet</a:t>
            </a:r>
            <a:endParaRPr sz="1400"/>
          </a:p>
        </p:txBody>
      </p:sp>
      <p:sp>
        <p:nvSpPr>
          <p:cNvPr id="1811" name="Google Shape;1811;p52"/>
          <p:cNvSpPr txBox="1">
            <a:spLocks noGrp="1"/>
          </p:cNvSpPr>
          <p:nvPr>
            <p:ph type="subTitle" idx="4294967295"/>
          </p:nvPr>
        </p:nvSpPr>
        <p:spPr>
          <a:xfrm>
            <a:off x="4632600" y="3856325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REVENUE STREAMS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12" name="Google Shape;1812;p52"/>
          <p:cNvSpPr txBox="1">
            <a:spLocks noGrp="1"/>
          </p:cNvSpPr>
          <p:nvPr>
            <p:ph type="subTitle" idx="4294967295"/>
          </p:nvPr>
        </p:nvSpPr>
        <p:spPr>
          <a:xfrm>
            <a:off x="6186125" y="3863075"/>
            <a:ext cx="2134500" cy="5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Saturn is a gas giant and has several rings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7" name="Google Shape;1817;p53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ANALYSIS</a:t>
            </a:r>
            <a:endParaRPr/>
          </a:p>
        </p:txBody>
      </p:sp>
      <p:grpSp>
        <p:nvGrpSpPr>
          <p:cNvPr id="1818" name="Google Shape;1818;p53"/>
          <p:cNvGrpSpPr/>
          <p:nvPr/>
        </p:nvGrpSpPr>
        <p:grpSpPr>
          <a:xfrm>
            <a:off x="720050" y="1345230"/>
            <a:ext cx="7703896" cy="3170945"/>
            <a:chOff x="720050" y="1345230"/>
            <a:chExt cx="7703896" cy="3170945"/>
          </a:xfrm>
        </p:grpSpPr>
        <p:sp>
          <p:nvSpPr>
            <p:cNvPr id="1819" name="Google Shape;1819;p53"/>
            <p:cNvSpPr/>
            <p:nvPr/>
          </p:nvSpPr>
          <p:spPr>
            <a:xfrm>
              <a:off x="720050" y="1345292"/>
              <a:ext cx="1489800" cy="2313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53"/>
            <p:cNvSpPr/>
            <p:nvPr/>
          </p:nvSpPr>
          <p:spPr>
            <a:xfrm>
              <a:off x="3827098" y="1345292"/>
              <a:ext cx="1489800" cy="2313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53"/>
            <p:cNvSpPr/>
            <p:nvPr/>
          </p:nvSpPr>
          <p:spPr>
            <a:xfrm>
              <a:off x="6934146" y="1345300"/>
              <a:ext cx="1489800" cy="2313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53"/>
            <p:cNvSpPr/>
            <p:nvPr/>
          </p:nvSpPr>
          <p:spPr>
            <a:xfrm>
              <a:off x="720050" y="3718775"/>
              <a:ext cx="3819600" cy="797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53"/>
            <p:cNvSpPr/>
            <p:nvPr/>
          </p:nvSpPr>
          <p:spPr>
            <a:xfrm>
              <a:off x="4604346" y="3718775"/>
              <a:ext cx="3819600" cy="797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53"/>
            <p:cNvSpPr/>
            <p:nvPr/>
          </p:nvSpPr>
          <p:spPr>
            <a:xfrm>
              <a:off x="2273575" y="2539417"/>
              <a:ext cx="1489800" cy="111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53"/>
            <p:cNvSpPr/>
            <p:nvPr/>
          </p:nvSpPr>
          <p:spPr>
            <a:xfrm>
              <a:off x="2273575" y="1345292"/>
              <a:ext cx="1489800" cy="1119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53"/>
            <p:cNvSpPr/>
            <p:nvPr/>
          </p:nvSpPr>
          <p:spPr>
            <a:xfrm>
              <a:off x="5380625" y="2539355"/>
              <a:ext cx="1489800" cy="1119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53"/>
            <p:cNvSpPr/>
            <p:nvPr/>
          </p:nvSpPr>
          <p:spPr>
            <a:xfrm>
              <a:off x="5380625" y="1345230"/>
              <a:ext cx="1489800" cy="111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28" name="Google Shape;1828;p53"/>
          <p:cNvSpPr txBox="1">
            <a:spLocks noGrp="1"/>
          </p:cNvSpPr>
          <p:nvPr>
            <p:ph type="subTitle" idx="4294967295"/>
          </p:nvPr>
        </p:nvSpPr>
        <p:spPr>
          <a:xfrm>
            <a:off x="2313775" y="26155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OUR METRICS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29" name="Google Shape;1829;p53"/>
          <p:cNvSpPr txBox="1">
            <a:spLocks noGrp="1"/>
          </p:cNvSpPr>
          <p:nvPr>
            <p:ph type="subTitle" idx="4294967295"/>
          </p:nvPr>
        </p:nvSpPr>
        <p:spPr>
          <a:xfrm>
            <a:off x="2313775" y="3089732"/>
            <a:ext cx="1409400" cy="50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It’s the second from the Sun</a:t>
            </a:r>
            <a:endParaRPr sz="1400"/>
          </a:p>
        </p:txBody>
      </p:sp>
      <p:sp>
        <p:nvSpPr>
          <p:cNvPr id="1830" name="Google Shape;1830;p53"/>
          <p:cNvSpPr txBox="1">
            <a:spLocks noGrp="1"/>
          </p:cNvSpPr>
          <p:nvPr>
            <p:ph type="subTitle" idx="4294967295"/>
          </p:nvPr>
        </p:nvSpPr>
        <p:spPr>
          <a:xfrm>
            <a:off x="2313775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OUR SOLUTIONS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31" name="Google Shape;1831;p53"/>
          <p:cNvSpPr txBox="1">
            <a:spLocks noGrp="1"/>
          </p:cNvSpPr>
          <p:nvPr>
            <p:ph type="subTitle" idx="4294967295"/>
          </p:nvPr>
        </p:nvSpPr>
        <p:spPr>
          <a:xfrm>
            <a:off x="5420825" y="2615491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FAIR ADVANTAGE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32" name="Google Shape;1832;p53"/>
          <p:cNvSpPr txBox="1">
            <a:spLocks noGrp="1"/>
          </p:cNvSpPr>
          <p:nvPr>
            <p:ph type="subTitle" idx="4294967295"/>
          </p:nvPr>
        </p:nvSpPr>
        <p:spPr>
          <a:xfrm>
            <a:off x="5420825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UNFAIR ADVANTAGE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33" name="Google Shape;1833;p53"/>
          <p:cNvSpPr txBox="1">
            <a:spLocks noGrp="1"/>
          </p:cNvSpPr>
          <p:nvPr>
            <p:ph type="subTitle" idx="4294967295"/>
          </p:nvPr>
        </p:nvSpPr>
        <p:spPr>
          <a:xfrm>
            <a:off x="760250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START: PROBLEM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34" name="Google Shape;1834;p53"/>
          <p:cNvSpPr txBox="1">
            <a:spLocks noGrp="1"/>
          </p:cNvSpPr>
          <p:nvPr>
            <p:ph type="subTitle" idx="4294967295"/>
          </p:nvPr>
        </p:nvSpPr>
        <p:spPr>
          <a:xfrm>
            <a:off x="3867300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UNIQUE VALUE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35" name="Google Shape;1835;p53"/>
          <p:cNvSpPr txBox="1">
            <a:spLocks noGrp="1"/>
          </p:cNvSpPr>
          <p:nvPr>
            <p:ph type="subTitle" idx="4294967295"/>
          </p:nvPr>
        </p:nvSpPr>
        <p:spPr>
          <a:xfrm>
            <a:off x="6974350" y="1421354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CONSUMER CHANNELS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36" name="Google Shape;1836;p53"/>
          <p:cNvSpPr txBox="1">
            <a:spLocks noGrp="1"/>
          </p:cNvSpPr>
          <p:nvPr>
            <p:ph type="subTitle" idx="4294967295"/>
          </p:nvPr>
        </p:nvSpPr>
        <p:spPr>
          <a:xfrm>
            <a:off x="760250" y="3856325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PRODUCT EXPENSES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37" name="Google Shape;1837;p53"/>
          <p:cNvSpPr txBox="1">
            <a:spLocks noGrp="1"/>
          </p:cNvSpPr>
          <p:nvPr>
            <p:ph type="subTitle" idx="4294967295"/>
          </p:nvPr>
        </p:nvSpPr>
        <p:spPr>
          <a:xfrm>
            <a:off x="4632600" y="3856325"/>
            <a:ext cx="14094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CASH FLOWS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54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 CANVAS</a:t>
            </a:r>
            <a:endParaRPr/>
          </a:p>
        </p:txBody>
      </p:sp>
      <p:sp>
        <p:nvSpPr>
          <p:cNvPr id="1843" name="Google Shape;1843;p54"/>
          <p:cNvSpPr/>
          <p:nvPr/>
        </p:nvSpPr>
        <p:spPr>
          <a:xfrm>
            <a:off x="720075" y="1494950"/>
            <a:ext cx="2481600" cy="16143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4" name="Google Shape;1844;p54"/>
          <p:cNvSpPr/>
          <p:nvPr/>
        </p:nvSpPr>
        <p:spPr>
          <a:xfrm>
            <a:off x="3331204" y="1494950"/>
            <a:ext cx="2481600" cy="16143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5" name="Google Shape;1845;p54"/>
          <p:cNvSpPr/>
          <p:nvPr/>
        </p:nvSpPr>
        <p:spPr>
          <a:xfrm>
            <a:off x="5942333" y="1494950"/>
            <a:ext cx="2481600" cy="31083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6" name="Google Shape;1846;p54"/>
          <p:cNvSpPr/>
          <p:nvPr/>
        </p:nvSpPr>
        <p:spPr>
          <a:xfrm>
            <a:off x="720075" y="3212930"/>
            <a:ext cx="5092800" cy="13902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7" name="Google Shape;1847;p54"/>
          <p:cNvSpPr txBox="1">
            <a:spLocks noGrp="1"/>
          </p:cNvSpPr>
          <p:nvPr>
            <p:ph type="subTitle" idx="4294967295"/>
          </p:nvPr>
        </p:nvSpPr>
        <p:spPr>
          <a:xfrm>
            <a:off x="840549" y="1547168"/>
            <a:ext cx="1486200" cy="4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KEY PARTNERS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48" name="Google Shape;1848;p54"/>
          <p:cNvSpPr txBox="1">
            <a:spLocks noGrp="1"/>
          </p:cNvSpPr>
          <p:nvPr>
            <p:ph type="subTitle" idx="4294967295"/>
          </p:nvPr>
        </p:nvSpPr>
        <p:spPr>
          <a:xfrm>
            <a:off x="3462299" y="1547168"/>
            <a:ext cx="1486200" cy="4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KEY ACTIVITIES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49" name="Google Shape;1849;p54"/>
          <p:cNvSpPr txBox="1">
            <a:spLocks noGrp="1"/>
          </p:cNvSpPr>
          <p:nvPr>
            <p:ph type="subTitle" idx="4294967295"/>
          </p:nvPr>
        </p:nvSpPr>
        <p:spPr>
          <a:xfrm>
            <a:off x="847950" y="3263777"/>
            <a:ext cx="1486200" cy="4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VALUE PROPOSIT.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50" name="Google Shape;1850;p54"/>
          <p:cNvSpPr txBox="1">
            <a:spLocks noGrp="1"/>
          </p:cNvSpPr>
          <p:nvPr>
            <p:ph type="subTitle" idx="4294967295"/>
          </p:nvPr>
        </p:nvSpPr>
        <p:spPr>
          <a:xfrm>
            <a:off x="6068598" y="1500040"/>
            <a:ext cx="1486200" cy="48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KEY RESOURCES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51" name="Google Shape;1851;p54"/>
          <p:cNvSpPr txBox="1"/>
          <p:nvPr/>
        </p:nvSpPr>
        <p:spPr>
          <a:xfrm>
            <a:off x="719875" y="999000"/>
            <a:ext cx="77040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Create your own canvas model by adding post-its from outside the slide and filling them with the text you want. Then move it to the slide and place it wherever you need.</a:t>
            </a:r>
            <a:endParaRPr sz="12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grpSp>
        <p:nvGrpSpPr>
          <p:cNvPr id="1852" name="Google Shape;1852;p54"/>
          <p:cNvGrpSpPr/>
          <p:nvPr/>
        </p:nvGrpSpPr>
        <p:grpSpPr>
          <a:xfrm>
            <a:off x="6554025" y="2216863"/>
            <a:ext cx="1258200" cy="1401600"/>
            <a:chOff x="-1324725" y="1018450"/>
            <a:chExt cx="1258200" cy="1401600"/>
          </a:xfrm>
        </p:grpSpPr>
        <p:sp>
          <p:nvSpPr>
            <p:cNvPr id="1853" name="Google Shape;1853;p54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Despite being red, Mars is actually a very cold place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54" name="Google Shape;1854;p54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5" name="Google Shape;1855;p54"/>
          <p:cNvGrpSpPr/>
          <p:nvPr/>
        </p:nvGrpSpPr>
        <p:grpSpPr>
          <a:xfrm>
            <a:off x="-1674900" y="574863"/>
            <a:ext cx="1258200" cy="1401600"/>
            <a:chOff x="-1324725" y="1018450"/>
            <a:chExt cx="1258200" cy="1401600"/>
          </a:xfrm>
        </p:grpSpPr>
        <p:sp>
          <p:nvSpPr>
            <p:cNvPr id="1856" name="Google Shape;1856;p54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Despite being red, Mars is actually a very cold place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57" name="Google Shape;1857;p54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58" name="Google Shape;1858;p54"/>
          <p:cNvGrpSpPr/>
          <p:nvPr/>
        </p:nvGrpSpPr>
        <p:grpSpPr>
          <a:xfrm>
            <a:off x="-1674900" y="2216863"/>
            <a:ext cx="1258200" cy="1401600"/>
            <a:chOff x="-1324725" y="1018450"/>
            <a:chExt cx="1258200" cy="1401600"/>
          </a:xfrm>
        </p:grpSpPr>
        <p:sp>
          <p:nvSpPr>
            <p:cNvPr id="1859" name="Google Shape;1859;p54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F49B8A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ed Hat Text"/>
                  <a:ea typeface="Red Hat Text"/>
                  <a:cs typeface="Red Hat Text"/>
                  <a:sym typeface="Red Hat Text"/>
                </a:rPr>
                <a:t>It’s the farthest planet from the Sun</a:t>
              </a:r>
              <a:endParaRPr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60" name="Google Shape;1860;p54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1" name="Google Shape;1861;p54"/>
          <p:cNvGrpSpPr/>
          <p:nvPr/>
        </p:nvGrpSpPr>
        <p:grpSpPr>
          <a:xfrm>
            <a:off x="-1674912" y="3858863"/>
            <a:ext cx="1258225" cy="906300"/>
            <a:chOff x="-1324725" y="1018450"/>
            <a:chExt cx="1258225" cy="906300"/>
          </a:xfrm>
        </p:grpSpPr>
        <p:sp>
          <p:nvSpPr>
            <p:cNvPr id="1862" name="Google Shape;1862;p54"/>
            <p:cNvSpPr/>
            <p:nvPr/>
          </p:nvSpPr>
          <p:spPr>
            <a:xfrm>
              <a:off x="-1324700" y="1191550"/>
              <a:ext cx="1258200" cy="733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Mercury is the closest planet to the Sun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63" name="Google Shape;1863;p54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4" name="Google Shape;1864;p54"/>
          <p:cNvGrpSpPr/>
          <p:nvPr/>
        </p:nvGrpSpPr>
        <p:grpSpPr>
          <a:xfrm>
            <a:off x="9560675" y="574863"/>
            <a:ext cx="1258200" cy="1401600"/>
            <a:chOff x="-1324725" y="1018450"/>
            <a:chExt cx="1258200" cy="1401600"/>
          </a:xfrm>
        </p:grpSpPr>
        <p:sp>
          <p:nvSpPr>
            <p:cNvPr id="1865" name="Google Shape;1865;p54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C0EAF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It’s the closest planet to the Sun and the smallest in the Solar System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66" name="Google Shape;1866;p54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7" name="Google Shape;1867;p54"/>
          <p:cNvGrpSpPr/>
          <p:nvPr/>
        </p:nvGrpSpPr>
        <p:grpSpPr>
          <a:xfrm>
            <a:off x="9560675" y="2216863"/>
            <a:ext cx="1258200" cy="1401600"/>
            <a:chOff x="-1324725" y="1018450"/>
            <a:chExt cx="1258200" cy="1401600"/>
          </a:xfrm>
        </p:grpSpPr>
        <p:sp>
          <p:nvSpPr>
            <p:cNvPr id="1868" name="Google Shape;1868;p54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FFD6E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ed Hat Text"/>
                  <a:ea typeface="Red Hat Text"/>
                  <a:cs typeface="Red Hat Text"/>
                  <a:sym typeface="Red Hat Text"/>
                </a:rPr>
                <a:t>Jupiter is the biggest planet of them all</a:t>
              </a:r>
              <a:endParaRPr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69" name="Google Shape;1869;p54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70" name="Google Shape;1870;p54"/>
          <p:cNvGrpSpPr/>
          <p:nvPr/>
        </p:nvGrpSpPr>
        <p:grpSpPr>
          <a:xfrm>
            <a:off x="9560663" y="3858863"/>
            <a:ext cx="1258200" cy="906300"/>
            <a:chOff x="-1324725" y="1018450"/>
            <a:chExt cx="1258200" cy="906300"/>
          </a:xfrm>
        </p:grpSpPr>
        <p:sp>
          <p:nvSpPr>
            <p:cNvPr id="1871" name="Google Shape;1871;p54"/>
            <p:cNvSpPr/>
            <p:nvPr/>
          </p:nvSpPr>
          <p:spPr>
            <a:xfrm>
              <a:off x="-1324725" y="1191550"/>
              <a:ext cx="1258200" cy="733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Venus has a beautiful name 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72" name="Google Shape;1872;p54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7" name="Google Shape;1877;p5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 CANVAS</a:t>
            </a:r>
            <a:endParaRPr/>
          </a:p>
        </p:txBody>
      </p:sp>
      <p:sp>
        <p:nvSpPr>
          <p:cNvPr id="1878" name="Google Shape;1878;p55"/>
          <p:cNvSpPr/>
          <p:nvPr/>
        </p:nvSpPr>
        <p:spPr>
          <a:xfrm flipH="1">
            <a:off x="5942338" y="1275900"/>
            <a:ext cx="2481600" cy="17280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9" name="Google Shape;1879;p55"/>
          <p:cNvSpPr/>
          <p:nvPr/>
        </p:nvSpPr>
        <p:spPr>
          <a:xfrm flipH="1">
            <a:off x="3331200" y="1275900"/>
            <a:ext cx="2481600" cy="17280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0" name="Google Shape;1880;p55"/>
          <p:cNvSpPr/>
          <p:nvPr/>
        </p:nvSpPr>
        <p:spPr>
          <a:xfrm flipH="1">
            <a:off x="720063" y="1275900"/>
            <a:ext cx="2481600" cy="33273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1" name="Google Shape;1881;p55"/>
          <p:cNvSpPr/>
          <p:nvPr/>
        </p:nvSpPr>
        <p:spPr>
          <a:xfrm flipH="1">
            <a:off x="3331144" y="3114950"/>
            <a:ext cx="2481600" cy="14883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2" name="Google Shape;1882;p55"/>
          <p:cNvSpPr txBox="1">
            <a:spLocks noGrp="1"/>
          </p:cNvSpPr>
          <p:nvPr>
            <p:ph type="subTitle" idx="4294967295"/>
          </p:nvPr>
        </p:nvSpPr>
        <p:spPr>
          <a:xfrm>
            <a:off x="847938" y="1321375"/>
            <a:ext cx="14862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CUSTOMER RELATION.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83" name="Google Shape;1883;p55"/>
          <p:cNvSpPr txBox="1">
            <a:spLocks noGrp="1"/>
          </p:cNvSpPr>
          <p:nvPr>
            <p:ph type="subTitle" idx="4294967295"/>
          </p:nvPr>
        </p:nvSpPr>
        <p:spPr>
          <a:xfrm>
            <a:off x="3462295" y="1321375"/>
            <a:ext cx="14862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CHANNELS (ON &amp; OFF)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84" name="Google Shape;1884;p55"/>
          <p:cNvSpPr txBox="1">
            <a:spLocks noGrp="1"/>
          </p:cNvSpPr>
          <p:nvPr>
            <p:ph type="subTitle" idx="4294967295"/>
          </p:nvPr>
        </p:nvSpPr>
        <p:spPr>
          <a:xfrm>
            <a:off x="3455732" y="3176781"/>
            <a:ext cx="14862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CUSTOMER SEGMENTS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85" name="Google Shape;1885;p55"/>
          <p:cNvSpPr txBox="1">
            <a:spLocks noGrp="1"/>
          </p:cNvSpPr>
          <p:nvPr>
            <p:ph type="subTitle" idx="4294967295"/>
          </p:nvPr>
        </p:nvSpPr>
        <p:spPr>
          <a:xfrm>
            <a:off x="6061202" y="1321375"/>
            <a:ext cx="14862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COST STRUCTURE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1886" name="Google Shape;1886;p55"/>
          <p:cNvSpPr/>
          <p:nvPr/>
        </p:nvSpPr>
        <p:spPr>
          <a:xfrm flipH="1">
            <a:off x="5942219" y="3114950"/>
            <a:ext cx="2481600" cy="1488300"/>
          </a:xfrm>
          <a:prstGeom prst="rect">
            <a:avLst/>
          </a:prstGeom>
          <a:solidFill>
            <a:srgbClr val="FFFFFF">
              <a:alpha val="206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7" name="Google Shape;1887;p55"/>
          <p:cNvSpPr txBox="1">
            <a:spLocks noGrp="1"/>
          </p:cNvSpPr>
          <p:nvPr>
            <p:ph type="subTitle" idx="4294967295"/>
          </p:nvPr>
        </p:nvSpPr>
        <p:spPr>
          <a:xfrm>
            <a:off x="6061207" y="3176781"/>
            <a:ext cx="1486200" cy="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ighteous"/>
                <a:ea typeface="Righteous"/>
                <a:cs typeface="Righteous"/>
                <a:sym typeface="Righteous"/>
              </a:rPr>
              <a:t>REVENUE STREAMS</a:t>
            </a:r>
            <a:endParaRPr>
              <a:latin typeface="Righteous"/>
              <a:ea typeface="Righteous"/>
              <a:cs typeface="Righteous"/>
              <a:sym typeface="Righteous"/>
            </a:endParaRPr>
          </a:p>
        </p:txBody>
      </p:sp>
      <p:grpSp>
        <p:nvGrpSpPr>
          <p:cNvPr id="1888" name="Google Shape;1888;p55"/>
          <p:cNvGrpSpPr/>
          <p:nvPr/>
        </p:nvGrpSpPr>
        <p:grpSpPr>
          <a:xfrm>
            <a:off x="4000050" y="1922075"/>
            <a:ext cx="1258225" cy="906300"/>
            <a:chOff x="-1324725" y="1018450"/>
            <a:chExt cx="1258225" cy="906300"/>
          </a:xfrm>
        </p:grpSpPr>
        <p:sp>
          <p:nvSpPr>
            <p:cNvPr id="1889" name="Google Shape;1889;p55"/>
            <p:cNvSpPr/>
            <p:nvPr/>
          </p:nvSpPr>
          <p:spPr>
            <a:xfrm>
              <a:off x="-1324700" y="1191550"/>
              <a:ext cx="1258200" cy="733200"/>
            </a:xfrm>
            <a:prstGeom prst="rect">
              <a:avLst/>
            </a:prstGeom>
            <a:solidFill>
              <a:srgbClr val="C0EAF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Despite being red, Mars is a cold place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90" name="Google Shape;1890;p55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1" name="Google Shape;1891;p55"/>
          <p:cNvGrpSpPr/>
          <p:nvPr/>
        </p:nvGrpSpPr>
        <p:grpSpPr>
          <a:xfrm flipH="1">
            <a:off x="9560663" y="574863"/>
            <a:ext cx="1258200" cy="1401600"/>
            <a:chOff x="-1324725" y="1018450"/>
            <a:chExt cx="1258200" cy="1401600"/>
          </a:xfrm>
        </p:grpSpPr>
        <p:sp>
          <p:nvSpPr>
            <p:cNvPr id="1892" name="Google Shape;1892;p55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Despite being red, Mars is actually a very cold place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93" name="Google Shape;1893;p55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4" name="Google Shape;1894;p55"/>
          <p:cNvGrpSpPr/>
          <p:nvPr/>
        </p:nvGrpSpPr>
        <p:grpSpPr>
          <a:xfrm flipH="1">
            <a:off x="9560663" y="2216863"/>
            <a:ext cx="1258200" cy="1401600"/>
            <a:chOff x="-1324725" y="1018450"/>
            <a:chExt cx="1258200" cy="1401600"/>
          </a:xfrm>
        </p:grpSpPr>
        <p:sp>
          <p:nvSpPr>
            <p:cNvPr id="1895" name="Google Shape;1895;p55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F49B8A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ed Hat Text"/>
                  <a:ea typeface="Red Hat Text"/>
                  <a:cs typeface="Red Hat Text"/>
                  <a:sym typeface="Red Hat Text"/>
                </a:rPr>
                <a:t>It’s the farthest planet from the Sun</a:t>
              </a:r>
              <a:endParaRPr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96" name="Google Shape;1896;p55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7" name="Google Shape;1897;p55"/>
          <p:cNvGrpSpPr/>
          <p:nvPr/>
        </p:nvGrpSpPr>
        <p:grpSpPr>
          <a:xfrm flipH="1">
            <a:off x="9560650" y="3858863"/>
            <a:ext cx="1258225" cy="906300"/>
            <a:chOff x="-1324725" y="1018450"/>
            <a:chExt cx="1258225" cy="906300"/>
          </a:xfrm>
        </p:grpSpPr>
        <p:sp>
          <p:nvSpPr>
            <p:cNvPr id="1898" name="Google Shape;1898;p55"/>
            <p:cNvSpPr/>
            <p:nvPr/>
          </p:nvSpPr>
          <p:spPr>
            <a:xfrm>
              <a:off x="-1324700" y="1191550"/>
              <a:ext cx="1258200" cy="733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Mercury is the closest planet to the Sun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899" name="Google Shape;1899;p55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0" name="Google Shape;1900;p55"/>
          <p:cNvGrpSpPr/>
          <p:nvPr/>
        </p:nvGrpSpPr>
        <p:grpSpPr>
          <a:xfrm flipH="1">
            <a:off x="-1674912" y="574863"/>
            <a:ext cx="1258200" cy="1401600"/>
            <a:chOff x="-1324725" y="1018450"/>
            <a:chExt cx="1258200" cy="1401600"/>
          </a:xfrm>
        </p:grpSpPr>
        <p:sp>
          <p:nvSpPr>
            <p:cNvPr id="1901" name="Google Shape;1901;p55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C0EAF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It’s the closest planet to the Sun and the smallest in the Solar System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902" name="Google Shape;1902;p55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3" name="Google Shape;1903;p55"/>
          <p:cNvGrpSpPr/>
          <p:nvPr/>
        </p:nvGrpSpPr>
        <p:grpSpPr>
          <a:xfrm flipH="1">
            <a:off x="-1674912" y="2216863"/>
            <a:ext cx="1258200" cy="1401600"/>
            <a:chOff x="-1324725" y="1018450"/>
            <a:chExt cx="1258200" cy="1401600"/>
          </a:xfrm>
        </p:grpSpPr>
        <p:sp>
          <p:nvSpPr>
            <p:cNvPr id="1904" name="Google Shape;1904;p55"/>
            <p:cNvSpPr/>
            <p:nvPr/>
          </p:nvSpPr>
          <p:spPr>
            <a:xfrm>
              <a:off x="-1324725" y="1191550"/>
              <a:ext cx="1258200" cy="1228500"/>
            </a:xfrm>
            <a:prstGeom prst="rect">
              <a:avLst/>
            </a:prstGeom>
            <a:solidFill>
              <a:srgbClr val="FFD6E4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Red Hat Text"/>
                  <a:ea typeface="Red Hat Text"/>
                  <a:cs typeface="Red Hat Text"/>
                  <a:sym typeface="Red Hat Text"/>
                </a:rPr>
                <a:t>Jupiter is the biggest planet of them all</a:t>
              </a:r>
              <a:endParaRPr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905" name="Google Shape;1905;p55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06" name="Google Shape;1906;p55"/>
          <p:cNvGrpSpPr/>
          <p:nvPr/>
        </p:nvGrpSpPr>
        <p:grpSpPr>
          <a:xfrm flipH="1">
            <a:off x="-1674900" y="3858863"/>
            <a:ext cx="1258200" cy="906300"/>
            <a:chOff x="-1324725" y="1018450"/>
            <a:chExt cx="1258200" cy="906300"/>
          </a:xfrm>
        </p:grpSpPr>
        <p:sp>
          <p:nvSpPr>
            <p:cNvPr id="1907" name="Google Shape;1907;p55"/>
            <p:cNvSpPr/>
            <p:nvPr/>
          </p:nvSpPr>
          <p:spPr>
            <a:xfrm>
              <a:off x="-1324725" y="1191550"/>
              <a:ext cx="1258200" cy="7332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1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ed Hat Text"/>
                  <a:ea typeface="Red Hat Text"/>
                  <a:cs typeface="Red Hat Text"/>
                  <a:sym typeface="Red Hat Text"/>
                </a:rPr>
                <a:t>Venus has a beautiful name </a:t>
              </a:r>
              <a:endParaRPr sz="1200"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1908" name="Google Shape;1908;p55"/>
            <p:cNvSpPr/>
            <p:nvPr/>
          </p:nvSpPr>
          <p:spPr>
            <a:xfrm>
              <a:off x="-1324725" y="1018450"/>
              <a:ext cx="1258200" cy="173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56"/>
          <p:cNvSpPr/>
          <p:nvPr/>
        </p:nvSpPr>
        <p:spPr>
          <a:xfrm flipH="1">
            <a:off x="3915450" y="412271"/>
            <a:ext cx="1313100" cy="131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4" name="Google Shape;1914;p56"/>
          <p:cNvSpPr txBox="1">
            <a:spLocks noGrp="1"/>
          </p:cNvSpPr>
          <p:nvPr>
            <p:ph type="title"/>
          </p:nvPr>
        </p:nvSpPr>
        <p:spPr>
          <a:xfrm>
            <a:off x="1950150" y="1933323"/>
            <a:ext cx="52437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MARKETING PLAN</a:t>
            </a:r>
            <a:endParaRPr/>
          </a:p>
        </p:txBody>
      </p:sp>
      <p:sp>
        <p:nvSpPr>
          <p:cNvPr id="1915" name="Google Shape;1915;p56"/>
          <p:cNvSpPr txBox="1">
            <a:spLocks noGrp="1"/>
          </p:cNvSpPr>
          <p:nvPr>
            <p:ph type="title" idx="2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916" name="Google Shape;1916;p56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1917" name="Google Shape;1917;p56"/>
          <p:cNvGrpSpPr/>
          <p:nvPr/>
        </p:nvGrpSpPr>
        <p:grpSpPr>
          <a:xfrm>
            <a:off x="4190029" y="4565029"/>
            <a:ext cx="763950" cy="166200"/>
            <a:chOff x="778750" y="1794600"/>
            <a:chExt cx="763950" cy="166200"/>
          </a:xfrm>
        </p:grpSpPr>
        <p:sp>
          <p:nvSpPr>
            <p:cNvPr id="1918" name="Google Shape;1918;p56"/>
            <p:cNvSpPr/>
            <p:nvPr/>
          </p:nvSpPr>
          <p:spPr>
            <a:xfrm>
              <a:off x="1370475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17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56"/>
            <p:cNvSpPr/>
            <p:nvPr/>
          </p:nvSpPr>
          <p:spPr>
            <a:xfrm>
              <a:off x="1079350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46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56"/>
            <p:cNvSpPr/>
            <p:nvPr/>
          </p:nvSpPr>
          <p:spPr>
            <a:xfrm>
              <a:off x="778750" y="1794600"/>
              <a:ext cx="194100" cy="166200"/>
            </a:xfrm>
            <a:custGeom>
              <a:avLst/>
              <a:gdLst/>
              <a:ahLst/>
              <a:cxnLst/>
              <a:rect l="l" t="t" r="r" b="b"/>
              <a:pathLst>
                <a:path w="7764" h="6648" extrusionOk="0">
                  <a:moveTo>
                    <a:pt x="3327" y="752"/>
                  </a:moveTo>
                  <a:cubicBezTo>
                    <a:pt x="5633" y="752"/>
                    <a:pt x="6771" y="3525"/>
                    <a:pt x="5137" y="5159"/>
                  </a:cubicBezTo>
                  <a:cubicBezTo>
                    <a:pt x="4610" y="5686"/>
                    <a:pt x="3964" y="5922"/>
                    <a:pt x="3331" y="5922"/>
                  </a:cubicBezTo>
                  <a:cubicBezTo>
                    <a:pt x="2002" y="5922"/>
                    <a:pt x="730" y="4882"/>
                    <a:pt x="730" y="3320"/>
                  </a:cubicBezTo>
                  <a:cubicBezTo>
                    <a:pt x="730" y="1890"/>
                    <a:pt x="1897" y="752"/>
                    <a:pt x="3327" y="752"/>
                  </a:cubicBezTo>
                  <a:close/>
                  <a:moveTo>
                    <a:pt x="3332" y="1"/>
                  </a:moveTo>
                  <a:cubicBezTo>
                    <a:pt x="1628" y="1"/>
                    <a:pt x="0" y="1327"/>
                    <a:pt x="0" y="3320"/>
                  </a:cubicBezTo>
                  <a:cubicBezTo>
                    <a:pt x="0" y="5159"/>
                    <a:pt x="1489" y="6647"/>
                    <a:pt x="3327" y="6647"/>
                  </a:cubicBezTo>
                  <a:cubicBezTo>
                    <a:pt x="6275" y="6647"/>
                    <a:pt x="7763" y="3058"/>
                    <a:pt x="5662" y="985"/>
                  </a:cubicBezTo>
                  <a:cubicBezTo>
                    <a:pt x="4982" y="305"/>
                    <a:pt x="4148" y="1"/>
                    <a:pt x="33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57"/>
          <p:cNvSpPr/>
          <p:nvPr/>
        </p:nvSpPr>
        <p:spPr>
          <a:xfrm flipH="1">
            <a:off x="1716725" y="3028694"/>
            <a:ext cx="508200" cy="508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6" name="Google Shape;1926;p57"/>
          <p:cNvSpPr/>
          <p:nvPr/>
        </p:nvSpPr>
        <p:spPr>
          <a:xfrm flipH="1">
            <a:off x="4317900" y="3028694"/>
            <a:ext cx="508200" cy="508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7" name="Google Shape;1927;p57"/>
          <p:cNvSpPr/>
          <p:nvPr/>
        </p:nvSpPr>
        <p:spPr>
          <a:xfrm flipH="1">
            <a:off x="6919075" y="3028694"/>
            <a:ext cx="508200" cy="50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8" name="Google Shape;1928;p57"/>
          <p:cNvSpPr/>
          <p:nvPr/>
        </p:nvSpPr>
        <p:spPr>
          <a:xfrm flipH="1">
            <a:off x="1716725" y="1190567"/>
            <a:ext cx="508200" cy="508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9" name="Google Shape;1929;p57"/>
          <p:cNvSpPr/>
          <p:nvPr/>
        </p:nvSpPr>
        <p:spPr>
          <a:xfrm flipH="1">
            <a:off x="4317900" y="1190567"/>
            <a:ext cx="508200" cy="508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0" name="Google Shape;1930;p57"/>
          <p:cNvSpPr/>
          <p:nvPr/>
        </p:nvSpPr>
        <p:spPr>
          <a:xfrm flipH="1">
            <a:off x="6919075" y="1190567"/>
            <a:ext cx="508200" cy="508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1" name="Google Shape;1931;p57"/>
          <p:cNvSpPr txBox="1">
            <a:spLocks noGrp="1"/>
          </p:cNvSpPr>
          <p:nvPr>
            <p:ph type="subTitle" idx="2"/>
          </p:nvPr>
        </p:nvSpPr>
        <p:spPr>
          <a:xfrm>
            <a:off x="873125" y="4034726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</a:t>
            </a:r>
            <a:endParaRPr/>
          </a:p>
        </p:txBody>
      </p:sp>
      <p:sp>
        <p:nvSpPr>
          <p:cNvPr id="1932" name="Google Shape;1932;p57"/>
          <p:cNvSpPr txBox="1">
            <a:spLocks noGrp="1"/>
          </p:cNvSpPr>
          <p:nvPr>
            <p:ph type="subTitle" idx="7"/>
          </p:nvPr>
        </p:nvSpPr>
        <p:spPr>
          <a:xfrm>
            <a:off x="873125" y="1838287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1933" name="Google Shape;1933;p57"/>
          <p:cNvSpPr txBox="1">
            <a:spLocks noGrp="1"/>
          </p:cNvSpPr>
          <p:nvPr>
            <p:ph type="subTitle" idx="3"/>
          </p:nvPr>
        </p:nvSpPr>
        <p:spPr>
          <a:xfrm>
            <a:off x="3474300" y="3676412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1934" name="Google Shape;1934;p57"/>
          <p:cNvSpPr txBox="1">
            <a:spLocks noGrp="1"/>
          </p:cNvSpPr>
          <p:nvPr>
            <p:ph type="subTitle" idx="4"/>
          </p:nvPr>
        </p:nvSpPr>
        <p:spPr>
          <a:xfrm>
            <a:off x="3474300" y="4034726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of them all</a:t>
            </a:r>
            <a:endParaRPr/>
          </a:p>
        </p:txBody>
      </p:sp>
      <p:sp>
        <p:nvSpPr>
          <p:cNvPr id="1935" name="Google Shape;1935;p57"/>
          <p:cNvSpPr txBox="1">
            <a:spLocks noGrp="1"/>
          </p:cNvSpPr>
          <p:nvPr>
            <p:ph type="subTitle" idx="5"/>
          </p:nvPr>
        </p:nvSpPr>
        <p:spPr>
          <a:xfrm>
            <a:off x="6075475" y="3676412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1936" name="Google Shape;1936;p57"/>
          <p:cNvSpPr txBox="1">
            <a:spLocks noGrp="1"/>
          </p:cNvSpPr>
          <p:nvPr>
            <p:ph type="subTitle" idx="6"/>
          </p:nvPr>
        </p:nvSpPr>
        <p:spPr>
          <a:xfrm>
            <a:off x="6075475" y="4034726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</a:t>
            </a:r>
            <a:endParaRPr/>
          </a:p>
        </p:txBody>
      </p:sp>
      <p:sp>
        <p:nvSpPr>
          <p:cNvPr id="1937" name="Google Shape;1937;p57"/>
          <p:cNvSpPr txBox="1">
            <a:spLocks noGrp="1"/>
          </p:cNvSpPr>
          <p:nvPr>
            <p:ph type="subTitle" idx="1"/>
          </p:nvPr>
        </p:nvSpPr>
        <p:spPr>
          <a:xfrm>
            <a:off x="873125" y="3676412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1938" name="Google Shape;1938;p57"/>
          <p:cNvSpPr txBox="1">
            <a:spLocks noGrp="1"/>
          </p:cNvSpPr>
          <p:nvPr>
            <p:ph type="subTitle" idx="9"/>
          </p:nvPr>
        </p:nvSpPr>
        <p:spPr>
          <a:xfrm>
            <a:off x="3474300" y="1838287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1939" name="Google Shape;1939;p57"/>
          <p:cNvSpPr txBox="1">
            <a:spLocks noGrp="1"/>
          </p:cNvSpPr>
          <p:nvPr>
            <p:ph type="subTitle" idx="14"/>
          </p:nvPr>
        </p:nvSpPr>
        <p:spPr>
          <a:xfrm>
            <a:off x="6075475" y="1838287"/>
            <a:ext cx="21954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1940" name="Google Shape;1940;p57"/>
          <p:cNvSpPr txBox="1">
            <a:spLocks noGrp="1"/>
          </p:cNvSpPr>
          <p:nvPr>
            <p:ph type="subTitle" idx="8"/>
          </p:nvPr>
        </p:nvSpPr>
        <p:spPr>
          <a:xfrm>
            <a:off x="873125" y="2196601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941" name="Google Shape;1941;p57"/>
          <p:cNvSpPr txBox="1">
            <a:spLocks noGrp="1"/>
          </p:cNvSpPr>
          <p:nvPr>
            <p:ph type="subTitle" idx="13"/>
          </p:nvPr>
        </p:nvSpPr>
        <p:spPr>
          <a:xfrm>
            <a:off x="3474300" y="2196601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942" name="Google Shape;1942;p57"/>
          <p:cNvSpPr txBox="1">
            <a:spLocks noGrp="1"/>
          </p:cNvSpPr>
          <p:nvPr>
            <p:ph type="subTitle" idx="15"/>
          </p:nvPr>
        </p:nvSpPr>
        <p:spPr>
          <a:xfrm>
            <a:off x="6075475" y="2196601"/>
            <a:ext cx="21954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from the Sun</a:t>
            </a:r>
            <a:endParaRPr/>
          </a:p>
        </p:txBody>
      </p:sp>
      <p:sp>
        <p:nvSpPr>
          <p:cNvPr id="1943" name="Google Shape;1943;p57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SERVICES</a:t>
            </a:r>
            <a:endParaRPr/>
          </a:p>
        </p:txBody>
      </p:sp>
      <p:grpSp>
        <p:nvGrpSpPr>
          <p:cNvPr id="1944" name="Google Shape;1944;p57"/>
          <p:cNvGrpSpPr/>
          <p:nvPr/>
        </p:nvGrpSpPr>
        <p:grpSpPr>
          <a:xfrm>
            <a:off x="6995062" y="3130000"/>
            <a:ext cx="356227" cy="305588"/>
            <a:chOff x="-3037625" y="3254850"/>
            <a:chExt cx="299325" cy="256775"/>
          </a:xfrm>
        </p:grpSpPr>
        <p:sp>
          <p:nvSpPr>
            <p:cNvPr id="1945" name="Google Shape;1945;p57"/>
            <p:cNvSpPr/>
            <p:nvPr/>
          </p:nvSpPr>
          <p:spPr>
            <a:xfrm>
              <a:off x="-3037625" y="3460400"/>
              <a:ext cx="152825" cy="51225"/>
            </a:xfrm>
            <a:custGeom>
              <a:avLst/>
              <a:gdLst/>
              <a:ahLst/>
              <a:cxnLst/>
              <a:rect l="l" t="t" r="r" b="b"/>
              <a:pathLst>
                <a:path w="6113" h="2049" extrusionOk="0">
                  <a:moveTo>
                    <a:pt x="1356" y="1"/>
                  </a:moveTo>
                  <a:cubicBezTo>
                    <a:pt x="1" y="1"/>
                    <a:pt x="1" y="2049"/>
                    <a:pt x="1356" y="2049"/>
                  </a:cubicBezTo>
                  <a:lnTo>
                    <a:pt x="4758" y="2049"/>
                  </a:lnTo>
                  <a:cubicBezTo>
                    <a:pt x="6113" y="2049"/>
                    <a:pt x="6113" y="1"/>
                    <a:pt x="47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57"/>
            <p:cNvSpPr/>
            <p:nvPr/>
          </p:nvSpPr>
          <p:spPr>
            <a:xfrm>
              <a:off x="-2884825" y="3460400"/>
              <a:ext cx="146525" cy="51225"/>
            </a:xfrm>
            <a:custGeom>
              <a:avLst/>
              <a:gdLst/>
              <a:ahLst/>
              <a:cxnLst/>
              <a:rect l="l" t="t" r="r" b="b"/>
              <a:pathLst>
                <a:path w="5861" h="2049" extrusionOk="0">
                  <a:moveTo>
                    <a:pt x="1" y="1"/>
                  </a:moveTo>
                  <a:cubicBezTo>
                    <a:pt x="473" y="631"/>
                    <a:pt x="473" y="1419"/>
                    <a:pt x="1" y="2049"/>
                  </a:cubicBezTo>
                  <a:lnTo>
                    <a:pt x="4853" y="2049"/>
                  </a:lnTo>
                  <a:cubicBezTo>
                    <a:pt x="5388" y="2049"/>
                    <a:pt x="5861" y="1576"/>
                    <a:pt x="5861" y="1041"/>
                  </a:cubicBezTo>
                  <a:cubicBezTo>
                    <a:pt x="5861" y="442"/>
                    <a:pt x="5451" y="1"/>
                    <a:pt x="48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57"/>
            <p:cNvSpPr/>
            <p:nvPr/>
          </p:nvSpPr>
          <p:spPr>
            <a:xfrm>
              <a:off x="-2909225" y="3313125"/>
              <a:ext cx="59875" cy="72475"/>
            </a:xfrm>
            <a:custGeom>
              <a:avLst/>
              <a:gdLst/>
              <a:ahLst/>
              <a:cxnLst/>
              <a:rect l="l" t="t" r="r" b="b"/>
              <a:pathLst>
                <a:path w="2395" h="2899" extrusionOk="0">
                  <a:moveTo>
                    <a:pt x="0" y="1"/>
                  </a:moveTo>
                  <a:lnTo>
                    <a:pt x="0" y="2899"/>
                  </a:lnTo>
                  <a:lnTo>
                    <a:pt x="2395" y="145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57"/>
            <p:cNvSpPr/>
            <p:nvPr/>
          </p:nvSpPr>
          <p:spPr>
            <a:xfrm>
              <a:off x="-3029750" y="3254850"/>
              <a:ext cx="291450" cy="188250"/>
            </a:xfrm>
            <a:custGeom>
              <a:avLst/>
              <a:gdLst/>
              <a:ahLst/>
              <a:cxnLst/>
              <a:rect l="l" t="t" r="r" b="b"/>
              <a:pathLst>
                <a:path w="11658" h="7530" extrusionOk="0">
                  <a:moveTo>
                    <a:pt x="4414" y="1387"/>
                  </a:moveTo>
                  <a:cubicBezTo>
                    <a:pt x="4476" y="1387"/>
                    <a:pt x="4541" y="1407"/>
                    <a:pt x="4601" y="1449"/>
                  </a:cubicBezTo>
                  <a:lnTo>
                    <a:pt x="8035" y="3497"/>
                  </a:lnTo>
                  <a:cubicBezTo>
                    <a:pt x="8287" y="3623"/>
                    <a:pt x="8287" y="3938"/>
                    <a:pt x="8035" y="4064"/>
                  </a:cubicBezTo>
                  <a:lnTo>
                    <a:pt x="4601" y="6112"/>
                  </a:lnTo>
                  <a:cubicBezTo>
                    <a:pt x="4552" y="6140"/>
                    <a:pt x="4500" y="6153"/>
                    <a:pt x="4448" y="6153"/>
                  </a:cubicBezTo>
                  <a:cubicBezTo>
                    <a:pt x="4268" y="6153"/>
                    <a:pt x="4097" y="6000"/>
                    <a:pt x="4097" y="5829"/>
                  </a:cubicBezTo>
                  <a:lnTo>
                    <a:pt x="4097" y="1733"/>
                  </a:lnTo>
                  <a:cubicBezTo>
                    <a:pt x="4097" y="1527"/>
                    <a:pt x="4247" y="1387"/>
                    <a:pt x="4414" y="1387"/>
                  </a:cubicBezTo>
                  <a:close/>
                  <a:moveTo>
                    <a:pt x="1041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6490"/>
                  </a:lnTo>
                  <a:cubicBezTo>
                    <a:pt x="1" y="7057"/>
                    <a:pt x="473" y="7530"/>
                    <a:pt x="1041" y="7530"/>
                  </a:cubicBezTo>
                  <a:lnTo>
                    <a:pt x="10650" y="7530"/>
                  </a:lnTo>
                  <a:cubicBezTo>
                    <a:pt x="11185" y="7530"/>
                    <a:pt x="11658" y="7057"/>
                    <a:pt x="11658" y="6490"/>
                  </a:cubicBezTo>
                  <a:lnTo>
                    <a:pt x="11658" y="1040"/>
                  </a:lnTo>
                  <a:cubicBezTo>
                    <a:pt x="11658" y="473"/>
                    <a:pt x="11248" y="0"/>
                    <a:pt x="106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9" name="Google Shape;1949;p57"/>
          <p:cNvGrpSpPr/>
          <p:nvPr/>
        </p:nvGrpSpPr>
        <p:grpSpPr>
          <a:xfrm>
            <a:off x="4397159" y="3109367"/>
            <a:ext cx="349681" cy="346855"/>
            <a:chOff x="-4475825" y="3612425"/>
            <a:chExt cx="293825" cy="291450"/>
          </a:xfrm>
        </p:grpSpPr>
        <p:sp>
          <p:nvSpPr>
            <p:cNvPr id="1950" name="Google Shape;1950;p57"/>
            <p:cNvSpPr/>
            <p:nvPr/>
          </p:nvSpPr>
          <p:spPr>
            <a:xfrm>
              <a:off x="-4349800" y="3664400"/>
              <a:ext cx="34675" cy="33100"/>
            </a:xfrm>
            <a:custGeom>
              <a:avLst/>
              <a:gdLst/>
              <a:ahLst/>
              <a:cxnLst/>
              <a:rect l="l" t="t" r="r" b="b"/>
              <a:pathLst>
                <a:path w="1387" h="1324" extrusionOk="0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57"/>
            <p:cNvSpPr/>
            <p:nvPr/>
          </p:nvSpPr>
          <p:spPr>
            <a:xfrm>
              <a:off x="-4366325" y="3714800"/>
              <a:ext cx="68525" cy="34700"/>
            </a:xfrm>
            <a:custGeom>
              <a:avLst/>
              <a:gdLst/>
              <a:ahLst/>
              <a:cxnLst/>
              <a:rect l="l" t="t" r="r" b="b"/>
              <a:pathLst>
                <a:path w="2741" h="1388" extrusionOk="0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57"/>
            <p:cNvSpPr/>
            <p:nvPr/>
          </p:nvSpPr>
          <p:spPr>
            <a:xfrm>
              <a:off x="-4475825" y="3612425"/>
              <a:ext cx="293825" cy="291450"/>
            </a:xfrm>
            <a:custGeom>
              <a:avLst/>
              <a:gdLst/>
              <a:ahLst/>
              <a:cxnLst/>
              <a:rect l="l" t="t" r="r" b="b"/>
              <a:pathLst>
                <a:path w="11753" h="11658" extrusionOk="0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3" name="Google Shape;1953;p57"/>
          <p:cNvGrpSpPr/>
          <p:nvPr/>
        </p:nvGrpSpPr>
        <p:grpSpPr>
          <a:xfrm>
            <a:off x="1794586" y="3109903"/>
            <a:ext cx="352478" cy="345784"/>
            <a:chOff x="-1183550" y="3586525"/>
            <a:chExt cx="296175" cy="290550"/>
          </a:xfrm>
        </p:grpSpPr>
        <p:sp>
          <p:nvSpPr>
            <p:cNvPr id="1954" name="Google Shape;1954;p57"/>
            <p:cNvSpPr/>
            <p:nvPr/>
          </p:nvSpPr>
          <p:spPr>
            <a:xfrm>
              <a:off x="-927575" y="3671500"/>
              <a:ext cx="40200" cy="16575"/>
            </a:xfrm>
            <a:custGeom>
              <a:avLst/>
              <a:gdLst/>
              <a:ahLst/>
              <a:cxnLst/>
              <a:rect l="l" t="t" r="r" b="b"/>
              <a:pathLst>
                <a:path w="1608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57"/>
            <p:cNvSpPr/>
            <p:nvPr/>
          </p:nvSpPr>
          <p:spPr>
            <a:xfrm>
              <a:off x="-1183550" y="3671500"/>
              <a:ext cx="39400" cy="16575"/>
            </a:xfrm>
            <a:custGeom>
              <a:avLst/>
              <a:gdLst/>
              <a:ahLst/>
              <a:cxnLst/>
              <a:rect l="l" t="t" r="r" b="b"/>
              <a:pathLst>
                <a:path w="1576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57"/>
            <p:cNvSpPr/>
            <p:nvPr/>
          </p:nvSpPr>
          <p:spPr>
            <a:xfrm>
              <a:off x="-944250" y="3603025"/>
              <a:ext cx="39525" cy="26375"/>
            </a:xfrm>
            <a:custGeom>
              <a:avLst/>
              <a:gdLst/>
              <a:ahLst/>
              <a:cxnLst/>
              <a:rect l="l" t="t" r="r" b="b"/>
              <a:pathLst>
                <a:path w="1581" h="1055" extrusionOk="0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57"/>
            <p:cNvSpPr/>
            <p:nvPr/>
          </p:nvSpPr>
          <p:spPr>
            <a:xfrm>
              <a:off x="-1166200" y="3731225"/>
              <a:ext cx="39700" cy="26075"/>
            </a:xfrm>
            <a:custGeom>
              <a:avLst/>
              <a:gdLst/>
              <a:ahLst/>
              <a:cxnLst/>
              <a:rect l="l" t="t" r="r" b="b"/>
              <a:pathLst>
                <a:path w="1588" h="1043" extrusionOk="0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57"/>
            <p:cNvSpPr/>
            <p:nvPr/>
          </p:nvSpPr>
          <p:spPr>
            <a:xfrm>
              <a:off x="-944925" y="3730950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57"/>
            <p:cNvSpPr/>
            <p:nvPr/>
          </p:nvSpPr>
          <p:spPr>
            <a:xfrm>
              <a:off x="-1167000" y="3603025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57"/>
            <p:cNvSpPr/>
            <p:nvPr/>
          </p:nvSpPr>
          <p:spPr>
            <a:xfrm>
              <a:off x="-1065400" y="3658900"/>
              <a:ext cx="59875" cy="77200"/>
            </a:xfrm>
            <a:custGeom>
              <a:avLst/>
              <a:gdLst/>
              <a:ahLst/>
              <a:cxnLst/>
              <a:rect l="l" t="t" r="r" b="b"/>
              <a:pathLst>
                <a:path w="2395" h="3088" extrusionOk="0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57"/>
            <p:cNvSpPr/>
            <p:nvPr/>
          </p:nvSpPr>
          <p:spPr>
            <a:xfrm>
              <a:off x="-1078000" y="3809325"/>
              <a:ext cx="85075" cy="67750"/>
            </a:xfrm>
            <a:custGeom>
              <a:avLst/>
              <a:gdLst/>
              <a:ahLst/>
              <a:cxnLst/>
              <a:rect l="l" t="t" r="r" b="b"/>
              <a:pathLst>
                <a:path w="3403" h="2710" extrusionOk="0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57"/>
            <p:cNvSpPr/>
            <p:nvPr/>
          </p:nvSpPr>
          <p:spPr>
            <a:xfrm>
              <a:off x="-1135500" y="3586525"/>
              <a:ext cx="193775" cy="204700"/>
            </a:xfrm>
            <a:custGeom>
              <a:avLst/>
              <a:gdLst/>
              <a:ahLst/>
              <a:cxnLst/>
              <a:rect l="l" t="t" r="r" b="b"/>
              <a:pathLst>
                <a:path w="7751" h="8188" extrusionOk="0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57"/>
          <p:cNvGrpSpPr/>
          <p:nvPr/>
        </p:nvGrpSpPr>
        <p:grpSpPr>
          <a:xfrm>
            <a:off x="7040985" y="1271016"/>
            <a:ext cx="264381" cy="347301"/>
            <a:chOff x="-4082800" y="3612425"/>
            <a:chExt cx="222150" cy="291825"/>
          </a:xfrm>
        </p:grpSpPr>
        <p:sp>
          <p:nvSpPr>
            <p:cNvPr id="1964" name="Google Shape;1964;p57"/>
            <p:cNvSpPr/>
            <p:nvPr/>
          </p:nvSpPr>
          <p:spPr>
            <a:xfrm>
              <a:off x="-4027650" y="3663625"/>
              <a:ext cx="112650" cy="119725"/>
            </a:xfrm>
            <a:custGeom>
              <a:avLst/>
              <a:gdLst/>
              <a:ahLst/>
              <a:cxnLst/>
              <a:rect l="l" t="t" r="r" b="b"/>
              <a:pathLst>
                <a:path w="4506" h="4789" extrusionOk="0">
                  <a:moveTo>
                    <a:pt x="2237" y="1355"/>
                  </a:moveTo>
                  <a:cubicBezTo>
                    <a:pt x="2773" y="1355"/>
                    <a:pt x="3245" y="1827"/>
                    <a:pt x="3245" y="2395"/>
                  </a:cubicBezTo>
                  <a:cubicBezTo>
                    <a:pt x="3308" y="2930"/>
                    <a:pt x="2836" y="3434"/>
                    <a:pt x="2237" y="3434"/>
                  </a:cubicBezTo>
                  <a:cubicBezTo>
                    <a:pt x="1670" y="3434"/>
                    <a:pt x="1197" y="2962"/>
                    <a:pt x="1197" y="2395"/>
                  </a:cubicBezTo>
                  <a:cubicBezTo>
                    <a:pt x="1197" y="1859"/>
                    <a:pt x="1670" y="1355"/>
                    <a:pt x="2237" y="1355"/>
                  </a:cubicBezTo>
                  <a:close/>
                  <a:moveTo>
                    <a:pt x="1922" y="0"/>
                  </a:moveTo>
                  <a:lnTo>
                    <a:pt x="1922" y="473"/>
                  </a:lnTo>
                  <a:cubicBezTo>
                    <a:pt x="1922" y="630"/>
                    <a:pt x="1827" y="725"/>
                    <a:pt x="1670" y="788"/>
                  </a:cubicBezTo>
                  <a:cubicBezTo>
                    <a:pt x="1481" y="851"/>
                    <a:pt x="1292" y="945"/>
                    <a:pt x="1134" y="1103"/>
                  </a:cubicBezTo>
                  <a:cubicBezTo>
                    <a:pt x="1055" y="1143"/>
                    <a:pt x="962" y="1183"/>
                    <a:pt x="873" y="1183"/>
                  </a:cubicBezTo>
                  <a:cubicBezTo>
                    <a:pt x="822" y="1183"/>
                    <a:pt x="771" y="1169"/>
                    <a:pt x="725" y="1134"/>
                  </a:cubicBezTo>
                  <a:lnTo>
                    <a:pt x="347" y="914"/>
                  </a:lnTo>
                  <a:lnTo>
                    <a:pt x="0" y="1481"/>
                  </a:lnTo>
                  <a:lnTo>
                    <a:pt x="378" y="1733"/>
                  </a:lnTo>
                  <a:cubicBezTo>
                    <a:pt x="504" y="1796"/>
                    <a:pt x="599" y="1922"/>
                    <a:pt x="536" y="2079"/>
                  </a:cubicBezTo>
                  <a:cubicBezTo>
                    <a:pt x="504" y="2332"/>
                    <a:pt x="504" y="2489"/>
                    <a:pt x="536" y="2710"/>
                  </a:cubicBezTo>
                  <a:cubicBezTo>
                    <a:pt x="599" y="2867"/>
                    <a:pt x="504" y="2993"/>
                    <a:pt x="378" y="3056"/>
                  </a:cubicBezTo>
                  <a:lnTo>
                    <a:pt x="0" y="3308"/>
                  </a:lnTo>
                  <a:lnTo>
                    <a:pt x="347" y="3907"/>
                  </a:lnTo>
                  <a:lnTo>
                    <a:pt x="725" y="3655"/>
                  </a:lnTo>
                  <a:cubicBezTo>
                    <a:pt x="773" y="3631"/>
                    <a:pt x="826" y="3620"/>
                    <a:pt x="879" y="3620"/>
                  </a:cubicBezTo>
                  <a:cubicBezTo>
                    <a:pt x="967" y="3620"/>
                    <a:pt x="1056" y="3647"/>
                    <a:pt x="1134" y="3686"/>
                  </a:cubicBezTo>
                  <a:cubicBezTo>
                    <a:pt x="1292" y="3812"/>
                    <a:pt x="1481" y="3938"/>
                    <a:pt x="1670" y="4001"/>
                  </a:cubicBezTo>
                  <a:cubicBezTo>
                    <a:pt x="1796" y="4064"/>
                    <a:pt x="1922" y="4222"/>
                    <a:pt x="1922" y="4316"/>
                  </a:cubicBezTo>
                  <a:lnTo>
                    <a:pt x="1922" y="4789"/>
                  </a:lnTo>
                  <a:lnTo>
                    <a:pt x="2584" y="4789"/>
                  </a:lnTo>
                  <a:lnTo>
                    <a:pt x="2584" y="4316"/>
                  </a:lnTo>
                  <a:cubicBezTo>
                    <a:pt x="2584" y="4159"/>
                    <a:pt x="2678" y="4064"/>
                    <a:pt x="2836" y="4001"/>
                  </a:cubicBezTo>
                  <a:cubicBezTo>
                    <a:pt x="3025" y="3938"/>
                    <a:pt x="3182" y="3844"/>
                    <a:pt x="3371" y="3686"/>
                  </a:cubicBezTo>
                  <a:cubicBezTo>
                    <a:pt x="3449" y="3647"/>
                    <a:pt x="3539" y="3620"/>
                    <a:pt x="3626" y="3620"/>
                  </a:cubicBezTo>
                  <a:cubicBezTo>
                    <a:pt x="3680" y="3620"/>
                    <a:pt x="3733" y="3631"/>
                    <a:pt x="3781" y="3655"/>
                  </a:cubicBezTo>
                  <a:lnTo>
                    <a:pt x="4159" y="3907"/>
                  </a:lnTo>
                  <a:lnTo>
                    <a:pt x="4505" y="3308"/>
                  </a:lnTo>
                  <a:lnTo>
                    <a:pt x="4127" y="3056"/>
                  </a:lnTo>
                  <a:cubicBezTo>
                    <a:pt x="4001" y="2993"/>
                    <a:pt x="3938" y="2867"/>
                    <a:pt x="3970" y="2710"/>
                  </a:cubicBezTo>
                  <a:cubicBezTo>
                    <a:pt x="4001" y="2489"/>
                    <a:pt x="4001" y="2332"/>
                    <a:pt x="3970" y="2079"/>
                  </a:cubicBezTo>
                  <a:cubicBezTo>
                    <a:pt x="3938" y="1922"/>
                    <a:pt x="4001" y="1796"/>
                    <a:pt x="4127" y="1733"/>
                  </a:cubicBezTo>
                  <a:lnTo>
                    <a:pt x="4505" y="1481"/>
                  </a:lnTo>
                  <a:lnTo>
                    <a:pt x="4159" y="914"/>
                  </a:lnTo>
                  <a:lnTo>
                    <a:pt x="3781" y="1134"/>
                  </a:lnTo>
                  <a:cubicBezTo>
                    <a:pt x="3734" y="1169"/>
                    <a:pt x="3684" y="1183"/>
                    <a:pt x="3632" y="1183"/>
                  </a:cubicBezTo>
                  <a:cubicBezTo>
                    <a:pt x="3543" y="1183"/>
                    <a:pt x="3451" y="1143"/>
                    <a:pt x="3371" y="1103"/>
                  </a:cubicBezTo>
                  <a:cubicBezTo>
                    <a:pt x="3214" y="977"/>
                    <a:pt x="3025" y="851"/>
                    <a:pt x="2836" y="788"/>
                  </a:cubicBezTo>
                  <a:cubicBezTo>
                    <a:pt x="2710" y="725"/>
                    <a:pt x="2584" y="567"/>
                    <a:pt x="2584" y="473"/>
                  </a:cubicBezTo>
                  <a:lnTo>
                    <a:pt x="258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57"/>
            <p:cNvSpPr/>
            <p:nvPr/>
          </p:nvSpPr>
          <p:spPr>
            <a:xfrm>
              <a:off x="-4082800" y="3612425"/>
              <a:ext cx="222150" cy="291825"/>
            </a:xfrm>
            <a:custGeom>
              <a:avLst/>
              <a:gdLst/>
              <a:ahLst/>
              <a:cxnLst/>
              <a:rect l="l" t="t" r="r" b="b"/>
              <a:pathLst>
                <a:path w="8886" h="11673" extrusionOk="0">
                  <a:moveTo>
                    <a:pt x="5168" y="1324"/>
                  </a:moveTo>
                  <a:cubicBezTo>
                    <a:pt x="5357" y="1324"/>
                    <a:pt x="5514" y="1481"/>
                    <a:pt x="5514" y="1702"/>
                  </a:cubicBezTo>
                  <a:lnTo>
                    <a:pt x="5514" y="2269"/>
                  </a:lnTo>
                  <a:cubicBezTo>
                    <a:pt x="5609" y="2332"/>
                    <a:pt x="5735" y="2395"/>
                    <a:pt x="5829" y="2489"/>
                  </a:cubicBezTo>
                  <a:lnTo>
                    <a:pt x="6333" y="2206"/>
                  </a:lnTo>
                  <a:cubicBezTo>
                    <a:pt x="6396" y="2174"/>
                    <a:pt x="6491" y="2174"/>
                    <a:pt x="6617" y="2174"/>
                  </a:cubicBezTo>
                  <a:cubicBezTo>
                    <a:pt x="6680" y="2206"/>
                    <a:pt x="6774" y="2237"/>
                    <a:pt x="6806" y="2300"/>
                  </a:cubicBezTo>
                  <a:lnTo>
                    <a:pt x="7467" y="3497"/>
                  </a:lnTo>
                  <a:cubicBezTo>
                    <a:pt x="7562" y="3655"/>
                    <a:pt x="7530" y="3844"/>
                    <a:pt x="7341" y="3970"/>
                  </a:cubicBezTo>
                  <a:lnTo>
                    <a:pt x="6837" y="4254"/>
                  </a:lnTo>
                  <a:cubicBezTo>
                    <a:pt x="6869" y="4380"/>
                    <a:pt x="6869" y="4474"/>
                    <a:pt x="6837" y="4632"/>
                  </a:cubicBezTo>
                  <a:lnTo>
                    <a:pt x="7341" y="4915"/>
                  </a:lnTo>
                  <a:cubicBezTo>
                    <a:pt x="7499" y="4978"/>
                    <a:pt x="7593" y="5230"/>
                    <a:pt x="7467" y="5388"/>
                  </a:cubicBezTo>
                  <a:lnTo>
                    <a:pt x="6806" y="6553"/>
                  </a:lnTo>
                  <a:cubicBezTo>
                    <a:pt x="6774" y="6648"/>
                    <a:pt x="6680" y="6679"/>
                    <a:pt x="6617" y="6711"/>
                  </a:cubicBezTo>
                  <a:cubicBezTo>
                    <a:pt x="6588" y="6730"/>
                    <a:pt x="6555" y="6738"/>
                    <a:pt x="6523" y="6738"/>
                  </a:cubicBezTo>
                  <a:cubicBezTo>
                    <a:pt x="6450" y="6738"/>
                    <a:pt x="6377" y="6701"/>
                    <a:pt x="6333" y="6679"/>
                  </a:cubicBezTo>
                  <a:lnTo>
                    <a:pt x="5829" y="6396"/>
                  </a:lnTo>
                  <a:cubicBezTo>
                    <a:pt x="5703" y="6490"/>
                    <a:pt x="5609" y="6522"/>
                    <a:pt x="5514" y="6616"/>
                  </a:cubicBezTo>
                  <a:lnTo>
                    <a:pt x="5514" y="7183"/>
                  </a:lnTo>
                  <a:cubicBezTo>
                    <a:pt x="5514" y="7404"/>
                    <a:pt x="5357" y="7562"/>
                    <a:pt x="5168" y="7562"/>
                  </a:cubicBezTo>
                  <a:lnTo>
                    <a:pt x="3781" y="7562"/>
                  </a:lnTo>
                  <a:cubicBezTo>
                    <a:pt x="3592" y="7562"/>
                    <a:pt x="3435" y="7404"/>
                    <a:pt x="3435" y="7183"/>
                  </a:cubicBezTo>
                  <a:lnTo>
                    <a:pt x="3435" y="6616"/>
                  </a:lnTo>
                  <a:cubicBezTo>
                    <a:pt x="3309" y="6553"/>
                    <a:pt x="3183" y="6490"/>
                    <a:pt x="3120" y="6396"/>
                  </a:cubicBezTo>
                  <a:lnTo>
                    <a:pt x="2584" y="6679"/>
                  </a:lnTo>
                  <a:cubicBezTo>
                    <a:pt x="2521" y="6711"/>
                    <a:pt x="2427" y="6711"/>
                    <a:pt x="2332" y="6711"/>
                  </a:cubicBezTo>
                  <a:cubicBezTo>
                    <a:pt x="2238" y="6679"/>
                    <a:pt x="2175" y="6648"/>
                    <a:pt x="2112" y="6553"/>
                  </a:cubicBezTo>
                  <a:lnTo>
                    <a:pt x="1450" y="5388"/>
                  </a:lnTo>
                  <a:cubicBezTo>
                    <a:pt x="1387" y="5230"/>
                    <a:pt x="1419" y="5041"/>
                    <a:pt x="1576" y="4915"/>
                  </a:cubicBezTo>
                  <a:lnTo>
                    <a:pt x="2080" y="4632"/>
                  </a:lnTo>
                  <a:lnTo>
                    <a:pt x="2080" y="4443"/>
                  </a:lnTo>
                  <a:lnTo>
                    <a:pt x="2080" y="4254"/>
                  </a:lnTo>
                  <a:lnTo>
                    <a:pt x="1576" y="3970"/>
                  </a:lnTo>
                  <a:cubicBezTo>
                    <a:pt x="1419" y="3907"/>
                    <a:pt x="1324" y="3655"/>
                    <a:pt x="1450" y="3497"/>
                  </a:cubicBezTo>
                  <a:lnTo>
                    <a:pt x="2112" y="2332"/>
                  </a:lnTo>
                  <a:cubicBezTo>
                    <a:pt x="2175" y="2237"/>
                    <a:pt x="2238" y="2206"/>
                    <a:pt x="2332" y="2174"/>
                  </a:cubicBezTo>
                  <a:cubicBezTo>
                    <a:pt x="2352" y="2155"/>
                    <a:pt x="2377" y="2147"/>
                    <a:pt x="2405" y="2147"/>
                  </a:cubicBezTo>
                  <a:cubicBezTo>
                    <a:pt x="2467" y="2147"/>
                    <a:pt x="2541" y="2184"/>
                    <a:pt x="2584" y="2206"/>
                  </a:cubicBezTo>
                  <a:lnTo>
                    <a:pt x="3120" y="2489"/>
                  </a:lnTo>
                  <a:cubicBezTo>
                    <a:pt x="3214" y="2395"/>
                    <a:pt x="3309" y="2363"/>
                    <a:pt x="3435" y="2269"/>
                  </a:cubicBezTo>
                  <a:lnTo>
                    <a:pt x="3435" y="1702"/>
                  </a:lnTo>
                  <a:cubicBezTo>
                    <a:pt x="3435" y="1481"/>
                    <a:pt x="3592" y="1324"/>
                    <a:pt x="3781" y="1324"/>
                  </a:cubicBezTo>
                  <a:close/>
                  <a:moveTo>
                    <a:pt x="4443" y="0"/>
                  </a:moveTo>
                  <a:cubicBezTo>
                    <a:pt x="1986" y="0"/>
                    <a:pt x="1" y="2017"/>
                    <a:pt x="1" y="4443"/>
                  </a:cubicBezTo>
                  <a:cubicBezTo>
                    <a:pt x="1" y="5419"/>
                    <a:pt x="316" y="6333"/>
                    <a:pt x="851" y="7120"/>
                  </a:cubicBezTo>
                  <a:lnTo>
                    <a:pt x="4159" y="11531"/>
                  </a:lnTo>
                  <a:cubicBezTo>
                    <a:pt x="4222" y="11626"/>
                    <a:pt x="4325" y="11673"/>
                    <a:pt x="4431" y="11673"/>
                  </a:cubicBezTo>
                  <a:cubicBezTo>
                    <a:pt x="4538" y="11673"/>
                    <a:pt x="4648" y="11626"/>
                    <a:pt x="4727" y="11531"/>
                  </a:cubicBezTo>
                  <a:lnTo>
                    <a:pt x="8066" y="6994"/>
                  </a:lnTo>
                  <a:cubicBezTo>
                    <a:pt x="8602" y="6270"/>
                    <a:pt x="8885" y="5356"/>
                    <a:pt x="8885" y="4443"/>
                  </a:cubicBezTo>
                  <a:cubicBezTo>
                    <a:pt x="8885" y="2017"/>
                    <a:pt x="6932" y="0"/>
                    <a:pt x="44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57"/>
            <p:cNvSpPr/>
            <p:nvPr/>
          </p:nvSpPr>
          <p:spPr>
            <a:xfrm>
              <a:off x="-3980400" y="3714800"/>
              <a:ext cx="17350" cy="17375"/>
            </a:xfrm>
            <a:custGeom>
              <a:avLst/>
              <a:gdLst/>
              <a:ahLst/>
              <a:cxnLst/>
              <a:rect l="l" t="t" r="r" b="b"/>
              <a:pathLst>
                <a:path w="694" h="695" extrusionOk="0"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cubicBezTo>
                    <a:pt x="0" y="537"/>
                    <a:pt x="158" y="694"/>
                    <a:pt x="347" y="694"/>
                  </a:cubicBezTo>
                  <a:cubicBezTo>
                    <a:pt x="536" y="694"/>
                    <a:pt x="694" y="537"/>
                    <a:pt x="694" y="348"/>
                  </a:cubicBezTo>
                  <a:cubicBezTo>
                    <a:pt x="694" y="159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7" name="Google Shape;1967;p57"/>
          <p:cNvGrpSpPr/>
          <p:nvPr/>
        </p:nvGrpSpPr>
        <p:grpSpPr>
          <a:xfrm>
            <a:off x="4395761" y="1281073"/>
            <a:ext cx="352478" cy="327188"/>
            <a:chOff x="-3808700" y="3628950"/>
            <a:chExt cx="296175" cy="274925"/>
          </a:xfrm>
        </p:grpSpPr>
        <p:sp>
          <p:nvSpPr>
            <p:cNvPr id="1968" name="Google Shape;1968;p57"/>
            <p:cNvSpPr/>
            <p:nvPr/>
          </p:nvSpPr>
          <p:spPr>
            <a:xfrm>
              <a:off x="-3665972" y="3680950"/>
              <a:ext cx="51200" cy="51225"/>
            </a:xfrm>
            <a:custGeom>
              <a:avLst/>
              <a:gdLst/>
              <a:ahLst/>
              <a:cxnLst/>
              <a:rect l="l" t="t" r="r" b="b"/>
              <a:pathLst>
                <a:path w="2048" h="2049" extrusionOk="0">
                  <a:moveTo>
                    <a:pt x="1008" y="0"/>
                  </a:moveTo>
                  <a:cubicBezTo>
                    <a:pt x="441" y="0"/>
                    <a:pt x="0" y="473"/>
                    <a:pt x="0" y="1040"/>
                  </a:cubicBezTo>
                  <a:cubicBezTo>
                    <a:pt x="0" y="1607"/>
                    <a:pt x="441" y="2048"/>
                    <a:pt x="1008" y="2048"/>
                  </a:cubicBezTo>
                  <a:cubicBezTo>
                    <a:pt x="1575" y="2048"/>
                    <a:pt x="2048" y="1607"/>
                    <a:pt x="2048" y="1040"/>
                  </a:cubicBezTo>
                  <a:cubicBezTo>
                    <a:pt x="2048" y="473"/>
                    <a:pt x="1575" y="0"/>
                    <a:pt x="100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57"/>
            <p:cNvSpPr/>
            <p:nvPr/>
          </p:nvSpPr>
          <p:spPr>
            <a:xfrm>
              <a:off x="-3808700" y="3664400"/>
              <a:ext cx="296175" cy="239475"/>
            </a:xfrm>
            <a:custGeom>
              <a:avLst/>
              <a:gdLst/>
              <a:ahLst/>
              <a:cxnLst/>
              <a:rect l="l" t="t" r="r" b="b"/>
              <a:pathLst>
                <a:path w="11847" h="9579" extrusionOk="0">
                  <a:moveTo>
                    <a:pt x="3970" y="8223"/>
                  </a:moveTo>
                  <a:cubicBezTo>
                    <a:pt x="4159" y="8223"/>
                    <a:pt x="4316" y="8381"/>
                    <a:pt x="4316" y="8570"/>
                  </a:cubicBezTo>
                  <a:cubicBezTo>
                    <a:pt x="4316" y="8791"/>
                    <a:pt x="4159" y="8948"/>
                    <a:pt x="3970" y="8948"/>
                  </a:cubicBezTo>
                  <a:cubicBezTo>
                    <a:pt x="3781" y="8948"/>
                    <a:pt x="3623" y="8791"/>
                    <a:pt x="3623" y="8570"/>
                  </a:cubicBezTo>
                  <a:cubicBezTo>
                    <a:pt x="3623" y="8349"/>
                    <a:pt x="3781" y="8223"/>
                    <a:pt x="3970" y="8223"/>
                  </a:cubicBezTo>
                  <a:close/>
                  <a:moveTo>
                    <a:pt x="8727" y="8223"/>
                  </a:moveTo>
                  <a:cubicBezTo>
                    <a:pt x="8916" y="8223"/>
                    <a:pt x="9074" y="8381"/>
                    <a:pt x="9074" y="8570"/>
                  </a:cubicBezTo>
                  <a:cubicBezTo>
                    <a:pt x="9074" y="8791"/>
                    <a:pt x="8916" y="8948"/>
                    <a:pt x="8727" y="8948"/>
                  </a:cubicBezTo>
                  <a:cubicBezTo>
                    <a:pt x="8538" y="8948"/>
                    <a:pt x="8381" y="8791"/>
                    <a:pt x="8381" y="8570"/>
                  </a:cubicBezTo>
                  <a:cubicBezTo>
                    <a:pt x="8412" y="8349"/>
                    <a:pt x="8538" y="8223"/>
                    <a:pt x="8727" y="8223"/>
                  </a:cubicBezTo>
                  <a:close/>
                  <a:moveTo>
                    <a:pt x="473" y="1"/>
                  </a:moveTo>
                  <a:cubicBezTo>
                    <a:pt x="32" y="1"/>
                    <a:pt x="0" y="662"/>
                    <a:pt x="473" y="662"/>
                  </a:cubicBezTo>
                  <a:lnTo>
                    <a:pt x="819" y="662"/>
                  </a:lnTo>
                  <a:cubicBezTo>
                    <a:pt x="977" y="662"/>
                    <a:pt x="1134" y="788"/>
                    <a:pt x="1166" y="946"/>
                  </a:cubicBezTo>
                  <a:lnTo>
                    <a:pt x="2143" y="6428"/>
                  </a:lnTo>
                  <a:cubicBezTo>
                    <a:pt x="1481" y="7058"/>
                    <a:pt x="1922" y="8192"/>
                    <a:pt x="2867" y="8192"/>
                  </a:cubicBezTo>
                  <a:lnTo>
                    <a:pt x="2930" y="8192"/>
                  </a:lnTo>
                  <a:cubicBezTo>
                    <a:pt x="2899" y="8318"/>
                    <a:pt x="2867" y="8412"/>
                    <a:pt x="2867" y="8538"/>
                  </a:cubicBezTo>
                  <a:cubicBezTo>
                    <a:pt x="2867" y="9106"/>
                    <a:pt x="3340" y="9578"/>
                    <a:pt x="3875" y="9578"/>
                  </a:cubicBezTo>
                  <a:cubicBezTo>
                    <a:pt x="4442" y="9578"/>
                    <a:pt x="4915" y="9106"/>
                    <a:pt x="4915" y="8538"/>
                  </a:cubicBezTo>
                  <a:cubicBezTo>
                    <a:pt x="4915" y="8412"/>
                    <a:pt x="4884" y="8318"/>
                    <a:pt x="4821" y="8192"/>
                  </a:cubicBezTo>
                  <a:lnTo>
                    <a:pt x="7719" y="8192"/>
                  </a:lnTo>
                  <a:cubicBezTo>
                    <a:pt x="7656" y="8318"/>
                    <a:pt x="7624" y="8412"/>
                    <a:pt x="7624" y="8538"/>
                  </a:cubicBezTo>
                  <a:cubicBezTo>
                    <a:pt x="7624" y="9106"/>
                    <a:pt x="8097" y="9578"/>
                    <a:pt x="8664" y="9578"/>
                  </a:cubicBezTo>
                  <a:cubicBezTo>
                    <a:pt x="9200" y="9578"/>
                    <a:pt x="9672" y="9106"/>
                    <a:pt x="9672" y="8538"/>
                  </a:cubicBezTo>
                  <a:cubicBezTo>
                    <a:pt x="9672" y="8412"/>
                    <a:pt x="9641" y="8318"/>
                    <a:pt x="9609" y="8192"/>
                  </a:cubicBezTo>
                  <a:lnTo>
                    <a:pt x="9987" y="8192"/>
                  </a:lnTo>
                  <a:cubicBezTo>
                    <a:pt x="10176" y="8192"/>
                    <a:pt x="10334" y="8034"/>
                    <a:pt x="10334" y="7845"/>
                  </a:cubicBezTo>
                  <a:cubicBezTo>
                    <a:pt x="10334" y="7625"/>
                    <a:pt x="10176" y="7467"/>
                    <a:pt x="9987" y="7467"/>
                  </a:cubicBezTo>
                  <a:lnTo>
                    <a:pt x="2773" y="7467"/>
                  </a:lnTo>
                  <a:cubicBezTo>
                    <a:pt x="2759" y="7470"/>
                    <a:pt x="2746" y="7471"/>
                    <a:pt x="2733" y="7471"/>
                  </a:cubicBezTo>
                  <a:cubicBezTo>
                    <a:pt x="2459" y="7471"/>
                    <a:pt x="2477" y="6837"/>
                    <a:pt x="2899" y="6837"/>
                  </a:cubicBezTo>
                  <a:lnTo>
                    <a:pt x="10145" y="6837"/>
                  </a:lnTo>
                  <a:cubicBezTo>
                    <a:pt x="10302" y="6837"/>
                    <a:pt x="10428" y="6774"/>
                    <a:pt x="10460" y="6617"/>
                  </a:cubicBezTo>
                  <a:lnTo>
                    <a:pt x="11815" y="2553"/>
                  </a:lnTo>
                  <a:cubicBezTo>
                    <a:pt x="11846" y="2427"/>
                    <a:pt x="11815" y="2332"/>
                    <a:pt x="11752" y="2238"/>
                  </a:cubicBezTo>
                  <a:cubicBezTo>
                    <a:pt x="11657" y="2080"/>
                    <a:pt x="11500" y="2048"/>
                    <a:pt x="10775" y="2048"/>
                  </a:cubicBezTo>
                  <a:lnTo>
                    <a:pt x="10491" y="2048"/>
                  </a:lnTo>
                  <a:lnTo>
                    <a:pt x="10491" y="2395"/>
                  </a:lnTo>
                  <a:cubicBezTo>
                    <a:pt x="10491" y="2584"/>
                    <a:pt x="10334" y="2742"/>
                    <a:pt x="10145" y="2742"/>
                  </a:cubicBezTo>
                  <a:lnTo>
                    <a:pt x="9641" y="2742"/>
                  </a:lnTo>
                  <a:cubicBezTo>
                    <a:pt x="9609" y="2868"/>
                    <a:pt x="9546" y="2962"/>
                    <a:pt x="9515" y="3057"/>
                  </a:cubicBezTo>
                  <a:lnTo>
                    <a:pt x="9861" y="3435"/>
                  </a:lnTo>
                  <a:cubicBezTo>
                    <a:pt x="9987" y="3529"/>
                    <a:pt x="9987" y="3781"/>
                    <a:pt x="9861" y="3907"/>
                  </a:cubicBezTo>
                  <a:lnTo>
                    <a:pt x="8885" y="4884"/>
                  </a:lnTo>
                  <a:cubicBezTo>
                    <a:pt x="8822" y="4947"/>
                    <a:pt x="8735" y="4978"/>
                    <a:pt x="8648" y="4978"/>
                  </a:cubicBezTo>
                  <a:cubicBezTo>
                    <a:pt x="8562" y="4978"/>
                    <a:pt x="8475" y="4947"/>
                    <a:pt x="8412" y="4884"/>
                  </a:cubicBezTo>
                  <a:lnTo>
                    <a:pt x="8066" y="4537"/>
                  </a:lnTo>
                  <a:cubicBezTo>
                    <a:pt x="7971" y="4569"/>
                    <a:pt x="7877" y="4600"/>
                    <a:pt x="7751" y="4632"/>
                  </a:cubicBezTo>
                  <a:lnTo>
                    <a:pt x="7751" y="5167"/>
                  </a:lnTo>
                  <a:cubicBezTo>
                    <a:pt x="7751" y="5356"/>
                    <a:pt x="7593" y="5514"/>
                    <a:pt x="7404" y="5514"/>
                  </a:cubicBezTo>
                  <a:lnTo>
                    <a:pt x="5986" y="5514"/>
                  </a:lnTo>
                  <a:cubicBezTo>
                    <a:pt x="5766" y="5514"/>
                    <a:pt x="5608" y="5356"/>
                    <a:pt x="5608" y="5167"/>
                  </a:cubicBezTo>
                  <a:lnTo>
                    <a:pt x="5608" y="4632"/>
                  </a:lnTo>
                  <a:cubicBezTo>
                    <a:pt x="5514" y="4600"/>
                    <a:pt x="5419" y="4569"/>
                    <a:pt x="5293" y="4537"/>
                  </a:cubicBezTo>
                  <a:lnTo>
                    <a:pt x="4947" y="4884"/>
                  </a:lnTo>
                  <a:cubicBezTo>
                    <a:pt x="4884" y="4947"/>
                    <a:pt x="4797" y="4978"/>
                    <a:pt x="4710" y="4978"/>
                  </a:cubicBezTo>
                  <a:cubicBezTo>
                    <a:pt x="4624" y="4978"/>
                    <a:pt x="4537" y="4947"/>
                    <a:pt x="4474" y="4884"/>
                  </a:cubicBezTo>
                  <a:lnTo>
                    <a:pt x="3497" y="3907"/>
                  </a:lnTo>
                  <a:cubicBezTo>
                    <a:pt x="3371" y="3781"/>
                    <a:pt x="3371" y="3529"/>
                    <a:pt x="3497" y="3435"/>
                  </a:cubicBezTo>
                  <a:lnTo>
                    <a:pt x="3844" y="3057"/>
                  </a:lnTo>
                  <a:cubicBezTo>
                    <a:pt x="3812" y="2994"/>
                    <a:pt x="3781" y="2868"/>
                    <a:pt x="3718" y="2742"/>
                  </a:cubicBezTo>
                  <a:lnTo>
                    <a:pt x="3214" y="2742"/>
                  </a:lnTo>
                  <a:cubicBezTo>
                    <a:pt x="3025" y="2742"/>
                    <a:pt x="2867" y="2584"/>
                    <a:pt x="2867" y="2395"/>
                  </a:cubicBezTo>
                  <a:lnTo>
                    <a:pt x="2867" y="2048"/>
                  </a:lnTo>
                  <a:lnTo>
                    <a:pt x="2080" y="2048"/>
                  </a:lnTo>
                  <a:lnTo>
                    <a:pt x="1828" y="820"/>
                  </a:lnTo>
                  <a:cubicBezTo>
                    <a:pt x="1765" y="347"/>
                    <a:pt x="1324" y="1"/>
                    <a:pt x="8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57"/>
            <p:cNvSpPr/>
            <p:nvPr/>
          </p:nvSpPr>
          <p:spPr>
            <a:xfrm>
              <a:off x="-3718359" y="3628950"/>
              <a:ext cx="155975" cy="156775"/>
            </a:xfrm>
            <a:custGeom>
              <a:avLst/>
              <a:gdLst/>
              <a:ahLst/>
              <a:cxnLst/>
              <a:rect l="l" t="t" r="r" b="b"/>
              <a:pathLst>
                <a:path w="6239" h="6271" extrusionOk="0">
                  <a:moveTo>
                    <a:pt x="3056" y="1419"/>
                  </a:moveTo>
                  <a:cubicBezTo>
                    <a:pt x="4001" y="1419"/>
                    <a:pt x="4758" y="2175"/>
                    <a:pt x="4758" y="3120"/>
                  </a:cubicBezTo>
                  <a:cubicBezTo>
                    <a:pt x="4758" y="4065"/>
                    <a:pt x="4001" y="4821"/>
                    <a:pt x="3056" y="4821"/>
                  </a:cubicBezTo>
                  <a:cubicBezTo>
                    <a:pt x="2111" y="4821"/>
                    <a:pt x="1355" y="4065"/>
                    <a:pt x="1355" y="3120"/>
                  </a:cubicBezTo>
                  <a:cubicBezTo>
                    <a:pt x="1355" y="2175"/>
                    <a:pt x="2111" y="1419"/>
                    <a:pt x="3056" y="1419"/>
                  </a:cubicBezTo>
                  <a:close/>
                  <a:moveTo>
                    <a:pt x="2773" y="1"/>
                  </a:moveTo>
                  <a:lnTo>
                    <a:pt x="2773" y="442"/>
                  </a:lnTo>
                  <a:cubicBezTo>
                    <a:pt x="2773" y="600"/>
                    <a:pt x="2678" y="726"/>
                    <a:pt x="2521" y="757"/>
                  </a:cubicBezTo>
                  <a:cubicBezTo>
                    <a:pt x="2300" y="789"/>
                    <a:pt x="2080" y="915"/>
                    <a:pt x="1891" y="1041"/>
                  </a:cubicBezTo>
                  <a:cubicBezTo>
                    <a:pt x="1846" y="1063"/>
                    <a:pt x="1793" y="1073"/>
                    <a:pt x="1739" y="1073"/>
                  </a:cubicBezTo>
                  <a:cubicBezTo>
                    <a:pt x="1639" y="1073"/>
                    <a:pt x="1531" y="1039"/>
                    <a:pt x="1450" y="978"/>
                  </a:cubicBezTo>
                  <a:lnTo>
                    <a:pt x="1135" y="663"/>
                  </a:lnTo>
                  <a:lnTo>
                    <a:pt x="662" y="1135"/>
                  </a:lnTo>
                  <a:lnTo>
                    <a:pt x="977" y="1450"/>
                  </a:lnTo>
                  <a:cubicBezTo>
                    <a:pt x="1103" y="1576"/>
                    <a:pt x="1103" y="1734"/>
                    <a:pt x="1009" y="1891"/>
                  </a:cubicBezTo>
                  <a:cubicBezTo>
                    <a:pt x="883" y="2080"/>
                    <a:pt x="819" y="2301"/>
                    <a:pt x="725" y="2521"/>
                  </a:cubicBezTo>
                  <a:cubicBezTo>
                    <a:pt x="693" y="2679"/>
                    <a:pt x="599" y="2805"/>
                    <a:pt x="410" y="2805"/>
                  </a:cubicBezTo>
                  <a:lnTo>
                    <a:pt x="0" y="2805"/>
                  </a:lnTo>
                  <a:lnTo>
                    <a:pt x="0" y="3466"/>
                  </a:lnTo>
                  <a:lnTo>
                    <a:pt x="410" y="3466"/>
                  </a:lnTo>
                  <a:cubicBezTo>
                    <a:pt x="567" y="3466"/>
                    <a:pt x="693" y="3593"/>
                    <a:pt x="725" y="3750"/>
                  </a:cubicBezTo>
                  <a:cubicBezTo>
                    <a:pt x="788" y="3939"/>
                    <a:pt x="883" y="4191"/>
                    <a:pt x="1009" y="4380"/>
                  </a:cubicBezTo>
                  <a:cubicBezTo>
                    <a:pt x="1103" y="4506"/>
                    <a:pt x="1040" y="4695"/>
                    <a:pt x="977" y="4821"/>
                  </a:cubicBezTo>
                  <a:lnTo>
                    <a:pt x="662" y="5136"/>
                  </a:lnTo>
                  <a:lnTo>
                    <a:pt x="1135" y="5609"/>
                  </a:lnTo>
                  <a:lnTo>
                    <a:pt x="1450" y="5294"/>
                  </a:lnTo>
                  <a:cubicBezTo>
                    <a:pt x="1523" y="5220"/>
                    <a:pt x="1608" y="5189"/>
                    <a:pt x="1697" y="5189"/>
                  </a:cubicBezTo>
                  <a:cubicBezTo>
                    <a:pt x="1760" y="5189"/>
                    <a:pt x="1825" y="5205"/>
                    <a:pt x="1891" y="5231"/>
                  </a:cubicBezTo>
                  <a:cubicBezTo>
                    <a:pt x="2080" y="5357"/>
                    <a:pt x="2269" y="5451"/>
                    <a:pt x="2521" y="5514"/>
                  </a:cubicBezTo>
                  <a:cubicBezTo>
                    <a:pt x="2678" y="5546"/>
                    <a:pt x="2773" y="5672"/>
                    <a:pt x="2773" y="5829"/>
                  </a:cubicBezTo>
                  <a:lnTo>
                    <a:pt x="2773" y="6270"/>
                  </a:lnTo>
                  <a:lnTo>
                    <a:pt x="3466" y="6270"/>
                  </a:lnTo>
                  <a:lnTo>
                    <a:pt x="3466" y="5829"/>
                  </a:lnTo>
                  <a:cubicBezTo>
                    <a:pt x="3466" y="5672"/>
                    <a:pt x="3560" y="5546"/>
                    <a:pt x="3718" y="5514"/>
                  </a:cubicBezTo>
                  <a:cubicBezTo>
                    <a:pt x="3938" y="5483"/>
                    <a:pt x="4159" y="5357"/>
                    <a:pt x="4348" y="5231"/>
                  </a:cubicBezTo>
                  <a:cubicBezTo>
                    <a:pt x="4393" y="5208"/>
                    <a:pt x="4445" y="5198"/>
                    <a:pt x="4500" y="5198"/>
                  </a:cubicBezTo>
                  <a:cubicBezTo>
                    <a:pt x="4600" y="5198"/>
                    <a:pt x="4708" y="5233"/>
                    <a:pt x="4789" y="5294"/>
                  </a:cubicBezTo>
                  <a:lnTo>
                    <a:pt x="5104" y="5609"/>
                  </a:lnTo>
                  <a:lnTo>
                    <a:pt x="5577" y="5136"/>
                  </a:lnTo>
                  <a:lnTo>
                    <a:pt x="5262" y="4821"/>
                  </a:lnTo>
                  <a:cubicBezTo>
                    <a:pt x="5136" y="4695"/>
                    <a:pt x="5136" y="4538"/>
                    <a:pt x="5230" y="4380"/>
                  </a:cubicBezTo>
                  <a:cubicBezTo>
                    <a:pt x="5356" y="4191"/>
                    <a:pt x="5419" y="3971"/>
                    <a:pt x="5514" y="3750"/>
                  </a:cubicBezTo>
                  <a:cubicBezTo>
                    <a:pt x="5545" y="3593"/>
                    <a:pt x="5671" y="3466"/>
                    <a:pt x="5829" y="3466"/>
                  </a:cubicBezTo>
                  <a:lnTo>
                    <a:pt x="6238" y="3466"/>
                  </a:lnTo>
                  <a:lnTo>
                    <a:pt x="6238" y="2805"/>
                  </a:lnTo>
                  <a:lnTo>
                    <a:pt x="5829" y="2805"/>
                  </a:lnTo>
                  <a:cubicBezTo>
                    <a:pt x="5671" y="2805"/>
                    <a:pt x="5545" y="2679"/>
                    <a:pt x="5514" y="2521"/>
                  </a:cubicBezTo>
                  <a:cubicBezTo>
                    <a:pt x="5451" y="2332"/>
                    <a:pt x="5356" y="2080"/>
                    <a:pt x="5230" y="1891"/>
                  </a:cubicBezTo>
                  <a:cubicBezTo>
                    <a:pt x="5136" y="1765"/>
                    <a:pt x="5199" y="1576"/>
                    <a:pt x="5262" y="1450"/>
                  </a:cubicBezTo>
                  <a:lnTo>
                    <a:pt x="5577" y="1135"/>
                  </a:lnTo>
                  <a:lnTo>
                    <a:pt x="5104" y="663"/>
                  </a:lnTo>
                  <a:lnTo>
                    <a:pt x="4789" y="978"/>
                  </a:lnTo>
                  <a:cubicBezTo>
                    <a:pt x="4715" y="1051"/>
                    <a:pt x="4641" y="1082"/>
                    <a:pt x="4555" y="1082"/>
                  </a:cubicBezTo>
                  <a:cubicBezTo>
                    <a:pt x="4494" y="1082"/>
                    <a:pt x="4426" y="1067"/>
                    <a:pt x="4348" y="1041"/>
                  </a:cubicBezTo>
                  <a:cubicBezTo>
                    <a:pt x="4159" y="915"/>
                    <a:pt x="3970" y="820"/>
                    <a:pt x="3718" y="757"/>
                  </a:cubicBezTo>
                  <a:cubicBezTo>
                    <a:pt x="3560" y="726"/>
                    <a:pt x="3466" y="600"/>
                    <a:pt x="3466" y="442"/>
                  </a:cubicBezTo>
                  <a:lnTo>
                    <a:pt x="346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1" name="Google Shape;1971;p57"/>
          <p:cNvGrpSpPr/>
          <p:nvPr/>
        </p:nvGrpSpPr>
        <p:grpSpPr>
          <a:xfrm>
            <a:off x="1817094" y="1270302"/>
            <a:ext cx="307462" cy="348729"/>
            <a:chOff x="-1575775" y="3238300"/>
            <a:chExt cx="258350" cy="293025"/>
          </a:xfrm>
        </p:grpSpPr>
        <p:sp>
          <p:nvSpPr>
            <p:cNvPr id="1972" name="Google Shape;1972;p57"/>
            <p:cNvSpPr/>
            <p:nvPr/>
          </p:nvSpPr>
          <p:spPr>
            <a:xfrm>
              <a:off x="-1489150" y="3306825"/>
              <a:ext cx="85875" cy="33100"/>
            </a:xfrm>
            <a:custGeom>
              <a:avLst/>
              <a:gdLst/>
              <a:ahLst/>
              <a:cxnLst/>
              <a:rect l="l" t="t" r="r" b="b"/>
              <a:pathLst>
                <a:path w="3435" h="1324" extrusionOk="0">
                  <a:moveTo>
                    <a:pt x="1" y="0"/>
                  </a:moveTo>
                  <a:lnTo>
                    <a:pt x="1702" y="1324"/>
                  </a:lnTo>
                  <a:lnTo>
                    <a:pt x="34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57"/>
            <p:cNvSpPr/>
            <p:nvPr/>
          </p:nvSpPr>
          <p:spPr>
            <a:xfrm>
              <a:off x="-1506475" y="3316275"/>
              <a:ext cx="46500" cy="67750"/>
            </a:xfrm>
            <a:custGeom>
              <a:avLst/>
              <a:gdLst/>
              <a:ahLst/>
              <a:cxnLst/>
              <a:rect l="l" t="t" r="r" b="b"/>
              <a:pathLst>
                <a:path w="1860" h="2710" extrusionOk="0">
                  <a:moveTo>
                    <a:pt x="1" y="1"/>
                  </a:moveTo>
                  <a:lnTo>
                    <a:pt x="1" y="2710"/>
                  </a:lnTo>
                  <a:lnTo>
                    <a:pt x="1859" y="13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57"/>
            <p:cNvSpPr/>
            <p:nvPr/>
          </p:nvSpPr>
          <p:spPr>
            <a:xfrm>
              <a:off x="-1575775" y="3238300"/>
              <a:ext cx="258350" cy="293025"/>
            </a:xfrm>
            <a:custGeom>
              <a:avLst/>
              <a:gdLst/>
              <a:ahLst/>
              <a:cxnLst/>
              <a:rect l="l" t="t" r="r" b="b"/>
              <a:pathLst>
                <a:path w="10334" h="11721" extrusionOk="0">
                  <a:moveTo>
                    <a:pt x="1418" y="694"/>
                  </a:moveTo>
                  <a:lnTo>
                    <a:pt x="1418" y="1387"/>
                  </a:lnTo>
                  <a:lnTo>
                    <a:pt x="756" y="1387"/>
                  </a:lnTo>
                  <a:lnTo>
                    <a:pt x="756" y="694"/>
                  </a:lnTo>
                  <a:close/>
                  <a:moveTo>
                    <a:pt x="9609" y="694"/>
                  </a:moveTo>
                  <a:lnTo>
                    <a:pt x="9609" y="1387"/>
                  </a:lnTo>
                  <a:lnTo>
                    <a:pt x="8947" y="1387"/>
                  </a:lnTo>
                  <a:lnTo>
                    <a:pt x="8947" y="694"/>
                  </a:lnTo>
                  <a:close/>
                  <a:moveTo>
                    <a:pt x="8002" y="2080"/>
                  </a:moveTo>
                  <a:cubicBezTo>
                    <a:pt x="8160" y="2080"/>
                    <a:pt x="8286" y="2206"/>
                    <a:pt x="8317" y="2395"/>
                  </a:cubicBezTo>
                  <a:lnTo>
                    <a:pt x="8317" y="2426"/>
                  </a:lnTo>
                  <a:lnTo>
                    <a:pt x="8317" y="6522"/>
                  </a:lnTo>
                  <a:lnTo>
                    <a:pt x="8254" y="6522"/>
                  </a:lnTo>
                  <a:cubicBezTo>
                    <a:pt x="8191" y="6774"/>
                    <a:pt x="8034" y="6900"/>
                    <a:pt x="7876" y="6900"/>
                  </a:cubicBezTo>
                  <a:lnTo>
                    <a:pt x="2457" y="6900"/>
                  </a:lnTo>
                  <a:cubicBezTo>
                    <a:pt x="2300" y="6900"/>
                    <a:pt x="2142" y="6774"/>
                    <a:pt x="2142" y="6554"/>
                  </a:cubicBezTo>
                  <a:lnTo>
                    <a:pt x="2142" y="6522"/>
                  </a:lnTo>
                  <a:lnTo>
                    <a:pt x="2142" y="2426"/>
                  </a:lnTo>
                  <a:cubicBezTo>
                    <a:pt x="2142" y="2269"/>
                    <a:pt x="2300" y="2080"/>
                    <a:pt x="2489" y="2080"/>
                  </a:cubicBezTo>
                  <a:close/>
                  <a:moveTo>
                    <a:pt x="7215" y="7562"/>
                  </a:moveTo>
                  <a:cubicBezTo>
                    <a:pt x="7687" y="7562"/>
                    <a:pt x="7687" y="8223"/>
                    <a:pt x="7215" y="8223"/>
                  </a:cubicBezTo>
                  <a:lnTo>
                    <a:pt x="3119" y="8223"/>
                  </a:lnTo>
                  <a:cubicBezTo>
                    <a:pt x="2678" y="8223"/>
                    <a:pt x="2646" y="7562"/>
                    <a:pt x="3119" y="7562"/>
                  </a:cubicBezTo>
                  <a:close/>
                  <a:moveTo>
                    <a:pt x="7215" y="8979"/>
                  </a:moveTo>
                  <a:cubicBezTo>
                    <a:pt x="7687" y="8979"/>
                    <a:pt x="7687" y="9641"/>
                    <a:pt x="7215" y="9641"/>
                  </a:cubicBezTo>
                  <a:lnTo>
                    <a:pt x="3119" y="9641"/>
                  </a:lnTo>
                  <a:cubicBezTo>
                    <a:pt x="2678" y="9641"/>
                    <a:pt x="2646" y="8979"/>
                    <a:pt x="3119" y="8979"/>
                  </a:cubicBezTo>
                  <a:close/>
                  <a:moveTo>
                    <a:pt x="1418" y="10366"/>
                  </a:moveTo>
                  <a:lnTo>
                    <a:pt x="1418" y="11027"/>
                  </a:lnTo>
                  <a:lnTo>
                    <a:pt x="756" y="11027"/>
                  </a:lnTo>
                  <a:lnTo>
                    <a:pt x="756" y="10366"/>
                  </a:lnTo>
                  <a:close/>
                  <a:moveTo>
                    <a:pt x="9609" y="10366"/>
                  </a:moveTo>
                  <a:lnTo>
                    <a:pt x="9609" y="11027"/>
                  </a:lnTo>
                  <a:lnTo>
                    <a:pt x="8947" y="11027"/>
                  </a:lnTo>
                  <a:lnTo>
                    <a:pt x="8947" y="10366"/>
                  </a:lnTo>
                  <a:close/>
                  <a:moveTo>
                    <a:pt x="378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733"/>
                  </a:lnTo>
                  <a:cubicBezTo>
                    <a:pt x="0" y="1922"/>
                    <a:pt x="158" y="2080"/>
                    <a:pt x="378" y="2080"/>
                  </a:cubicBezTo>
                  <a:lnTo>
                    <a:pt x="725" y="2080"/>
                  </a:lnTo>
                  <a:lnTo>
                    <a:pt x="725" y="9641"/>
                  </a:lnTo>
                  <a:lnTo>
                    <a:pt x="378" y="9641"/>
                  </a:lnTo>
                  <a:cubicBezTo>
                    <a:pt x="158" y="9641"/>
                    <a:pt x="0" y="9799"/>
                    <a:pt x="0" y="9988"/>
                  </a:cubicBezTo>
                  <a:lnTo>
                    <a:pt x="0" y="11374"/>
                  </a:lnTo>
                  <a:cubicBezTo>
                    <a:pt x="0" y="11563"/>
                    <a:pt x="158" y="11720"/>
                    <a:pt x="378" y="11720"/>
                  </a:cubicBezTo>
                  <a:lnTo>
                    <a:pt x="1733" y="11720"/>
                  </a:lnTo>
                  <a:cubicBezTo>
                    <a:pt x="1953" y="11720"/>
                    <a:pt x="2111" y="11563"/>
                    <a:pt x="2111" y="11374"/>
                  </a:cubicBezTo>
                  <a:lnTo>
                    <a:pt x="2111" y="11027"/>
                  </a:lnTo>
                  <a:lnTo>
                    <a:pt x="8254" y="11027"/>
                  </a:lnTo>
                  <a:lnTo>
                    <a:pt x="8254" y="11374"/>
                  </a:lnTo>
                  <a:cubicBezTo>
                    <a:pt x="8254" y="11563"/>
                    <a:pt x="8412" y="11720"/>
                    <a:pt x="8601" y="11720"/>
                  </a:cubicBezTo>
                  <a:lnTo>
                    <a:pt x="9987" y="11720"/>
                  </a:lnTo>
                  <a:cubicBezTo>
                    <a:pt x="10176" y="11720"/>
                    <a:pt x="10334" y="11563"/>
                    <a:pt x="10334" y="11374"/>
                  </a:cubicBezTo>
                  <a:lnTo>
                    <a:pt x="10334" y="9988"/>
                  </a:lnTo>
                  <a:cubicBezTo>
                    <a:pt x="10334" y="9799"/>
                    <a:pt x="10176" y="9641"/>
                    <a:pt x="9987" y="9641"/>
                  </a:cubicBezTo>
                  <a:lnTo>
                    <a:pt x="9609" y="9641"/>
                  </a:lnTo>
                  <a:lnTo>
                    <a:pt x="9609" y="2080"/>
                  </a:lnTo>
                  <a:lnTo>
                    <a:pt x="9987" y="2080"/>
                  </a:lnTo>
                  <a:cubicBezTo>
                    <a:pt x="10176" y="2080"/>
                    <a:pt x="10334" y="1922"/>
                    <a:pt x="10334" y="1733"/>
                  </a:cubicBezTo>
                  <a:lnTo>
                    <a:pt x="10334" y="347"/>
                  </a:lnTo>
                  <a:cubicBezTo>
                    <a:pt x="10334" y="158"/>
                    <a:pt x="10176" y="1"/>
                    <a:pt x="9987" y="1"/>
                  </a:cubicBezTo>
                  <a:lnTo>
                    <a:pt x="8601" y="1"/>
                  </a:lnTo>
                  <a:cubicBezTo>
                    <a:pt x="8412" y="1"/>
                    <a:pt x="8254" y="158"/>
                    <a:pt x="8254" y="347"/>
                  </a:cubicBezTo>
                  <a:lnTo>
                    <a:pt x="8254" y="694"/>
                  </a:lnTo>
                  <a:lnTo>
                    <a:pt x="2111" y="694"/>
                  </a:lnTo>
                  <a:lnTo>
                    <a:pt x="2111" y="347"/>
                  </a:lnTo>
                  <a:cubicBezTo>
                    <a:pt x="2111" y="158"/>
                    <a:pt x="1953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57"/>
            <p:cNvSpPr/>
            <p:nvPr/>
          </p:nvSpPr>
          <p:spPr>
            <a:xfrm>
              <a:off x="-1489150" y="3360375"/>
              <a:ext cx="85875" cy="32325"/>
            </a:xfrm>
            <a:custGeom>
              <a:avLst/>
              <a:gdLst/>
              <a:ahLst/>
              <a:cxnLst/>
              <a:rect l="l" t="t" r="r" b="b"/>
              <a:pathLst>
                <a:path w="3435" h="1293" extrusionOk="0">
                  <a:moveTo>
                    <a:pt x="1702" y="1"/>
                  </a:moveTo>
                  <a:lnTo>
                    <a:pt x="1" y="1293"/>
                  </a:lnTo>
                  <a:lnTo>
                    <a:pt x="3435" y="1293"/>
                  </a:lnTo>
                  <a:lnTo>
                    <a:pt x="17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57"/>
            <p:cNvSpPr/>
            <p:nvPr/>
          </p:nvSpPr>
          <p:spPr>
            <a:xfrm>
              <a:off x="-1431650" y="3316275"/>
              <a:ext cx="44925" cy="67750"/>
            </a:xfrm>
            <a:custGeom>
              <a:avLst/>
              <a:gdLst/>
              <a:ahLst/>
              <a:cxnLst/>
              <a:rect l="l" t="t" r="r" b="b"/>
              <a:pathLst>
                <a:path w="1797" h="2710" extrusionOk="0">
                  <a:moveTo>
                    <a:pt x="1796" y="1"/>
                  </a:moveTo>
                  <a:lnTo>
                    <a:pt x="0" y="1324"/>
                  </a:lnTo>
                  <a:lnTo>
                    <a:pt x="1796" y="2710"/>
                  </a:lnTo>
                  <a:lnTo>
                    <a:pt x="179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58"/>
          <p:cNvSpPr txBox="1">
            <a:spLocks noGrp="1"/>
          </p:cNvSpPr>
          <p:nvPr>
            <p:ph type="body" idx="1"/>
          </p:nvPr>
        </p:nvSpPr>
        <p:spPr>
          <a:xfrm>
            <a:off x="1786800" y="1407400"/>
            <a:ext cx="4154700" cy="270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They’re simple 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most important thing: the audience won’t miss the point of your presentation</a:t>
            </a:r>
            <a:endParaRPr/>
          </a:p>
        </p:txBody>
      </p:sp>
      <p:sp>
        <p:nvSpPr>
          <p:cNvPr id="1982" name="Google Shape;1982;p58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2215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PARTNERS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7" name="Google Shape;1987;p59"/>
          <p:cNvGrpSpPr/>
          <p:nvPr/>
        </p:nvGrpSpPr>
        <p:grpSpPr>
          <a:xfrm>
            <a:off x="944355" y="1449827"/>
            <a:ext cx="3038908" cy="2959038"/>
            <a:chOff x="720000" y="1346525"/>
            <a:chExt cx="3350136" cy="3262086"/>
          </a:xfrm>
        </p:grpSpPr>
        <p:grpSp>
          <p:nvGrpSpPr>
            <p:cNvPr id="1988" name="Google Shape;1988;p59"/>
            <p:cNvGrpSpPr/>
            <p:nvPr/>
          </p:nvGrpSpPr>
          <p:grpSpPr>
            <a:xfrm>
              <a:off x="720000" y="1346525"/>
              <a:ext cx="3089400" cy="3262086"/>
              <a:chOff x="720000" y="1346525"/>
              <a:chExt cx="3089400" cy="3262086"/>
            </a:xfrm>
          </p:grpSpPr>
          <p:sp>
            <p:nvSpPr>
              <p:cNvPr id="1989" name="Google Shape;1989;p59"/>
              <p:cNvSpPr/>
              <p:nvPr/>
            </p:nvSpPr>
            <p:spPr>
              <a:xfrm rot="10800000">
                <a:off x="720000" y="1346525"/>
                <a:ext cx="3089400" cy="602400"/>
              </a:xfrm>
              <a:prstGeom prst="trapezoid">
                <a:avLst>
                  <a:gd name="adj" fmla="val 48341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Google Shape;1990;p59"/>
              <p:cNvSpPr/>
              <p:nvPr/>
            </p:nvSpPr>
            <p:spPr>
              <a:xfrm rot="10800000">
                <a:off x="1036200" y="2011406"/>
                <a:ext cx="2457000" cy="602445"/>
              </a:xfrm>
              <a:prstGeom prst="trapezoid">
                <a:avLst>
                  <a:gd name="adj" fmla="val 48341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Google Shape;1991;p59"/>
              <p:cNvSpPr/>
              <p:nvPr/>
            </p:nvSpPr>
            <p:spPr>
              <a:xfrm rot="10800000">
                <a:off x="1351500" y="2676326"/>
                <a:ext cx="1826400" cy="602445"/>
              </a:xfrm>
              <a:prstGeom prst="trapezoid">
                <a:avLst>
                  <a:gd name="adj" fmla="val 48341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Google Shape;1992;p59"/>
              <p:cNvSpPr/>
              <p:nvPr/>
            </p:nvSpPr>
            <p:spPr>
              <a:xfrm rot="10800000">
                <a:off x="1982850" y="4006211"/>
                <a:ext cx="563700" cy="602400"/>
              </a:xfrm>
              <a:prstGeom prst="trapezoid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Google Shape;1993;p59"/>
              <p:cNvSpPr/>
              <p:nvPr/>
            </p:nvSpPr>
            <p:spPr>
              <a:xfrm rot="10800000">
                <a:off x="1669050" y="3341246"/>
                <a:ext cx="1191300" cy="602445"/>
              </a:xfrm>
              <a:prstGeom prst="trapezoid">
                <a:avLst>
                  <a:gd name="adj" fmla="val 48341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994" name="Google Shape;1994;p59"/>
            <p:cNvCxnSpPr>
              <a:stCxn id="1989" idx="1"/>
              <a:endCxn id="1995" idx="1"/>
            </p:cNvCxnSpPr>
            <p:nvPr/>
          </p:nvCxnSpPr>
          <p:spPr>
            <a:xfrm>
              <a:off x="3663797" y="1647725"/>
              <a:ext cx="406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6" name="Google Shape;1996;p59"/>
            <p:cNvCxnSpPr>
              <a:stCxn id="1990" idx="1"/>
              <a:endCxn id="1997" idx="1"/>
            </p:cNvCxnSpPr>
            <p:nvPr/>
          </p:nvCxnSpPr>
          <p:spPr>
            <a:xfrm>
              <a:off x="3347586" y="2312628"/>
              <a:ext cx="722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8" name="Google Shape;1998;p59"/>
            <p:cNvCxnSpPr>
              <a:stCxn id="1991" idx="1"/>
              <a:endCxn id="1999" idx="1"/>
            </p:cNvCxnSpPr>
            <p:nvPr/>
          </p:nvCxnSpPr>
          <p:spPr>
            <a:xfrm>
              <a:off x="3032286" y="2977548"/>
              <a:ext cx="1037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0" name="Google Shape;2000;p59"/>
            <p:cNvCxnSpPr>
              <a:stCxn id="1993" idx="1"/>
              <a:endCxn id="2001" idx="1"/>
            </p:cNvCxnSpPr>
            <p:nvPr/>
          </p:nvCxnSpPr>
          <p:spPr>
            <a:xfrm>
              <a:off x="2714736" y="3642468"/>
              <a:ext cx="1355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2" name="Google Shape;2002;p59"/>
            <p:cNvCxnSpPr>
              <a:stCxn id="1992" idx="1"/>
              <a:endCxn id="2003" idx="1"/>
            </p:cNvCxnSpPr>
            <p:nvPr/>
          </p:nvCxnSpPr>
          <p:spPr>
            <a:xfrm>
              <a:off x="2405625" y="4307411"/>
              <a:ext cx="16644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04" name="Google Shape;2004;p59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7813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BREAK-EVEN ANALYSIS</a:t>
            </a:r>
            <a:endParaRPr/>
          </a:p>
        </p:txBody>
      </p:sp>
      <p:sp>
        <p:nvSpPr>
          <p:cNvPr id="2005" name="Google Shape;2005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1474787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BIG LOSS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06" name="Google Shape;2006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1706241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Mercury is </a:t>
            </a:r>
            <a:r>
              <a:rPr lang="en"/>
              <a:t>a small planet</a:t>
            </a:r>
            <a:endParaRPr sz="1600"/>
          </a:p>
        </p:txBody>
      </p:sp>
      <p:sp>
        <p:nvSpPr>
          <p:cNvPr id="1995" name="Google Shape;1995;p59"/>
          <p:cNvSpPr/>
          <p:nvPr/>
        </p:nvSpPr>
        <p:spPr>
          <a:xfrm>
            <a:off x="3983136" y="1449850"/>
            <a:ext cx="1344900" cy="546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-20M</a:t>
            </a:r>
            <a:endParaRPr/>
          </a:p>
        </p:txBody>
      </p:sp>
      <p:sp>
        <p:nvSpPr>
          <p:cNvPr id="2007" name="Google Shape;2007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2076877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LOSS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08" name="Google Shape;2008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2310552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the ringed planet</a:t>
            </a:r>
            <a:endParaRPr/>
          </a:p>
        </p:txBody>
      </p:sp>
      <p:sp>
        <p:nvSpPr>
          <p:cNvPr id="1997" name="Google Shape;1997;p59"/>
          <p:cNvSpPr/>
          <p:nvPr/>
        </p:nvSpPr>
        <p:spPr>
          <a:xfrm>
            <a:off x="3983136" y="2053003"/>
            <a:ext cx="1344900" cy="546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-10M</a:t>
            </a:r>
            <a:endParaRPr/>
          </a:p>
        </p:txBody>
      </p:sp>
      <p:sp>
        <p:nvSpPr>
          <p:cNvPr id="2009" name="Google Shape;2009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2678967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BREAK-EVEN POINT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10" name="Google Shape;2010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2914864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</a:t>
            </a:r>
            <a:endParaRPr sz="1600"/>
          </a:p>
        </p:txBody>
      </p:sp>
      <p:sp>
        <p:nvSpPr>
          <p:cNvPr id="1999" name="Google Shape;1999;p59"/>
          <p:cNvSpPr/>
          <p:nvPr/>
        </p:nvSpPr>
        <p:spPr>
          <a:xfrm>
            <a:off x="3983136" y="2656157"/>
            <a:ext cx="1344900" cy="5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0</a:t>
            </a:r>
            <a:endParaRPr/>
          </a:p>
        </p:txBody>
      </p:sp>
      <p:sp>
        <p:nvSpPr>
          <p:cNvPr id="2011" name="Google Shape;2011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3281057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PROFIT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12" name="Google Shape;2012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3519176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</a:t>
            </a:r>
            <a:endParaRPr sz="1600"/>
          </a:p>
        </p:txBody>
      </p:sp>
      <p:sp>
        <p:nvSpPr>
          <p:cNvPr id="2001" name="Google Shape;2001;p59"/>
          <p:cNvSpPr/>
          <p:nvPr/>
        </p:nvSpPr>
        <p:spPr>
          <a:xfrm>
            <a:off x="3983136" y="3259310"/>
            <a:ext cx="1344900" cy="546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10M</a:t>
            </a:r>
            <a:endParaRPr/>
          </a:p>
        </p:txBody>
      </p:sp>
      <p:sp>
        <p:nvSpPr>
          <p:cNvPr id="2013" name="Google Shape;2013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3883147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HIGH PROFIT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14" name="Google Shape;2014;p59"/>
          <p:cNvSpPr txBox="1">
            <a:spLocks noGrp="1"/>
          </p:cNvSpPr>
          <p:nvPr>
            <p:ph type="subTitle" idx="4294967295"/>
          </p:nvPr>
        </p:nvSpPr>
        <p:spPr>
          <a:xfrm>
            <a:off x="5328045" y="4123488"/>
            <a:ext cx="2871600" cy="27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 is actually a cold place</a:t>
            </a:r>
            <a:endParaRPr sz="1600"/>
          </a:p>
        </p:txBody>
      </p:sp>
      <p:sp>
        <p:nvSpPr>
          <p:cNvPr id="2003" name="Google Shape;2003;p59"/>
          <p:cNvSpPr/>
          <p:nvPr/>
        </p:nvSpPr>
        <p:spPr>
          <a:xfrm>
            <a:off x="3983136" y="3862475"/>
            <a:ext cx="1344900" cy="546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20M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6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4924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PLANS</a:t>
            </a:r>
            <a:endParaRPr/>
          </a:p>
        </p:txBody>
      </p:sp>
      <p:sp>
        <p:nvSpPr>
          <p:cNvPr id="2020" name="Google Shape;2020;p60"/>
          <p:cNvSpPr txBox="1">
            <a:spLocks noGrp="1"/>
          </p:cNvSpPr>
          <p:nvPr>
            <p:ph type="subTitle" idx="5"/>
          </p:nvPr>
        </p:nvSpPr>
        <p:spPr>
          <a:xfrm>
            <a:off x="46996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PREMIUM</a:t>
            </a:r>
            <a:endParaRPr/>
          </a:p>
        </p:txBody>
      </p:sp>
      <p:sp>
        <p:nvSpPr>
          <p:cNvPr id="2021" name="Google Shape;2021;p60"/>
          <p:cNvSpPr txBox="1">
            <a:spLocks noGrp="1"/>
          </p:cNvSpPr>
          <p:nvPr>
            <p:ph type="subTitle" idx="6"/>
          </p:nvPr>
        </p:nvSpPr>
        <p:spPr>
          <a:xfrm>
            <a:off x="46996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</a:t>
            </a:r>
            <a:endParaRPr/>
          </a:p>
        </p:txBody>
      </p:sp>
      <p:sp>
        <p:nvSpPr>
          <p:cNvPr id="2022" name="Google Shape;2022;p60"/>
          <p:cNvSpPr txBox="1">
            <a:spLocks noGrp="1"/>
          </p:cNvSpPr>
          <p:nvPr>
            <p:ph type="subTitle" idx="7"/>
          </p:nvPr>
        </p:nvSpPr>
        <p:spPr>
          <a:xfrm>
            <a:off x="66888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</a:t>
            </a:r>
            <a:endParaRPr/>
          </a:p>
        </p:txBody>
      </p:sp>
      <p:sp>
        <p:nvSpPr>
          <p:cNvPr id="2023" name="Google Shape;2023;p60"/>
          <p:cNvSpPr txBox="1">
            <a:spLocks noGrp="1"/>
          </p:cNvSpPr>
          <p:nvPr>
            <p:ph type="subTitle" idx="8"/>
          </p:nvPr>
        </p:nvSpPr>
        <p:spPr>
          <a:xfrm>
            <a:off x="66888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 in the Solar System</a:t>
            </a:r>
            <a:endParaRPr/>
          </a:p>
        </p:txBody>
      </p:sp>
      <p:sp>
        <p:nvSpPr>
          <p:cNvPr id="2024" name="Google Shape;2024;p60"/>
          <p:cNvSpPr txBox="1">
            <a:spLocks noGrp="1"/>
          </p:cNvSpPr>
          <p:nvPr>
            <p:ph type="subTitle" idx="1"/>
          </p:nvPr>
        </p:nvSpPr>
        <p:spPr>
          <a:xfrm>
            <a:off x="7212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</a:t>
            </a:r>
            <a:endParaRPr/>
          </a:p>
        </p:txBody>
      </p:sp>
      <p:sp>
        <p:nvSpPr>
          <p:cNvPr id="2025" name="Google Shape;2025;p60"/>
          <p:cNvSpPr txBox="1">
            <a:spLocks noGrp="1"/>
          </p:cNvSpPr>
          <p:nvPr>
            <p:ph type="subTitle" idx="2"/>
          </p:nvPr>
        </p:nvSpPr>
        <p:spPr>
          <a:xfrm>
            <a:off x="7212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2026" name="Google Shape;2026;p60"/>
          <p:cNvSpPr txBox="1">
            <a:spLocks noGrp="1"/>
          </p:cNvSpPr>
          <p:nvPr>
            <p:ph type="subTitle" idx="3"/>
          </p:nvPr>
        </p:nvSpPr>
        <p:spPr>
          <a:xfrm>
            <a:off x="2710400" y="2266186"/>
            <a:ext cx="17340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</a:t>
            </a:r>
            <a:endParaRPr/>
          </a:p>
        </p:txBody>
      </p:sp>
      <p:sp>
        <p:nvSpPr>
          <p:cNvPr id="2027" name="Google Shape;2027;p60"/>
          <p:cNvSpPr txBox="1">
            <a:spLocks noGrp="1"/>
          </p:cNvSpPr>
          <p:nvPr>
            <p:ph type="subTitle" idx="4"/>
          </p:nvPr>
        </p:nvSpPr>
        <p:spPr>
          <a:xfrm>
            <a:off x="2710400" y="2638175"/>
            <a:ext cx="1734000" cy="7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 cold place</a:t>
            </a:r>
            <a:endParaRPr/>
          </a:p>
        </p:txBody>
      </p:sp>
      <p:grpSp>
        <p:nvGrpSpPr>
          <p:cNvPr id="2028" name="Google Shape;2028;p60"/>
          <p:cNvGrpSpPr/>
          <p:nvPr/>
        </p:nvGrpSpPr>
        <p:grpSpPr>
          <a:xfrm>
            <a:off x="2582800" y="1344035"/>
            <a:ext cx="3978400" cy="2821410"/>
            <a:chOff x="2581600" y="1777875"/>
            <a:chExt cx="3978400" cy="2003700"/>
          </a:xfrm>
        </p:grpSpPr>
        <p:cxnSp>
          <p:nvCxnSpPr>
            <p:cNvPr id="2029" name="Google Shape;2029;p60"/>
            <p:cNvCxnSpPr/>
            <p:nvPr/>
          </p:nvCxnSpPr>
          <p:spPr>
            <a:xfrm>
              <a:off x="2581600" y="1777875"/>
              <a:ext cx="0" cy="2003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0" name="Google Shape;2030;p60"/>
            <p:cNvCxnSpPr/>
            <p:nvPr/>
          </p:nvCxnSpPr>
          <p:spPr>
            <a:xfrm>
              <a:off x="4570800" y="1777875"/>
              <a:ext cx="0" cy="2003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31" name="Google Shape;2031;p60"/>
            <p:cNvCxnSpPr/>
            <p:nvPr/>
          </p:nvCxnSpPr>
          <p:spPr>
            <a:xfrm>
              <a:off x="6560000" y="1777875"/>
              <a:ext cx="0" cy="2003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32" name="Google Shape;2032;p60"/>
          <p:cNvSpPr/>
          <p:nvPr/>
        </p:nvSpPr>
        <p:spPr>
          <a:xfrm>
            <a:off x="1184550" y="1344142"/>
            <a:ext cx="807300" cy="80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3" name="Google Shape;2033;p60"/>
          <p:cNvSpPr/>
          <p:nvPr/>
        </p:nvSpPr>
        <p:spPr>
          <a:xfrm>
            <a:off x="846900" y="3563111"/>
            <a:ext cx="1482600" cy="60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$30</a:t>
            </a:r>
            <a:endParaRPr/>
          </a:p>
        </p:txBody>
      </p:sp>
      <p:sp>
        <p:nvSpPr>
          <p:cNvPr id="2034" name="Google Shape;2034;p60"/>
          <p:cNvSpPr/>
          <p:nvPr/>
        </p:nvSpPr>
        <p:spPr>
          <a:xfrm>
            <a:off x="3173750" y="1344142"/>
            <a:ext cx="807300" cy="80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5" name="Google Shape;2035;p60"/>
          <p:cNvSpPr/>
          <p:nvPr/>
        </p:nvSpPr>
        <p:spPr>
          <a:xfrm>
            <a:off x="2836100" y="3563111"/>
            <a:ext cx="1482600" cy="602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$50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36" name="Google Shape;2036;p60"/>
          <p:cNvSpPr/>
          <p:nvPr/>
        </p:nvSpPr>
        <p:spPr>
          <a:xfrm>
            <a:off x="5162950" y="1344142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7" name="Google Shape;2037;p60"/>
          <p:cNvSpPr/>
          <p:nvPr/>
        </p:nvSpPr>
        <p:spPr>
          <a:xfrm>
            <a:off x="4825300" y="3563111"/>
            <a:ext cx="1482600" cy="60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$80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38" name="Google Shape;2038;p60"/>
          <p:cNvSpPr/>
          <p:nvPr/>
        </p:nvSpPr>
        <p:spPr>
          <a:xfrm>
            <a:off x="7152150" y="1344142"/>
            <a:ext cx="807300" cy="807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9" name="Google Shape;2039;p60"/>
          <p:cNvSpPr/>
          <p:nvPr/>
        </p:nvSpPr>
        <p:spPr>
          <a:xfrm>
            <a:off x="6814500" y="3563111"/>
            <a:ext cx="1482600" cy="6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$120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grpSp>
        <p:nvGrpSpPr>
          <p:cNvPr id="2040" name="Google Shape;2040;p60"/>
          <p:cNvGrpSpPr/>
          <p:nvPr/>
        </p:nvGrpSpPr>
        <p:grpSpPr>
          <a:xfrm>
            <a:off x="7349258" y="1594560"/>
            <a:ext cx="413085" cy="306463"/>
            <a:chOff x="2678275" y="2090100"/>
            <a:chExt cx="481900" cy="357475"/>
          </a:xfrm>
        </p:grpSpPr>
        <p:sp>
          <p:nvSpPr>
            <p:cNvPr id="2041" name="Google Shape;2041;p60"/>
            <p:cNvSpPr/>
            <p:nvPr/>
          </p:nvSpPr>
          <p:spPr>
            <a:xfrm>
              <a:off x="289945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3" y="1"/>
                  </a:moveTo>
                  <a:cubicBezTo>
                    <a:pt x="356" y="1"/>
                    <a:pt x="1" y="353"/>
                    <a:pt x="1" y="790"/>
                  </a:cubicBezTo>
                  <a:cubicBezTo>
                    <a:pt x="1" y="1226"/>
                    <a:pt x="356" y="1581"/>
                    <a:pt x="793" y="1581"/>
                  </a:cubicBezTo>
                  <a:cubicBezTo>
                    <a:pt x="1227" y="1581"/>
                    <a:pt x="1582" y="1226"/>
                    <a:pt x="1582" y="790"/>
                  </a:cubicBezTo>
                  <a:cubicBezTo>
                    <a:pt x="1582" y="353"/>
                    <a:pt x="1227" y="1"/>
                    <a:pt x="7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2" name="Google Shape;2042;p60"/>
            <p:cNvSpPr/>
            <p:nvPr/>
          </p:nvSpPr>
          <p:spPr>
            <a:xfrm>
              <a:off x="30924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90" y="1"/>
                  </a:moveTo>
                  <a:cubicBezTo>
                    <a:pt x="353" y="1"/>
                    <a:pt x="1" y="353"/>
                    <a:pt x="1" y="790"/>
                  </a:cubicBezTo>
                  <a:cubicBezTo>
                    <a:pt x="1" y="1226"/>
                    <a:pt x="353" y="1581"/>
                    <a:pt x="790" y="1581"/>
                  </a:cubicBezTo>
                  <a:cubicBezTo>
                    <a:pt x="1226" y="1581"/>
                    <a:pt x="1582" y="1226"/>
                    <a:pt x="1582" y="790"/>
                  </a:cubicBezTo>
                  <a:cubicBezTo>
                    <a:pt x="1582" y="353"/>
                    <a:pt x="1226" y="1"/>
                    <a:pt x="7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3" name="Google Shape;2043;p60"/>
            <p:cNvSpPr/>
            <p:nvPr/>
          </p:nvSpPr>
          <p:spPr>
            <a:xfrm>
              <a:off x="2678350" y="2389425"/>
              <a:ext cx="481825" cy="58150"/>
            </a:xfrm>
            <a:custGeom>
              <a:avLst/>
              <a:gdLst/>
              <a:ahLst/>
              <a:cxnLst/>
              <a:rect l="l" t="t" r="r" b="b"/>
              <a:pathLst>
                <a:path w="19273" h="2326" extrusionOk="0">
                  <a:moveTo>
                    <a:pt x="1" y="1"/>
                  </a:moveTo>
                  <a:lnTo>
                    <a:pt x="1" y="1759"/>
                  </a:lnTo>
                  <a:cubicBezTo>
                    <a:pt x="1" y="2072"/>
                    <a:pt x="251" y="2325"/>
                    <a:pt x="564" y="2325"/>
                  </a:cubicBezTo>
                  <a:lnTo>
                    <a:pt x="18707" y="2325"/>
                  </a:lnTo>
                  <a:cubicBezTo>
                    <a:pt x="19020" y="2325"/>
                    <a:pt x="19273" y="2072"/>
                    <a:pt x="19273" y="1759"/>
                  </a:cubicBezTo>
                  <a:lnTo>
                    <a:pt x="19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4" name="Google Shape;2044;p60"/>
            <p:cNvSpPr/>
            <p:nvPr/>
          </p:nvSpPr>
          <p:spPr>
            <a:xfrm>
              <a:off x="2706600" y="2249100"/>
              <a:ext cx="39550" cy="39550"/>
            </a:xfrm>
            <a:custGeom>
              <a:avLst/>
              <a:gdLst/>
              <a:ahLst/>
              <a:cxnLst/>
              <a:rect l="l" t="t" r="r" b="b"/>
              <a:pathLst>
                <a:path w="1582" h="1582" extrusionOk="0">
                  <a:moveTo>
                    <a:pt x="789" y="1"/>
                  </a:moveTo>
                  <a:cubicBezTo>
                    <a:pt x="352" y="1"/>
                    <a:pt x="0" y="353"/>
                    <a:pt x="0" y="790"/>
                  </a:cubicBezTo>
                  <a:cubicBezTo>
                    <a:pt x="0" y="1226"/>
                    <a:pt x="352" y="1581"/>
                    <a:pt x="789" y="1581"/>
                  </a:cubicBezTo>
                  <a:cubicBezTo>
                    <a:pt x="1226" y="1581"/>
                    <a:pt x="1581" y="1226"/>
                    <a:pt x="1581" y="790"/>
                  </a:cubicBezTo>
                  <a:cubicBezTo>
                    <a:pt x="1581" y="353"/>
                    <a:pt x="1226" y="1"/>
                    <a:pt x="7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5" name="Google Shape;2045;p60"/>
            <p:cNvSpPr/>
            <p:nvPr/>
          </p:nvSpPr>
          <p:spPr>
            <a:xfrm>
              <a:off x="2678275" y="2090100"/>
              <a:ext cx="481900" cy="271125"/>
            </a:xfrm>
            <a:custGeom>
              <a:avLst/>
              <a:gdLst/>
              <a:ahLst/>
              <a:cxnLst/>
              <a:rect l="l" t="t" r="r" b="b"/>
              <a:pathLst>
                <a:path w="19276" h="10845" extrusionOk="0">
                  <a:moveTo>
                    <a:pt x="9638" y="5229"/>
                  </a:moveTo>
                  <a:cubicBezTo>
                    <a:pt x="9885" y="5229"/>
                    <a:pt x="10134" y="5277"/>
                    <a:pt x="10372" y="5376"/>
                  </a:cubicBezTo>
                  <a:cubicBezTo>
                    <a:pt x="11091" y="5674"/>
                    <a:pt x="11558" y="6373"/>
                    <a:pt x="11558" y="7150"/>
                  </a:cubicBezTo>
                  <a:cubicBezTo>
                    <a:pt x="11558" y="8209"/>
                    <a:pt x="10697" y="9068"/>
                    <a:pt x="9640" y="9071"/>
                  </a:cubicBezTo>
                  <a:cubicBezTo>
                    <a:pt x="8863" y="9071"/>
                    <a:pt x="8161" y="8601"/>
                    <a:pt x="7866" y="7884"/>
                  </a:cubicBezTo>
                  <a:cubicBezTo>
                    <a:pt x="7568" y="7168"/>
                    <a:pt x="7731" y="6343"/>
                    <a:pt x="8282" y="5791"/>
                  </a:cubicBezTo>
                  <a:cubicBezTo>
                    <a:pt x="8648" y="5425"/>
                    <a:pt x="9139" y="5229"/>
                    <a:pt x="9638" y="5229"/>
                  </a:cubicBezTo>
                  <a:close/>
                  <a:moveTo>
                    <a:pt x="571" y="1"/>
                  </a:moveTo>
                  <a:cubicBezTo>
                    <a:pt x="281" y="1"/>
                    <a:pt x="3" y="226"/>
                    <a:pt x="1" y="567"/>
                  </a:cubicBezTo>
                  <a:lnTo>
                    <a:pt x="1" y="7150"/>
                  </a:lnTo>
                  <a:cubicBezTo>
                    <a:pt x="1" y="6373"/>
                    <a:pt x="471" y="5674"/>
                    <a:pt x="1187" y="5376"/>
                  </a:cubicBezTo>
                  <a:cubicBezTo>
                    <a:pt x="1425" y="5277"/>
                    <a:pt x="1674" y="5229"/>
                    <a:pt x="1921" y="5229"/>
                  </a:cubicBezTo>
                  <a:cubicBezTo>
                    <a:pt x="2420" y="5229"/>
                    <a:pt x="2912" y="5425"/>
                    <a:pt x="3280" y="5791"/>
                  </a:cubicBezTo>
                  <a:cubicBezTo>
                    <a:pt x="3828" y="6343"/>
                    <a:pt x="3994" y="7168"/>
                    <a:pt x="3696" y="7884"/>
                  </a:cubicBezTo>
                  <a:cubicBezTo>
                    <a:pt x="3398" y="8601"/>
                    <a:pt x="2699" y="9071"/>
                    <a:pt x="1922" y="9071"/>
                  </a:cubicBezTo>
                  <a:cubicBezTo>
                    <a:pt x="862" y="9068"/>
                    <a:pt x="4" y="8209"/>
                    <a:pt x="1" y="7150"/>
                  </a:cubicBezTo>
                  <a:lnTo>
                    <a:pt x="1" y="10844"/>
                  </a:lnTo>
                  <a:lnTo>
                    <a:pt x="19276" y="10844"/>
                  </a:lnTo>
                  <a:lnTo>
                    <a:pt x="19276" y="7150"/>
                  </a:lnTo>
                  <a:cubicBezTo>
                    <a:pt x="19276" y="7926"/>
                    <a:pt x="18806" y="8625"/>
                    <a:pt x="18089" y="8923"/>
                  </a:cubicBezTo>
                  <a:cubicBezTo>
                    <a:pt x="17852" y="9022"/>
                    <a:pt x="17603" y="9070"/>
                    <a:pt x="17356" y="9070"/>
                  </a:cubicBezTo>
                  <a:cubicBezTo>
                    <a:pt x="16857" y="9070"/>
                    <a:pt x="16365" y="8874"/>
                    <a:pt x="15997" y="8508"/>
                  </a:cubicBezTo>
                  <a:cubicBezTo>
                    <a:pt x="15449" y="7957"/>
                    <a:pt x="15283" y="7131"/>
                    <a:pt x="15581" y="6415"/>
                  </a:cubicBezTo>
                  <a:cubicBezTo>
                    <a:pt x="15879" y="5698"/>
                    <a:pt x="16578" y="5231"/>
                    <a:pt x="17355" y="5231"/>
                  </a:cubicBezTo>
                  <a:cubicBezTo>
                    <a:pt x="18415" y="5231"/>
                    <a:pt x="19273" y="6090"/>
                    <a:pt x="19276" y="7150"/>
                  </a:cubicBezTo>
                  <a:lnTo>
                    <a:pt x="19276" y="567"/>
                  </a:lnTo>
                  <a:cubicBezTo>
                    <a:pt x="19276" y="341"/>
                    <a:pt x="19137" y="133"/>
                    <a:pt x="18927" y="46"/>
                  </a:cubicBezTo>
                  <a:cubicBezTo>
                    <a:pt x="18857" y="17"/>
                    <a:pt x="18783" y="2"/>
                    <a:pt x="18709" y="2"/>
                  </a:cubicBezTo>
                  <a:cubicBezTo>
                    <a:pt x="18564" y="2"/>
                    <a:pt x="18420" y="58"/>
                    <a:pt x="18312" y="166"/>
                  </a:cubicBezTo>
                  <a:lnTo>
                    <a:pt x="14783" y="3641"/>
                  </a:lnTo>
                  <a:lnTo>
                    <a:pt x="9971" y="112"/>
                  </a:lnTo>
                  <a:cubicBezTo>
                    <a:pt x="9871" y="38"/>
                    <a:pt x="9754" y="1"/>
                    <a:pt x="9636" y="1"/>
                  </a:cubicBezTo>
                  <a:cubicBezTo>
                    <a:pt x="9517" y="1"/>
                    <a:pt x="9397" y="39"/>
                    <a:pt x="9297" y="115"/>
                  </a:cubicBezTo>
                  <a:lnTo>
                    <a:pt x="4656" y="3641"/>
                  </a:lnTo>
                  <a:lnTo>
                    <a:pt x="952" y="154"/>
                  </a:lnTo>
                  <a:cubicBezTo>
                    <a:pt x="840" y="48"/>
                    <a:pt x="704" y="1"/>
                    <a:pt x="57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46" name="Google Shape;2046;p60"/>
          <p:cNvGrpSpPr/>
          <p:nvPr/>
        </p:nvGrpSpPr>
        <p:grpSpPr>
          <a:xfrm>
            <a:off x="3374769" y="1545137"/>
            <a:ext cx="405263" cy="405310"/>
            <a:chOff x="6239925" y="2032450"/>
            <a:chExt cx="472775" cy="472775"/>
          </a:xfrm>
        </p:grpSpPr>
        <p:sp>
          <p:nvSpPr>
            <p:cNvPr id="2047" name="Google Shape;2047;p60"/>
            <p:cNvSpPr/>
            <p:nvPr/>
          </p:nvSpPr>
          <p:spPr>
            <a:xfrm>
              <a:off x="6239925" y="2032450"/>
              <a:ext cx="472775" cy="472775"/>
            </a:xfrm>
            <a:custGeom>
              <a:avLst/>
              <a:gdLst/>
              <a:ahLst/>
              <a:cxnLst/>
              <a:rect l="l" t="t" r="r" b="b"/>
              <a:pathLst>
                <a:path w="18911" h="18911" extrusionOk="0">
                  <a:moveTo>
                    <a:pt x="9455" y="2466"/>
                  </a:moveTo>
                  <a:cubicBezTo>
                    <a:pt x="13307" y="2466"/>
                    <a:pt x="16442" y="5601"/>
                    <a:pt x="16442" y="9456"/>
                  </a:cubicBezTo>
                  <a:cubicBezTo>
                    <a:pt x="16442" y="13310"/>
                    <a:pt x="13307" y="16445"/>
                    <a:pt x="9455" y="16445"/>
                  </a:cubicBezTo>
                  <a:cubicBezTo>
                    <a:pt x="5601" y="16445"/>
                    <a:pt x="2466" y="13310"/>
                    <a:pt x="2466" y="9456"/>
                  </a:cubicBezTo>
                  <a:cubicBezTo>
                    <a:pt x="2466" y="5601"/>
                    <a:pt x="5601" y="2466"/>
                    <a:pt x="9455" y="2466"/>
                  </a:cubicBezTo>
                  <a:close/>
                  <a:moveTo>
                    <a:pt x="9455" y="0"/>
                  </a:moveTo>
                  <a:cubicBezTo>
                    <a:pt x="4228" y="0"/>
                    <a:pt x="0" y="4228"/>
                    <a:pt x="0" y="9456"/>
                  </a:cubicBezTo>
                  <a:cubicBezTo>
                    <a:pt x="0" y="14683"/>
                    <a:pt x="4228" y="18911"/>
                    <a:pt x="9455" y="18911"/>
                  </a:cubicBezTo>
                  <a:cubicBezTo>
                    <a:pt x="14680" y="18911"/>
                    <a:pt x="18911" y="14683"/>
                    <a:pt x="18911" y="9456"/>
                  </a:cubicBezTo>
                  <a:cubicBezTo>
                    <a:pt x="18911" y="4231"/>
                    <a:pt x="14680" y="0"/>
                    <a:pt x="9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48" name="Google Shape;2048;p60"/>
            <p:cNvSpPr/>
            <p:nvPr/>
          </p:nvSpPr>
          <p:spPr>
            <a:xfrm>
              <a:off x="6329800" y="2122325"/>
              <a:ext cx="292950" cy="293025"/>
            </a:xfrm>
            <a:custGeom>
              <a:avLst/>
              <a:gdLst/>
              <a:ahLst/>
              <a:cxnLst/>
              <a:rect l="l" t="t" r="r" b="b"/>
              <a:pathLst>
                <a:path w="11718" h="11721" extrusionOk="0">
                  <a:moveTo>
                    <a:pt x="5860" y="1043"/>
                  </a:moveTo>
                  <a:cubicBezTo>
                    <a:pt x="6171" y="1043"/>
                    <a:pt x="6424" y="1295"/>
                    <a:pt x="6424" y="1609"/>
                  </a:cubicBezTo>
                  <a:lnTo>
                    <a:pt x="6424" y="2542"/>
                  </a:lnTo>
                  <a:cubicBezTo>
                    <a:pt x="7264" y="2792"/>
                    <a:pt x="7839" y="3566"/>
                    <a:pt x="7842" y="4442"/>
                  </a:cubicBezTo>
                  <a:cubicBezTo>
                    <a:pt x="7842" y="4755"/>
                    <a:pt x="7589" y="5008"/>
                    <a:pt x="7276" y="5008"/>
                  </a:cubicBezTo>
                  <a:cubicBezTo>
                    <a:pt x="6966" y="5008"/>
                    <a:pt x="6713" y="4755"/>
                    <a:pt x="6713" y="4442"/>
                  </a:cubicBezTo>
                  <a:cubicBezTo>
                    <a:pt x="6713" y="3929"/>
                    <a:pt x="6292" y="3588"/>
                    <a:pt x="5853" y="3588"/>
                  </a:cubicBezTo>
                  <a:cubicBezTo>
                    <a:pt x="5644" y="3588"/>
                    <a:pt x="5429" y="3666"/>
                    <a:pt x="5255" y="3840"/>
                  </a:cubicBezTo>
                  <a:cubicBezTo>
                    <a:pt x="4719" y="4376"/>
                    <a:pt x="5099" y="5297"/>
                    <a:pt x="5860" y="5297"/>
                  </a:cubicBezTo>
                  <a:cubicBezTo>
                    <a:pt x="5862" y="5297"/>
                    <a:pt x="5865" y="5297"/>
                    <a:pt x="5867" y="5297"/>
                  </a:cubicBezTo>
                  <a:cubicBezTo>
                    <a:pt x="6849" y="5297"/>
                    <a:pt x="7680" y="6019"/>
                    <a:pt x="7821" y="6993"/>
                  </a:cubicBezTo>
                  <a:cubicBezTo>
                    <a:pt x="7962" y="7968"/>
                    <a:pt x="7369" y="8899"/>
                    <a:pt x="6424" y="9179"/>
                  </a:cubicBezTo>
                  <a:lnTo>
                    <a:pt x="6424" y="10115"/>
                  </a:lnTo>
                  <a:cubicBezTo>
                    <a:pt x="6424" y="10426"/>
                    <a:pt x="6171" y="10679"/>
                    <a:pt x="5860" y="10679"/>
                  </a:cubicBezTo>
                  <a:cubicBezTo>
                    <a:pt x="5547" y="10679"/>
                    <a:pt x="5294" y="10426"/>
                    <a:pt x="5294" y="10115"/>
                  </a:cubicBezTo>
                  <a:lnTo>
                    <a:pt x="5294" y="9179"/>
                  </a:lnTo>
                  <a:cubicBezTo>
                    <a:pt x="4454" y="8929"/>
                    <a:pt x="3879" y="8155"/>
                    <a:pt x="3876" y="7279"/>
                  </a:cubicBezTo>
                  <a:cubicBezTo>
                    <a:pt x="3876" y="6966"/>
                    <a:pt x="4129" y="6713"/>
                    <a:pt x="4442" y="6713"/>
                  </a:cubicBezTo>
                  <a:cubicBezTo>
                    <a:pt x="4752" y="6713"/>
                    <a:pt x="5005" y="6966"/>
                    <a:pt x="5005" y="7279"/>
                  </a:cubicBezTo>
                  <a:cubicBezTo>
                    <a:pt x="5005" y="7792"/>
                    <a:pt x="5426" y="8133"/>
                    <a:pt x="5865" y="8133"/>
                  </a:cubicBezTo>
                  <a:cubicBezTo>
                    <a:pt x="6074" y="8133"/>
                    <a:pt x="6288" y="8055"/>
                    <a:pt x="6463" y="7881"/>
                  </a:cubicBezTo>
                  <a:cubicBezTo>
                    <a:pt x="6999" y="7345"/>
                    <a:pt x="6619" y="6427"/>
                    <a:pt x="5860" y="6427"/>
                  </a:cubicBezTo>
                  <a:cubicBezTo>
                    <a:pt x="4873" y="6427"/>
                    <a:pt x="4039" y="5704"/>
                    <a:pt x="3897" y="4728"/>
                  </a:cubicBezTo>
                  <a:cubicBezTo>
                    <a:pt x="3756" y="3753"/>
                    <a:pt x="4349" y="2822"/>
                    <a:pt x="5294" y="2542"/>
                  </a:cubicBezTo>
                  <a:lnTo>
                    <a:pt x="5294" y="1609"/>
                  </a:lnTo>
                  <a:cubicBezTo>
                    <a:pt x="5294" y="1295"/>
                    <a:pt x="5547" y="1043"/>
                    <a:pt x="5860" y="1043"/>
                  </a:cubicBezTo>
                  <a:close/>
                  <a:moveTo>
                    <a:pt x="5860" y="1"/>
                  </a:moveTo>
                  <a:cubicBezTo>
                    <a:pt x="2629" y="1"/>
                    <a:pt x="1" y="2629"/>
                    <a:pt x="1" y="5861"/>
                  </a:cubicBezTo>
                  <a:cubicBezTo>
                    <a:pt x="1" y="9092"/>
                    <a:pt x="2629" y="11720"/>
                    <a:pt x="5860" y="11720"/>
                  </a:cubicBezTo>
                  <a:cubicBezTo>
                    <a:pt x="9088" y="11720"/>
                    <a:pt x="11717" y="9092"/>
                    <a:pt x="11717" y="5861"/>
                  </a:cubicBezTo>
                  <a:cubicBezTo>
                    <a:pt x="11717" y="2629"/>
                    <a:pt x="9088" y="1"/>
                    <a:pt x="58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49" name="Google Shape;2049;p60"/>
          <p:cNvGrpSpPr/>
          <p:nvPr/>
        </p:nvGrpSpPr>
        <p:grpSpPr>
          <a:xfrm>
            <a:off x="5362897" y="1634907"/>
            <a:ext cx="407406" cy="225770"/>
            <a:chOff x="903075" y="2730000"/>
            <a:chExt cx="475275" cy="263350"/>
          </a:xfrm>
        </p:grpSpPr>
        <p:sp>
          <p:nvSpPr>
            <p:cNvPr id="2050" name="Google Shape;2050;p60"/>
            <p:cNvSpPr/>
            <p:nvPr/>
          </p:nvSpPr>
          <p:spPr>
            <a:xfrm>
              <a:off x="986725" y="2807325"/>
              <a:ext cx="308000" cy="108800"/>
            </a:xfrm>
            <a:custGeom>
              <a:avLst/>
              <a:gdLst/>
              <a:ahLst/>
              <a:cxnLst/>
              <a:rect l="l" t="t" r="r" b="b"/>
              <a:pathLst>
                <a:path w="12320" h="4352" extrusionOk="0">
                  <a:moveTo>
                    <a:pt x="6161" y="482"/>
                  </a:moveTo>
                  <a:cubicBezTo>
                    <a:pt x="6845" y="482"/>
                    <a:pt x="7462" y="894"/>
                    <a:pt x="7724" y="1527"/>
                  </a:cubicBezTo>
                  <a:cubicBezTo>
                    <a:pt x="7986" y="2159"/>
                    <a:pt x="7838" y="2888"/>
                    <a:pt x="7357" y="3370"/>
                  </a:cubicBezTo>
                  <a:cubicBezTo>
                    <a:pt x="7032" y="3694"/>
                    <a:pt x="6599" y="3866"/>
                    <a:pt x="6158" y="3866"/>
                  </a:cubicBezTo>
                  <a:cubicBezTo>
                    <a:pt x="5940" y="3866"/>
                    <a:pt x="5720" y="3824"/>
                    <a:pt x="5511" y="3737"/>
                  </a:cubicBezTo>
                  <a:cubicBezTo>
                    <a:pt x="4881" y="3475"/>
                    <a:pt x="4469" y="2858"/>
                    <a:pt x="4469" y="2174"/>
                  </a:cubicBezTo>
                  <a:cubicBezTo>
                    <a:pt x="4469" y="1241"/>
                    <a:pt x="5225" y="482"/>
                    <a:pt x="6161" y="482"/>
                  </a:cubicBezTo>
                  <a:close/>
                  <a:moveTo>
                    <a:pt x="1418" y="0"/>
                  </a:moveTo>
                  <a:cubicBezTo>
                    <a:pt x="1220" y="684"/>
                    <a:pt x="684" y="1220"/>
                    <a:pt x="0" y="1415"/>
                  </a:cubicBezTo>
                  <a:lnTo>
                    <a:pt x="0" y="2933"/>
                  </a:lnTo>
                  <a:cubicBezTo>
                    <a:pt x="684" y="3129"/>
                    <a:pt x="1220" y="3665"/>
                    <a:pt x="1418" y="4351"/>
                  </a:cubicBezTo>
                  <a:lnTo>
                    <a:pt x="10904" y="4351"/>
                  </a:lnTo>
                  <a:cubicBezTo>
                    <a:pt x="11100" y="3665"/>
                    <a:pt x="11636" y="3129"/>
                    <a:pt x="12319" y="2933"/>
                  </a:cubicBezTo>
                  <a:lnTo>
                    <a:pt x="12319" y="1415"/>
                  </a:lnTo>
                  <a:cubicBezTo>
                    <a:pt x="11636" y="1220"/>
                    <a:pt x="11100" y="684"/>
                    <a:pt x="109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1" name="Google Shape;2051;p60"/>
            <p:cNvSpPr/>
            <p:nvPr/>
          </p:nvSpPr>
          <p:spPr>
            <a:xfrm>
              <a:off x="1126675" y="2847600"/>
              <a:ext cx="28100" cy="28175"/>
            </a:xfrm>
            <a:custGeom>
              <a:avLst/>
              <a:gdLst/>
              <a:ahLst/>
              <a:cxnLst/>
              <a:rect l="l" t="t" r="r" b="b"/>
              <a:pathLst>
                <a:path w="1124" h="1127" extrusionOk="0">
                  <a:moveTo>
                    <a:pt x="563" y="0"/>
                  </a:moveTo>
                  <a:cubicBezTo>
                    <a:pt x="250" y="0"/>
                    <a:pt x="0" y="253"/>
                    <a:pt x="0" y="563"/>
                  </a:cubicBezTo>
                  <a:cubicBezTo>
                    <a:pt x="0" y="873"/>
                    <a:pt x="250" y="1126"/>
                    <a:pt x="563" y="1126"/>
                  </a:cubicBezTo>
                  <a:cubicBezTo>
                    <a:pt x="873" y="1126"/>
                    <a:pt x="1123" y="873"/>
                    <a:pt x="1123" y="563"/>
                  </a:cubicBezTo>
                  <a:cubicBezTo>
                    <a:pt x="1123" y="253"/>
                    <a:pt x="873" y="0"/>
                    <a:pt x="5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52" name="Google Shape;2052;p60"/>
            <p:cNvSpPr/>
            <p:nvPr/>
          </p:nvSpPr>
          <p:spPr>
            <a:xfrm>
              <a:off x="903075" y="2730000"/>
              <a:ext cx="475275" cy="263350"/>
            </a:xfrm>
            <a:custGeom>
              <a:avLst/>
              <a:gdLst/>
              <a:ahLst/>
              <a:cxnLst/>
              <a:rect l="l" t="t" r="r" b="b"/>
              <a:pathLst>
                <a:path w="19011" h="10534" extrusionOk="0">
                  <a:moveTo>
                    <a:pt x="14735" y="1964"/>
                  </a:moveTo>
                  <a:cubicBezTo>
                    <a:pt x="15045" y="1964"/>
                    <a:pt x="15298" y="2217"/>
                    <a:pt x="15298" y="2530"/>
                  </a:cubicBezTo>
                  <a:cubicBezTo>
                    <a:pt x="15298" y="3042"/>
                    <a:pt x="15716" y="3460"/>
                    <a:pt x="16231" y="3460"/>
                  </a:cubicBezTo>
                  <a:cubicBezTo>
                    <a:pt x="16541" y="3460"/>
                    <a:pt x="16794" y="3713"/>
                    <a:pt x="16794" y="4026"/>
                  </a:cubicBezTo>
                  <a:lnTo>
                    <a:pt x="16794" y="6511"/>
                  </a:lnTo>
                  <a:cubicBezTo>
                    <a:pt x="16794" y="6821"/>
                    <a:pt x="16541" y="7074"/>
                    <a:pt x="16231" y="7074"/>
                  </a:cubicBezTo>
                  <a:cubicBezTo>
                    <a:pt x="15716" y="7074"/>
                    <a:pt x="15298" y="7492"/>
                    <a:pt x="15298" y="8007"/>
                  </a:cubicBezTo>
                  <a:cubicBezTo>
                    <a:pt x="15298" y="8318"/>
                    <a:pt x="15045" y="8570"/>
                    <a:pt x="14735" y="8570"/>
                  </a:cubicBezTo>
                  <a:lnTo>
                    <a:pt x="4277" y="8570"/>
                  </a:lnTo>
                  <a:cubicBezTo>
                    <a:pt x="3966" y="8570"/>
                    <a:pt x="3714" y="8318"/>
                    <a:pt x="3714" y="8007"/>
                  </a:cubicBezTo>
                  <a:cubicBezTo>
                    <a:pt x="3714" y="7492"/>
                    <a:pt x="3295" y="7074"/>
                    <a:pt x="2783" y="7074"/>
                  </a:cubicBezTo>
                  <a:cubicBezTo>
                    <a:pt x="2470" y="7074"/>
                    <a:pt x="2217" y="6821"/>
                    <a:pt x="2217" y="6511"/>
                  </a:cubicBezTo>
                  <a:lnTo>
                    <a:pt x="2217" y="4026"/>
                  </a:lnTo>
                  <a:cubicBezTo>
                    <a:pt x="2217" y="3713"/>
                    <a:pt x="2470" y="3460"/>
                    <a:pt x="2783" y="3460"/>
                  </a:cubicBezTo>
                  <a:cubicBezTo>
                    <a:pt x="3295" y="3460"/>
                    <a:pt x="3714" y="3042"/>
                    <a:pt x="3714" y="2530"/>
                  </a:cubicBezTo>
                  <a:cubicBezTo>
                    <a:pt x="3714" y="2217"/>
                    <a:pt x="3966" y="1964"/>
                    <a:pt x="4277" y="1964"/>
                  </a:cubicBezTo>
                  <a:close/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lnTo>
                    <a:pt x="1" y="9968"/>
                  </a:lnTo>
                  <a:cubicBezTo>
                    <a:pt x="1" y="10281"/>
                    <a:pt x="254" y="10534"/>
                    <a:pt x="567" y="10534"/>
                  </a:cubicBezTo>
                  <a:lnTo>
                    <a:pt x="18445" y="10534"/>
                  </a:lnTo>
                  <a:cubicBezTo>
                    <a:pt x="18758" y="10534"/>
                    <a:pt x="19011" y="10281"/>
                    <a:pt x="19011" y="9968"/>
                  </a:cubicBezTo>
                  <a:lnTo>
                    <a:pt x="19011" y="567"/>
                  </a:lnTo>
                  <a:cubicBezTo>
                    <a:pt x="19011" y="253"/>
                    <a:pt x="18758" y="0"/>
                    <a:pt x="184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053" name="Google Shape;2053;p60"/>
          <p:cNvSpPr/>
          <p:nvPr/>
        </p:nvSpPr>
        <p:spPr>
          <a:xfrm>
            <a:off x="1373621" y="1541258"/>
            <a:ext cx="429157" cy="413069"/>
          </a:xfrm>
          <a:custGeom>
            <a:avLst/>
            <a:gdLst/>
            <a:ahLst/>
            <a:cxnLst/>
            <a:rect l="l" t="t" r="r" b="b"/>
            <a:pathLst>
              <a:path w="20026" h="19273" extrusionOk="0">
                <a:moveTo>
                  <a:pt x="14841" y="2901"/>
                </a:moveTo>
                <a:cubicBezTo>
                  <a:pt x="15282" y="2901"/>
                  <a:pt x="15717" y="3074"/>
                  <a:pt x="16042" y="3397"/>
                </a:cubicBezTo>
                <a:cubicBezTo>
                  <a:pt x="16704" y="4059"/>
                  <a:pt x="16704" y="5131"/>
                  <a:pt x="16042" y="5794"/>
                </a:cubicBezTo>
                <a:cubicBezTo>
                  <a:pt x="15717" y="6118"/>
                  <a:pt x="15284" y="6290"/>
                  <a:pt x="14843" y="6290"/>
                </a:cubicBezTo>
                <a:cubicBezTo>
                  <a:pt x="14625" y="6290"/>
                  <a:pt x="14405" y="6248"/>
                  <a:pt x="14196" y="6161"/>
                </a:cubicBezTo>
                <a:cubicBezTo>
                  <a:pt x="13563" y="5899"/>
                  <a:pt x="13151" y="5282"/>
                  <a:pt x="13151" y="4595"/>
                </a:cubicBezTo>
                <a:cubicBezTo>
                  <a:pt x="13151" y="3912"/>
                  <a:pt x="13563" y="3294"/>
                  <a:pt x="14196" y="3029"/>
                </a:cubicBezTo>
                <a:cubicBezTo>
                  <a:pt x="14404" y="2943"/>
                  <a:pt x="14623" y="2901"/>
                  <a:pt x="14841" y="2901"/>
                </a:cubicBezTo>
                <a:close/>
                <a:moveTo>
                  <a:pt x="10859" y="4837"/>
                </a:moveTo>
                <a:cubicBezTo>
                  <a:pt x="11001" y="4837"/>
                  <a:pt x="11142" y="4890"/>
                  <a:pt x="11251" y="4996"/>
                </a:cubicBezTo>
                <a:lnTo>
                  <a:pt x="12049" y="5794"/>
                </a:lnTo>
                <a:cubicBezTo>
                  <a:pt x="12269" y="6014"/>
                  <a:pt x="12269" y="6372"/>
                  <a:pt x="12049" y="6592"/>
                </a:cubicBezTo>
                <a:cubicBezTo>
                  <a:pt x="11939" y="6702"/>
                  <a:pt x="11794" y="6757"/>
                  <a:pt x="11650" y="6757"/>
                </a:cubicBezTo>
                <a:cubicBezTo>
                  <a:pt x="11505" y="6757"/>
                  <a:pt x="11361" y="6702"/>
                  <a:pt x="11251" y="6592"/>
                </a:cubicBezTo>
                <a:lnTo>
                  <a:pt x="10453" y="5794"/>
                </a:lnTo>
                <a:cubicBezTo>
                  <a:pt x="10239" y="5571"/>
                  <a:pt x="10242" y="5219"/>
                  <a:pt x="10459" y="5002"/>
                </a:cubicBezTo>
                <a:cubicBezTo>
                  <a:pt x="10570" y="4892"/>
                  <a:pt x="10715" y="4837"/>
                  <a:pt x="10859" y="4837"/>
                </a:cubicBezTo>
                <a:close/>
                <a:moveTo>
                  <a:pt x="13255" y="7232"/>
                </a:moveTo>
                <a:cubicBezTo>
                  <a:pt x="13396" y="7232"/>
                  <a:pt x="13538" y="7284"/>
                  <a:pt x="13648" y="7390"/>
                </a:cubicBezTo>
                <a:lnTo>
                  <a:pt x="14446" y="8188"/>
                </a:lnTo>
                <a:cubicBezTo>
                  <a:pt x="14665" y="8411"/>
                  <a:pt x="14665" y="8766"/>
                  <a:pt x="14446" y="8989"/>
                </a:cubicBezTo>
                <a:cubicBezTo>
                  <a:pt x="14336" y="9099"/>
                  <a:pt x="14191" y="9154"/>
                  <a:pt x="14047" y="9154"/>
                </a:cubicBezTo>
                <a:cubicBezTo>
                  <a:pt x="13902" y="9154"/>
                  <a:pt x="13758" y="9099"/>
                  <a:pt x="13648" y="8989"/>
                </a:cubicBezTo>
                <a:lnTo>
                  <a:pt x="12850" y="8188"/>
                </a:lnTo>
                <a:cubicBezTo>
                  <a:pt x="12633" y="7968"/>
                  <a:pt x="12636" y="7616"/>
                  <a:pt x="12856" y="7399"/>
                </a:cubicBezTo>
                <a:cubicBezTo>
                  <a:pt x="12966" y="7287"/>
                  <a:pt x="13110" y="7232"/>
                  <a:pt x="13255" y="7232"/>
                </a:cubicBezTo>
                <a:close/>
                <a:moveTo>
                  <a:pt x="10846" y="8029"/>
                </a:moveTo>
                <a:cubicBezTo>
                  <a:pt x="10991" y="8029"/>
                  <a:pt x="11135" y="8084"/>
                  <a:pt x="11245" y="8194"/>
                </a:cubicBezTo>
                <a:cubicBezTo>
                  <a:pt x="11462" y="8411"/>
                  <a:pt x="11465" y="8763"/>
                  <a:pt x="11251" y="8986"/>
                </a:cubicBezTo>
                <a:lnTo>
                  <a:pt x="11251" y="8989"/>
                </a:lnTo>
                <a:lnTo>
                  <a:pt x="10778" y="9461"/>
                </a:lnTo>
                <a:cubicBezTo>
                  <a:pt x="11088" y="10106"/>
                  <a:pt x="10959" y="10874"/>
                  <a:pt x="10453" y="11383"/>
                </a:cubicBezTo>
                <a:cubicBezTo>
                  <a:pt x="10343" y="11493"/>
                  <a:pt x="10198" y="11548"/>
                  <a:pt x="10054" y="11548"/>
                </a:cubicBezTo>
                <a:cubicBezTo>
                  <a:pt x="9909" y="11548"/>
                  <a:pt x="9765" y="11493"/>
                  <a:pt x="9655" y="11383"/>
                </a:cubicBezTo>
                <a:cubicBezTo>
                  <a:pt x="9435" y="11163"/>
                  <a:pt x="9435" y="10804"/>
                  <a:pt x="9655" y="10585"/>
                </a:cubicBezTo>
                <a:cubicBezTo>
                  <a:pt x="10010" y="10229"/>
                  <a:pt x="9757" y="9621"/>
                  <a:pt x="9254" y="9621"/>
                </a:cubicBezTo>
                <a:cubicBezTo>
                  <a:pt x="8751" y="9621"/>
                  <a:pt x="8498" y="10229"/>
                  <a:pt x="8857" y="10585"/>
                </a:cubicBezTo>
                <a:cubicBezTo>
                  <a:pt x="9441" y="11166"/>
                  <a:pt x="9519" y="12084"/>
                  <a:pt x="9043" y="12756"/>
                </a:cubicBezTo>
                <a:cubicBezTo>
                  <a:pt x="8717" y="13218"/>
                  <a:pt x="8196" y="13472"/>
                  <a:pt x="7661" y="13472"/>
                </a:cubicBezTo>
                <a:cubicBezTo>
                  <a:pt x="7415" y="13472"/>
                  <a:pt x="7167" y="13419"/>
                  <a:pt x="6933" y="13307"/>
                </a:cubicBezTo>
                <a:lnTo>
                  <a:pt x="6460" y="13777"/>
                </a:lnTo>
                <a:cubicBezTo>
                  <a:pt x="6351" y="13882"/>
                  <a:pt x="6210" y="13935"/>
                  <a:pt x="6068" y="13935"/>
                </a:cubicBezTo>
                <a:cubicBezTo>
                  <a:pt x="5924" y="13935"/>
                  <a:pt x="5779" y="13880"/>
                  <a:pt x="5668" y="13771"/>
                </a:cubicBezTo>
                <a:cubicBezTo>
                  <a:pt x="5451" y="13551"/>
                  <a:pt x="5448" y="13198"/>
                  <a:pt x="5662" y="12979"/>
                </a:cubicBezTo>
                <a:lnTo>
                  <a:pt x="6135" y="12506"/>
                </a:lnTo>
                <a:cubicBezTo>
                  <a:pt x="5824" y="11861"/>
                  <a:pt x="5957" y="11091"/>
                  <a:pt x="6460" y="10582"/>
                </a:cubicBezTo>
                <a:cubicBezTo>
                  <a:pt x="6570" y="10476"/>
                  <a:pt x="6711" y="10424"/>
                  <a:pt x="6852" y="10424"/>
                </a:cubicBezTo>
                <a:cubicBezTo>
                  <a:pt x="6997" y="10424"/>
                  <a:pt x="7142" y="10479"/>
                  <a:pt x="7252" y="10591"/>
                </a:cubicBezTo>
                <a:cubicBezTo>
                  <a:pt x="7469" y="10808"/>
                  <a:pt x="7472" y="11160"/>
                  <a:pt x="7258" y="11383"/>
                </a:cubicBezTo>
                <a:cubicBezTo>
                  <a:pt x="6902" y="11738"/>
                  <a:pt x="7155" y="12346"/>
                  <a:pt x="7658" y="12346"/>
                </a:cubicBezTo>
                <a:cubicBezTo>
                  <a:pt x="8161" y="12346"/>
                  <a:pt x="8414" y="11738"/>
                  <a:pt x="8059" y="11383"/>
                </a:cubicBezTo>
                <a:cubicBezTo>
                  <a:pt x="7475" y="10798"/>
                  <a:pt x="7393" y="9883"/>
                  <a:pt x="7869" y="9209"/>
                </a:cubicBezTo>
                <a:cubicBezTo>
                  <a:pt x="8195" y="8749"/>
                  <a:pt x="8716" y="8495"/>
                  <a:pt x="9251" y="8495"/>
                </a:cubicBezTo>
                <a:cubicBezTo>
                  <a:pt x="9497" y="8495"/>
                  <a:pt x="9746" y="8549"/>
                  <a:pt x="9980" y="8660"/>
                </a:cubicBezTo>
                <a:lnTo>
                  <a:pt x="10453" y="8188"/>
                </a:lnTo>
                <a:cubicBezTo>
                  <a:pt x="10563" y="8082"/>
                  <a:pt x="10705" y="8029"/>
                  <a:pt x="10846" y="8029"/>
                </a:cubicBezTo>
                <a:close/>
                <a:moveTo>
                  <a:pt x="13208" y="0"/>
                </a:moveTo>
                <a:cubicBezTo>
                  <a:pt x="11632" y="0"/>
                  <a:pt x="10059" y="597"/>
                  <a:pt x="8857" y="1801"/>
                </a:cubicBezTo>
                <a:lnTo>
                  <a:pt x="8456" y="2201"/>
                </a:lnTo>
                <a:lnTo>
                  <a:pt x="9655" y="3397"/>
                </a:lnTo>
                <a:cubicBezTo>
                  <a:pt x="9869" y="3620"/>
                  <a:pt x="9866" y="3972"/>
                  <a:pt x="9646" y="4189"/>
                </a:cubicBezTo>
                <a:cubicBezTo>
                  <a:pt x="9536" y="4300"/>
                  <a:pt x="9391" y="4356"/>
                  <a:pt x="9246" y="4356"/>
                </a:cubicBezTo>
                <a:cubicBezTo>
                  <a:pt x="9106" y="4356"/>
                  <a:pt x="8965" y="4303"/>
                  <a:pt x="8857" y="4198"/>
                </a:cubicBezTo>
                <a:lnTo>
                  <a:pt x="7658" y="2999"/>
                </a:lnTo>
                <a:lnTo>
                  <a:pt x="663" y="9994"/>
                </a:lnTo>
                <a:cubicBezTo>
                  <a:pt x="1" y="10654"/>
                  <a:pt x="1" y="11726"/>
                  <a:pt x="663" y="12388"/>
                </a:cubicBezTo>
                <a:lnTo>
                  <a:pt x="7053" y="18775"/>
                </a:lnTo>
                <a:cubicBezTo>
                  <a:pt x="7383" y="19107"/>
                  <a:pt x="7816" y="19272"/>
                  <a:pt x="8249" y="19272"/>
                </a:cubicBezTo>
                <a:cubicBezTo>
                  <a:pt x="8682" y="19272"/>
                  <a:pt x="9116" y="19107"/>
                  <a:pt x="9447" y="18775"/>
                </a:cubicBezTo>
                <a:lnTo>
                  <a:pt x="16442" y="11783"/>
                </a:lnTo>
                <a:lnTo>
                  <a:pt x="15244" y="10585"/>
                </a:lnTo>
                <a:cubicBezTo>
                  <a:pt x="15030" y="10362"/>
                  <a:pt x="15033" y="10010"/>
                  <a:pt x="15250" y="9793"/>
                </a:cubicBezTo>
                <a:cubicBezTo>
                  <a:pt x="15361" y="9683"/>
                  <a:pt x="15506" y="9628"/>
                  <a:pt x="15650" y="9628"/>
                </a:cubicBezTo>
                <a:cubicBezTo>
                  <a:pt x="15792" y="9628"/>
                  <a:pt x="15933" y="9681"/>
                  <a:pt x="16042" y="9787"/>
                </a:cubicBezTo>
                <a:lnTo>
                  <a:pt x="17240" y="10982"/>
                </a:lnTo>
                <a:lnTo>
                  <a:pt x="17641" y="10585"/>
                </a:lnTo>
                <a:cubicBezTo>
                  <a:pt x="19923" y="8299"/>
                  <a:pt x="20025" y="4677"/>
                  <a:pt x="17999" y="2240"/>
                </a:cubicBezTo>
                <a:lnTo>
                  <a:pt x="19237" y="1003"/>
                </a:lnTo>
                <a:cubicBezTo>
                  <a:pt x="19456" y="783"/>
                  <a:pt x="19456" y="425"/>
                  <a:pt x="19237" y="205"/>
                </a:cubicBezTo>
                <a:cubicBezTo>
                  <a:pt x="19127" y="95"/>
                  <a:pt x="18982" y="40"/>
                  <a:pt x="18838" y="40"/>
                </a:cubicBezTo>
                <a:cubicBezTo>
                  <a:pt x="18693" y="40"/>
                  <a:pt x="18548" y="95"/>
                  <a:pt x="18439" y="205"/>
                </a:cubicBezTo>
                <a:lnTo>
                  <a:pt x="17198" y="1443"/>
                </a:lnTo>
                <a:cubicBezTo>
                  <a:pt x="16045" y="483"/>
                  <a:pt x="14625" y="0"/>
                  <a:pt x="1320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8" name="Google Shape;2058;p61"/>
          <p:cNvGrpSpPr/>
          <p:nvPr/>
        </p:nvGrpSpPr>
        <p:grpSpPr>
          <a:xfrm>
            <a:off x="1176089" y="1510803"/>
            <a:ext cx="6791815" cy="2767765"/>
            <a:chOff x="1176089" y="1510803"/>
            <a:chExt cx="6791815" cy="2767765"/>
          </a:xfrm>
        </p:grpSpPr>
        <p:grpSp>
          <p:nvGrpSpPr>
            <p:cNvPr id="2059" name="Google Shape;2059;p61"/>
            <p:cNvGrpSpPr/>
            <p:nvPr/>
          </p:nvGrpSpPr>
          <p:grpSpPr>
            <a:xfrm>
              <a:off x="1442100" y="2328903"/>
              <a:ext cx="6259800" cy="1192088"/>
              <a:chOff x="1442100" y="2328903"/>
              <a:chExt cx="6259800" cy="1192088"/>
            </a:xfrm>
          </p:grpSpPr>
          <p:cxnSp>
            <p:nvCxnSpPr>
              <p:cNvPr id="2060" name="Google Shape;2060;p61"/>
              <p:cNvCxnSpPr>
                <a:stCxn id="2061" idx="2"/>
                <a:endCxn id="2062" idx="0"/>
              </p:cNvCxnSpPr>
              <p:nvPr/>
            </p:nvCxnSpPr>
            <p:spPr>
              <a:xfrm>
                <a:off x="1585139" y="2328903"/>
                <a:ext cx="0" cy="26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3" name="Google Shape;2063;p61"/>
              <p:cNvCxnSpPr>
                <a:stCxn id="2064" idx="2"/>
                <a:endCxn id="2065" idx="0"/>
              </p:cNvCxnSpPr>
              <p:nvPr/>
            </p:nvCxnSpPr>
            <p:spPr>
              <a:xfrm>
                <a:off x="3576385" y="3194591"/>
                <a:ext cx="0" cy="265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6" name="Google Shape;2066;p61"/>
              <p:cNvCxnSpPr/>
              <p:nvPr/>
            </p:nvCxnSpPr>
            <p:spPr>
              <a:xfrm>
                <a:off x="7558854" y="3194591"/>
                <a:ext cx="0" cy="326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7" name="Google Shape;2067;p61"/>
              <p:cNvCxnSpPr/>
              <p:nvPr/>
            </p:nvCxnSpPr>
            <p:spPr>
              <a:xfrm>
                <a:off x="1442100" y="2893461"/>
                <a:ext cx="6259800" cy="0"/>
              </a:xfrm>
              <a:prstGeom prst="straightConnector1">
                <a:avLst/>
              </a:prstGeom>
              <a:noFill/>
              <a:ln w="19050" cap="rnd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8" name="Google Shape;2068;p61"/>
              <p:cNvCxnSpPr>
                <a:stCxn id="2069" idx="2"/>
                <a:endCxn id="2070" idx="0"/>
              </p:cNvCxnSpPr>
              <p:nvPr/>
            </p:nvCxnSpPr>
            <p:spPr>
              <a:xfrm>
                <a:off x="5567615" y="2328903"/>
                <a:ext cx="0" cy="2634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061" name="Google Shape;2061;p61"/>
            <p:cNvSpPr/>
            <p:nvPr/>
          </p:nvSpPr>
          <p:spPr>
            <a:xfrm>
              <a:off x="1176089" y="1510803"/>
              <a:ext cx="818100" cy="81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61"/>
            <p:cNvSpPr/>
            <p:nvPr/>
          </p:nvSpPr>
          <p:spPr>
            <a:xfrm>
              <a:off x="5158565" y="1510803"/>
              <a:ext cx="818100" cy="818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61"/>
            <p:cNvSpPr/>
            <p:nvPr/>
          </p:nvSpPr>
          <p:spPr>
            <a:xfrm>
              <a:off x="3167327" y="3460468"/>
              <a:ext cx="818100" cy="81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61"/>
            <p:cNvSpPr/>
            <p:nvPr/>
          </p:nvSpPr>
          <p:spPr>
            <a:xfrm>
              <a:off x="7149804" y="3460468"/>
              <a:ext cx="818100" cy="81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2" name="Google Shape;2072;p6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513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AND DISTRIBUTION</a:t>
            </a:r>
            <a:endParaRPr/>
          </a:p>
        </p:txBody>
      </p:sp>
      <p:sp>
        <p:nvSpPr>
          <p:cNvPr id="2073" name="Google Shape;2073;p61"/>
          <p:cNvSpPr txBox="1">
            <a:spLocks noGrp="1"/>
          </p:cNvSpPr>
          <p:nvPr>
            <p:ph type="subTitle" idx="4294967295"/>
          </p:nvPr>
        </p:nvSpPr>
        <p:spPr>
          <a:xfrm flipH="1">
            <a:off x="722339" y="3372978"/>
            <a:ext cx="1725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VENUS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74" name="Google Shape;2074;p61"/>
          <p:cNvSpPr txBox="1">
            <a:spLocks noGrp="1"/>
          </p:cNvSpPr>
          <p:nvPr>
            <p:ph type="subTitle" idx="4294967295"/>
          </p:nvPr>
        </p:nvSpPr>
        <p:spPr>
          <a:xfrm flipH="1">
            <a:off x="722339" y="3833093"/>
            <a:ext cx="17256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Venus is the second planet</a:t>
            </a:r>
            <a:endParaRPr sz="1600"/>
          </a:p>
        </p:txBody>
      </p:sp>
      <p:sp>
        <p:nvSpPr>
          <p:cNvPr id="2075" name="Google Shape;2075;p61"/>
          <p:cNvSpPr txBox="1">
            <a:spLocks noGrp="1"/>
          </p:cNvSpPr>
          <p:nvPr>
            <p:ph type="subTitle" idx="4294967295"/>
          </p:nvPr>
        </p:nvSpPr>
        <p:spPr>
          <a:xfrm flipH="1">
            <a:off x="4704820" y="3372978"/>
            <a:ext cx="1725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MERCURY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76" name="Google Shape;2076;p61"/>
          <p:cNvSpPr txBox="1">
            <a:spLocks noGrp="1"/>
          </p:cNvSpPr>
          <p:nvPr>
            <p:ph type="subTitle" idx="4294967295"/>
          </p:nvPr>
        </p:nvSpPr>
        <p:spPr>
          <a:xfrm flipH="1">
            <a:off x="4704820" y="3833093"/>
            <a:ext cx="17256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It’s the closest </a:t>
            </a:r>
            <a:r>
              <a:rPr lang="en"/>
              <a:t>to </a:t>
            </a:r>
            <a:r>
              <a:rPr lang="en" sz="1600"/>
              <a:t>the Sun</a:t>
            </a:r>
            <a:endParaRPr sz="1600"/>
          </a:p>
        </p:txBody>
      </p:sp>
      <p:sp>
        <p:nvSpPr>
          <p:cNvPr id="2062" name="Google Shape;2062;p61"/>
          <p:cNvSpPr/>
          <p:nvPr/>
        </p:nvSpPr>
        <p:spPr>
          <a:xfrm>
            <a:off x="1013950" y="2592191"/>
            <a:ext cx="1142400" cy="60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01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64" name="Google Shape;2064;p61"/>
          <p:cNvSpPr/>
          <p:nvPr/>
        </p:nvSpPr>
        <p:spPr>
          <a:xfrm>
            <a:off x="3005185" y="2592191"/>
            <a:ext cx="1142400" cy="602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02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70" name="Google Shape;2070;p61"/>
          <p:cNvSpPr/>
          <p:nvPr/>
        </p:nvSpPr>
        <p:spPr>
          <a:xfrm>
            <a:off x="4996419" y="2592191"/>
            <a:ext cx="1142400" cy="60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03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77" name="Google Shape;2077;p61"/>
          <p:cNvSpPr/>
          <p:nvPr/>
        </p:nvSpPr>
        <p:spPr>
          <a:xfrm>
            <a:off x="6987654" y="2592191"/>
            <a:ext cx="1142400" cy="602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04</a:t>
            </a:r>
            <a:endParaRPr sz="3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78" name="Google Shape;2078;p61"/>
          <p:cNvSpPr txBox="1">
            <a:spLocks noGrp="1"/>
          </p:cNvSpPr>
          <p:nvPr>
            <p:ph type="subTitle" idx="4294967295"/>
          </p:nvPr>
        </p:nvSpPr>
        <p:spPr>
          <a:xfrm flipH="1">
            <a:off x="2713580" y="1414671"/>
            <a:ext cx="1725600" cy="371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MARS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79" name="Google Shape;2079;p61"/>
          <p:cNvSpPr txBox="1">
            <a:spLocks noGrp="1"/>
          </p:cNvSpPr>
          <p:nvPr>
            <p:ph type="subTitle" idx="4294967295"/>
          </p:nvPr>
        </p:nvSpPr>
        <p:spPr>
          <a:xfrm flipH="1">
            <a:off x="2713580" y="1872294"/>
            <a:ext cx="1725600" cy="49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Mars is a very cold place</a:t>
            </a:r>
            <a:endParaRPr sz="1600"/>
          </a:p>
        </p:txBody>
      </p:sp>
      <p:sp>
        <p:nvSpPr>
          <p:cNvPr id="2080" name="Google Shape;2080;p61"/>
          <p:cNvSpPr txBox="1">
            <a:spLocks noGrp="1"/>
          </p:cNvSpPr>
          <p:nvPr>
            <p:ph type="subTitle" idx="4294967295"/>
          </p:nvPr>
        </p:nvSpPr>
        <p:spPr>
          <a:xfrm flipH="1">
            <a:off x="6696061" y="1414671"/>
            <a:ext cx="1725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ighteous"/>
                <a:ea typeface="Righteous"/>
                <a:cs typeface="Righteous"/>
                <a:sym typeface="Righteous"/>
              </a:rPr>
              <a:t>JUPITER</a:t>
            </a:r>
            <a:endParaRPr sz="2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081" name="Google Shape;2081;p61"/>
          <p:cNvSpPr txBox="1">
            <a:spLocks noGrp="1"/>
          </p:cNvSpPr>
          <p:nvPr>
            <p:ph type="subTitle" idx="4294967295"/>
          </p:nvPr>
        </p:nvSpPr>
        <p:spPr>
          <a:xfrm flipH="1">
            <a:off x="6696061" y="1872294"/>
            <a:ext cx="1725600" cy="49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the biggest planet</a:t>
            </a:r>
            <a:endParaRPr sz="1600"/>
          </a:p>
        </p:txBody>
      </p:sp>
      <p:grpSp>
        <p:nvGrpSpPr>
          <p:cNvPr id="2082" name="Google Shape;2082;p61"/>
          <p:cNvGrpSpPr/>
          <p:nvPr/>
        </p:nvGrpSpPr>
        <p:grpSpPr>
          <a:xfrm>
            <a:off x="7352310" y="3665671"/>
            <a:ext cx="413087" cy="407693"/>
            <a:chOff x="6232000" y="1435050"/>
            <a:chExt cx="488225" cy="481850"/>
          </a:xfrm>
        </p:grpSpPr>
        <p:sp>
          <p:nvSpPr>
            <p:cNvPr id="2083" name="Google Shape;2083;p61"/>
            <p:cNvSpPr/>
            <p:nvPr/>
          </p:nvSpPr>
          <p:spPr>
            <a:xfrm>
              <a:off x="6578000" y="1463375"/>
              <a:ext cx="83150" cy="78250"/>
            </a:xfrm>
            <a:custGeom>
              <a:avLst/>
              <a:gdLst/>
              <a:ahLst/>
              <a:cxnLst/>
              <a:rect l="l" t="t" r="r" b="b"/>
              <a:pathLst>
                <a:path w="3326" h="3130" extrusionOk="0">
                  <a:moveTo>
                    <a:pt x="482" y="1"/>
                  </a:moveTo>
                  <a:cubicBezTo>
                    <a:pt x="280" y="1"/>
                    <a:pt x="95" y="114"/>
                    <a:pt x="1" y="293"/>
                  </a:cubicBezTo>
                  <a:lnTo>
                    <a:pt x="3322" y="3130"/>
                  </a:lnTo>
                  <a:lnTo>
                    <a:pt x="3322" y="564"/>
                  </a:lnTo>
                  <a:cubicBezTo>
                    <a:pt x="3325" y="253"/>
                    <a:pt x="3072" y="1"/>
                    <a:pt x="2761" y="1"/>
                  </a:cubicBezTo>
                  <a:cubicBezTo>
                    <a:pt x="2760" y="1"/>
                    <a:pt x="2758" y="1"/>
                    <a:pt x="2756" y="1"/>
                  </a:cubicBezTo>
                  <a:lnTo>
                    <a:pt x="497" y="1"/>
                  </a:lnTo>
                  <a:cubicBezTo>
                    <a:pt x="492" y="1"/>
                    <a:pt x="487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84" name="Google Shape;2084;p61"/>
            <p:cNvSpPr/>
            <p:nvPr/>
          </p:nvSpPr>
          <p:spPr>
            <a:xfrm>
              <a:off x="6421725" y="1773850"/>
              <a:ext cx="112950" cy="143050"/>
            </a:xfrm>
            <a:custGeom>
              <a:avLst/>
              <a:gdLst/>
              <a:ahLst/>
              <a:cxnLst/>
              <a:rect l="l" t="t" r="r" b="b"/>
              <a:pathLst>
                <a:path w="4518" h="5722" extrusionOk="0">
                  <a:moveTo>
                    <a:pt x="2822" y="1130"/>
                  </a:moveTo>
                  <a:cubicBezTo>
                    <a:pt x="3325" y="1130"/>
                    <a:pt x="3578" y="1738"/>
                    <a:pt x="3222" y="2093"/>
                  </a:cubicBezTo>
                  <a:cubicBezTo>
                    <a:pt x="3106" y="2209"/>
                    <a:pt x="2964" y="2260"/>
                    <a:pt x="2825" y="2260"/>
                  </a:cubicBezTo>
                  <a:cubicBezTo>
                    <a:pt x="2535" y="2260"/>
                    <a:pt x="2259" y="2036"/>
                    <a:pt x="2259" y="1696"/>
                  </a:cubicBezTo>
                  <a:cubicBezTo>
                    <a:pt x="2259" y="1383"/>
                    <a:pt x="2509" y="1130"/>
                    <a:pt x="2822" y="1130"/>
                  </a:cubicBezTo>
                  <a:close/>
                  <a:moveTo>
                    <a:pt x="0" y="1"/>
                  </a:moveTo>
                  <a:lnTo>
                    <a:pt x="0" y="5722"/>
                  </a:lnTo>
                  <a:lnTo>
                    <a:pt x="4517" y="5722"/>
                  </a:lnTo>
                  <a:lnTo>
                    <a:pt x="45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85" name="Google Shape;2085;p61"/>
            <p:cNvSpPr/>
            <p:nvPr/>
          </p:nvSpPr>
          <p:spPr>
            <a:xfrm>
              <a:off x="6448975" y="1632700"/>
              <a:ext cx="56475" cy="56475"/>
            </a:xfrm>
            <a:custGeom>
              <a:avLst/>
              <a:gdLst/>
              <a:ahLst/>
              <a:cxnLst/>
              <a:rect l="l" t="t" r="r" b="b"/>
              <a:pathLst>
                <a:path w="2259" h="2259" extrusionOk="0">
                  <a:moveTo>
                    <a:pt x="0" y="0"/>
                  </a:moveTo>
                  <a:lnTo>
                    <a:pt x="0" y="2259"/>
                  </a:lnTo>
                  <a:lnTo>
                    <a:pt x="2259" y="2259"/>
                  </a:lnTo>
                  <a:lnTo>
                    <a:pt x="22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86" name="Google Shape;2086;p61"/>
            <p:cNvSpPr/>
            <p:nvPr/>
          </p:nvSpPr>
          <p:spPr>
            <a:xfrm>
              <a:off x="6232000" y="1435050"/>
              <a:ext cx="488225" cy="237825"/>
            </a:xfrm>
            <a:custGeom>
              <a:avLst/>
              <a:gdLst/>
              <a:ahLst/>
              <a:cxnLst/>
              <a:rect l="l" t="t" r="r" b="b"/>
              <a:pathLst>
                <a:path w="19529" h="9513" extrusionOk="0">
                  <a:moveTo>
                    <a:pt x="9821" y="0"/>
                  </a:moveTo>
                  <a:cubicBezTo>
                    <a:pt x="9559" y="0"/>
                    <a:pt x="9297" y="92"/>
                    <a:pt x="9086" y="276"/>
                  </a:cubicBezTo>
                  <a:lnTo>
                    <a:pt x="531" y="7521"/>
                  </a:lnTo>
                  <a:cubicBezTo>
                    <a:pt x="61" y="7921"/>
                    <a:pt x="1" y="8626"/>
                    <a:pt x="395" y="9099"/>
                  </a:cubicBezTo>
                  <a:cubicBezTo>
                    <a:pt x="620" y="9369"/>
                    <a:pt x="942" y="9508"/>
                    <a:pt x="1266" y="9508"/>
                  </a:cubicBezTo>
                  <a:cubicBezTo>
                    <a:pt x="1525" y="9508"/>
                    <a:pt x="1785" y="9419"/>
                    <a:pt x="1997" y="9237"/>
                  </a:cubicBezTo>
                  <a:lnTo>
                    <a:pt x="9821" y="2622"/>
                  </a:lnTo>
                  <a:lnTo>
                    <a:pt x="17544" y="9240"/>
                  </a:lnTo>
                  <a:cubicBezTo>
                    <a:pt x="17759" y="9425"/>
                    <a:pt x="18019" y="9513"/>
                    <a:pt x="18278" y="9513"/>
                  </a:cubicBezTo>
                  <a:cubicBezTo>
                    <a:pt x="18661" y="9513"/>
                    <a:pt x="19039" y="9318"/>
                    <a:pt x="19252" y="8954"/>
                  </a:cubicBezTo>
                  <a:cubicBezTo>
                    <a:pt x="19529" y="8482"/>
                    <a:pt x="19430" y="7879"/>
                    <a:pt x="19014" y="7524"/>
                  </a:cubicBezTo>
                  <a:lnTo>
                    <a:pt x="10555" y="276"/>
                  </a:lnTo>
                  <a:cubicBezTo>
                    <a:pt x="10345" y="92"/>
                    <a:pt x="10083" y="0"/>
                    <a:pt x="98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87" name="Google Shape;2087;p61"/>
            <p:cNvSpPr/>
            <p:nvPr/>
          </p:nvSpPr>
          <p:spPr>
            <a:xfrm>
              <a:off x="6291025" y="1537700"/>
              <a:ext cx="369800" cy="379200"/>
            </a:xfrm>
            <a:custGeom>
              <a:avLst/>
              <a:gdLst/>
              <a:ahLst/>
              <a:cxnLst/>
              <a:rect l="l" t="t" r="r" b="b"/>
              <a:pathLst>
                <a:path w="14792" h="15168" extrusionOk="0">
                  <a:moveTo>
                    <a:pt x="9143" y="2671"/>
                  </a:moveTo>
                  <a:cubicBezTo>
                    <a:pt x="9453" y="2671"/>
                    <a:pt x="9706" y="2924"/>
                    <a:pt x="9706" y="3237"/>
                  </a:cubicBezTo>
                  <a:lnTo>
                    <a:pt x="9706" y="6625"/>
                  </a:lnTo>
                  <a:cubicBezTo>
                    <a:pt x="9706" y="6935"/>
                    <a:pt x="9453" y="7188"/>
                    <a:pt x="9143" y="7188"/>
                  </a:cubicBezTo>
                  <a:lnTo>
                    <a:pt x="5755" y="7188"/>
                  </a:lnTo>
                  <a:cubicBezTo>
                    <a:pt x="5442" y="7188"/>
                    <a:pt x="5189" y="6935"/>
                    <a:pt x="5189" y="6625"/>
                  </a:cubicBezTo>
                  <a:lnTo>
                    <a:pt x="5189" y="3237"/>
                  </a:lnTo>
                  <a:cubicBezTo>
                    <a:pt x="5189" y="2924"/>
                    <a:pt x="5442" y="2671"/>
                    <a:pt x="5755" y="2671"/>
                  </a:cubicBezTo>
                  <a:close/>
                  <a:moveTo>
                    <a:pt x="7448" y="0"/>
                  </a:moveTo>
                  <a:lnTo>
                    <a:pt x="4" y="6291"/>
                  </a:lnTo>
                  <a:lnTo>
                    <a:pt x="4" y="14605"/>
                  </a:lnTo>
                  <a:cubicBezTo>
                    <a:pt x="1" y="14913"/>
                    <a:pt x="254" y="15168"/>
                    <a:pt x="564" y="15168"/>
                  </a:cubicBezTo>
                  <a:cubicBezTo>
                    <a:pt x="566" y="15168"/>
                    <a:pt x="568" y="15168"/>
                    <a:pt x="570" y="15168"/>
                  </a:cubicBezTo>
                  <a:lnTo>
                    <a:pt x="4060" y="15168"/>
                  </a:lnTo>
                  <a:lnTo>
                    <a:pt x="4060" y="8883"/>
                  </a:lnTo>
                  <a:cubicBezTo>
                    <a:pt x="4060" y="8570"/>
                    <a:pt x="4313" y="8317"/>
                    <a:pt x="4626" y="8317"/>
                  </a:cubicBezTo>
                  <a:lnTo>
                    <a:pt x="10272" y="8317"/>
                  </a:lnTo>
                  <a:cubicBezTo>
                    <a:pt x="10582" y="8317"/>
                    <a:pt x="10835" y="8570"/>
                    <a:pt x="10835" y="8883"/>
                  </a:cubicBezTo>
                  <a:lnTo>
                    <a:pt x="10835" y="15168"/>
                  </a:lnTo>
                  <a:lnTo>
                    <a:pt x="14223" y="15168"/>
                  </a:lnTo>
                  <a:cubicBezTo>
                    <a:pt x="14225" y="15168"/>
                    <a:pt x="14227" y="15168"/>
                    <a:pt x="14228" y="15168"/>
                  </a:cubicBezTo>
                  <a:cubicBezTo>
                    <a:pt x="14539" y="15168"/>
                    <a:pt x="14792" y="14913"/>
                    <a:pt x="14789" y="14605"/>
                  </a:cubicBezTo>
                  <a:lnTo>
                    <a:pt x="14789" y="6291"/>
                  </a:lnTo>
                  <a:lnTo>
                    <a:pt x="74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88" name="Google Shape;2088;p61"/>
          <p:cNvGrpSpPr/>
          <p:nvPr/>
        </p:nvGrpSpPr>
        <p:grpSpPr>
          <a:xfrm>
            <a:off x="1417928" y="1716017"/>
            <a:ext cx="334421" cy="407672"/>
            <a:chOff x="3907325" y="2620775"/>
            <a:chExt cx="395250" cy="481825"/>
          </a:xfrm>
        </p:grpSpPr>
        <p:sp>
          <p:nvSpPr>
            <p:cNvPr id="2089" name="Google Shape;2089;p61"/>
            <p:cNvSpPr/>
            <p:nvPr/>
          </p:nvSpPr>
          <p:spPr>
            <a:xfrm>
              <a:off x="3907325" y="3016975"/>
              <a:ext cx="74550" cy="56475"/>
            </a:xfrm>
            <a:custGeom>
              <a:avLst/>
              <a:gdLst/>
              <a:ahLst/>
              <a:cxnLst/>
              <a:rect l="l" t="t" r="r" b="b"/>
              <a:pathLst>
                <a:path w="2982" h="2259" extrusionOk="0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0" name="Google Shape;2090;p61"/>
            <p:cNvSpPr/>
            <p:nvPr/>
          </p:nvSpPr>
          <p:spPr>
            <a:xfrm>
              <a:off x="3907325" y="2705450"/>
              <a:ext cx="282325" cy="283325"/>
            </a:xfrm>
            <a:custGeom>
              <a:avLst/>
              <a:gdLst/>
              <a:ahLst/>
              <a:cxnLst/>
              <a:rect l="l" t="t" r="r" b="b"/>
              <a:pathLst>
                <a:path w="11293" h="11333" extrusionOk="0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1" name="Google Shape;2091;p61"/>
            <p:cNvSpPr/>
            <p:nvPr/>
          </p:nvSpPr>
          <p:spPr>
            <a:xfrm>
              <a:off x="3907325" y="2620775"/>
              <a:ext cx="282325" cy="56475"/>
            </a:xfrm>
            <a:custGeom>
              <a:avLst/>
              <a:gdLst/>
              <a:ahLst/>
              <a:cxnLst/>
              <a:rect l="l" t="t" r="r" b="b"/>
              <a:pathLst>
                <a:path w="11293" h="2259" extrusionOk="0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2" name="Google Shape;2092;p61"/>
            <p:cNvSpPr/>
            <p:nvPr/>
          </p:nvSpPr>
          <p:spPr>
            <a:xfrm>
              <a:off x="3992025" y="2762900"/>
              <a:ext cx="310550" cy="339700"/>
            </a:xfrm>
            <a:custGeom>
              <a:avLst/>
              <a:gdLst/>
              <a:ahLst/>
              <a:cxnLst/>
              <a:rect l="l" t="t" r="r" b="b"/>
              <a:pathLst>
                <a:path w="12422" h="13588" extrusionOk="0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093" name="Google Shape;2093;p61"/>
          <p:cNvGrpSpPr/>
          <p:nvPr/>
        </p:nvGrpSpPr>
        <p:grpSpPr>
          <a:xfrm>
            <a:off x="5361780" y="1716821"/>
            <a:ext cx="411670" cy="406065"/>
            <a:chOff x="2084100" y="4400250"/>
            <a:chExt cx="486550" cy="479925"/>
          </a:xfrm>
        </p:grpSpPr>
        <p:sp>
          <p:nvSpPr>
            <p:cNvPr id="2094" name="Google Shape;2094;p61"/>
            <p:cNvSpPr/>
            <p:nvPr/>
          </p:nvSpPr>
          <p:spPr>
            <a:xfrm>
              <a:off x="2084100" y="4652250"/>
              <a:ext cx="105325" cy="90050"/>
            </a:xfrm>
            <a:custGeom>
              <a:avLst/>
              <a:gdLst/>
              <a:ahLst/>
              <a:cxnLst/>
              <a:rect l="l" t="t" r="r" b="b"/>
              <a:pathLst>
                <a:path w="4213" h="3602" extrusionOk="0">
                  <a:moveTo>
                    <a:pt x="2260" y="1"/>
                  </a:moveTo>
                  <a:cubicBezTo>
                    <a:pt x="2109" y="1"/>
                    <a:pt x="1966" y="60"/>
                    <a:pt x="1858" y="168"/>
                  </a:cubicBezTo>
                  <a:lnTo>
                    <a:pt x="259" y="1764"/>
                  </a:lnTo>
                  <a:cubicBezTo>
                    <a:pt x="0" y="2023"/>
                    <a:pt x="54" y="2457"/>
                    <a:pt x="367" y="2647"/>
                  </a:cubicBezTo>
                  <a:lnTo>
                    <a:pt x="1957" y="3601"/>
                  </a:lnTo>
                  <a:cubicBezTo>
                    <a:pt x="2078" y="3228"/>
                    <a:pt x="2274" y="2885"/>
                    <a:pt x="2533" y="2592"/>
                  </a:cubicBezTo>
                  <a:lnTo>
                    <a:pt x="4213" y="274"/>
                  </a:lnTo>
                  <a:lnTo>
                    <a:pt x="2337" y="6"/>
                  </a:lnTo>
                  <a:cubicBezTo>
                    <a:pt x="2311" y="2"/>
                    <a:pt x="2285" y="1"/>
                    <a:pt x="22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5" name="Google Shape;2095;p61"/>
            <p:cNvSpPr/>
            <p:nvPr/>
          </p:nvSpPr>
          <p:spPr>
            <a:xfrm>
              <a:off x="2372575" y="4644175"/>
              <a:ext cx="175875" cy="226275"/>
            </a:xfrm>
            <a:custGeom>
              <a:avLst/>
              <a:gdLst/>
              <a:ahLst/>
              <a:cxnLst/>
              <a:rect l="l" t="t" r="r" b="b"/>
              <a:pathLst>
                <a:path w="7035" h="9051" extrusionOk="0">
                  <a:moveTo>
                    <a:pt x="4469" y="1"/>
                  </a:moveTo>
                  <a:cubicBezTo>
                    <a:pt x="3981" y="467"/>
                    <a:pt x="3466" y="901"/>
                    <a:pt x="2927" y="1304"/>
                  </a:cubicBezTo>
                  <a:lnTo>
                    <a:pt x="0" y="3436"/>
                  </a:lnTo>
                  <a:lnTo>
                    <a:pt x="3406" y="8787"/>
                  </a:lnTo>
                  <a:cubicBezTo>
                    <a:pt x="3514" y="8960"/>
                    <a:pt x="3697" y="9050"/>
                    <a:pt x="3882" y="9050"/>
                  </a:cubicBezTo>
                  <a:cubicBezTo>
                    <a:pt x="4025" y="9050"/>
                    <a:pt x="4170" y="8996"/>
                    <a:pt x="4282" y="8884"/>
                  </a:cubicBezTo>
                  <a:cubicBezTo>
                    <a:pt x="5818" y="7348"/>
                    <a:pt x="5990" y="7173"/>
                    <a:pt x="6821" y="6345"/>
                  </a:cubicBezTo>
                  <a:cubicBezTo>
                    <a:pt x="7034" y="6125"/>
                    <a:pt x="7031" y="5773"/>
                    <a:pt x="6812" y="5553"/>
                  </a:cubicBezTo>
                  <a:cubicBezTo>
                    <a:pt x="6702" y="5444"/>
                    <a:pt x="6558" y="5389"/>
                    <a:pt x="6413" y="5389"/>
                  </a:cubicBezTo>
                  <a:cubicBezTo>
                    <a:pt x="6272" y="5389"/>
                    <a:pt x="6130" y="5441"/>
                    <a:pt x="6020" y="5547"/>
                  </a:cubicBezTo>
                  <a:lnTo>
                    <a:pt x="5800" y="5767"/>
                  </a:lnTo>
                  <a:lnTo>
                    <a:pt x="5201" y="3174"/>
                  </a:lnTo>
                  <a:lnTo>
                    <a:pt x="5920" y="2455"/>
                  </a:lnTo>
                  <a:cubicBezTo>
                    <a:pt x="6134" y="2232"/>
                    <a:pt x="6131" y="1880"/>
                    <a:pt x="5914" y="1663"/>
                  </a:cubicBezTo>
                  <a:cubicBezTo>
                    <a:pt x="5804" y="1551"/>
                    <a:pt x="5660" y="1496"/>
                    <a:pt x="5515" y="1496"/>
                  </a:cubicBezTo>
                  <a:cubicBezTo>
                    <a:pt x="5374" y="1496"/>
                    <a:pt x="5232" y="1548"/>
                    <a:pt x="5122" y="1654"/>
                  </a:cubicBezTo>
                  <a:lnTo>
                    <a:pt x="4903" y="1877"/>
                  </a:lnTo>
                  <a:lnTo>
                    <a:pt x="4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6" name="Google Shape;2096;p61"/>
            <p:cNvSpPr/>
            <p:nvPr/>
          </p:nvSpPr>
          <p:spPr>
            <a:xfrm>
              <a:off x="2093950" y="4419400"/>
              <a:ext cx="228500" cy="174750"/>
            </a:xfrm>
            <a:custGeom>
              <a:avLst/>
              <a:gdLst/>
              <a:ahLst/>
              <a:cxnLst/>
              <a:rect l="l" t="t" r="r" b="b"/>
              <a:pathLst>
                <a:path w="9140" h="6990" extrusionOk="0">
                  <a:moveTo>
                    <a:pt x="3194" y="1"/>
                  </a:moveTo>
                  <a:cubicBezTo>
                    <a:pt x="3049" y="1"/>
                    <a:pt x="2905" y="56"/>
                    <a:pt x="2795" y="166"/>
                  </a:cubicBezTo>
                  <a:lnTo>
                    <a:pt x="257" y="2704"/>
                  </a:lnTo>
                  <a:cubicBezTo>
                    <a:pt x="1" y="2960"/>
                    <a:pt x="46" y="3385"/>
                    <a:pt x="350" y="3580"/>
                  </a:cubicBezTo>
                  <a:lnTo>
                    <a:pt x="5707" y="6989"/>
                  </a:lnTo>
                  <a:lnTo>
                    <a:pt x="7824" y="4071"/>
                  </a:lnTo>
                  <a:cubicBezTo>
                    <a:pt x="8230" y="3526"/>
                    <a:pt x="8670" y="3008"/>
                    <a:pt x="9140" y="2517"/>
                  </a:cubicBezTo>
                  <a:lnTo>
                    <a:pt x="7264" y="2084"/>
                  </a:lnTo>
                  <a:lnTo>
                    <a:pt x="7484" y="1864"/>
                  </a:lnTo>
                  <a:cubicBezTo>
                    <a:pt x="7697" y="1641"/>
                    <a:pt x="7694" y="1289"/>
                    <a:pt x="7478" y="1072"/>
                  </a:cubicBezTo>
                  <a:cubicBezTo>
                    <a:pt x="7368" y="961"/>
                    <a:pt x="7223" y="905"/>
                    <a:pt x="7078" y="905"/>
                  </a:cubicBezTo>
                  <a:cubicBezTo>
                    <a:pt x="6937" y="905"/>
                    <a:pt x="6795" y="958"/>
                    <a:pt x="6686" y="1063"/>
                  </a:cubicBezTo>
                  <a:lnTo>
                    <a:pt x="5966" y="1786"/>
                  </a:lnTo>
                  <a:lnTo>
                    <a:pt x="3370" y="1186"/>
                  </a:lnTo>
                  <a:lnTo>
                    <a:pt x="3593" y="964"/>
                  </a:lnTo>
                  <a:cubicBezTo>
                    <a:pt x="3813" y="744"/>
                    <a:pt x="3813" y="385"/>
                    <a:pt x="3593" y="166"/>
                  </a:cubicBezTo>
                  <a:cubicBezTo>
                    <a:pt x="3483" y="56"/>
                    <a:pt x="3339" y="1"/>
                    <a:pt x="31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7" name="Google Shape;2097;p61"/>
            <p:cNvSpPr/>
            <p:nvPr/>
          </p:nvSpPr>
          <p:spPr>
            <a:xfrm>
              <a:off x="2224425" y="4777500"/>
              <a:ext cx="90425" cy="102675"/>
            </a:xfrm>
            <a:custGeom>
              <a:avLst/>
              <a:gdLst/>
              <a:ahLst/>
              <a:cxnLst/>
              <a:rect l="l" t="t" r="r" b="b"/>
              <a:pathLst>
                <a:path w="3617" h="4107" extrusionOk="0">
                  <a:moveTo>
                    <a:pt x="3324" y="0"/>
                  </a:moveTo>
                  <a:lnTo>
                    <a:pt x="846" y="1804"/>
                  </a:lnTo>
                  <a:cubicBezTo>
                    <a:pt x="638" y="1994"/>
                    <a:pt x="340" y="2144"/>
                    <a:pt x="0" y="2250"/>
                  </a:cubicBezTo>
                  <a:lnTo>
                    <a:pt x="949" y="3831"/>
                  </a:lnTo>
                  <a:cubicBezTo>
                    <a:pt x="1057" y="4011"/>
                    <a:pt x="1245" y="4106"/>
                    <a:pt x="1435" y="4106"/>
                  </a:cubicBezTo>
                  <a:cubicBezTo>
                    <a:pt x="1578" y="4106"/>
                    <a:pt x="1723" y="4052"/>
                    <a:pt x="1834" y="3939"/>
                  </a:cubicBezTo>
                  <a:lnTo>
                    <a:pt x="3430" y="2343"/>
                  </a:lnTo>
                  <a:cubicBezTo>
                    <a:pt x="3556" y="2217"/>
                    <a:pt x="3617" y="2039"/>
                    <a:pt x="3589" y="1864"/>
                  </a:cubicBezTo>
                  <a:lnTo>
                    <a:pt x="33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8" name="Google Shape;2098;p61"/>
            <p:cNvSpPr/>
            <p:nvPr/>
          </p:nvSpPr>
          <p:spPr>
            <a:xfrm>
              <a:off x="2454100" y="4400250"/>
              <a:ext cx="116550" cy="107300"/>
            </a:xfrm>
            <a:custGeom>
              <a:avLst/>
              <a:gdLst/>
              <a:ahLst/>
              <a:cxnLst/>
              <a:rect l="l" t="t" r="r" b="b"/>
              <a:pathLst>
                <a:path w="4662" h="4292" extrusionOk="0">
                  <a:moveTo>
                    <a:pt x="2188" y="0"/>
                  </a:moveTo>
                  <a:cubicBezTo>
                    <a:pt x="1911" y="0"/>
                    <a:pt x="1630" y="51"/>
                    <a:pt x="1361" y="155"/>
                  </a:cubicBezTo>
                  <a:cubicBezTo>
                    <a:pt x="1015" y="287"/>
                    <a:pt x="675" y="432"/>
                    <a:pt x="341" y="588"/>
                  </a:cubicBezTo>
                  <a:cubicBezTo>
                    <a:pt x="0" y="1600"/>
                    <a:pt x="265" y="2717"/>
                    <a:pt x="1021" y="3470"/>
                  </a:cubicBezTo>
                  <a:cubicBezTo>
                    <a:pt x="1558" y="4004"/>
                    <a:pt x="2275" y="4291"/>
                    <a:pt x="3007" y="4291"/>
                  </a:cubicBezTo>
                  <a:cubicBezTo>
                    <a:pt x="3307" y="4291"/>
                    <a:pt x="3609" y="4243"/>
                    <a:pt x="3903" y="4145"/>
                  </a:cubicBezTo>
                  <a:cubicBezTo>
                    <a:pt x="4060" y="3813"/>
                    <a:pt x="4204" y="3473"/>
                    <a:pt x="4337" y="3130"/>
                  </a:cubicBezTo>
                  <a:cubicBezTo>
                    <a:pt x="4662" y="2281"/>
                    <a:pt x="4457" y="1320"/>
                    <a:pt x="3816" y="676"/>
                  </a:cubicBezTo>
                  <a:cubicBezTo>
                    <a:pt x="3375" y="235"/>
                    <a:pt x="2787" y="0"/>
                    <a:pt x="21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99" name="Google Shape;2099;p61"/>
            <p:cNvSpPr/>
            <p:nvPr/>
          </p:nvSpPr>
          <p:spPr>
            <a:xfrm>
              <a:off x="2152975" y="4431500"/>
              <a:ext cx="381925" cy="377725"/>
            </a:xfrm>
            <a:custGeom>
              <a:avLst/>
              <a:gdLst/>
              <a:ahLst/>
              <a:cxnLst/>
              <a:rect l="l" t="t" r="r" b="b"/>
              <a:pathLst>
                <a:path w="15277" h="15109" extrusionOk="0">
                  <a:moveTo>
                    <a:pt x="11062" y="3658"/>
                  </a:moveTo>
                  <a:cubicBezTo>
                    <a:pt x="11207" y="3658"/>
                    <a:pt x="11353" y="3714"/>
                    <a:pt x="11464" y="3825"/>
                  </a:cubicBezTo>
                  <a:cubicBezTo>
                    <a:pt x="11681" y="4042"/>
                    <a:pt x="11684" y="4394"/>
                    <a:pt x="11470" y="4617"/>
                  </a:cubicBezTo>
                  <a:lnTo>
                    <a:pt x="9076" y="7011"/>
                  </a:lnTo>
                  <a:cubicBezTo>
                    <a:pt x="8965" y="7122"/>
                    <a:pt x="8820" y="7178"/>
                    <a:pt x="8675" y="7178"/>
                  </a:cubicBezTo>
                  <a:cubicBezTo>
                    <a:pt x="8530" y="7178"/>
                    <a:pt x="8385" y="7122"/>
                    <a:pt x="8275" y="7011"/>
                  </a:cubicBezTo>
                  <a:cubicBezTo>
                    <a:pt x="8055" y="6791"/>
                    <a:pt x="8055" y="6433"/>
                    <a:pt x="8275" y="6213"/>
                  </a:cubicBezTo>
                  <a:lnTo>
                    <a:pt x="10672" y="3816"/>
                  </a:lnTo>
                  <a:cubicBezTo>
                    <a:pt x="10781" y="3711"/>
                    <a:pt x="10921" y="3658"/>
                    <a:pt x="11062" y="3658"/>
                  </a:cubicBezTo>
                  <a:close/>
                  <a:moveTo>
                    <a:pt x="11136" y="1"/>
                  </a:moveTo>
                  <a:lnTo>
                    <a:pt x="11136" y="1"/>
                  </a:lnTo>
                  <a:cubicBezTo>
                    <a:pt x="9278" y="1079"/>
                    <a:pt x="7658" y="2524"/>
                    <a:pt x="6378" y="4253"/>
                  </a:cubicBezTo>
                  <a:lnTo>
                    <a:pt x="624" y="12169"/>
                  </a:lnTo>
                  <a:cubicBezTo>
                    <a:pt x="0" y="12877"/>
                    <a:pt x="15" y="13979"/>
                    <a:pt x="660" y="14623"/>
                  </a:cubicBezTo>
                  <a:cubicBezTo>
                    <a:pt x="992" y="14957"/>
                    <a:pt x="1464" y="15108"/>
                    <a:pt x="1921" y="15108"/>
                  </a:cubicBezTo>
                  <a:cubicBezTo>
                    <a:pt x="2351" y="15108"/>
                    <a:pt x="2767" y="14974"/>
                    <a:pt x="3039" y="14732"/>
                  </a:cubicBezTo>
                  <a:lnTo>
                    <a:pt x="11037" y="8905"/>
                  </a:lnTo>
                  <a:cubicBezTo>
                    <a:pt x="12759" y="7628"/>
                    <a:pt x="14201" y="6014"/>
                    <a:pt x="15276" y="4162"/>
                  </a:cubicBezTo>
                  <a:lnTo>
                    <a:pt x="15276" y="4162"/>
                  </a:lnTo>
                  <a:cubicBezTo>
                    <a:pt x="15201" y="4166"/>
                    <a:pt x="15126" y="4168"/>
                    <a:pt x="15052" y="4168"/>
                  </a:cubicBezTo>
                  <a:cubicBezTo>
                    <a:pt x="13942" y="4168"/>
                    <a:pt x="12979" y="3729"/>
                    <a:pt x="12265" y="3018"/>
                  </a:cubicBezTo>
                  <a:cubicBezTo>
                    <a:pt x="11446" y="2199"/>
                    <a:pt x="11076" y="1091"/>
                    <a:pt x="111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100" name="Google Shape;2100;p61"/>
          <p:cNvGrpSpPr/>
          <p:nvPr/>
        </p:nvGrpSpPr>
        <p:grpSpPr>
          <a:xfrm>
            <a:off x="3397226" y="3665703"/>
            <a:ext cx="358302" cy="407630"/>
            <a:chOff x="2707950" y="4399325"/>
            <a:chExt cx="423475" cy="481775"/>
          </a:xfrm>
        </p:grpSpPr>
        <p:sp>
          <p:nvSpPr>
            <p:cNvPr id="2101" name="Google Shape;2101;p61"/>
            <p:cNvSpPr/>
            <p:nvPr/>
          </p:nvSpPr>
          <p:spPr>
            <a:xfrm>
              <a:off x="2905550" y="4515000"/>
              <a:ext cx="28275" cy="366100"/>
            </a:xfrm>
            <a:custGeom>
              <a:avLst/>
              <a:gdLst/>
              <a:ahLst/>
              <a:cxnLst/>
              <a:rect l="l" t="t" r="r" b="b"/>
              <a:pathLst>
                <a:path w="1131" h="14644" extrusionOk="0">
                  <a:moveTo>
                    <a:pt x="1" y="0"/>
                  </a:moveTo>
                  <a:lnTo>
                    <a:pt x="1" y="14644"/>
                  </a:lnTo>
                  <a:lnTo>
                    <a:pt x="1130" y="14644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2" name="Google Shape;2102;p61"/>
            <p:cNvSpPr/>
            <p:nvPr/>
          </p:nvSpPr>
          <p:spPr>
            <a:xfrm>
              <a:off x="296202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0" y="0"/>
                  </a:moveTo>
                  <a:lnTo>
                    <a:pt x="0" y="1169"/>
                  </a:lnTo>
                  <a:lnTo>
                    <a:pt x="5646" y="1169"/>
                  </a:lnTo>
                  <a:lnTo>
                    <a:pt x="56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3" name="Google Shape;2103;p61"/>
            <p:cNvSpPr/>
            <p:nvPr/>
          </p:nvSpPr>
          <p:spPr>
            <a:xfrm>
              <a:off x="296202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0" y="0"/>
                  </a:moveTo>
                  <a:lnTo>
                    <a:pt x="0" y="4517"/>
                  </a:lnTo>
                  <a:lnTo>
                    <a:pt x="3951" y="4517"/>
                  </a:lnTo>
                  <a:cubicBezTo>
                    <a:pt x="4888" y="4517"/>
                    <a:pt x="5646" y="3758"/>
                    <a:pt x="5646" y="2825"/>
                  </a:cubicBezTo>
                  <a:lnTo>
                    <a:pt x="56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4" name="Google Shape;2104;p61"/>
            <p:cNvSpPr/>
            <p:nvPr/>
          </p:nvSpPr>
          <p:spPr>
            <a:xfrm>
              <a:off x="2736175" y="4710725"/>
              <a:ext cx="141175" cy="29225"/>
            </a:xfrm>
            <a:custGeom>
              <a:avLst/>
              <a:gdLst/>
              <a:ahLst/>
              <a:cxnLst/>
              <a:rect l="l" t="t" r="r" b="b"/>
              <a:pathLst>
                <a:path w="5647" h="1169" extrusionOk="0">
                  <a:moveTo>
                    <a:pt x="1" y="0"/>
                  </a:moveTo>
                  <a:lnTo>
                    <a:pt x="1" y="1169"/>
                  </a:lnTo>
                  <a:lnTo>
                    <a:pt x="5647" y="1169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5" name="Google Shape;2105;p61"/>
            <p:cNvSpPr/>
            <p:nvPr/>
          </p:nvSpPr>
          <p:spPr>
            <a:xfrm>
              <a:off x="2736175" y="4768175"/>
              <a:ext cx="141175" cy="112925"/>
            </a:xfrm>
            <a:custGeom>
              <a:avLst/>
              <a:gdLst/>
              <a:ahLst/>
              <a:cxnLst/>
              <a:rect l="l" t="t" r="r" b="b"/>
              <a:pathLst>
                <a:path w="5647" h="4517" extrusionOk="0">
                  <a:moveTo>
                    <a:pt x="1" y="0"/>
                  </a:moveTo>
                  <a:lnTo>
                    <a:pt x="1" y="2825"/>
                  </a:lnTo>
                  <a:cubicBezTo>
                    <a:pt x="1" y="3758"/>
                    <a:pt x="759" y="4517"/>
                    <a:pt x="1693" y="4517"/>
                  </a:cubicBezTo>
                  <a:lnTo>
                    <a:pt x="5647" y="4517"/>
                  </a:lnTo>
                  <a:lnTo>
                    <a:pt x="5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6" name="Google Shape;2106;p61"/>
            <p:cNvSpPr/>
            <p:nvPr/>
          </p:nvSpPr>
          <p:spPr>
            <a:xfrm>
              <a:off x="2707950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1693" y="0"/>
                  </a:moveTo>
                  <a:cubicBezTo>
                    <a:pt x="759" y="0"/>
                    <a:pt x="0" y="756"/>
                    <a:pt x="0" y="1693"/>
                  </a:cubicBezTo>
                  <a:lnTo>
                    <a:pt x="0" y="2747"/>
                  </a:lnTo>
                  <a:cubicBezTo>
                    <a:pt x="0" y="3060"/>
                    <a:pt x="253" y="3313"/>
                    <a:pt x="563" y="3313"/>
                  </a:cubicBezTo>
                  <a:lnTo>
                    <a:pt x="6776" y="3313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7" name="Google Shape;2107;p61"/>
            <p:cNvSpPr/>
            <p:nvPr/>
          </p:nvSpPr>
          <p:spPr>
            <a:xfrm>
              <a:off x="273617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1" y="1"/>
                  </a:moveTo>
                  <a:lnTo>
                    <a:pt x="1" y="2259"/>
                  </a:lnTo>
                  <a:lnTo>
                    <a:pt x="5647" y="2259"/>
                  </a:lnTo>
                  <a:lnTo>
                    <a:pt x="56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8" name="Google Shape;2108;p61"/>
            <p:cNvSpPr/>
            <p:nvPr/>
          </p:nvSpPr>
          <p:spPr>
            <a:xfrm>
              <a:off x="2850525" y="4430375"/>
              <a:ext cx="138325" cy="56500"/>
            </a:xfrm>
            <a:custGeom>
              <a:avLst/>
              <a:gdLst/>
              <a:ahLst/>
              <a:cxnLst/>
              <a:rect l="l" t="t" r="r" b="b"/>
              <a:pathLst>
                <a:path w="5533" h="2260" extrusionOk="0">
                  <a:moveTo>
                    <a:pt x="2765" y="1"/>
                  </a:moveTo>
                  <a:cubicBezTo>
                    <a:pt x="1500" y="1"/>
                    <a:pt x="275" y="916"/>
                    <a:pt x="1" y="2259"/>
                  </a:cubicBezTo>
                  <a:lnTo>
                    <a:pt x="5532" y="2259"/>
                  </a:lnTo>
                  <a:cubicBezTo>
                    <a:pt x="5258" y="910"/>
                    <a:pt x="4030" y="1"/>
                    <a:pt x="27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09" name="Google Shape;2109;p61"/>
            <p:cNvSpPr/>
            <p:nvPr/>
          </p:nvSpPr>
          <p:spPr>
            <a:xfrm>
              <a:off x="2974300" y="4399350"/>
              <a:ext cx="129650" cy="87525"/>
            </a:xfrm>
            <a:custGeom>
              <a:avLst/>
              <a:gdLst/>
              <a:ahLst/>
              <a:cxnLst/>
              <a:rect l="l" t="t" r="r" b="b"/>
              <a:pathLst>
                <a:path w="5186" h="3501" extrusionOk="0">
                  <a:moveTo>
                    <a:pt x="2058" y="0"/>
                  </a:moveTo>
                  <a:cubicBezTo>
                    <a:pt x="1374" y="0"/>
                    <a:pt x="670" y="239"/>
                    <a:pt x="0" y="775"/>
                  </a:cubicBezTo>
                  <a:cubicBezTo>
                    <a:pt x="931" y="1398"/>
                    <a:pt x="1554" y="2389"/>
                    <a:pt x="1714" y="3500"/>
                  </a:cubicBezTo>
                  <a:lnTo>
                    <a:pt x="4397" y="3500"/>
                  </a:lnTo>
                  <a:cubicBezTo>
                    <a:pt x="4842" y="3497"/>
                    <a:pt x="5185" y="3109"/>
                    <a:pt x="5131" y="2666"/>
                  </a:cubicBezTo>
                  <a:cubicBezTo>
                    <a:pt x="5128" y="2639"/>
                    <a:pt x="5125" y="2609"/>
                    <a:pt x="5119" y="2579"/>
                  </a:cubicBezTo>
                  <a:cubicBezTo>
                    <a:pt x="4936" y="1482"/>
                    <a:pt x="4207" y="609"/>
                    <a:pt x="3171" y="212"/>
                  </a:cubicBezTo>
                  <a:cubicBezTo>
                    <a:pt x="2813" y="74"/>
                    <a:pt x="2438" y="0"/>
                    <a:pt x="20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0" name="Google Shape;2110;p61"/>
            <p:cNvSpPr/>
            <p:nvPr/>
          </p:nvSpPr>
          <p:spPr>
            <a:xfrm>
              <a:off x="2735425" y="4399325"/>
              <a:ext cx="129650" cy="87475"/>
            </a:xfrm>
            <a:custGeom>
              <a:avLst/>
              <a:gdLst/>
              <a:ahLst/>
              <a:cxnLst/>
              <a:rect l="l" t="t" r="r" b="b"/>
              <a:pathLst>
                <a:path w="5186" h="3499" extrusionOk="0">
                  <a:moveTo>
                    <a:pt x="3150" y="0"/>
                  </a:moveTo>
                  <a:cubicBezTo>
                    <a:pt x="2765" y="0"/>
                    <a:pt x="2385" y="77"/>
                    <a:pt x="2015" y="219"/>
                  </a:cubicBezTo>
                  <a:cubicBezTo>
                    <a:pt x="979" y="616"/>
                    <a:pt x="250" y="1483"/>
                    <a:pt x="67" y="2580"/>
                  </a:cubicBezTo>
                  <a:cubicBezTo>
                    <a:pt x="64" y="2610"/>
                    <a:pt x="58" y="2637"/>
                    <a:pt x="55" y="2667"/>
                  </a:cubicBezTo>
                  <a:cubicBezTo>
                    <a:pt x="0" y="3110"/>
                    <a:pt x="344" y="3498"/>
                    <a:pt x="789" y="3498"/>
                  </a:cubicBezTo>
                  <a:lnTo>
                    <a:pt x="3475" y="3498"/>
                  </a:lnTo>
                  <a:cubicBezTo>
                    <a:pt x="3632" y="2390"/>
                    <a:pt x="4255" y="1399"/>
                    <a:pt x="5186" y="776"/>
                  </a:cubicBezTo>
                  <a:cubicBezTo>
                    <a:pt x="4510" y="236"/>
                    <a:pt x="3823" y="0"/>
                    <a:pt x="31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1" name="Google Shape;2111;p61"/>
            <p:cNvSpPr/>
            <p:nvPr/>
          </p:nvSpPr>
          <p:spPr>
            <a:xfrm>
              <a:off x="2962025" y="4515075"/>
              <a:ext cx="169400" cy="82825"/>
            </a:xfrm>
            <a:custGeom>
              <a:avLst/>
              <a:gdLst/>
              <a:ahLst/>
              <a:cxnLst/>
              <a:rect l="l" t="t" r="r" b="b"/>
              <a:pathLst>
                <a:path w="6776" h="3313" extrusionOk="0">
                  <a:moveTo>
                    <a:pt x="0" y="0"/>
                  </a:moveTo>
                  <a:lnTo>
                    <a:pt x="0" y="3313"/>
                  </a:lnTo>
                  <a:lnTo>
                    <a:pt x="6209" y="3313"/>
                  </a:lnTo>
                  <a:cubicBezTo>
                    <a:pt x="6523" y="3313"/>
                    <a:pt x="6776" y="3060"/>
                    <a:pt x="6776" y="2747"/>
                  </a:cubicBezTo>
                  <a:lnTo>
                    <a:pt x="6776" y="1693"/>
                  </a:lnTo>
                  <a:cubicBezTo>
                    <a:pt x="6776" y="756"/>
                    <a:pt x="6017" y="0"/>
                    <a:pt x="50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12" name="Google Shape;2112;p61"/>
            <p:cNvSpPr/>
            <p:nvPr/>
          </p:nvSpPr>
          <p:spPr>
            <a:xfrm>
              <a:off x="2962025" y="4626025"/>
              <a:ext cx="141175" cy="56500"/>
            </a:xfrm>
            <a:custGeom>
              <a:avLst/>
              <a:gdLst/>
              <a:ahLst/>
              <a:cxnLst/>
              <a:rect l="l" t="t" r="r" b="b"/>
              <a:pathLst>
                <a:path w="5647" h="2260" extrusionOk="0">
                  <a:moveTo>
                    <a:pt x="0" y="1"/>
                  </a:moveTo>
                  <a:lnTo>
                    <a:pt x="0" y="2259"/>
                  </a:lnTo>
                  <a:lnTo>
                    <a:pt x="5646" y="2259"/>
                  </a:lnTo>
                  <a:lnTo>
                    <a:pt x="564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7" name="Google Shape;2117;p62"/>
          <p:cNvGrpSpPr/>
          <p:nvPr/>
        </p:nvGrpSpPr>
        <p:grpSpPr>
          <a:xfrm>
            <a:off x="4094022" y="754031"/>
            <a:ext cx="955958" cy="3635438"/>
            <a:chOff x="4094022" y="754031"/>
            <a:chExt cx="955958" cy="3635438"/>
          </a:xfrm>
        </p:grpSpPr>
        <p:grpSp>
          <p:nvGrpSpPr>
            <p:cNvPr id="2118" name="Google Shape;2118;p62"/>
            <p:cNvGrpSpPr/>
            <p:nvPr/>
          </p:nvGrpSpPr>
          <p:grpSpPr>
            <a:xfrm rot="5400000">
              <a:off x="4456510" y="391543"/>
              <a:ext cx="230983" cy="955958"/>
              <a:chOff x="2439600" y="1817078"/>
              <a:chExt cx="371295" cy="1536662"/>
            </a:xfrm>
          </p:grpSpPr>
          <p:sp>
            <p:nvSpPr>
              <p:cNvPr id="2119" name="Google Shape;2119;p62"/>
              <p:cNvSpPr/>
              <p:nvPr/>
            </p:nvSpPr>
            <p:spPr>
              <a:xfrm>
                <a:off x="2439600" y="298235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Google Shape;2120;p62"/>
              <p:cNvSpPr/>
              <p:nvPr/>
            </p:nvSpPr>
            <p:spPr>
              <a:xfrm>
                <a:off x="2439600" y="239971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Google Shape;2121;p62"/>
              <p:cNvSpPr/>
              <p:nvPr/>
            </p:nvSpPr>
            <p:spPr>
              <a:xfrm>
                <a:off x="2439600" y="1817078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2" name="Google Shape;2122;p62"/>
            <p:cNvGrpSpPr/>
            <p:nvPr/>
          </p:nvGrpSpPr>
          <p:grpSpPr>
            <a:xfrm>
              <a:off x="4190026" y="4223269"/>
              <a:ext cx="763950" cy="166200"/>
              <a:chOff x="778750" y="1794600"/>
              <a:chExt cx="763950" cy="166200"/>
            </a:xfrm>
          </p:grpSpPr>
          <p:sp>
            <p:nvSpPr>
              <p:cNvPr id="2123" name="Google Shape;2123;p62"/>
              <p:cNvSpPr/>
              <p:nvPr/>
            </p:nvSpPr>
            <p:spPr>
              <a:xfrm>
                <a:off x="1370475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17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62"/>
              <p:cNvSpPr/>
              <p:nvPr/>
            </p:nvSpPr>
            <p:spPr>
              <a:xfrm>
                <a:off x="1079350" y="1803850"/>
                <a:ext cx="172225" cy="148200"/>
              </a:xfrm>
              <a:custGeom>
                <a:avLst/>
                <a:gdLst/>
                <a:ahLst/>
                <a:cxnLst/>
                <a:rect l="l" t="t" r="r" b="b"/>
                <a:pathLst>
                  <a:path w="6889" h="5928" extrusionOk="0">
                    <a:moveTo>
                      <a:pt x="2970" y="1"/>
                    </a:moveTo>
                    <a:cubicBezTo>
                      <a:pt x="1452" y="1"/>
                      <a:pt x="0" y="1176"/>
                      <a:pt x="0" y="2950"/>
                    </a:cubicBezTo>
                    <a:cubicBezTo>
                      <a:pt x="0" y="4585"/>
                      <a:pt x="1314" y="5927"/>
                      <a:pt x="2948" y="5927"/>
                    </a:cubicBezTo>
                    <a:cubicBezTo>
                      <a:pt x="5575" y="5927"/>
                      <a:pt x="6888" y="2746"/>
                      <a:pt x="5049" y="878"/>
                    </a:cubicBezTo>
                    <a:cubicBezTo>
                      <a:pt x="4443" y="272"/>
                      <a:pt x="3699" y="1"/>
                      <a:pt x="29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62"/>
              <p:cNvSpPr/>
              <p:nvPr/>
            </p:nvSpPr>
            <p:spPr>
              <a:xfrm>
                <a:off x="778750" y="1794600"/>
                <a:ext cx="194100" cy="166200"/>
              </a:xfrm>
              <a:custGeom>
                <a:avLst/>
                <a:gdLst/>
                <a:ahLst/>
                <a:cxnLst/>
                <a:rect l="l" t="t" r="r" b="b"/>
                <a:pathLst>
                  <a:path w="7764" h="6648" extrusionOk="0">
                    <a:moveTo>
                      <a:pt x="3327" y="752"/>
                    </a:moveTo>
                    <a:cubicBezTo>
                      <a:pt x="5633" y="752"/>
                      <a:pt x="6771" y="3525"/>
                      <a:pt x="5137" y="5159"/>
                    </a:cubicBezTo>
                    <a:cubicBezTo>
                      <a:pt x="4610" y="5686"/>
                      <a:pt x="3964" y="5922"/>
                      <a:pt x="3331" y="5922"/>
                    </a:cubicBezTo>
                    <a:cubicBezTo>
                      <a:pt x="2002" y="5922"/>
                      <a:pt x="730" y="4882"/>
                      <a:pt x="730" y="3320"/>
                    </a:cubicBezTo>
                    <a:cubicBezTo>
                      <a:pt x="730" y="1890"/>
                      <a:pt x="1897" y="752"/>
                      <a:pt x="3327" y="752"/>
                    </a:cubicBezTo>
                    <a:close/>
                    <a:moveTo>
                      <a:pt x="3332" y="1"/>
                    </a:moveTo>
                    <a:cubicBezTo>
                      <a:pt x="1628" y="1"/>
                      <a:pt x="0" y="1327"/>
                      <a:pt x="0" y="3320"/>
                    </a:cubicBezTo>
                    <a:cubicBezTo>
                      <a:pt x="0" y="5159"/>
                      <a:pt x="1489" y="6647"/>
                      <a:pt x="3327" y="6647"/>
                    </a:cubicBezTo>
                    <a:cubicBezTo>
                      <a:pt x="6275" y="6647"/>
                      <a:pt x="7763" y="3058"/>
                      <a:pt x="5662" y="985"/>
                    </a:cubicBezTo>
                    <a:cubicBezTo>
                      <a:pt x="4982" y="305"/>
                      <a:pt x="4148" y="1"/>
                      <a:pt x="333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26" name="Google Shape;2126;p62"/>
          <p:cNvSpPr txBox="1">
            <a:spLocks noGrp="1"/>
          </p:cNvSpPr>
          <p:nvPr>
            <p:ph type="title"/>
          </p:nvPr>
        </p:nvSpPr>
        <p:spPr>
          <a:xfrm>
            <a:off x="1714950" y="1700250"/>
            <a:ext cx="5714100" cy="174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63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16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 AND PROMOTION</a:t>
            </a:r>
            <a:endParaRPr/>
          </a:p>
        </p:txBody>
      </p:sp>
      <p:sp>
        <p:nvSpPr>
          <p:cNvPr id="2132" name="Google Shape;2132;p63"/>
          <p:cNvSpPr txBox="1">
            <a:spLocks noGrp="1"/>
          </p:cNvSpPr>
          <p:nvPr>
            <p:ph type="subTitle" idx="1"/>
          </p:nvPr>
        </p:nvSpPr>
        <p:spPr>
          <a:xfrm>
            <a:off x="1739500" y="1283559"/>
            <a:ext cx="2832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ADVERTISING</a:t>
            </a:r>
            <a:endParaRPr/>
          </a:p>
        </p:txBody>
      </p:sp>
      <p:sp>
        <p:nvSpPr>
          <p:cNvPr id="2133" name="Google Shape;2133;p63"/>
          <p:cNvSpPr txBox="1">
            <a:spLocks noGrp="1"/>
          </p:cNvSpPr>
          <p:nvPr>
            <p:ph type="subTitle" idx="2"/>
          </p:nvPr>
        </p:nvSpPr>
        <p:spPr>
          <a:xfrm>
            <a:off x="1739500" y="1595790"/>
            <a:ext cx="28326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 is the closest planet to the Sun and the smallest</a:t>
            </a:r>
            <a:endParaRPr/>
          </a:p>
        </p:txBody>
      </p:sp>
      <p:sp>
        <p:nvSpPr>
          <p:cNvPr id="2134" name="Google Shape;2134;p63"/>
          <p:cNvSpPr txBox="1">
            <a:spLocks noGrp="1"/>
          </p:cNvSpPr>
          <p:nvPr>
            <p:ph type="subTitle" idx="3"/>
          </p:nvPr>
        </p:nvSpPr>
        <p:spPr>
          <a:xfrm>
            <a:off x="1739500" y="2449652"/>
            <a:ext cx="2832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</a:t>
            </a:r>
            <a:endParaRPr/>
          </a:p>
        </p:txBody>
      </p:sp>
      <p:sp>
        <p:nvSpPr>
          <p:cNvPr id="2135" name="Google Shape;2135;p63"/>
          <p:cNvSpPr txBox="1">
            <a:spLocks noGrp="1"/>
          </p:cNvSpPr>
          <p:nvPr>
            <p:ph type="subTitle" idx="4"/>
          </p:nvPr>
        </p:nvSpPr>
        <p:spPr>
          <a:xfrm>
            <a:off x="1739500" y="2761882"/>
            <a:ext cx="28326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 has a beautiful name and is the second planet</a:t>
            </a:r>
            <a:endParaRPr/>
          </a:p>
        </p:txBody>
      </p:sp>
      <p:sp>
        <p:nvSpPr>
          <p:cNvPr id="2136" name="Google Shape;2136;p63"/>
          <p:cNvSpPr txBox="1">
            <a:spLocks noGrp="1"/>
          </p:cNvSpPr>
          <p:nvPr>
            <p:ph type="subTitle" idx="5"/>
          </p:nvPr>
        </p:nvSpPr>
        <p:spPr>
          <a:xfrm>
            <a:off x="1739500" y="3615744"/>
            <a:ext cx="28326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</a:t>
            </a:r>
            <a:endParaRPr/>
          </a:p>
        </p:txBody>
      </p:sp>
      <p:sp>
        <p:nvSpPr>
          <p:cNvPr id="2137" name="Google Shape;2137;p63"/>
          <p:cNvSpPr txBox="1">
            <a:spLocks noGrp="1"/>
          </p:cNvSpPr>
          <p:nvPr>
            <p:ph type="subTitle" idx="6"/>
          </p:nvPr>
        </p:nvSpPr>
        <p:spPr>
          <a:xfrm>
            <a:off x="1739500" y="3927975"/>
            <a:ext cx="2832600" cy="66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being red, Mars is actually a cold place</a:t>
            </a:r>
            <a:endParaRPr/>
          </a:p>
        </p:txBody>
      </p:sp>
      <p:sp>
        <p:nvSpPr>
          <p:cNvPr id="2138" name="Google Shape;2138;p63"/>
          <p:cNvSpPr/>
          <p:nvPr/>
        </p:nvSpPr>
        <p:spPr>
          <a:xfrm>
            <a:off x="828570" y="1347719"/>
            <a:ext cx="807300" cy="80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9" name="Google Shape;2139;p63"/>
          <p:cNvSpPr/>
          <p:nvPr/>
        </p:nvSpPr>
        <p:spPr>
          <a:xfrm>
            <a:off x="828570" y="2513730"/>
            <a:ext cx="807300" cy="80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0" name="Google Shape;2140;p63"/>
          <p:cNvSpPr/>
          <p:nvPr/>
        </p:nvSpPr>
        <p:spPr>
          <a:xfrm>
            <a:off x="828570" y="3679740"/>
            <a:ext cx="807300" cy="807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2" name="Google Shape;2142;p63"/>
          <p:cNvGrpSpPr/>
          <p:nvPr/>
        </p:nvGrpSpPr>
        <p:grpSpPr>
          <a:xfrm rot="-5400000">
            <a:off x="8318057" y="1072377"/>
            <a:ext cx="1101056" cy="550817"/>
            <a:chOff x="4122925" y="4029425"/>
            <a:chExt cx="1430500" cy="715625"/>
          </a:xfrm>
        </p:grpSpPr>
        <p:sp>
          <p:nvSpPr>
            <p:cNvPr id="2143" name="Google Shape;2143;p63"/>
            <p:cNvSpPr/>
            <p:nvPr/>
          </p:nvSpPr>
          <p:spPr>
            <a:xfrm>
              <a:off x="4837800" y="4030125"/>
              <a:ext cx="715625" cy="714925"/>
            </a:xfrm>
            <a:custGeom>
              <a:avLst/>
              <a:gdLst/>
              <a:ahLst/>
              <a:cxnLst/>
              <a:rect l="l" t="t" r="r" b="b"/>
              <a:pathLst>
                <a:path w="28625" h="28597" extrusionOk="0">
                  <a:moveTo>
                    <a:pt x="57" y="1"/>
                  </a:moveTo>
                  <a:cubicBezTo>
                    <a:pt x="29" y="933"/>
                    <a:pt x="1" y="1837"/>
                    <a:pt x="1" y="2798"/>
                  </a:cubicBezTo>
                  <a:lnTo>
                    <a:pt x="1" y="14129"/>
                  </a:lnTo>
                  <a:cubicBezTo>
                    <a:pt x="7997" y="14129"/>
                    <a:pt x="14496" y="20600"/>
                    <a:pt x="14496" y="28596"/>
                  </a:cubicBezTo>
                  <a:lnTo>
                    <a:pt x="28624" y="28596"/>
                  </a:lnTo>
                  <a:cubicBezTo>
                    <a:pt x="28596" y="12829"/>
                    <a:pt x="15824" y="29"/>
                    <a:pt x="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63"/>
            <p:cNvSpPr/>
            <p:nvPr/>
          </p:nvSpPr>
          <p:spPr>
            <a:xfrm>
              <a:off x="4122925" y="4029425"/>
              <a:ext cx="714900" cy="715625"/>
            </a:xfrm>
            <a:custGeom>
              <a:avLst/>
              <a:gdLst/>
              <a:ahLst/>
              <a:cxnLst/>
              <a:rect l="l" t="t" r="r" b="b"/>
              <a:pathLst>
                <a:path w="28596" h="28625" extrusionOk="0">
                  <a:moveTo>
                    <a:pt x="28596" y="0"/>
                  </a:moveTo>
                  <a:cubicBezTo>
                    <a:pt x="12800" y="29"/>
                    <a:pt x="0" y="12829"/>
                    <a:pt x="0" y="28624"/>
                  </a:cubicBezTo>
                  <a:lnTo>
                    <a:pt x="14128" y="28624"/>
                  </a:lnTo>
                  <a:cubicBezTo>
                    <a:pt x="14128" y="20628"/>
                    <a:pt x="20599" y="14129"/>
                    <a:pt x="28596" y="14129"/>
                  </a:cubicBezTo>
                  <a:lnTo>
                    <a:pt x="2859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5" name="Google Shape;2145;p63"/>
          <p:cNvGrpSpPr/>
          <p:nvPr/>
        </p:nvGrpSpPr>
        <p:grpSpPr>
          <a:xfrm>
            <a:off x="8646460" y="3192230"/>
            <a:ext cx="230983" cy="955958"/>
            <a:chOff x="2439600" y="1817078"/>
            <a:chExt cx="371295" cy="1536662"/>
          </a:xfrm>
        </p:grpSpPr>
        <p:sp>
          <p:nvSpPr>
            <p:cNvPr id="2146" name="Google Shape;2146;p63"/>
            <p:cNvSpPr/>
            <p:nvPr/>
          </p:nvSpPr>
          <p:spPr>
            <a:xfrm>
              <a:off x="2439600" y="2982357"/>
              <a:ext cx="371295" cy="371383"/>
            </a:xfrm>
            <a:custGeom>
              <a:avLst/>
              <a:gdLst/>
              <a:ahLst/>
              <a:cxnLst/>
              <a:rect l="l" t="t" r="r" b="b"/>
              <a:pathLst>
                <a:path w="35412" h="35412" extrusionOk="0">
                  <a:moveTo>
                    <a:pt x="17691" y="1"/>
                  </a:moveTo>
                  <a:lnTo>
                    <a:pt x="15351" y="4590"/>
                  </a:lnTo>
                  <a:cubicBezTo>
                    <a:pt x="12949" y="9211"/>
                    <a:pt x="9180" y="12980"/>
                    <a:pt x="4560" y="15350"/>
                  </a:cubicBezTo>
                  <a:lnTo>
                    <a:pt x="1" y="17721"/>
                  </a:lnTo>
                  <a:lnTo>
                    <a:pt x="4560" y="20062"/>
                  </a:lnTo>
                  <a:cubicBezTo>
                    <a:pt x="9180" y="22463"/>
                    <a:pt x="12949" y="26232"/>
                    <a:pt x="15351" y="30852"/>
                  </a:cubicBezTo>
                  <a:lnTo>
                    <a:pt x="17691" y="35412"/>
                  </a:lnTo>
                  <a:lnTo>
                    <a:pt x="20062" y="30852"/>
                  </a:lnTo>
                  <a:cubicBezTo>
                    <a:pt x="22433" y="26232"/>
                    <a:pt x="26202" y="22463"/>
                    <a:pt x="30822" y="20062"/>
                  </a:cubicBezTo>
                  <a:lnTo>
                    <a:pt x="35412" y="17721"/>
                  </a:lnTo>
                  <a:lnTo>
                    <a:pt x="30822" y="15350"/>
                  </a:lnTo>
                  <a:cubicBezTo>
                    <a:pt x="26202" y="12980"/>
                    <a:pt x="22433" y="9211"/>
                    <a:pt x="20062" y="4590"/>
                  </a:cubicBezTo>
                  <a:lnTo>
                    <a:pt x="176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63"/>
            <p:cNvSpPr/>
            <p:nvPr/>
          </p:nvSpPr>
          <p:spPr>
            <a:xfrm>
              <a:off x="2439600" y="2399717"/>
              <a:ext cx="371295" cy="371383"/>
            </a:xfrm>
            <a:custGeom>
              <a:avLst/>
              <a:gdLst/>
              <a:ahLst/>
              <a:cxnLst/>
              <a:rect l="l" t="t" r="r" b="b"/>
              <a:pathLst>
                <a:path w="35412" h="35412" extrusionOk="0">
                  <a:moveTo>
                    <a:pt x="17691" y="1"/>
                  </a:moveTo>
                  <a:lnTo>
                    <a:pt x="15351" y="4590"/>
                  </a:lnTo>
                  <a:cubicBezTo>
                    <a:pt x="12949" y="9211"/>
                    <a:pt x="9180" y="12980"/>
                    <a:pt x="4560" y="15350"/>
                  </a:cubicBezTo>
                  <a:lnTo>
                    <a:pt x="1" y="17721"/>
                  </a:lnTo>
                  <a:lnTo>
                    <a:pt x="4560" y="20062"/>
                  </a:lnTo>
                  <a:cubicBezTo>
                    <a:pt x="9180" y="22463"/>
                    <a:pt x="12949" y="26232"/>
                    <a:pt x="15351" y="30852"/>
                  </a:cubicBezTo>
                  <a:lnTo>
                    <a:pt x="17691" y="35412"/>
                  </a:lnTo>
                  <a:lnTo>
                    <a:pt x="20062" y="30852"/>
                  </a:lnTo>
                  <a:cubicBezTo>
                    <a:pt x="22433" y="26232"/>
                    <a:pt x="26202" y="22463"/>
                    <a:pt x="30822" y="20062"/>
                  </a:cubicBezTo>
                  <a:lnTo>
                    <a:pt x="35412" y="17721"/>
                  </a:lnTo>
                  <a:lnTo>
                    <a:pt x="30822" y="15350"/>
                  </a:lnTo>
                  <a:cubicBezTo>
                    <a:pt x="26202" y="12980"/>
                    <a:pt x="22433" y="9211"/>
                    <a:pt x="20062" y="4590"/>
                  </a:cubicBezTo>
                  <a:lnTo>
                    <a:pt x="176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63"/>
            <p:cNvSpPr/>
            <p:nvPr/>
          </p:nvSpPr>
          <p:spPr>
            <a:xfrm>
              <a:off x="2439600" y="1817078"/>
              <a:ext cx="371295" cy="371383"/>
            </a:xfrm>
            <a:custGeom>
              <a:avLst/>
              <a:gdLst/>
              <a:ahLst/>
              <a:cxnLst/>
              <a:rect l="l" t="t" r="r" b="b"/>
              <a:pathLst>
                <a:path w="35412" h="35412" extrusionOk="0">
                  <a:moveTo>
                    <a:pt x="17691" y="1"/>
                  </a:moveTo>
                  <a:lnTo>
                    <a:pt x="15351" y="4590"/>
                  </a:lnTo>
                  <a:cubicBezTo>
                    <a:pt x="12949" y="9211"/>
                    <a:pt x="9180" y="12980"/>
                    <a:pt x="4560" y="15350"/>
                  </a:cubicBezTo>
                  <a:lnTo>
                    <a:pt x="1" y="17721"/>
                  </a:lnTo>
                  <a:lnTo>
                    <a:pt x="4560" y="20062"/>
                  </a:lnTo>
                  <a:cubicBezTo>
                    <a:pt x="9180" y="22463"/>
                    <a:pt x="12949" y="26232"/>
                    <a:pt x="15351" y="30852"/>
                  </a:cubicBezTo>
                  <a:lnTo>
                    <a:pt x="17691" y="35412"/>
                  </a:lnTo>
                  <a:lnTo>
                    <a:pt x="20062" y="30852"/>
                  </a:lnTo>
                  <a:cubicBezTo>
                    <a:pt x="22433" y="26232"/>
                    <a:pt x="26202" y="22463"/>
                    <a:pt x="30822" y="20062"/>
                  </a:cubicBezTo>
                  <a:lnTo>
                    <a:pt x="35412" y="17721"/>
                  </a:lnTo>
                  <a:lnTo>
                    <a:pt x="30822" y="15350"/>
                  </a:lnTo>
                  <a:cubicBezTo>
                    <a:pt x="26202" y="12980"/>
                    <a:pt x="22433" y="9211"/>
                    <a:pt x="20062" y="4590"/>
                  </a:cubicBezTo>
                  <a:lnTo>
                    <a:pt x="1769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49" name="Google Shape;2149;p63"/>
          <p:cNvGrpSpPr/>
          <p:nvPr/>
        </p:nvGrpSpPr>
        <p:grpSpPr>
          <a:xfrm>
            <a:off x="1029601" y="1553040"/>
            <a:ext cx="405238" cy="396659"/>
            <a:chOff x="-4480550" y="3970800"/>
            <a:chExt cx="297750" cy="291425"/>
          </a:xfrm>
        </p:grpSpPr>
        <p:sp>
          <p:nvSpPr>
            <p:cNvPr id="2150" name="Google Shape;2150;p63"/>
            <p:cNvSpPr/>
            <p:nvPr/>
          </p:nvSpPr>
          <p:spPr>
            <a:xfrm>
              <a:off x="-4426200" y="4058225"/>
              <a:ext cx="51225" cy="69325"/>
            </a:xfrm>
            <a:custGeom>
              <a:avLst/>
              <a:gdLst/>
              <a:ahLst/>
              <a:cxnLst/>
              <a:rect l="l" t="t" r="r" b="b"/>
              <a:pathLst>
                <a:path w="2049" h="2773" extrusionOk="0">
                  <a:moveTo>
                    <a:pt x="1" y="0"/>
                  </a:moveTo>
                  <a:lnTo>
                    <a:pt x="1" y="2773"/>
                  </a:lnTo>
                  <a:lnTo>
                    <a:pt x="2048" y="2773"/>
                  </a:lnTo>
                  <a:lnTo>
                    <a:pt x="20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63"/>
            <p:cNvSpPr/>
            <p:nvPr/>
          </p:nvSpPr>
          <p:spPr>
            <a:xfrm>
              <a:off x="-4480550" y="3970800"/>
              <a:ext cx="297750" cy="291425"/>
            </a:xfrm>
            <a:custGeom>
              <a:avLst/>
              <a:gdLst/>
              <a:ahLst/>
              <a:cxnLst/>
              <a:rect l="l" t="t" r="r" b="b"/>
              <a:pathLst>
                <a:path w="11910" h="11657" extrusionOk="0">
                  <a:moveTo>
                    <a:pt x="10082" y="2804"/>
                  </a:moveTo>
                  <a:cubicBezTo>
                    <a:pt x="10492" y="2804"/>
                    <a:pt x="10555" y="3466"/>
                    <a:pt x="10082" y="3466"/>
                  </a:cubicBezTo>
                  <a:lnTo>
                    <a:pt x="5924" y="3466"/>
                  </a:lnTo>
                  <a:cubicBezTo>
                    <a:pt x="5913" y="3466"/>
                    <a:pt x="5903" y="3467"/>
                    <a:pt x="5893" y="3467"/>
                  </a:cubicBezTo>
                  <a:cubicBezTo>
                    <a:pt x="5451" y="3467"/>
                    <a:pt x="5462" y="2804"/>
                    <a:pt x="5924" y="2804"/>
                  </a:cubicBezTo>
                  <a:close/>
                  <a:moveTo>
                    <a:pt x="10082" y="4159"/>
                  </a:moveTo>
                  <a:cubicBezTo>
                    <a:pt x="10492" y="4159"/>
                    <a:pt x="10555" y="4852"/>
                    <a:pt x="10082" y="4852"/>
                  </a:cubicBezTo>
                  <a:lnTo>
                    <a:pt x="5924" y="4852"/>
                  </a:lnTo>
                  <a:cubicBezTo>
                    <a:pt x="5451" y="4852"/>
                    <a:pt x="5451" y="4159"/>
                    <a:pt x="5924" y="4159"/>
                  </a:cubicBezTo>
                  <a:close/>
                  <a:moveTo>
                    <a:pt x="6807" y="5481"/>
                  </a:moveTo>
                  <a:cubicBezTo>
                    <a:pt x="7492" y="5481"/>
                    <a:pt x="8531" y="5513"/>
                    <a:pt x="10082" y="5513"/>
                  </a:cubicBezTo>
                  <a:cubicBezTo>
                    <a:pt x="10492" y="5513"/>
                    <a:pt x="10555" y="6175"/>
                    <a:pt x="10082" y="6175"/>
                  </a:cubicBezTo>
                  <a:lnTo>
                    <a:pt x="5924" y="6175"/>
                  </a:lnTo>
                  <a:lnTo>
                    <a:pt x="5924" y="6206"/>
                  </a:lnTo>
                  <a:cubicBezTo>
                    <a:pt x="5735" y="6206"/>
                    <a:pt x="5577" y="6049"/>
                    <a:pt x="5577" y="5860"/>
                  </a:cubicBezTo>
                  <a:cubicBezTo>
                    <a:pt x="5577" y="5546"/>
                    <a:pt x="5837" y="5481"/>
                    <a:pt x="6807" y="5481"/>
                  </a:cubicBezTo>
                  <a:close/>
                  <a:moveTo>
                    <a:pt x="4569" y="2804"/>
                  </a:moveTo>
                  <a:cubicBezTo>
                    <a:pt x="4758" y="2804"/>
                    <a:pt x="4916" y="2961"/>
                    <a:pt x="4916" y="3151"/>
                  </a:cubicBezTo>
                  <a:lnTo>
                    <a:pt x="4916" y="6585"/>
                  </a:lnTo>
                  <a:cubicBezTo>
                    <a:pt x="4916" y="6774"/>
                    <a:pt x="4758" y="6931"/>
                    <a:pt x="4569" y="6931"/>
                  </a:cubicBezTo>
                  <a:lnTo>
                    <a:pt x="1797" y="6931"/>
                  </a:lnTo>
                  <a:cubicBezTo>
                    <a:pt x="1608" y="6931"/>
                    <a:pt x="1450" y="6774"/>
                    <a:pt x="1450" y="6585"/>
                  </a:cubicBezTo>
                  <a:lnTo>
                    <a:pt x="1450" y="3151"/>
                  </a:lnTo>
                  <a:cubicBezTo>
                    <a:pt x="1450" y="2961"/>
                    <a:pt x="1608" y="2804"/>
                    <a:pt x="1797" y="2804"/>
                  </a:cubicBezTo>
                  <a:close/>
                  <a:moveTo>
                    <a:pt x="4916" y="8317"/>
                  </a:moveTo>
                  <a:lnTo>
                    <a:pt x="4916" y="8979"/>
                  </a:lnTo>
                  <a:lnTo>
                    <a:pt x="3529" y="8979"/>
                  </a:lnTo>
                  <a:lnTo>
                    <a:pt x="3529" y="8317"/>
                  </a:lnTo>
                  <a:close/>
                  <a:moveTo>
                    <a:pt x="8381" y="8317"/>
                  </a:moveTo>
                  <a:lnTo>
                    <a:pt x="8381" y="8979"/>
                  </a:lnTo>
                  <a:lnTo>
                    <a:pt x="6963" y="8979"/>
                  </a:lnTo>
                  <a:lnTo>
                    <a:pt x="6963" y="8317"/>
                  </a:lnTo>
                  <a:close/>
                  <a:moveTo>
                    <a:pt x="1828" y="0"/>
                  </a:moveTo>
                  <a:cubicBezTo>
                    <a:pt x="1419" y="0"/>
                    <a:pt x="1355" y="662"/>
                    <a:pt x="1828" y="662"/>
                  </a:cubicBezTo>
                  <a:lnTo>
                    <a:pt x="2206" y="662"/>
                  </a:lnTo>
                  <a:lnTo>
                    <a:pt x="2206" y="1418"/>
                  </a:lnTo>
                  <a:lnTo>
                    <a:pt x="1166" y="1418"/>
                  </a:lnTo>
                  <a:cubicBezTo>
                    <a:pt x="631" y="1418"/>
                    <a:pt x="158" y="1890"/>
                    <a:pt x="158" y="2426"/>
                  </a:cubicBezTo>
                  <a:lnTo>
                    <a:pt x="158" y="7246"/>
                  </a:lnTo>
                  <a:cubicBezTo>
                    <a:pt x="158" y="7782"/>
                    <a:pt x="631" y="8254"/>
                    <a:pt x="1166" y="8254"/>
                  </a:cubicBezTo>
                  <a:lnTo>
                    <a:pt x="2868" y="8254"/>
                  </a:lnTo>
                  <a:lnTo>
                    <a:pt x="2868" y="8947"/>
                  </a:lnTo>
                  <a:lnTo>
                    <a:pt x="1828" y="8947"/>
                  </a:lnTo>
                  <a:cubicBezTo>
                    <a:pt x="1419" y="8947"/>
                    <a:pt x="1355" y="9609"/>
                    <a:pt x="1828" y="9609"/>
                  </a:cubicBezTo>
                  <a:lnTo>
                    <a:pt x="4916" y="9609"/>
                  </a:lnTo>
                  <a:lnTo>
                    <a:pt x="4916" y="10995"/>
                  </a:lnTo>
                  <a:lnTo>
                    <a:pt x="473" y="10995"/>
                  </a:lnTo>
                  <a:cubicBezTo>
                    <a:pt x="32" y="10995"/>
                    <a:pt x="1" y="11657"/>
                    <a:pt x="473" y="11657"/>
                  </a:cubicBezTo>
                  <a:lnTo>
                    <a:pt x="11437" y="11657"/>
                  </a:lnTo>
                  <a:cubicBezTo>
                    <a:pt x="11878" y="11657"/>
                    <a:pt x="11910" y="10995"/>
                    <a:pt x="11437" y="10995"/>
                  </a:cubicBezTo>
                  <a:lnTo>
                    <a:pt x="6963" y="10995"/>
                  </a:lnTo>
                  <a:lnTo>
                    <a:pt x="6963" y="9609"/>
                  </a:lnTo>
                  <a:lnTo>
                    <a:pt x="10082" y="9609"/>
                  </a:lnTo>
                  <a:cubicBezTo>
                    <a:pt x="10492" y="9609"/>
                    <a:pt x="10555" y="8947"/>
                    <a:pt x="10082" y="8947"/>
                  </a:cubicBezTo>
                  <a:lnTo>
                    <a:pt x="9043" y="8947"/>
                  </a:lnTo>
                  <a:lnTo>
                    <a:pt x="9043" y="8254"/>
                  </a:lnTo>
                  <a:lnTo>
                    <a:pt x="10775" y="8254"/>
                  </a:lnTo>
                  <a:cubicBezTo>
                    <a:pt x="11343" y="8254"/>
                    <a:pt x="11815" y="7782"/>
                    <a:pt x="11815" y="7246"/>
                  </a:cubicBezTo>
                  <a:lnTo>
                    <a:pt x="11815" y="2426"/>
                  </a:lnTo>
                  <a:cubicBezTo>
                    <a:pt x="11815" y="1890"/>
                    <a:pt x="11343" y="1418"/>
                    <a:pt x="10775" y="1418"/>
                  </a:cubicBezTo>
                  <a:lnTo>
                    <a:pt x="9767" y="1418"/>
                  </a:lnTo>
                  <a:lnTo>
                    <a:pt x="9767" y="662"/>
                  </a:lnTo>
                  <a:lnTo>
                    <a:pt x="10114" y="662"/>
                  </a:lnTo>
                  <a:cubicBezTo>
                    <a:pt x="10555" y="662"/>
                    <a:pt x="10586" y="0"/>
                    <a:pt x="10114" y="0"/>
                  </a:cubicBezTo>
                  <a:lnTo>
                    <a:pt x="8728" y="0"/>
                  </a:lnTo>
                  <a:cubicBezTo>
                    <a:pt x="8287" y="0"/>
                    <a:pt x="8255" y="662"/>
                    <a:pt x="8728" y="662"/>
                  </a:cubicBezTo>
                  <a:lnTo>
                    <a:pt x="9074" y="662"/>
                  </a:lnTo>
                  <a:lnTo>
                    <a:pt x="9074" y="1418"/>
                  </a:lnTo>
                  <a:lnTo>
                    <a:pt x="6302" y="1418"/>
                  </a:lnTo>
                  <a:lnTo>
                    <a:pt x="6302" y="662"/>
                  </a:lnTo>
                  <a:lnTo>
                    <a:pt x="6648" y="662"/>
                  </a:lnTo>
                  <a:cubicBezTo>
                    <a:pt x="7089" y="662"/>
                    <a:pt x="7121" y="0"/>
                    <a:pt x="6648" y="0"/>
                  </a:cubicBezTo>
                  <a:lnTo>
                    <a:pt x="5262" y="0"/>
                  </a:lnTo>
                  <a:cubicBezTo>
                    <a:pt x="4821" y="0"/>
                    <a:pt x="4790" y="662"/>
                    <a:pt x="5262" y="662"/>
                  </a:cubicBezTo>
                  <a:lnTo>
                    <a:pt x="5609" y="662"/>
                  </a:lnTo>
                  <a:lnTo>
                    <a:pt x="5609" y="1418"/>
                  </a:lnTo>
                  <a:lnTo>
                    <a:pt x="2868" y="1418"/>
                  </a:lnTo>
                  <a:lnTo>
                    <a:pt x="2868" y="662"/>
                  </a:lnTo>
                  <a:lnTo>
                    <a:pt x="3214" y="662"/>
                  </a:lnTo>
                  <a:cubicBezTo>
                    <a:pt x="3655" y="662"/>
                    <a:pt x="3687" y="0"/>
                    <a:pt x="32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2" name="Google Shape;2152;p63"/>
          <p:cNvGrpSpPr/>
          <p:nvPr/>
        </p:nvGrpSpPr>
        <p:grpSpPr>
          <a:xfrm>
            <a:off x="1031745" y="3884516"/>
            <a:ext cx="400951" cy="397747"/>
            <a:chOff x="-5613150" y="3991275"/>
            <a:chExt cx="294600" cy="292225"/>
          </a:xfrm>
        </p:grpSpPr>
        <p:sp>
          <p:nvSpPr>
            <p:cNvPr id="2153" name="Google Shape;2153;p63"/>
            <p:cNvSpPr/>
            <p:nvPr/>
          </p:nvSpPr>
          <p:spPr>
            <a:xfrm>
              <a:off x="-5480050" y="4046400"/>
              <a:ext cx="27600" cy="14200"/>
            </a:xfrm>
            <a:custGeom>
              <a:avLst/>
              <a:gdLst/>
              <a:ahLst/>
              <a:cxnLst/>
              <a:rect l="l" t="t" r="r" b="b"/>
              <a:pathLst>
                <a:path w="1104" h="568" extrusionOk="0">
                  <a:moveTo>
                    <a:pt x="537" y="1"/>
                  </a:moveTo>
                  <a:lnTo>
                    <a:pt x="1" y="568"/>
                  </a:lnTo>
                  <a:lnTo>
                    <a:pt x="1104" y="568"/>
                  </a:lnTo>
                  <a:lnTo>
                    <a:pt x="53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63"/>
            <p:cNvSpPr/>
            <p:nvPr/>
          </p:nvSpPr>
          <p:spPr>
            <a:xfrm>
              <a:off x="-553122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693" y="1"/>
                  </a:moveTo>
                  <a:lnTo>
                    <a:pt x="0" y="726"/>
                  </a:lnTo>
                  <a:lnTo>
                    <a:pt x="1103" y="726"/>
                  </a:lnTo>
                  <a:lnTo>
                    <a:pt x="176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63"/>
            <p:cNvSpPr/>
            <p:nvPr/>
          </p:nvSpPr>
          <p:spPr>
            <a:xfrm>
              <a:off x="-5443025" y="4077125"/>
              <a:ext cx="41775" cy="40975"/>
            </a:xfrm>
            <a:custGeom>
              <a:avLst/>
              <a:gdLst/>
              <a:ahLst/>
              <a:cxnLst/>
              <a:rect l="l" t="t" r="r" b="b"/>
              <a:pathLst>
                <a:path w="1671" h="1639" extrusionOk="0">
                  <a:moveTo>
                    <a:pt x="694" y="0"/>
                  </a:moveTo>
                  <a:lnTo>
                    <a:pt x="1" y="1638"/>
                  </a:lnTo>
                  <a:lnTo>
                    <a:pt x="1" y="1638"/>
                  </a:lnTo>
                  <a:lnTo>
                    <a:pt x="167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63"/>
            <p:cNvSpPr/>
            <p:nvPr/>
          </p:nvSpPr>
          <p:spPr>
            <a:xfrm>
              <a:off x="-5487925" y="4077125"/>
              <a:ext cx="43350" cy="54375"/>
            </a:xfrm>
            <a:custGeom>
              <a:avLst/>
              <a:gdLst/>
              <a:ahLst/>
              <a:cxnLst/>
              <a:rect l="l" t="t" r="r" b="b"/>
              <a:pathLst>
                <a:path w="1734" h="2175" extrusionOk="0">
                  <a:moveTo>
                    <a:pt x="1" y="0"/>
                  </a:moveTo>
                  <a:lnTo>
                    <a:pt x="852" y="2174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63"/>
            <p:cNvSpPr/>
            <p:nvPr/>
          </p:nvSpPr>
          <p:spPr>
            <a:xfrm>
              <a:off x="-5445375" y="4042450"/>
              <a:ext cx="44125" cy="18150"/>
            </a:xfrm>
            <a:custGeom>
              <a:avLst/>
              <a:gdLst/>
              <a:ahLst/>
              <a:cxnLst/>
              <a:rect l="l" t="t" r="r" b="b"/>
              <a:pathLst>
                <a:path w="1765" h="726" extrusionOk="0">
                  <a:moveTo>
                    <a:pt x="0" y="1"/>
                  </a:moveTo>
                  <a:lnTo>
                    <a:pt x="693" y="726"/>
                  </a:lnTo>
                  <a:lnTo>
                    <a:pt x="1764" y="726"/>
                  </a:lnTo>
                  <a:lnTo>
                    <a:pt x="11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63"/>
            <p:cNvSpPr/>
            <p:nvPr/>
          </p:nvSpPr>
          <p:spPr>
            <a:xfrm>
              <a:off x="-5531225" y="4077125"/>
              <a:ext cx="41750" cy="40975"/>
            </a:xfrm>
            <a:custGeom>
              <a:avLst/>
              <a:gdLst/>
              <a:ahLst/>
              <a:cxnLst/>
              <a:rect l="l" t="t" r="r" b="b"/>
              <a:pathLst>
                <a:path w="1670" h="1639" extrusionOk="0">
                  <a:moveTo>
                    <a:pt x="0" y="0"/>
                  </a:moveTo>
                  <a:lnTo>
                    <a:pt x="1670" y="1638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63"/>
            <p:cNvSpPr/>
            <p:nvPr/>
          </p:nvSpPr>
          <p:spPr>
            <a:xfrm>
              <a:off x="-5613150" y="4198400"/>
              <a:ext cx="292225" cy="33900"/>
            </a:xfrm>
            <a:custGeom>
              <a:avLst/>
              <a:gdLst/>
              <a:ahLst/>
              <a:cxnLst/>
              <a:rect l="l" t="t" r="r" b="b"/>
              <a:pathLst>
                <a:path w="11689" h="1356" extrusionOk="0">
                  <a:moveTo>
                    <a:pt x="1" y="1"/>
                  </a:moveTo>
                  <a:lnTo>
                    <a:pt x="1" y="347"/>
                  </a:lnTo>
                  <a:lnTo>
                    <a:pt x="32" y="347"/>
                  </a:lnTo>
                  <a:cubicBezTo>
                    <a:pt x="32" y="883"/>
                    <a:pt x="505" y="1356"/>
                    <a:pt x="1072" y="1356"/>
                  </a:cubicBezTo>
                  <a:lnTo>
                    <a:pt x="10681" y="1356"/>
                  </a:lnTo>
                  <a:cubicBezTo>
                    <a:pt x="11216" y="1356"/>
                    <a:pt x="11689" y="883"/>
                    <a:pt x="11689" y="347"/>
                  </a:cubicBezTo>
                  <a:lnTo>
                    <a:pt x="116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0" name="Google Shape;2160;p63"/>
            <p:cNvSpPr/>
            <p:nvPr/>
          </p:nvSpPr>
          <p:spPr>
            <a:xfrm>
              <a:off x="-5610775" y="3991275"/>
              <a:ext cx="292225" cy="189050"/>
            </a:xfrm>
            <a:custGeom>
              <a:avLst/>
              <a:gdLst/>
              <a:ahLst/>
              <a:cxnLst/>
              <a:rect l="l" t="t" r="r" b="b"/>
              <a:pathLst>
                <a:path w="11689" h="7562" extrusionOk="0">
                  <a:moveTo>
                    <a:pt x="7813" y="1386"/>
                  </a:moveTo>
                  <a:cubicBezTo>
                    <a:pt x="7908" y="1386"/>
                    <a:pt x="8034" y="1418"/>
                    <a:pt x="8065" y="1512"/>
                  </a:cubicBezTo>
                  <a:cubicBezTo>
                    <a:pt x="8128" y="1575"/>
                    <a:pt x="9483" y="2867"/>
                    <a:pt x="9515" y="2993"/>
                  </a:cubicBezTo>
                  <a:cubicBezTo>
                    <a:pt x="9578" y="3088"/>
                    <a:pt x="9578" y="3214"/>
                    <a:pt x="9452" y="3340"/>
                  </a:cubicBezTo>
                  <a:lnTo>
                    <a:pt x="6018" y="6774"/>
                  </a:lnTo>
                  <a:cubicBezTo>
                    <a:pt x="5943" y="6848"/>
                    <a:pt x="5862" y="6880"/>
                    <a:pt x="5783" y="6880"/>
                  </a:cubicBezTo>
                  <a:cubicBezTo>
                    <a:pt x="5696" y="6880"/>
                    <a:pt x="5612" y="6840"/>
                    <a:pt x="5545" y="6774"/>
                  </a:cubicBezTo>
                  <a:lnTo>
                    <a:pt x="2111" y="3340"/>
                  </a:lnTo>
                  <a:cubicBezTo>
                    <a:pt x="2001" y="3230"/>
                    <a:pt x="1987" y="2976"/>
                    <a:pt x="2027" y="2976"/>
                  </a:cubicBezTo>
                  <a:cubicBezTo>
                    <a:pt x="2033" y="2976"/>
                    <a:pt x="2040" y="2981"/>
                    <a:pt x="2048" y="2993"/>
                  </a:cubicBezTo>
                  <a:cubicBezTo>
                    <a:pt x="2048" y="2962"/>
                    <a:pt x="2079" y="2930"/>
                    <a:pt x="2111" y="2867"/>
                  </a:cubicBezTo>
                  <a:lnTo>
                    <a:pt x="3497" y="1512"/>
                  </a:lnTo>
                  <a:cubicBezTo>
                    <a:pt x="3560" y="1418"/>
                    <a:pt x="3655" y="1386"/>
                    <a:pt x="3718" y="1386"/>
                  </a:cubicBezTo>
                  <a:close/>
                  <a:moveTo>
                    <a:pt x="1008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7561"/>
                  </a:lnTo>
                  <a:lnTo>
                    <a:pt x="11689" y="7561"/>
                  </a:lnTo>
                  <a:lnTo>
                    <a:pt x="11689" y="1040"/>
                  </a:lnTo>
                  <a:cubicBezTo>
                    <a:pt x="11657" y="473"/>
                    <a:pt x="11184" y="0"/>
                    <a:pt x="106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63"/>
            <p:cNvSpPr/>
            <p:nvPr/>
          </p:nvSpPr>
          <p:spPr>
            <a:xfrm>
              <a:off x="-5546975" y="4250400"/>
              <a:ext cx="160700" cy="33100"/>
            </a:xfrm>
            <a:custGeom>
              <a:avLst/>
              <a:gdLst/>
              <a:ahLst/>
              <a:cxnLst/>
              <a:rect l="l" t="t" r="r" b="b"/>
              <a:pathLst>
                <a:path w="6428" h="1324" extrusionOk="0">
                  <a:moveTo>
                    <a:pt x="1544" y="0"/>
                  </a:moveTo>
                  <a:lnTo>
                    <a:pt x="1386" y="662"/>
                  </a:lnTo>
                  <a:lnTo>
                    <a:pt x="473" y="662"/>
                  </a:lnTo>
                  <a:cubicBezTo>
                    <a:pt x="32" y="662"/>
                    <a:pt x="0" y="1323"/>
                    <a:pt x="473" y="1323"/>
                  </a:cubicBezTo>
                  <a:lnTo>
                    <a:pt x="5955" y="1323"/>
                  </a:lnTo>
                  <a:cubicBezTo>
                    <a:pt x="6427" y="1323"/>
                    <a:pt x="6427" y="662"/>
                    <a:pt x="5986" y="662"/>
                  </a:cubicBezTo>
                  <a:lnTo>
                    <a:pt x="5072" y="662"/>
                  </a:lnTo>
                  <a:lnTo>
                    <a:pt x="491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2" name="Google Shape;2162;p63"/>
          <p:cNvGrpSpPr/>
          <p:nvPr/>
        </p:nvGrpSpPr>
        <p:grpSpPr>
          <a:xfrm>
            <a:off x="1033889" y="2718506"/>
            <a:ext cx="396663" cy="397747"/>
            <a:chOff x="-5251625" y="3991275"/>
            <a:chExt cx="291450" cy="292225"/>
          </a:xfrm>
        </p:grpSpPr>
        <p:sp>
          <p:nvSpPr>
            <p:cNvPr id="2163" name="Google Shape;2163;p63"/>
            <p:cNvSpPr/>
            <p:nvPr/>
          </p:nvSpPr>
          <p:spPr>
            <a:xfrm>
              <a:off x="-5179950" y="4198400"/>
              <a:ext cx="145725" cy="85100"/>
            </a:xfrm>
            <a:custGeom>
              <a:avLst/>
              <a:gdLst/>
              <a:ahLst/>
              <a:cxnLst/>
              <a:rect l="l" t="t" r="r" b="b"/>
              <a:pathLst>
                <a:path w="5829" h="3404" extrusionOk="0">
                  <a:moveTo>
                    <a:pt x="0" y="1"/>
                  </a:moveTo>
                  <a:lnTo>
                    <a:pt x="504" y="3151"/>
                  </a:lnTo>
                  <a:cubicBezTo>
                    <a:pt x="567" y="3309"/>
                    <a:pt x="662" y="3403"/>
                    <a:pt x="883" y="3403"/>
                  </a:cubicBezTo>
                  <a:lnTo>
                    <a:pt x="4978" y="3403"/>
                  </a:lnTo>
                  <a:cubicBezTo>
                    <a:pt x="5136" y="3403"/>
                    <a:pt x="5293" y="3309"/>
                    <a:pt x="5325" y="3151"/>
                  </a:cubicBezTo>
                  <a:lnTo>
                    <a:pt x="582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63"/>
            <p:cNvSpPr/>
            <p:nvPr/>
          </p:nvSpPr>
          <p:spPr>
            <a:xfrm>
              <a:off x="-5203575" y="4129100"/>
              <a:ext cx="196925" cy="51225"/>
            </a:xfrm>
            <a:custGeom>
              <a:avLst/>
              <a:gdLst/>
              <a:ahLst/>
              <a:cxnLst/>
              <a:rect l="l" t="t" r="r" b="b"/>
              <a:pathLst>
                <a:path w="7877" h="2049" extrusionOk="0">
                  <a:moveTo>
                    <a:pt x="1229" y="1"/>
                  </a:moveTo>
                  <a:cubicBezTo>
                    <a:pt x="504" y="1"/>
                    <a:pt x="0" y="662"/>
                    <a:pt x="284" y="1387"/>
                  </a:cubicBezTo>
                  <a:cubicBezTo>
                    <a:pt x="284" y="1702"/>
                    <a:pt x="567" y="1922"/>
                    <a:pt x="882" y="2017"/>
                  </a:cubicBezTo>
                  <a:cubicBezTo>
                    <a:pt x="945" y="2048"/>
                    <a:pt x="1071" y="2048"/>
                    <a:pt x="1197" y="2048"/>
                  </a:cubicBezTo>
                  <a:lnTo>
                    <a:pt x="6648" y="2048"/>
                  </a:lnTo>
                  <a:cubicBezTo>
                    <a:pt x="6774" y="2048"/>
                    <a:pt x="6868" y="2017"/>
                    <a:pt x="6963" y="2017"/>
                  </a:cubicBezTo>
                  <a:cubicBezTo>
                    <a:pt x="7278" y="1922"/>
                    <a:pt x="7530" y="1702"/>
                    <a:pt x="7656" y="1387"/>
                  </a:cubicBezTo>
                  <a:cubicBezTo>
                    <a:pt x="7876" y="662"/>
                    <a:pt x="7372" y="1"/>
                    <a:pt x="67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63"/>
            <p:cNvSpPr/>
            <p:nvPr/>
          </p:nvSpPr>
          <p:spPr>
            <a:xfrm>
              <a:off x="-5251625" y="3991275"/>
              <a:ext cx="291450" cy="172500"/>
            </a:xfrm>
            <a:custGeom>
              <a:avLst/>
              <a:gdLst/>
              <a:ahLst/>
              <a:cxnLst/>
              <a:rect l="l" t="t" r="r" b="b"/>
              <a:pathLst>
                <a:path w="11658" h="6900" extrusionOk="0"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lnTo>
                    <a:pt x="0" y="5829"/>
                  </a:lnTo>
                  <a:cubicBezTo>
                    <a:pt x="0" y="6396"/>
                    <a:pt x="473" y="6900"/>
                    <a:pt x="1009" y="6900"/>
                  </a:cubicBezTo>
                  <a:lnTo>
                    <a:pt x="1418" y="6900"/>
                  </a:lnTo>
                  <a:cubicBezTo>
                    <a:pt x="1387" y="6774"/>
                    <a:pt x="1387" y="6648"/>
                    <a:pt x="1387" y="6553"/>
                  </a:cubicBezTo>
                  <a:cubicBezTo>
                    <a:pt x="1387" y="5608"/>
                    <a:pt x="2111" y="4852"/>
                    <a:pt x="3056" y="4852"/>
                  </a:cubicBezTo>
                  <a:lnTo>
                    <a:pt x="3781" y="4852"/>
                  </a:lnTo>
                  <a:cubicBezTo>
                    <a:pt x="3907" y="4285"/>
                    <a:pt x="4254" y="3875"/>
                    <a:pt x="4726" y="3623"/>
                  </a:cubicBezTo>
                  <a:cubicBezTo>
                    <a:pt x="4537" y="3371"/>
                    <a:pt x="4411" y="3119"/>
                    <a:pt x="4411" y="2773"/>
                  </a:cubicBezTo>
                  <a:cubicBezTo>
                    <a:pt x="4411" y="2016"/>
                    <a:pt x="5041" y="1386"/>
                    <a:pt x="5797" y="1386"/>
                  </a:cubicBezTo>
                  <a:cubicBezTo>
                    <a:pt x="6522" y="1386"/>
                    <a:pt x="7152" y="2016"/>
                    <a:pt x="7152" y="2773"/>
                  </a:cubicBezTo>
                  <a:cubicBezTo>
                    <a:pt x="7152" y="3088"/>
                    <a:pt x="7058" y="3403"/>
                    <a:pt x="6837" y="3623"/>
                  </a:cubicBezTo>
                  <a:cubicBezTo>
                    <a:pt x="7310" y="3875"/>
                    <a:pt x="7688" y="4285"/>
                    <a:pt x="7782" y="4852"/>
                  </a:cubicBezTo>
                  <a:lnTo>
                    <a:pt x="8507" y="4852"/>
                  </a:lnTo>
                  <a:cubicBezTo>
                    <a:pt x="9452" y="4852"/>
                    <a:pt x="10208" y="5608"/>
                    <a:pt x="10208" y="6553"/>
                  </a:cubicBezTo>
                  <a:cubicBezTo>
                    <a:pt x="10208" y="6648"/>
                    <a:pt x="10208" y="6774"/>
                    <a:pt x="10145" y="6900"/>
                  </a:cubicBezTo>
                  <a:lnTo>
                    <a:pt x="10586" y="6900"/>
                  </a:lnTo>
                  <a:cubicBezTo>
                    <a:pt x="11153" y="6900"/>
                    <a:pt x="11626" y="6427"/>
                    <a:pt x="11626" y="5829"/>
                  </a:cubicBezTo>
                  <a:lnTo>
                    <a:pt x="11626" y="1040"/>
                  </a:lnTo>
                  <a:cubicBezTo>
                    <a:pt x="11657" y="473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63"/>
            <p:cNvSpPr/>
            <p:nvPr/>
          </p:nvSpPr>
          <p:spPr>
            <a:xfrm>
              <a:off x="-5139775" y="4096025"/>
              <a:ext cx="65400" cy="17350"/>
            </a:xfrm>
            <a:custGeom>
              <a:avLst/>
              <a:gdLst/>
              <a:ahLst/>
              <a:cxnLst/>
              <a:rect l="l" t="t" r="r" b="b"/>
              <a:pathLst>
                <a:path w="2616" h="694" extrusionOk="0">
                  <a:moveTo>
                    <a:pt x="1008" y="0"/>
                  </a:moveTo>
                  <a:cubicBezTo>
                    <a:pt x="567" y="0"/>
                    <a:pt x="158" y="315"/>
                    <a:pt x="0" y="693"/>
                  </a:cubicBezTo>
                  <a:lnTo>
                    <a:pt x="2615" y="693"/>
                  </a:lnTo>
                  <a:cubicBezTo>
                    <a:pt x="2489" y="252"/>
                    <a:pt x="2111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63"/>
            <p:cNvSpPr/>
            <p:nvPr/>
          </p:nvSpPr>
          <p:spPr>
            <a:xfrm>
              <a:off x="-5122450" y="4044825"/>
              <a:ext cx="33100" cy="33100"/>
            </a:xfrm>
            <a:custGeom>
              <a:avLst/>
              <a:gdLst/>
              <a:ahLst/>
              <a:cxnLst/>
              <a:rect l="l" t="t" r="r" b="b"/>
              <a:pathLst>
                <a:path w="1324" h="1324" extrusionOk="0">
                  <a:moveTo>
                    <a:pt x="662" y="0"/>
                  </a:moveTo>
                  <a:cubicBezTo>
                    <a:pt x="252" y="0"/>
                    <a:pt x="0" y="316"/>
                    <a:pt x="0" y="662"/>
                  </a:cubicBezTo>
                  <a:cubicBezTo>
                    <a:pt x="0" y="1009"/>
                    <a:pt x="315" y="1324"/>
                    <a:pt x="662" y="1324"/>
                  </a:cubicBezTo>
                  <a:cubicBezTo>
                    <a:pt x="1008" y="1324"/>
                    <a:pt x="1323" y="1009"/>
                    <a:pt x="1323" y="662"/>
                  </a:cubicBezTo>
                  <a:cubicBezTo>
                    <a:pt x="1323" y="253"/>
                    <a:pt x="1008" y="0"/>
                    <a:pt x="6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65"/>
          <p:cNvSpPr txBox="1">
            <a:spLocks noGrp="1"/>
          </p:cNvSpPr>
          <p:nvPr>
            <p:ph type="title"/>
          </p:nvPr>
        </p:nvSpPr>
        <p:spPr>
          <a:xfrm>
            <a:off x="2144400" y="3289384"/>
            <a:ext cx="4855200" cy="40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—SOMEONE FAMOUS</a:t>
            </a:r>
            <a:endParaRPr/>
          </a:p>
        </p:txBody>
      </p:sp>
      <p:sp>
        <p:nvSpPr>
          <p:cNvPr id="2196" name="Google Shape;2196;p65"/>
          <p:cNvSpPr txBox="1">
            <a:spLocks noGrp="1"/>
          </p:cNvSpPr>
          <p:nvPr>
            <p:ph type="subTitle" idx="1"/>
          </p:nvPr>
        </p:nvSpPr>
        <p:spPr>
          <a:xfrm>
            <a:off x="2144400" y="1451816"/>
            <a:ext cx="4855200" cy="17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“This is a quote, words full of wisdom that someone important said and can make the reader get inspired.”</a:t>
            </a:r>
            <a:endParaRPr/>
          </a:p>
        </p:txBody>
      </p:sp>
      <p:grpSp>
        <p:nvGrpSpPr>
          <p:cNvPr id="2197" name="Google Shape;2197;p65"/>
          <p:cNvGrpSpPr/>
          <p:nvPr/>
        </p:nvGrpSpPr>
        <p:grpSpPr>
          <a:xfrm rot="10800000">
            <a:off x="4094035" y="676550"/>
            <a:ext cx="955958" cy="3790400"/>
            <a:chOff x="4094035" y="676550"/>
            <a:chExt cx="955958" cy="3790400"/>
          </a:xfrm>
        </p:grpSpPr>
        <p:sp>
          <p:nvSpPr>
            <p:cNvPr id="2198" name="Google Shape;2198;p65"/>
            <p:cNvSpPr/>
            <p:nvPr/>
          </p:nvSpPr>
          <p:spPr>
            <a:xfrm>
              <a:off x="4249176" y="676550"/>
              <a:ext cx="645675" cy="96075"/>
            </a:xfrm>
            <a:custGeom>
              <a:avLst/>
              <a:gdLst/>
              <a:ahLst/>
              <a:cxnLst/>
              <a:rect l="l" t="t" r="r" b="b"/>
              <a:pathLst>
                <a:path w="25827" h="3843" extrusionOk="0">
                  <a:moveTo>
                    <a:pt x="1922" y="0"/>
                  </a:moveTo>
                  <a:cubicBezTo>
                    <a:pt x="876" y="0"/>
                    <a:pt x="0" y="848"/>
                    <a:pt x="0" y="1922"/>
                  </a:cubicBezTo>
                  <a:cubicBezTo>
                    <a:pt x="0" y="2967"/>
                    <a:pt x="876" y="3843"/>
                    <a:pt x="1922" y="3843"/>
                  </a:cubicBezTo>
                  <a:lnTo>
                    <a:pt x="23905" y="3843"/>
                  </a:lnTo>
                  <a:cubicBezTo>
                    <a:pt x="24951" y="3843"/>
                    <a:pt x="25827" y="2967"/>
                    <a:pt x="25827" y="1922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9" name="Google Shape;2199;p65"/>
            <p:cNvGrpSpPr/>
            <p:nvPr/>
          </p:nvGrpSpPr>
          <p:grpSpPr>
            <a:xfrm rot="5400000">
              <a:off x="4456523" y="3873480"/>
              <a:ext cx="230983" cy="955958"/>
              <a:chOff x="2439600" y="1817078"/>
              <a:chExt cx="371295" cy="1536662"/>
            </a:xfrm>
          </p:grpSpPr>
          <p:sp>
            <p:nvSpPr>
              <p:cNvPr id="2200" name="Google Shape;2200;p65"/>
              <p:cNvSpPr/>
              <p:nvPr/>
            </p:nvSpPr>
            <p:spPr>
              <a:xfrm>
                <a:off x="2439600" y="298235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Google Shape;2201;p65"/>
              <p:cNvSpPr/>
              <p:nvPr/>
            </p:nvSpPr>
            <p:spPr>
              <a:xfrm>
                <a:off x="2439600" y="2399717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Google Shape;2202;p65"/>
              <p:cNvSpPr/>
              <p:nvPr/>
            </p:nvSpPr>
            <p:spPr>
              <a:xfrm>
                <a:off x="2439600" y="1817078"/>
                <a:ext cx="371295" cy="371383"/>
              </a:xfrm>
              <a:custGeom>
                <a:avLst/>
                <a:gdLst/>
                <a:ahLst/>
                <a:cxnLst/>
                <a:rect l="l" t="t" r="r" b="b"/>
                <a:pathLst>
                  <a:path w="35412" h="35412" extrusionOk="0">
                    <a:moveTo>
                      <a:pt x="17691" y="1"/>
                    </a:moveTo>
                    <a:lnTo>
                      <a:pt x="15351" y="4590"/>
                    </a:lnTo>
                    <a:cubicBezTo>
                      <a:pt x="12949" y="9211"/>
                      <a:pt x="9180" y="12980"/>
                      <a:pt x="4560" y="15350"/>
                    </a:cubicBezTo>
                    <a:lnTo>
                      <a:pt x="1" y="17721"/>
                    </a:lnTo>
                    <a:lnTo>
                      <a:pt x="4560" y="20062"/>
                    </a:lnTo>
                    <a:cubicBezTo>
                      <a:pt x="9180" y="22463"/>
                      <a:pt x="12949" y="26232"/>
                      <a:pt x="15351" y="30852"/>
                    </a:cubicBezTo>
                    <a:lnTo>
                      <a:pt x="17691" y="35412"/>
                    </a:lnTo>
                    <a:lnTo>
                      <a:pt x="20062" y="30852"/>
                    </a:lnTo>
                    <a:cubicBezTo>
                      <a:pt x="22433" y="26232"/>
                      <a:pt x="26202" y="22463"/>
                      <a:pt x="30822" y="20062"/>
                    </a:cubicBezTo>
                    <a:lnTo>
                      <a:pt x="35412" y="17721"/>
                    </a:lnTo>
                    <a:lnTo>
                      <a:pt x="30822" y="15350"/>
                    </a:lnTo>
                    <a:cubicBezTo>
                      <a:pt x="26202" y="12980"/>
                      <a:pt x="22433" y="9211"/>
                      <a:pt x="20062" y="4590"/>
                    </a:cubicBezTo>
                    <a:lnTo>
                      <a:pt x="1769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66"/>
          <p:cNvSpPr/>
          <p:nvPr/>
        </p:nvSpPr>
        <p:spPr>
          <a:xfrm flipH="1">
            <a:off x="3915450" y="412271"/>
            <a:ext cx="1313100" cy="131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8" name="Google Shape;2208;p66"/>
          <p:cNvSpPr txBox="1">
            <a:spLocks noGrp="1"/>
          </p:cNvSpPr>
          <p:nvPr>
            <p:ph type="title"/>
          </p:nvPr>
        </p:nvSpPr>
        <p:spPr>
          <a:xfrm>
            <a:off x="2277450" y="1933325"/>
            <a:ext cx="45891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MNGMT. PLAN</a:t>
            </a:r>
            <a:endParaRPr/>
          </a:p>
        </p:txBody>
      </p:sp>
      <p:sp>
        <p:nvSpPr>
          <p:cNvPr id="2209" name="Google Shape;2209;p66"/>
          <p:cNvSpPr txBox="1">
            <a:spLocks noGrp="1"/>
          </p:cNvSpPr>
          <p:nvPr>
            <p:ph type="title" idx="2"/>
          </p:nvPr>
        </p:nvSpPr>
        <p:spPr>
          <a:xfrm>
            <a:off x="3772050" y="605466"/>
            <a:ext cx="15999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10" name="Google Shape;2210;p66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2211" name="Google Shape;2211;p66"/>
          <p:cNvGrpSpPr/>
          <p:nvPr/>
        </p:nvGrpSpPr>
        <p:grpSpPr>
          <a:xfrm>
            <a:off x="4190029" y="4565029"/>
            <a:ext cx="763950" cy="166200"/>
            <a:chOff x="778750" y="1794600"/>
            <a:chExt cx="763950" cy="166200"/>
          </a:xfrm>
        </p:grpSpPr>
        <p:sp>
          <p:nvSpPr>
            <p:cNvPr id="2212" name="Google Shape;2212;p66"/>
            <p:cNvSpPr/>
            <p:nvPr/>
          </p:nvSpPr>
          <p:spPr>
            <a:xfrm>
              <a:off x="1370475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17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66"/>
            <p:cNvSpPr/>
            <p:nvPr/>
          </p:nvSpPr>
          <p:spPr>
            <a:xfrm>
              <a:off x="1079350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46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66"/>
            <p:cNvSpPr/>
            <p:nvPr/>
          </p:nvSpPr>
          <p:spPr>
            <a:xfrm>
              <a:off x="778750" y="1794600"/>
              <a:ext cx="194100" cy="166200"/>
            </a:xfrm>
            <a:custGeom>
              <a:avLst/>
              <a:gdLst/>
              <a:ahLst/>
              <a:cxnLst/>
              <a:rect l="l" t="t" r="r" b="b"/>
              <a:pathLst>
                <a:path w="7764" h="6648" extrusionOk="0">
                  <a:moveTo>
                    <a:pt x="3327" y="752"/>
                  </a:moveTo>
                  <a:cubicBezTo>
                    <a:pt x="5633" y="752"/>
                    <a:pt x="6771" y="3525"/>
                    <a:pt x="5137" y="5159"/>
                  </a:cubicBezTo>
                  <a:cubicBezTo>
                    <a:pt x="4610" y="5686"/>
                    <a:pt x="3964" y="5922"/>
                    <a:pt x="3331" y="5922"/>
                  </a:cubicBezTo>
                  <a:cubicBezTo>
                    <a:pt x="2002" y="5922"/>
                    <a:pt x="730" y="4882"/>
                    <a:pt x="730" y="3320"/>
                  </a:cubicBezTo>
                  <a:cubicBezTo>
                    <a:pt x="730" y="1890"/>
                    <a:pt x="1897" y="752"/>
                    <a:pt x="3327" y="752"/>
                  </a:cubicBezTo>
                  <a:close/>
                  <a:moveTo>
                    <a:pt x="3332" y="1"/>
                  </a:moveTo>
                  <a:cubicBezTo>
                    <a:pt x="1628" y="1"/>
                    <a:pt x="0" y="1327"/>
                    <a:pt x="0" y="3320"/>
                  </a:cubicBezTo>
                  <a:cubicBezTo>
                    <a:pt x="0" y="5159"/>
                    <a:pt x="1489" y="6647"/>
                    <a:pt x="3327" y="6647"/>
                  </a:cubicBezTo>
                  <a:cubicBezTo>
                    <a:pt x="6275" y="6647"/>
                    <a:pt x="7763" y="3058"/>
                    <a:pt x="5662" y="985"/>
                  </a:cubicBezTo>
                  <a:cubicBezTo>
                    <a:pt x="4982" y="305"/>
                    <a:pt x="4148" y="1"/>
                    <a:pt x="33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67"/>
          <p:cNvSpPr txBox="1">
            <a:spLocks noGrp="1"/>
          </p:cNvSpPr>
          <p:nvPr>
            <p:ph type="subTitle" idx="1"/>
          </p:nvPr>
        </p:nvSpPr>
        <p:spPr>
          <a:xfrm>
            <a:off x="5213779" y="1531136"/>
            <a:ext cx="2577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BETH MAYER</a:t>
            </a:r>
            <a:endParaRPr/>
          </a:p>
        </p:txBody>
      </p:sp>
      <p:sp>
        <p:nvSpPr>
          <p:cNvPr id="2220" name="Google Shape;2220;p67"/>
          <p:cNvSpPr txBox="1">
            <a:spLocks noGrp="1"/>
          </p:cNvSpPr>
          <p:nvPr>
            <p:ph type="subTitle" idx="2"/>
          </p:nvPr>
        </p:nvSpPr>
        <p:spPr>
          <a:xfrm>
            <a:off x="5213779" y="1919363"/>
            <a:ext cx="25779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talk a bit about this person</a:t>
            </a:r>
            <a:endParaRPr/>
          </a:p>
        </p:txBody>
      </p:sp>
      <p:sp>
        <p:nvSpPr>
          <p:cNvPr id="2221" name="Google Shape;2221;p67"/>
          <p:cNvSpPr txBox="1">
            <a:spLocks noGrp="1"/>
          </p:cNvSpPr>
          <p:nvPr>
            <p:ph type="subTitle" idx="4"/>
          </p:nvPr>
        </p:nvSpPr>
        <p:spPr>
          <a:xfrm>
            <a:off x="5213779" y="3226658"/>
            <a:ext cx="2577900" cy="61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you can talk a bit about this person</a:t>
            </a:r>
            <a:endParaRPr/>
          </a:p>
        </p:txBody>
      </p:sp>
      <p:sp>
        <p:nvSpPr>
          <p:cNvPr id="2222" name="Google Shape;2222;p67"/>
          <p:cNvSpPr txBox="1">
            <a:spLocks noGrp="1"/>
          </p:cNvSpPr>
          <p:nvPr>
            <p:ph type="subTitle" idx="3"/>
          </p:nvPr>
        </p:nvSpPr>
        <p:spPr>
          <a:xfrm>
            <a:off x="5213779" y="2838432"/>
            <a:ext cx="2577900" cy="3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KHRIS JOHNSON</a:t>
            </a:r>
            <a:endParaRPr/>
          </a:p>
        </p:txBody>
      </p:sp>
      <p:sp>
        <p:nvSpPr>
          <p:cNvPr id="2223" name="Google Shape;2223;p67"/>
          <p:cNvSpPr txBox="1">
            <a:spLocks noGrp="1"/>
          </p:cNvSpPr>
          <p:nvPr>
            <p:ph type="title"/>
          </p:nvPr>
        </p:nvSpPr>
        <p:spPr>
          <a:xfrm>
            <a:off x="4745050" y="387600"/>
            <a:ext cx="36765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grpSp>
        <p:nvGrpSpPr>
          <p:cNvPr id="2225" name="Google Shape;2225;p67"/>
          <p:cNvGrpSpPr/>
          <p:nvPr/>
        </p:nvGrpSpPr>
        <p:grpSpPr>
          <a:xfrm>
            <a:off x="3794727" y="4366259"/>
            <a:ext cx="1554524" cy="777240"/>
            <a:chOff x="4122925" y="4029425"/>
            <a:chExt cx="1430500" cy="715625"/>
          </a:xfrm>
        </p:grpSpPr>
        <p:sp>
          <p:nvSpPr>
            <p:cNvPr id="2226" name="Google Shape;2226;p67"/>
            <p:cNvSpPr/>
            <p:nvPr/>
          </p:nvSpPr>
          <p:spPr>
            <a:xfrm>
              <a:off x="4837800" y="4030125"/>
              <a:ext cx="715625" cy="714925"/>
            </a:xfrm>
            <a:custGeom>
              <a:avLst/>
              <a:gdLst/>
              <a:ahLst/>
              <a:cxnLst/>
              <a:rect l="l" t="t" r="r" b="b"/>
              <a:pathLst>
                <a:path w="28625" h="28597" extrusionOk="0">
                  <a:moveTo>
                    <a:pt x="57" y="1"/>
                  </a:moveTo>
                  <a:cubicBezTo>
                    <a:pt x="29" y="933"/>
                    <a:pt x="1" y="1837"/>
                    <a:pt x="1" y="2798"/>
                  </a:cubicBezTo>
                  <a:lnTo>
                    <a:pt x="1" y="14129"/>
                  </a:lnTo>
                  <a:cubicBezTo>
                    <a:pt x="7997" y="14129"/>
                    <a:pt x="14496" y="20600"/>
                    <a:pt x="14496" y="28596"/>
                  </a:cubicBezTo>
                  <a:lnTo>
                    <a:pt x="28624" y="28596"/>
                  </a:lnTo>
                  <a:cubicBezTo>
                    <a:pt x="28596" y="12829"/>
                    <a:pt x="15824" y="29"/>
                    <a:pt x="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67"/>
            <p:cNvSpPr/>
            <p:nvPr/>
          </p:nvSpPr>
          <p:spPr>
            <a:xfrm>
              <a:off x="4122925" y="4029425"/>
              <a:ext cx="714900" cy="715625"/>
            </a:xfrm>
            <a:custGeom>
              <a:avLst/>
              <a:gdLst/>
              <a:ahLst/>
              <a:cxnLst/>
              <a:rect l="l" t="t" r="r" b="b"/>
              <a:pathLst>
                <a:path w="28596" h="28625" extrusionOk="0">
                  <a:moveTo>
                    <a:pt x="28596" y="0"/>
                  </a:moveTo>
                  <a:cubicBezTo>
                    <a:pt x="12800" y="29"/>
                    <a:pt x="0" y="12829"/>
                    <a:pt x="0" y="28624"/>
                  </a:cubicBezTo>
                  <a:lnTo>
                    <a:pt x="14128" y="28624"/>
                  </a:lnTo>
                  <a:cubicBezTo>
                    <a:pt x="14128" y="20628"/>
                    <a:pt x="20599" y="14129"/>
                    <a:pt x="28596" y="14129"/>
                  </a:cubicBezTo>
                  <a:lnTo>
                    <a:pt x="2859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p68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513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ORGANIZATIONAL CHART</a:t>
            </a:r>
            <a:endParaRPr/>
          </a:p>
        </p:txBody>
      </p:sp>
      <p:sp>
        <p:nvSpPr>
          <p:cNvPr id="2233" name="Google Shape;2233;p68"/>
          <p:cNvSpPr/>
          <p:nvPr/>
        </p:nvSpPr>
        <p:spPr>
          <a:xfrm>
            <a:off x="5506078" y="1522350"/>
            <a:ext cx="2664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Mercury is the closest planet to the Sun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34" name="Google Shape;2234;p68"/>
          <p:cNvSpPr/>
          <p:nvPr/>
        </p:nvSpPr>
        <p:spPr>
          <a:xfrm>
            <a:off x="5506078" y="2277475"/>
            <a:ext cx="26646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Venus has a beautiful name and is the second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35" name="Google Shape;2235;p68"/>
          <p:cNvSpPr/>
          <p:nvPr/>
        </p:nvSpPr>
        <p:spPr>
          <a:xfrm>
            <a:off x="5506078" y="3068900"/>
            <a:ext cx="26646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Saturn is a gas giant and has several rings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grpSp>
        <p:nvGrpSpPr>
          <p:cNvPr id="2236" name="Google Shape;2236;p68"/>
          <p:cNvGrpSpPr/>
          <p:nvPr/>
        </p:nvGrpSpPr>
        <p:grpSpPr>
          <a:xfrm>
            <a:off x="1667909" y="1751048"/>
            <a:ext cx="3374107" cy="2356151"/>
            <a:chOff x="1623806" y="1751048"/>
            <a:chExt cx="3374107" cy="2356151"/>
          </a:xfrm>
        </p:grpSpPr>
        <p:cxnSp>
          <p:nvCxnSpPr>
            <p:cNvPr id="2237" name="Google Shape;2237;p68"/>
            <p:cNvCxnSpPr/>
            <p:nvPr/>
          </p:nvCxnSpPr>
          <p:spPr>
            <a:xfrm>
              <a:off x="1770700" y="2935041"/>
              <a:ext cx="1225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238" name="Google Shape;2238;p68"/>
            <p:cNvGrpSpPr/>
            <p:nvPr/>
          </p:nvGrpSpPr>
          <p:grpSpPr>
            <a:xfrm>
              <a:off x="3191598" y="2544713"/>
              <a:ext cx="1028497" cy="780656"/>
              <a:chOff x="3547577" y="1555625"/>
              <a:chExt cx="329478" cy="702155"/>
            </a:xfrm>
          </p:grpSpPr>
          <p:sp>
            <p:nvSpPr>
              <p:cNvPr id="2239" name="Google Shape;2239;p68"/>
              <p:cNvSpPr/>
              <p:nvPr/>
            </p:nvSpPr>
            <p:spPr>
              <a:xfrm>
                <a:off x="3547577" y="1555625"/>
                <a:ext cx="329478" cy="351080"/>
              </a:xfrm>
              <a:custGeom>
                <a:avLst/>
                <a:gdLst/>
                <a:ahLst/>
                <a:cxnLst/>
                <a:rect l="l" t="t" r="r" b="b"/>
                <a:pathLst>
                  <a:path w="27910" h="11164" extrusionOk="0">
                    <a:moveTo>
                      <a:pt x="0" y="11164"/>
                    </a:moveTo>
                    <a:lnTo>
                      <a:pt x="15151" y="11164"/>
                    </a:lnTo>
                    <a:lnTo>
                      <a:pt x="15151" y="0"/>
                    </a:lnTo>
                    <a:lnTo>
                      <a:pt x="27910" y="0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40" name="Google Shape;2240;p68"/>
              <p:cNvSpPr/>
              <p:nvPr/>
            </p:nvSpPr>
            <p:spPr>
              <a:xfrm rot="10800000" flipH="1">
                <a:off x="3547577" y="1906700"/>
                <a:ext cx="329478" cy="351080"/>
              </a:xfrm>
              <a:custGeom>
                <a:avLst/>
                <a:gdLst/>
                <a:ahLst/>
                <a:cxnLst/>
                <a:rect l="l" t="t" r="r" b="b"/>
                <a:pathLst>
                  <a:path w="27910" h="11164" extrusionOk="0">
                    <a:moveTo>
                      <a:pt x="0" y="11164"/>
                    </a:moveTo>
                    <a:lnTo>
                      <a:pt x="15151" y="11164"/>
                    </a:lnTo>
                    <a:lnTo>
                      <a:pt x="15151" y="0"/>
                    </a:lnTo>
                    <a:lnTo>
                      <a:pt x="27910" y="0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2241" name="Google Shape;2241;p68"/>
            <p:cNvGrpSpPr/>
            <p:nvPr/>
          </p:nvGrpSpPr>
          <p:grpSpPr>
            <a:xfrm>
              <a:off x="1623806" y="1751048"/>
              <a:ext cx="3374107" cy="2356151"/>
              <a:chOff x="1623624" y="1831936"/>
              <a:chExt cx="1347917" cy="2024359"/>
            </a:xfrm>
          </p:grpSpPr>
          <p:sp>
            <p:nvSpPr>
              <p:cNvPr id="2242" name="Google Shape;2242;p68"/>
              <p:cNvSpPr/>
              <p:nvPr/>
            </p:nvSpPr>
            <p:spPr>
              <a:xfrm>
                <a:off x="1623774" y="1831936"/>
                <a:ext cx="1347762" cy="833574"/>
              </a:xfrm>
              <a:custGeom>
                <a:avLst/>
                <a:gdLst/>
                <a:ahLst/>
                <a:cxnLst/>
                <a:rect l="l" t="t" r="r" b="b"/>
                <a:pathLst>
                  <a:path w="20734" h="15949" extrusionOk="0">
                    <a:moveTo>
                      <a:pt x="0" y="15949"/>
                    </a:moveTo>
                    <a:lnTo>
                      <a:pt x="0" y="0"/>
                    </a:lnTo>
                    <a:lnTo>
                      <a:pt x="20734" y="0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243" name="Google Shape;2243;p68"/>
              <p:cNvSpPr/>
              <p:nvPr/>
            </p:nvSpPr>
            <p:spPr>
              <a:xfrm rot="10800000" flipH="1">
                <a:off x="1623624" y="3022920"/>
                <a:ext cx="1347917" cy="833375"/>
              </a:xfrm>
              <a:custGeom>
                <a:avLst/>
                <a:gdLst/>
                <a:ahLst/>
                <a:cxnLst/>
                <a:rect l="l" t="t" r="r" b="b"/>
                <a:pathLst>
                  <a:path w="20734" h="15949" extrusionOk="0">
                    <a:moveTo>
                      <a:pt x="0" y="15949"/>
                    </a:moveTo>
                    <a:lnTo>
                      <a:pt x="0" y="0"/>
                    </a:lnTo>
                    <a:lnTo>
                      <a:pt x="20734" y="0"/>
                    </a:lnTo>
                  </a:path>
                </a:pathLst>
              </a:cu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2244" name="Google Shape;2244;p68"/>
          <p:cNvSpPr/>
          <p:nvPr/>
        </p:nvSpPr>
        <p:spPr>
          <a:xfrm>
            <a:off x="973322" y="2627201"/>
            <a:ext cx="1389300" cy="60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10057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CEO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245" name="Google Shape;2245;p68"/>
          <p:cNvSpPr/>
          <p:nvPr/>
        </p:nvSpPr>
        <p:spPr>
          <a:xfrm>
            <a:off x="4092343" y="1449144"/>
            <a:ext cx="1389300" cy="60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TEAM 1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246" name="Google Shape;2246;p68"/>
          <p:cNvSpPr/>
          <p:nvPr/>
        </p:nvSpPr>
        <p:spPr>
          <a:xfrm>
            <a:off x="4092343" y="2234514"/>
            <a:ext cx="1389300" cy="60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TEAM 2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247" name="Google Shape;2247;p68"/>
          <p:cNvSpPr/>
          <p:nvPr/>
        </p:nvSpPr>
        <p:spPr>
          <a:xfrm>
            <a:off x="4092343" y="3019888"/>
            <a:ext cx="1389300" cy="60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TEAM 3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248" name="Google Shape;2248;p68"/>
          <p:cNvSpPr/>
          <p:nvPr/>
        </p:nvSpPr>
        <p:spPr>
          <a:xfrm>
            <a:off x="4092343" y="3805263"/>
            <a:ext cx="1389300" cy="60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TEAM 4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249" name="Google Shape;2249;p68"/>
          <p:cNvSpPr/>
          <p:nvPr/>
        </p:nvSpPr>
        <p:spPr>
          <a:xfrm>
            <a:off x="5506078" y="3860325"/>
            <a:ext cx="26646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75" tIns="0" rIns="18287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Despite being red, Mars is actually a cold place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50" name="Google Shape;2250;p68"/>
          <p:cNvSpPr/>
          <p:nvPr/>
        </p:nvSpPr>
        <p:spPr>
          <a:xfrm>
            <a:off x="2887588" y="1449144"/>
            <a:ext cx="603600" cy="603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1" name="Google Shape;2251;p68"/>
          <p:cNvSpPr/>
          <p:nvPr/>
        </p:nvSpPr>
        <p:spPr>
          <a:xfrm>
            <a:off x="2887588" y="2627201"/>
            <a:ext cx="603600" cy="60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2" name="Google Shape;2252;p68"/>
          <p:cNvSpPr/>
          <p:nvPr/>
        </p:nvSpPr>
        <p:spPr>
          <a:xfrm>
            <a:off x="2887588" y="3805263"/>
            <a:ext cx="603600" cy="60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3" name="Google Shape;2253;p68"/>
          <p:cNvGrpSpPr/>
          <p:nvPr/>
        </p:nvGrpSpPr>
        <p:grpSpPr>
          <a:xfrm>
            <a:off x="3001714" y="3933012"/>
            <a:ext cx="375350" cy="348129"/>
            <a:chOff x="-62511900" y="4129100"/>
            <a:chExt cx="304050" cy="282000"/>
          </a:xfrm>
        </p:grpSpPr>
        <p:sp>
          <p:nvSpPr>
            <p:cNvPr id="2254" name="Google Shape;2254;p68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68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68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68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68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9" name="Google Shape;2259;p68"/>
          <p:cNvGrpSpPr/>
          <p:nvPr/>
        </p:nvGrpSpPr>
        <p:grpSpPr>
          <a:xfrm>
            <a:off x="2992964" y="1555492"/>
            <a:ext cx="392849" cy="390904"/>
            <a:chOff x="-63679950" y="3360375"/>
            <a:chExt cx="318225" cy="316650"/>
          </a:xfrm>
        </p:grpSpPr>
        <p:sp>
          <p:nvSpPr>
            <p:cNvPr id="2260" name="Google Shape;2260;p68"/>
            <p:cNvSpPr/>
            <p:nvPr/>
          </p:nvSpPr>
          <p:spPr>
            <a:xfrm>
              <a:off x="-63497200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1" name="Google Shape;2261;p68"/>
            <p:cNvSpPr/>
            <p:nvPr/>
          </p:nvSpPr>
          <p:spPr>
            <a:xfrm>
              <a:off x="-63516900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2" name="Google Shape;2262;p68"/>
            <p:cNvSpPr/>
            <p:nvPr/>
          </p:nvSpPr>
          <p:spPr>
            <a:xfrm>
              <a:off x="-63618500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3" name="Google Shape;2263;p68"/>
            <p:cNvSpPr/>
            <p:nvPr/>
          </p:nvSpPr>
          <p:spPr>
            <a:xfrm>
              <a:off x="-63679950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4" name="Google Shape;2264;p68"/>
          <p:cNvGrpSpPr/>
          <p:nvPr/>
        </p:nvGrpSpPr>
        <p:grpSpPr>
          <a:xfrm>
            <a:off x="2991498" y="2732945"/>
            <a:ext cx="395781" cy="392139"/>
            <a:chOff x="-63679950" y="4093450"/>
            <a:chExt cx="320600" cy="317650"/>
          </a:xfrm>
        </p:grpSpPr>
        <p:sp>
          <p:nvSpPr>
            <p:cNvPr id="2265" name="Google Shape;2265;p68"/>
            <p:cNvSpPr/>
            <p:nvPr/>
          </p:nvSpPr>
          <p:spPr>
            <a:xfrm>
              <a:off x="-63595650" y="4093450"/>
              <a:ext cx="236300" cy="230425"/>
            </a:xfrm>
            <a:custGeom>
              <a:avLst/>
              <a:gdLst/>
              <a:ahLst/>
              <a:cxnLst/>
              <a:rect l="l" t="t" r="r" b="b"/>
              <a:pathLst>
                <a:path w="9452" h="9217" extrusionOk="0">
                  <a:moveTo>
                    <a:pt x="3387" y="836"/>
                  </a:moveTo>
                  <a:cubicBezTo>
                    <a:pt x="3497" y="836"/>
                    <a:pt x="3607" y="875"/>
                    <a:pt x="3686" y="954"/>
                  </a:cubicBezTo>
                  <a:cubicBezTo>
                    <a:pt x="3844" y="1111"/>
                    <a:pt x="3844" y="1395"/>
                    <a:pt x="3686" y="1553"/>
                  </a:cubicBezTo>
                  <a:lnTo>
                    <a:pt x="1638" y="3600"/>
                  </a:lnTo>
                  <a:cubicBezTo>
                    <a:pt x="1560" y="3679"/>
                    <a:pt x="1449" y="3718"/>
                    <a:pt x="1339" y="3718"/>
                  </a:cubicBezTo>
                  <a:cubicBezTo>
                    <a:pt x="1229" y="3718"/>
                    <a:pt x="1118" y="3679"/>
                    <a:pt x="1040" y="3600"/>
                  </a:cubicBezTo>
                  <a:cubicBezTo>
                    <a:pt x="882" y="3443"/>
                    <a:pt x="882" y="3159"/>
                    <a:pt x="1040" y="3002"/>
                  </a:cubicBezTo>
                  <a:lnTo>
                    <a:pt x="3088" y="954"/>
                  </a:lnTo>
                  <a:cubicBezTo>
                    <a:pt x="3166" y="875"/>
                    <a:pt x="3277" y="836"/>
                    <a:pt x="3387" y="836"/>
                  </a:cubicBezTo>
                  <a:close/>
                  <a:moveTo>
                    <a:pt x="8081" y="5530"/>
                  </a:moveTo>
                  <a:cubicBezTo>
                    <a:pt x="8191" y="5530"/>
                    <a:pt x="8302" y="5569"/>
                    <a:pt x="8380" y="5648"/>
                  </a:cubicBezTo>
                  <a:cubicBezTo>
                    <a:pt x="8538" y="5806"/>
                    <a:pt x="8538" y="6089"/>
                    <a:pt x="8380" y="6247"/>
                  </a:cubicBezTo>
                  <a:lnTo>
                    <a:pt x="6333" y="8295"/>
                  </a:lnTo>
                  <a:cubicBezTo>
                    <a:pt x="6254" y="8358"/>
                    <a:pt x="6143" y="8389"/>
                    <a:pt x="6033" y="8389"/>
                  </a:cubicBezTo>
                  <a:cubicBezTo>
                    <a:pt x="5923" y="8389"/>
                    <a:pt x="5813" y="8358"/>
                    <a:pt x="5734" y="8295"/>
                  </a:cubicBezTo>
                  <a:cubicBezTo>
                    <a:pt x="5576" y="8137"/>
                    <a:pt x="5576" y="7853"/>
                    <a:pt x="5734" y="7696"/>
                  </a:cubicBezTo>
                  <a:lnTo>
                    <a:pt x="7782" y="5648"/>
                  </a:lnTo>
                  <a:cubicBezTo>
                    <a:pt x="7861" y="5569"/>
                    <a:pt x="7971" y="5530"/>
                    <a:pt x="8081" y="5530"/>
                  </a:cubicBezTo>
                  <a:close/>
                  <a:moveTo>
                    <a:pt x="3414" y="1"/>
                  </a:moveTo>
                  <a:cubicBezTo>
                    <a:pt x="3095" y="1"/>
                    <a:pt x="2772" y="119"/>
                    <a:pt x="2520" y="355"/>
                  </a:cubicBezTo>
                  <a:lnTo>
                    <a:pt x="473" y="2403"/>
                  </a:lnTo>
                  <a:cubicBezTo>
                    <a:pt x="0" y="2876"/>
                    <a:pt x="0" y="3663"/>
                    <a:pt x="473" y="4199"/>
                  </a:cubicBezTo>
                  <a:cubicBezTo>
                    <a:pt x="700" y="4406"/>
                    <a:pt x="1008" y="4544"/>
                    <a:pt x="1345" y="4544"/>
                  </a:cubicBezTo>
                  <a:cubicBezTo>
                    <a:pt x="1522" y="4544"/>
                    <a:pt x="1706" y="4506"/>
                    <a:pt x="1890" y="4419"/>
                  </a:cubicBezTo>
                  <a:lnTo>
                    <a:pt x="4915" y="7444"/>
                  </a:lnTo>
                  <a:cubicBezTo>
                    <a:pt x="4663" y="7980"/>
                    <a:pt x="4789" y="8515"/>
                    <a:pt x="5135" y="8862"/>
                  </a:cubicBezTo>
                  <a:cubicBezTo>
                    <a:pt x="5372" y="9098"/>
                    <a:pt x="5687" y="9216"/>
                    <a:pt x="6010" y="9216"/>
                  </a:cubicBezTo>
                  <a:cubicBezTo>
                    <a:pt x="6333" y="9216"/>
                    <a:pt x="6663" y="9098"/>
                    <a:pt x="6931" y="8862"/>
                  </a:cubicBezTo>
                  <a:lnTo>
                    <a:pt x="8979" y="6814"/>
                  </a:lnTo>
                  <a:cubicBezTo>
                    <a:pt x="9452" y="6341"/>
                    <a:pt x="9452" y="5554"/>
                    <a:pt x="8979" y="5050"/>
                  </a:cubicBezTo>
                  <a:cubicBezTo>
                    <a:pt x="8757" y="4828"/>
                    <a:pt x="8445" y="4696"/>
                    <a:pt x="8117" y="4696"/>
                  </a:cubicBezTo>
                  <a:cubicBezTo>
                    <a:pt x="7933" y="4696"/>
                    <a:pt x="7743" y="4738"/>
                    <a:pt x="7561" y="4829"/>
                  </a:cubicBezTo>
                  <a:lnTo>
                    <a:pt x="4505" y="1773"/>
                  </a:lnTo>
                  <a:cubicBezTo>
                    <a:pt x="4757" y="1269"/>
                    <a:pt x="4631" y="733"/>
                    <a:pt x="4285" y="355"/>
                  </a:cubicBezTo>
                  <a:cubicBezTo>
                    <a:pt x="4048" y="119"/>
                    <a:pt x="3733" y="1"/>
                    <a:pt x="34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6" name="Google Shape;2266;p68"/>
            <p:cNvSpPr/>
            <p:nvPr/>
          </p:nvSpPr>
          <p:spPr>
            <a:xfrm>
              <a:off x="-63679950" y="4233850"/>
              <a:ext cx="177250" cy="177250"/>
            </a:xfrm>
            <a:custGeom>
              <a:avLst/>
              <a:gdLst/>
              <a:ahLst/>
              <a:cxnLst/>
              <a:rect l="l" t="t" r="r" b="b"/>
              <a:pathLst>
                <a:path w="7090" h="7090" extrusionOk="0">
                  <a:moveTo>
                    <a:pt x="5325" y="1"/>
                  </a:moveTo>
                  <a:lnTo>
                    <a:pt x="4160" y="1166"/>
                  </a:lnTo>
                  <a:cubicBezTo>
                    <a:pt x="4081" y="1088"/>
                    <a:pt x="3971" y="1048"/>
                    <a:pt x="3860" y="1048"/>
                  </a:cubicBezTo>
                  <a:cubicBezTo>
                    <a:pt x="3750" y="1048"/>
                    <a:pt x="3640" y="1088"/>
                    <a:pt x="3561" y="1166"/>
                  </a:cubicBezTo>
                  <a:lnTo>
                    <a:pt x="474" y="4254"/>
                  </a:lnTo>
                  <a:cubicBezTo>
                    <a:pt x="159" y="4569"/>
                    <a:pt x="1" y="4947"/>
                    <a:pt x="1" y="5419"/>
                  </a:cubicBezTo>
                  <a:cubicBezTo>
                    <a:pt x="1" y="5861"/>
                    <a:pt x="159" y="6302"/>
                    <a:pt x="474" y="6617"/>
                  </a:cubicBezTo>
                  <a:cubicBezTo>
                    <a:pt x="789" y="6932"/>
                    <a:pt x="1214" y="7089"/>
                    <a:pt x="1639" y="7089"/>
                  </a:cubicBezTo>
                  <a:cubicBezTo>
                    <a:pt x="2065" y="7089"/>
                    <a:pt x="2490" y="6932"/>
                    <a:pt x="2805" y="6617"/>
                  </a:cubicBezTo>
                  <a:lnTo>
                    <a:pt x="5892" y="3529"/>
                  </a:lnTo>
                  <a:cubicBezTo>
                    <a:pt x="6081" y="3372"/>
                    <a:pt x="6081" y="3088"/>
                    <a:pt x="5924" y="2931"/>
                  </a:cubicBezTo>
                  <a:lnTo>
                    <a:pt x="7090" y="1765"/>
                  </a:lnTo>
                  <a:lnTo>
                    <a:pt x="532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7" name="Google Shape;2267;p68"/>
            <p:cNvSpPr/>
            <p:nvPr/>
          </p:nvSpPr>
          <p:spPr>
            <a:xfrm>
              <a:off x="-63548400" y="4348850"/>
              <a:ext cx="185900" cy="62250"/>
            </a:xfrm>
            <a:custGeom>
              <a:avLst/>
              <a:gdLst/>
              <a:ahLst/>
              <a:cxnLst/>
              <a:rect l="l" t="t" r="r" b="b"/>
              <a:pathLst>
                <a:path w="7436" h="2490" extrusionOk="0">
                  <a:moveTo>
                    <a:pt x="2048" y="0"/>
                  </a:moveTo>
                  <a:cubicBezTo>
                    <a:pt x="1355" y="0"/>
                    <a:pt x="819" y="536"/>
                    <a:pt x="819" y="1229"/>
                  </a:cubicBezTo>
                  <a:lnTo>
                    <a:pt x="819" y="1639"/>
                  </a:lnTo>
                  <a:lnTo>
                    <a:pt x="410" y="1639"/>
                  </a:lnTo>
                  <a:cubicBezTo>
                    <a:pt x="189" y="1639"/>
                    <a:pt x="0" y="1859"/>
                    <a:pt x="0" y="2048"/>
                  </a:cubicBezTo>
                  <a:cubicBezTo>
                    <a:pt x="0" y="2269"/>
                    <a:pt x="189" y="2489"/>
                    <a:pt x="410" y="2489"/>
                  </a:cubicBezTo>
                  <a:lnTo>
                    <a:pt x="7026" y="2489"/>
                  </a:lnTo>
                  <a:cubicBezTo>
                    <a:pt x="7278" y="2489"/>
                    <a:pt x="7435" y="2269"/>
                    <a:pt x="7435" y="2048"/>
                  </a:cubicBezTo>
                  <a:cubicBezTo>
                    <a:pt x="7435" y="1859"/>
                    <a:pt x="7246" y="1639"/>
                    <a:pt x="6994" y="1639"/>
                  </a:cubicBezTo>
                  <a:lnTo>
                    <a:pt x="6616" y="1639"/>
                  </a:lnTo>
                  <a:lnTo>
                    <a:pt x="6616" y="1229"/>
                  </a:lnTo>
                  <a:cubicBezTo>
                    <a:pt x="6616" y="536"/>
                    <a:pt x="6049" y="0"/>
                    <a:pt x="535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p69"/>
          <p:cNvSpPr/>
          <p:nvPr/>
        </p:nvSpPr>
        <p:spPr>
          <a:xfrm flipH="1">
            <a:off x="3915450" y="412271"/>
            <a:ext cx="1313100" cy="1313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3" name="Google Shape;2273;p69"/>
          <p:cNvSpPr txBox="1">
            <a:spLocks noGrp="1"/>
          </p:cNvSpPr>
          <p:nvPr>
            <p:ph type="title"/>
          </p:nvPr>
        </p:nvSpPr>
        <p:spPr>
          <a:xfrm>
            <a:off x="1950150" y="1933323"/>
            <a:ext cx="5243700" cy="18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OPERATING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</a:t>
            </a:r>
            <a:endParaRPr/>
          </a:p>
        </p:txBody>
      </p:sp>
      <p:sp>
        <p:nvSpPr>
          <p:cNvPr id="2274" name="Google Shape;2274;p69"/>
          <p:cNvSpPr txBox="1">
            <a:spLocks noGrp="1"/>
          </p:cNvSpPr>
          <p:nvPr>
            <p:ph type="title" idx="2"/>
          </p:nvPr>
        </p:nvSpPr>
        <p:spPr>
          <a:xfrm>
            <a:off x="3915450" y="605466"/>
            <a:ext cx="1313100" cy="92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275" name="Google Shape;2275;p69"/>
          <p:cNvSpPr txBox="1">
            <a:spLocks noGrp="1"/>
          </p:cNvSpPr>
          <p:nvPr>
            <p:ph type="subTitle" idx="1"/>
          </p:nvPr>
        </p:nvSpPr>
        <p:spPr>
          <a:xfrm>
            <a:off x="3052350" y="3672700"/>
            <a:ext cx="3039300" cy="69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enter a subtitle here if you need it</a:t>
            </a:r>
            <a:endParaRPr/>
          </a:p>
        </p:txBody>
      </p:sp>
      <p:grpSp>
        <p:nvGrpSpPr>
          <p:cNvPr id="2276" name="Google Shape;2276;p69"/>
          <p:cNvGrpSpPr/>
          <p:nvPr/>
        </p:nvGrpSpPr>
        <p:grpSpPr>
          <a:xfrm>
            <a:off x="4190029" y="4565029"/>
            <a:ext cx="763950" cy="166200"/>
            <a:chOff x="778750" y="1794600"/>
            <a:chExt cx="763950" cy="166200"/>
          </a:xfrm>
        </p:grpSpPr>
        <p:sp>
          <p:nvSpPr>
            <p:cNvPr id="2277" name="Google Shape;2277;p69"/>
            <p:cNvSpPr/>
            <p:nvPr/>
          </p:nvSpPr>
          <p:spPr>
            <a:xfrm>
              <a:off x="1370475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17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8" name="Google Shape;2278;p69"/>
            <p:cNvSpPr/>
            <p:nvPr/>
          </p:nvSpPr>
          <p:spPr>
            <a:xfrm>
              <a:off x="1079350" y="1803850"/>
              <a:ext cx="172225" cy="148200"/>
            </a:xfrm>
            <a:custGeom>
              <a:avLst/>
              <a:gdLst/>
              <a:ahLst/>
              <a:cxnLst/>
              <a:rect l="l" t="t" r="r" b="b"/>
              <a:pathLst>
                <a:path w="6889" h="5928" extrusionOk="0">
                  <a:moveTo>
                    <a:pt x="2970" y="1"/>
                  </a:moveTo>
                  <a:cubicBezTo>
                    <a:pt x="1452" y="1"/>
                    <a:pt x="0" y="1176"/>
                    <a:pt x="0" y="2950"/>
                  </a:cubicBezTo>
                  <a:cubicBezTo>
                    <a:pt x="0" y="4585"/>
                    <a:pt x="1314" y="5927"/>
                    <a:pt x="2948" y="5927"/>
                  </a:cubicBezTo>
                  <a:cubicBezTo>
                    <a:pt x="5575" y="5927"/>
                    <a:pt x="6888" y="2746"/>
                    <a:pt x="5049" y="878"/>
                  </a:cubicBezTo>
                  <a:cubicBezTo>
                    <a:pt x="4443" y="272"/>
                    <a:pt x="3699" y="1"/>
                    <a:pt x="2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9" name="Google Shape;2279;p69"/>
            <p:cNvSpPr/>
            <p:nvPr/>
          </p:nvSpPr>
          <p:spPr>
            <a:xfrm>
              <a:off x="778750" y="1794600"/>
              <a:ext cx="194100" cy="166200"/>
            </a:xfrm>
            <a:custGeom>
              <a:avLst/>
              <a:gdLst/>
              <a:ahLst/>
              <a:cxnLst/>
              <a:rect l="l" t="t" r="r" b="b"/>
              <a:pathLst>
                <a:path w="7764" h="6648" extrusionOk="0">
                  <a:moveTo>
                    <a:pt x="3327" y="752"/>
                  </a:moveTo>
                  <a:cubicBezTo>
                    <a:pt x="5633" y="752"/>
                    <a:pt x="6771" y="3525"/>
                    <a:pt x="5137" y="5159"/>
                  </a:cubicBezTo>
                  <a:cubicBezTo>
                    <a:pt x="4610" y="5686"/>
                    <a:pt x="3964" y="5922"/>
                    <a:pt x="3331" y="5922"/>
                  </a:cubicBezTo>
                  <a:cubicBezTo>
                    <a:pt x="2002" y="5922"/>
                    <a:pt x="730" y="4882"/>
                    <a:pt x="730" y="3320"/>
                  </a:cubicBezTo>
                  <a:cubicBezTo>
                    <a:pt x="730" y="1890"/>
                    <a:pt x="1897" y="752"/>
                    <a:pt x="3327" y="752"/>
                  </a:cubicBezTo>
                  <a:close/>
                  <a:moveTo>
                    <a:pt x="3332" y="1"/>
                  </a:moveTo>
                  <a:cubicBezTo>
                    <a:pt x="1628" y="1"/>
                    <a:pt x="0" y="1327"/>
                    <a:pt x="0" y="3320"/>
                  </a:cubicBezTo>
                  <a:cubicBezTo>
                    <a:pt x="0" y="5159"/>
                    <a:pt x="1489" y="6647"/>
                    <a:pt x="3327" y="6647"/>
                  </a:cubicBezTo>
                  <a:cubicBezTo>
                    <a:pt x="6275" y="6647"/>
                    <a:pt x="7763" y="3058"/>
                    <a:pt x="5662" y="985"/>
                  </a:cubicBezTo>
                  <a:cubicBezTo>
                    <a:pt x="4982" y="305"/>
                    <a:pt x="4148" y="1"/>
                    <a:pt x="33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84" name="Google Shape;2284;p70"/>
          <p:cNvGrpSpPr/>
          <p:nvPr/>
        </p:nvGrpSpPr>
        <p:grpSpPr>
          <a:xfrm>
            <a:off x="2504861" y="1643663"/>
            <a:ext cx="4134114" cy="2244368"/>
            <a:chOff x="2504861" y="1765242"/>
            <a:chExt cx="4134114" cy="2244368"/>
          </a:xfrm>
        </p:grpSpPr>
        <p:grpSp>
          <p:nvGrpSpPr>
            <p:cNvPr id="2285" name="Google Shape;2285;p70"/>
            <p:cNvGrpSpPr/>
            <p:nvPr/>
          </p:nvGrpSpPr>
          <p:grpSpPr>
            <a:xfrm>
              <a:off x="2504861" y="2202614"/>
              <a:ext cx="4134114" cy="1368150"/>
              <a:chOff x="2162000" y="1917750"/>
              <a:chExt cx="4820000" cy="1368150"/>
            </a:xfrm>
          </p:grpSpPr>
          <p:cxnSp>
            <p:nvCxnSpPr>
              <p:cNvPr id="2286" name="Google Shape;2286;p70"/>
              <p:cNvCxnSpPr/>
              <p:nvPr/>
            </p:nvCxnSpPr>
            <p:spPr>
              <a:xfrm>
                <a:off x="2162000" y="1917750"/>
                <a:ext cx="1596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7" name="Google Shape;2287;p70"/>
              <p:cNvCxnSpPr/>
              <p:nvPr/>
            </p:nvCxnSpPr>
            <p:spPr>
              <a:xfrm>
                <a:off x="2162000" y="3285900"/>
                <a:ext cx="1596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8" name="Google Shape;2288;p70"/>
              <p:cNvCxnSpPr/>
              <p:nvPr/>
            </p:nvCxnSpPr>
            <p:spPr>
              <a:xfrm rot="10800000">
                <a:off x="5385700" y="3285850"/>
                <a:ext cx="1596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9" name="Google Shape;2289;p70"/>
              <p:cNvCxnSpPr/>
              <p:nvPr/>
            </p:nvCxnSpPr>
            <p:spPr>
              <a:xfrm rot="10800000">
                <a:off x="5385700" y="1917750"/>
                <a:ext cx="1596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290" name="Google Shape;2290;p70"/>
            <p:cNvGrpSpPr/>
            <p:nvPr/>
          </p:nvGrpSpPr>
          <p:grpSpPr>
            <a:xfrm>
              <a:off x="3449816" y="1765242"/>
              <a:ext cx="2244368" cy="2244368"/>
              <a:chOff x="-183650" y="1103250"/>
              <a:chExt cx="1933800" cy="1933800"/>
            </a:xfrm>
          </p:grpSpPr>
          <p:sp>
            <p:nvSpPr>
              <p:cNvPr id="2291" name="Google Shape;2291;p70"/>
              <p:cNvSpPr/>
              <p:nvPr/>
            </p:nvSpPr>
            <p:spPr>
              <a:xfrm>
                <a:off x="-107450" y="1103250"/>
                <a:ext cx="1857600" cy="1857600"/>
              </a:xfrm>
              <a:prstGeom prst="blockArc">
                <a:avLst>
                  <a:gd name="adj1" fmla="val 16208749"/>
                  <a:gd name="adj2" fmla="val 0"/>
                  <a:gd name="adj3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Google Shape;2292;p70"/>
              <p:cNvSpPr/>
              <p:nvPr/>
            </p:nvSpPr>
            <p:spPr>
              <a:xfrm rot="5400000">
                <a:off x="-107450" y="1179450"/>
                <a:ext cx="1857600" cy="1857600"/>
              </a:xfrm>
              <a:prstGeom prst="blockArc">
                <a:avLst>
                  <a:gd name="adj1" fmla="val 16208749"/>
                  <a:gd name="adj2" fmla="val 0"/>
                  <a:gd name="adj3" fmla="val 25000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Google Shape;2293;p70"/>
              <p:cNvSpPr/>
              <p:nvPr/>
            </p:nvSpPr>
            <p:spPr>
              <a:xfrm rot="10800000">
                <a:off x="-183650" y="1179450"/>
                <a:ext cx="1857600" cy="1857600"/>
              </a:xfrm>
              <a:prstGeom prst="blockArc">
                <a:avLst>
                  <a:gd name="adj1" fmla="val 16208749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Google Shape;2294;p70"/>
              <p:cNvSpPr/>
              <p:nvPr/>
            </p:nvSpPr>
            <p:spPr>
              <a:xfrm rot="-5400000">
                <a:off x="-183650" y="1103250"/>
                <a:ext cx="1857600" cy="1857600"/>
              </a:xfrm>
              <a:prstGeom prst="blockArc">
                <a:avLst>
                  <a:gd name="adj1" fmla="val 16208749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95" name="Google Shape;2295;p70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513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</a:t>
            </a:r>
            <a:endParaRPr/>
          </a:p>
        </p:txBody>
      </p:sp>
      <p:sp>
        <p:nvSpPr>
          <p:cNvPr id="2296" name="Google Shape;2296;p70"/>
          <p:cNvSpPr txBox="1"/>
          <p:nvPr/>
        </p:nvSpPr>
        <p:spPr>
          <a:xfrm>
            <a:off x="777800" y="1584671"/>
            <a:ext cx="17271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NEPTUNE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297" name="Google Shape;2297;p70"/>
          <p:cNvSpPr txBox="1"/>
          <p:nvPr/>
        </p:nvSpPr>
        <p:spPr>
          <a:xfrm>
            <a:off x="777800" y="2007680"/>
            <a:ext cx="17271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Neptune is the farthest planet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98" name="Google Shape;2298;p70"/>
          <p:cNvSpPr txBox="1"/>
          <p:nvPr/>
        </p:nvSpPr>
        <p:spPr>
          <a:xfrm>
            <a:off x="777800" y="2952818"/>
            <a:ext cx="17271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JUPITER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299" name="Google Shape;2299;p70"/>
          <p:cNvSpPr txBox="1"/>
          <p:nvPr/>
        </p:nvSpPr>
        <p:spPr>
          <a:xfrm>
            <a:off x="777800" y="3371655"/>
            <a:ext cx="17271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It’s a gas giant and the biggest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00" name="Google Shape;2300;p70"/>
          <p:cNvSpPr txBox="1"/>
          <p:nvPr/>
        </p:nvSpPr>
        <p:spPr>
          <a:xfrm>
            <a:off x="6639100" y="1584671"/>
            <a:ext cx="17271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MERCURY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301" name="Google Shape;2301;p70"/>
          <p:cNvSpPr txBox="1"/>
          <p:nvPr/>
        </p:nvSpPr>
        <p:spPr>
          <a:xfrm>
            <a:off x="6639100" y="2007680"/>
            <a:ext cx="17271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Mercury is the smallest planet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02" name="Google Shape;2302;p70"/>
          <p:cNvSpPr txBox="1"/>
          <p:nvPr/>
        </p:nvSpPr>
        <p:spPr>
          <a:xfrm>
            <a:off x="6639100" y="2952818"/>
            <a:ext cx="1727100" cy="4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MARS</a:t>
            </a:r>
            <a:endParaRPr sz="2000">
              <a:solidFill>
                <a:schemeClr val="lt1"/>
              </a:solidFill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303" name="Google Shape;2303;p70"/>
          <p:cNvSpPr txBox="1"/>
          <p:nvPr/>
        </p:nvSpPr>
        <p:spPr>
          <a:xfrm>
            <a:off x="6639100" y="3371655"/>
            <a:ext cx="17271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Mars is actually a cold place</a:t>
            </a:r>
            <a:endParaRPr sz="16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04" name="Google Shape;2304;p70"/>
          <p:cNvSpPr/>
          <p:nvPr/>
        </p:nvSpPr>
        <p:spPr>
          <a:xfrm>
            <a:off x="5801927" y="3200332"/>
            <a:ext cx="497700" cy="49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4</a:t>
            </a:r>
            <a:endParaRPr sz="3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305" name="Google Shape;2305;p70"/>
          <p:cNvSpPr/>
          <p:nvPr/>
        </p:nvSpPr>
        <p:spPr>
          <a:xfrm>
            <a:off x="5801763" y="1832185"/>
            <a:ext cx="497700" cy="49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2</a:t>
            </a:r>
            <a:endParaRPr sz="3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306" name="Google Shape;2306;p70"/>
          <p:cNvSpPr/>
          <p:nvPr/>
        </p:nvSpPr>
        <p:spPr>
          <a:xfrm>
            <a:off x="2844325" y="3200332"/>
            <a:ext cx="497700" cy="497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3</a:t>
            </a:r>
            <a:endParaRPr sz="3000">
              <a:latin typeface="Righteous"/>
              <a:ea typeface="Righteous"/>
              <a:cs typeface="Righteous"/>
              <a:sym typeface="Righteous"/>
            </a:endParaRPr>
          </a:p>
        </p:txBody>
      </p:sp>
      <p:sp>
        <p:nvSpPr>
          <p:cNvPr id="2307" name="Google Shape;2307;p70"/>
          <p:cNvSpPr/>
          <p:nvPr/>
        </p:nvSpPr>
        <p:spPr>
          <a:xfrm>
            <a:off x="2844325" y="1832185"/>
            <a:ext cx="497700" cy="497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Righteous"/>
                <a:ea typeface="Righteous"/>
                <a:cs typeface="Righteous"/>
                <a:sym typeface="Righteous"/>
              </a:rPr>
              <a:t>1</a:t>
            </a:r>
            <a:endParaRPr sz="3000">
              <a:latin typeface="Righteous"/>
              <a:ea typeface="Righteous"/>
              <a:cs typeface="Righteous"/>
              <a:sym typeface="Righteous"/>
            </a:endParaRPr>
          </a:p>
        </p:txBody>
      </p:sp>
      <p:grpSp>
        <p:nvGrpSpPr>
          <p:cNvPr id="2308" name="Google Shape;2308;p70"/>
          <p:cNvGrpSpPr/>
          <p:nvPr/>
        </p:nvGrpSpPr>
        <p:grpSpPr>
          <a:xfrm>
            <a:off x="4323140" y="2516329"/>
            <a:ext cx="497714" cy="499036"/>
            <a:chOff x="1674750" y="3254050"/>
            <a:chExt cx="294575" cy="295375"/>
          </a:xfrm>
        </p:grpSpPr>
        <p:sp>
          <p:nvSpPr>
            <p:cNvPr id="2309" name="Google Shape;2309;p70"/>
            <p:cNvSpPr/>
            <p:nvPr/>
          </p:nvSpPr>
          <p:spPr>
            <a:xfrm>
              <a:off x="1691275" y="3351700"/>
              <a:ext cx="278050" cy="197725"/>
            </a:xfrm>
            <a:custGeom>
              <a:avLst/>
              <a:gdLst/>
              <a:ahLst/>
              <a:cxnLst/>
              <a:rect l="l" t="t" r="r" b="b"/>
              <a:pathLst>
                <a:path w="11122" h="7909" extrusionOk="0">
                  <a:moveTo>
                    <a:pt x="10535" y="0"/>
                  </a:moveTo>
                  <a:cubicBezTo>
                    <a:pt x="10489" y="0"/>
                    <a:pt x="10442" y="10"/>
                    <a:pt x="10397" y="33"/>
                  </a:cubicBezTo>
                  <a:cubicBezTo>
                    <a:pt x="10208" y="64"/>
                    <a:pt x="10114" y="253"/>
                    <a:pt x="10177" y="474"/>
                  </a:cubicBezTo>
                  <a:cubicBezTo>
                    <a:pt x="10334" y="978"/>
                    <a:pt x="10429" y="1482"/>
                    <a:pt x="10429" y="1986"/>
                  </a:cubicBezTo>
                  <a:cubicBezTo>
                    <a:pt x="10429" y="4885"/>
                    <a:pt x="8066" y="7247"/>
                    <a:pt x="5199" y="7247"/>
                  </a:cubicBezTo>
                  <a:cubicBezTo>
                    <a:pt x="3561" y="7247"/>
                    <a:pt x="2017" y="6397"/>
                    <a:pt x="1072" y="5137"/>
                  </a:cubicBezTo>
                  <a:lnTo>
                    <a:pt x="1733" y="5137"/>
                  </a:lnTo>
                  <a:cubicBezTo>
                    <a:pt x="1922" y="5137"/>
                    <a:pt x="2080" y="4979"/>
                    <a:pt x="2080" y="4790"/>
                  </a:cubicBezTo>
                  <a:cubicBezTo>
                    <a:pt x="2080" y="4601"/>
                    <a:pt x="1922" y="4443"/>
                    <a:pt x="1733" y="4443"/>
                  </a:cubicBezTo>
                  <a:lnTo>
                    <a:pt x="347" y="4443"/>
                  </a:lnTo>
                  <a:cubicBezTo>
                    <a:pt x="158" y="4443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47" y="6523"/>
                  </a:cubicBezTo>
                  <a:cubicBezTo>
                    <a:pt x="536" y="6523"/>
                    <a:pt x="694" y="6365"/>
                    <a:pt x="694" y="6176"/>
                  </a:cubicBezTo>
                  <a:lnTo>
                    <a:pt x="694" y="5767"/>
                  </a:lnTo>
                  <a:cubicBezTo>
                    <a:pt x="1796" y="7090"/>
                    <a:pt x="3466" y="7909"/>
                    <a:pt x="5199" y="7909"/>
                  </a:cubicBezTo>
                  <a:cubicBezTo>
                    <a:pt x="8412" y="7909"/>
                    <a:pt x="11122" y="5231"/>
                    <a:pt x="11122" y="1986"/>
                  </a:cubicBezTo>
                  <a:cubicBezTo>
                    <a:pt x="11122" y="1419"/>
                    <a:pt x="10996" y="820"/>
                    <a:pt x="10838" y="222"/>
                  </a:cubicBezTo>
                  <a:cubicBezTo>
                    <a:pt x="10814" y="102"/>
                    <a:pt x="10681" y="0"/>
                    <a:pt x="105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70"/>
            <p:cNvSpPr/>
            <p:nvPr/>
          </p:nvSpPr>
          <p:spPr>
            <a:xfrm>
              <a:off x="1674750" y="3254050"/>
              <a:ext cx="277250" cy="197900"/>
            </a:xfrm>
            <a:custGeom>
              <a:avLst/>
              <a:gdLst/>
              <a:ahLst/>
              <a:cxnLst/>
              <a:rect l="l" t="t" r="r" b="b"/>
              <a:pathLst>
                <a:path w="11090" h="7916" extrusionOk="0">
                  <a:moveTo>
                    <a:pt x="5891" y="1"/>
                  </a:moveTo>
                  <a:cubicBezTo>
                    <a:pt x="2678" y="1"/>
                    <a:pt x="0" y="2679"/>
                    <a:pt x="0" y="5892"/>
                  </a:cubicBezTo>
                  <a:cubicBezTo>
                    <a:pt x="0" y="6491"/>
                    <a:pt x="126" y="7089"/>
                    <a:pt x="284" y="7656"/>
                  </a:cubicBezTo>
                  <a:cubicBezTo>
                    <a:pt x="310" y="7842"/>
                    <a:pt x="448" y="7916"/>
                    <a:pt x="604" y="7916"/>
                  </a:cubicBezTo>
                  <a:cubicBezTo>
                    <a:pt x="633" y="7916"/>
                    <a:pt x="663" y="7913"/>
                    <a:pt x="693" y="7908"/>
                  </a:cubicBezTo>
                  <a:cubicBezTo>
                    <a:pt x="882" y="7877"/>
                    <a:pt x="977" y="7656"/>
                    <a:pt x="945" y="7467"/>
                  </a:cubicBezTo>
                  <a:cubicBezTo>
                    <a:pt x="788" y="6963"/>
                    <a:pt x="662" y="6459"/>
                    <a:pt x="662" y="5892"/>
                  </a:cubicBezTo>
                  <a:cubicBezTo>
                    <a:pt x="662" y="3025"/>
                    <a:pt x="3025" y="662"/>
                    <a:pt x="5891" y="662"/>
                  </a:cubicBezTo>
                  <a:cubicBezTo>
                    <a:pt x="7561" y="662"/>
                    <a:pt x="9105" y="1481"/>
                    <a:pt x="10050" y="2742"/>
                  </a:cubicBezTo>
                  <a:lnTo>
                    <a:pt x="9357" y="2742"/>
                  </a:lnTo>
                  <a:cubicBezTo>
                    <a:pt x="9168" y="2742"/>
                    <a:pt x="9010" y="2899"/>
                    <a:pt x="9010" y="3088"/>
                  </a:cubicBezTo>
                  <a:cubicBezTo>
                    <a:pt x="9010" y="3309"/>
                    <a:pt x="9168" y="3466"/>
                    <a:pt x="9357" y="3466"/>
                  </a:cubicBezTo>
                  <a:lnTo>
                    <a:pt x="10743" y="3466"/>
                  </a:lnTo>
                  <a:cubicBezTo>
                    <a:pt x="10932" y="3466"/>
                    <a:pt x="11090" y="3309"/>
                    <a:pt x="11090" y="3088"/>
                  </a:cubicBezTo>
                  <a:lnTo>
                    <a:pt x="11090" y="1733"/>
                  </a:lnTo>
                  <a:cubicBezTo>
                    <a:pt x="11090" y="1513"/>
                    <a:pt x="10932" y="1355"/>
                    <a:pt x="10743" y="1355"/>
                  </a:cubicBezTo>
                  <a:cubicBezTo>
                    <a:pt x="10554" y="1355"/>
                    <a:pt x="10397" y="1513"/>
                    <a:pt x="10397" y="1733"/>
                  </a:cubicBezTo>
                  <a:lnTo>
                    <a:pt x="10397" y="2111"/>
                  </a:lnTo>
                  <a:cubicBezTo>
                    <a:pt x="9294" y="820"/>
                    <a:pt x="7624" y="1"/>
                    <a:pt x="58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70"/>
            <p:cNvSpPr/>
            <p:nvPr/>
          </p:nvSpPr>
          <p:spPr>
            <a:xfrm>
              <a:off x="1727500" y="3306825"/>
              <a:ext cx="189075" cy="189050"/>
            </a:xfrm>
            <a:custGeom>
              <a:avLst/>
              <a:gdLst/>
              <a:ahLst/>
              <a:cxnLst/>
              <a:rect l="l" t="t" r="r" b="b"/>
              <a:pathLst>
                <a:path w="7563" h="7562" extrusionOk="0">
                  <a:moveTo>
                    <a:pt x="3750" y="2048"/>
                  </a:moveTo>
                  <a:cubicBezTo>
                    <a:pt x="3939" y="2048"/>
                    <a:pt x="4097" y="2206"/>
                    <a:pt x="4097" y="2426"/>
                  </a:cubicBezTo>
                  <a:lnTo>
                    <a:pt x="4097" y="3435"/>
                  </a:lnTo>
                  <a:lnTo>
                    <a:pt x="4475" y="3435"/>
                  </a:lnTo>
                  <a:cubicBezTo>
                    <a:pt x="4664" y="3435"/>
                    <a:pt x="4821" y="3592"/>
                    <a:pt x="4821" y="3781"/>
                  </a:cubicBezTo>
                  <a:cubicBezTo>
                    <a:pt x="4821" y="4002"/>
                    <a:pt x="4664" y="4159"/>
                    <a:pt x="4475" y="4159"/>
                  </a:cubicBezTo>
                  <a:lnTo>
                    <a:pt x="3750" y="4159"/>
                  </a:lnTo>
                  <a:cubicBezTo>
                    <a:pt x="3561" y="4159"/>
                    <a:pt x="3403" y="4002"/>
                    <a:pt x="3403" y="3781"/>
                  </a:cubicBezTo>
                  <a:lnTo>
                    <a:pt x="3403" y="2426"/>
                  </a:lnTo>
                  <a:cubicBezTo>
                    <a:pt x="3403" y="2206"/>
                    <a:pt x="3561" y="2048"/>
                    <a:pt x="3750" y="2048"/>
                  </a:cubicBezTo>
                  <a:close/>
                  <a:moveTo>
                    <a:pt x="3435" y="0"/>
                  </a:moveTo>
                  <a:cubicBezTo>
                    <a:pt x="2647" y="95"/>
                    <a:pt x="1923" y="410"/>
                    <a:pt x="1356" y="883"/>
                  </a:cubicBezTo>
                  <a:lnTo>
                    <a:pt x="2049" y="1576"/>
                  </a:lnTo>
                  <a:cubicBezTo>
                    <a:pt x="2175" y="1702"/>
                    <a:pt x="2175" y="1954"/>
                    <a:pt x="2049" y="2048"/>
                  </a:cubicBezTo>
                  <a:cubicBezTo>
                    <a:pt x="1986" y="2111"/>
                    <a:pt x="1899" y="2143"/>
                    <a:pt x="1812" y="2143"/>
                  </a:cubicBezTo>
                  <a:cubicBezTo>
                    <a:pt x="1726" y="2143"/>
                    <a:pt x="1639" y="2111"/>
                    <a:pt x="1576" y="2048"/>
                  </a:cubicBezTo>
                  <a:lnTo>
                    <a:pt x="883" y="1355"/>
                  </a:lnTo>
                  <a:cubicBezTo>
                    <a:pt x="410" y="1922"/>
                    <a:pt x="95" y="2647"/>
                    <a:pt x="1" y="3435"/>
                  </a:cubicBezTo>
                  <a:lnTo>
                    <a:pt x="1041" y="3435"/>
                  </a:lnTo>
                  <a:cubicBezTo>
                    <a:pt x="1230" y="3435"/>
                    <a:pt x="1387" y="3592"/>
                    <a:pt x="1387" y="3781"/>
                  </a:cubicBezTo>
                  <a:cubicBezTo>
                    <a:pt x="1387" y="3970"/>
                    <a:pt x="1230" y="4128"/>
                    <a:pt x="1041" y="4128"/>
                  </a:cubicBezTo>
                  <a:lnTo>
                    <a:pt x="1" y="4128"/>
                  </a:lnTo>
                  <a:cubicBezTo>
                    <a:pt x="95" y="4915"/>
                    <a:pt x="410" y="5640"/>
                    <a:pt x="883" y="6238"/>
                  </a:cubicBezTo>
                  <a:lnTo>
                    <a:pt x="1576" y="5514"/>
                  </a:lnTo>
                  <a:cubicBezTo>
                    <a:pt x="1639" y="5451"/>
                    <a:pt x="1734" y="5419"/>
                    <a:pt x="1824" y="5419"/>
                  </a:cubicBezTo>
                  <a:cubicBezTo>
                    <a:pt x="1915" y="5419"/>
                    <a:pt x="2001" y="5451"/>
                    <a:pt x="2049" y="5514"/>
                  </a:cubicBezTo>
                  <a:cubicBezTo>
                    <a:pt x="2175" y="5640"/>
                    <a:pt x="2175" y="5860"/>
                    <a:pt x="2049" y="5986"/>
                  </a:cubicBezTo>
                  <a:lnTo>
                    <a:pt x="1356" y="6711"/>
                  </a:lnTo>
                  <a:cubicBezTo>
                    <a:pt x="1923" y="7184"/>
                    <a:pt x="2647" y="7499"/>
                    <a:pt x="3435" y="7562"/>
                  </a:cubicBezTo>
                  <a:lnTo>
                    <a:pt x="3435" y="6553"/>
                  </a:lnTo>
                  <a:cubicBezTo>
                    <a:pt x="3435" y="6333"/>
                    <a:pt x="3592" y="6175"/>
                    <a:pt x="3781" y="6175"/>
                  </a:cubicBezTo>
                  <a:cubicBezTo>
                    <a:pt x="4002" y="6175"/>
                    <a:pt x="4160" y="6333"/>
                    <a:pt x="4160" y="6553"/>
                  </a:cubicBezTo>
                  <a:lnTo>
                    <a:pt x="4160" y="7562"/>
                  </a:lnTo>
                  <a:cubicBezTo>
                    <a:pt x="4947" y="7499"/>
                    <a:pt x="5640" y="7184"/>
                    <a:pt x="6239" y="6711"/>
                  </a:cubicBezTo>
                  <a:lnTo>
                    <a:pt x="5514" y="5986"/>
                  </a:lnTo>
                  <a:cubicBezTo>
                    <a:pt x="5420" y="5860"/>
                    <a:pt x="5420" y="5640"/>
                    <a:pt x="5514" y="5514"/>
                  </a:cubicBezTo>
                  <a:cubicBezTo>
                    <a:pt x="5577" y="5451"/>
                    <a:pt x="5672" y="5419"/>
                    <a:pt x="5762" y="5419"/>
                  </a:cubicBezTo>
                  <a:cubicBezTo>
                    <a:pt x="5853" y="5419"/>
                    <a:pt x="5940" y="5451"/>
                    <a:pt x="5987" y="5514"/>
                  </a:cubicBezTo>
                  <a:lnTo>
                    <a:pt x="6711" y="6238"/>
                  </a:lnTo>
                  <a:cubicBezTo>
                    <a:pt x="7184" y="5640"/>
                    <a:pt x="7499" y="4915"/>
                    <a:pt x="7562" y="4128"/>
                  </a:cubicBezTo>
                  <a:lnTo>
                    <a:pt x="6554" y="4128"/>
                  </a:lnTo>
                  <a:cubicBezTo>
                    <a:pt x="6365" y="4128"/>
                    <a:pt x="6207" y="3970"/>
                    <a:pt x="6207" y="3781"/>
                  </a:cubicBezTo>
                  <a:cubicBezTo>
                    <a:pt x="6207" y="3592"/>
                    <a:pt x="6365" y="3435"/>
                    <a:pt x="6554" y="3435"/>
                  </a:cubicBezTo>
                  <a:lnTo>
                    <a:pt x="7562" y="3435"/>
                  </a:lnTo>
                  <a:cubicBezTo>
                    <a:pt x="7499" y="2647"/>
                    <a:pt x="7184" y="1922"/>
                    <a:pt x="6711" y="1355"/>
                  </a:cubicBezTo>
                  <a:lnTo>
                    <a:pt x="5987" y="2048"/>
                  </a:lnTo>
                  <a:cubicBezTo>
                    <a:pt x="5940" y="2111"/>
                    <a:pt x="5853" y="2143"/>
                    <a:pt x="5762" y="2143"/>
                  </a:cubicBezTo>
                  <a:cubicBezTo>
                    <a:pt x="5672" y="2143"/>
                    <a:pt x="5577" y="2111"/>
                    <a:pt x="5514" y="2048"/>
                  </a:cubicBezTo>
                  <a:cubicBezTo>
                    <a:pt x="5420" y="1922"/>
                    <a:pt x="5420" y="1702"/>
                    <a:pt x="5514" y="1576"/>
                  </a:cubicBezTo>
                  <a:lnTo>
                    <a:pt x="6239" y="883"/>
                  </a:lnTo>
                  <a:cubicBezTo>
                    <a:pt x="5640" y="410"/>
                    <a:pt x="4947" y="95"/>
                    <a:pt x="4160" y="0"/>
                  </a:cubicBezTo>
                  <a:lnTo>
                    <a:pt x="4160" y="1040"/>
                  </a:lnTo>
                  <a:cubicBezTo>
                    <a:pt x="4160" y="1229"/>
                    <a:pt x="4002" y="1387"/>
                    <a:pt x="3781" y="1387"/>
                  </a:cubicBezTo>
                  <a:cubicBezTo>
                    <a:pt x="3592" y="1387"/>
                    <a:pt x="3435" y="1229"/>
                    <a:pt x="3435" y="1040"/>
                  </a:cubicBezTo>
                  <a:lnTo>
                    <a:pt x="34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73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16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GROWTH</a:t>
            </a:r>
            <a:endParaRPr/>
          </a:p>
        </p:txBody>
      </p:sp>
      <p:sp>
        <p:nvSpPr>
          <p:cNvPr id="2334" name="Google Shape;2334;p73"/>
          <p:cNvSpPr txBox="1">
            <a:spLocks noGrp="1"/>
          </p:cNvSpPr>
          <p:nvPr>
            <p:ph type="title"/>
          </p:nvPr>
        </p:nvSpPr>
        <p:spPr>
          <a:xfrm>
            <a:off x="721200" y="2648408"/>
            <a:ext cx="23427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65%</a:t>
            </a:r>
            <a:endParaRPr/>
          </a:p>
        </p:txBody>
      </p:sp>
      <p:sp>
        <p:nvSpPr>
          <p:cNvPr id="2335" name="Google Shape;2335;p73"/>
          <p:cNvSpPr txBox="1">
            <a:spLocks noGrp="1"/>
          </p:cNvSpPr>
          <p:nvPr>
            <p:ph type="subTitle" idx="1"/>
          </p:nvPr>
        </p:nvSpPr>
        <p:spPr>
          <a:xfrm>
            <a:off x="721200" y="3515341"/>
            <a:ext cx="23427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 is a gas giant and has several rings</a:t>
            </a:r>
            <a:endParaRPr/>
          </a:p>
        </p:txBody>
      </p:sp>
      <p:sp>
        <p:nvSpPr>
          <p:cNvPr id="2336" name="Google Shape;2336;p73"/>
          <p:cNvSpPr txBox="1">
            <a:spLocks noGrp="1"/>
          </p:cNvSpPr>
          <p:nvPr>
            <p:ph type="title" idx="2"/>
          </p:nvPr>
        </p:nvSpPr>
        <p:spPr>
          <a:xfrm>
            <a:off x="3400649" y="2648408"/>
            <a:ext cx="23427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80%</a:t>
            </a:r>
            <a:endParaRPr/>
          </a:p>
        </p:txBody>
      </p:sp>
      <p:sp>
        <p:nvSpPr>
          <p:cNvPr id="2337" name="Google Shape;2337;p73"/>
          <p:cNvSpPr txBox="1">
            <a:spLocks noGrp="1"/>
          </p:cNvSpPr>
          <p:nvPr>
            <p:ph type="subTitle" idx="3"/>
          </p:nvPr>
        </p:nvSpPr>
        <p:spPr>
          <a:xfrm>
            <a:off x="3400649" y="3515341"/>
            <a:ext cx="23427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 is a gas giant and the biggest planet</a:t>
            </a:r>
            <a:endParaRPr/>
          </a:p>
        </p:txBody>
      </p:sp>
      <p:sp>
        <p:nvSpPr>
          <p:cNvPr id="2338" name="Google Shape;2338;p73"/>
          <p:cNvSpPr txBox="1">
            <a:spLocks noGrp="1"/>
          </p:cNvSpPr>
          <p:nvPr>
            <p:ph type="title" idx="4"/>
          </p:nvPr>
        </p:nvSpPr>
        <p:spPr>
          <a:xfrm>
            <a:off x="6080099" y="2648408"/>
            <a:ext cx="2342700" cy="74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45%</a:t>
            </a:r>
            <a:endParaRPr/>
          </a:p>
        </p:txBody>
      </p:sp>
      <p:sp>
        <p:nvSpPr>
          <p:cNvPr id="2339" name="Google Shape;2339;p73"/>
          <p:cNvSpPr txBox="1">
            <a:spLocks noGrp="1"/>
          </p:cNvSpPr>
          <p:nvPr>
            <p:ph type="subTitle" idx="5"/>
          </p:nvPr>
        </p:nvSpPr>
        <p:spPr>
          <a:xfrm>
            <a:off x="6080099" y="3515341"/>
            <a:ext cx="2342700" cy="43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 is the farthest planet from the Sun</a:t>
            </a:r>
            <a:endParaRPr/>
          </a:p>
        </p:txBody>
      </p:sp>
      <p:grpSp>
        <p:nvGrpSpPr>
          <p:cNvPr id="2340" name="Google Shape;2340;p73"/>
          <p:cNvGrpSpPr/>
          <p:nvPr/>
        </p:nvGrpSpPr>
        <p:grpSpPr>
          <a:xfrm>
            <a:off x="865393" y="1510209"/>
            <a:ext cx="2054314" cy="1890421"/>
            <a:chOff x="721200" y="1614148"/>
            <a:chExt cx="2342700" cy="2155800"/>
          </a:xfrm>
        </p:grpSpPr>
        <p:grpSp>
          <p:nvGrpSpPr>
            <p:cNvPr id="2341" name="Google Shape;2341;p73"/>
            <p:cNvGrpSpPr/>
            <p:nvPr/>
          </p:nvGrpSpPr>
          <p:grpSpPr>
            <a:xfrm>
              <a:off x="814650" y="1614148"/>
              <a:ext cx="2155800" cy="2155800"/>
              <a:chOff x="814641" y="1614148"/>
              <a:chExt cx="2155800" cy="2155800"/>
            </a:xfrm>
          </p:grpSpPr>
          <p:sp>
            <p:nvSpPr>
              <p:cNvPr id="2342" name="Google Shape;2342;p73"/>
              <p:cNvSpPr/>
              <p:nvPr/>
            </p:nvSpPr>
            <p:spPr>
              <a:xfrm>
                <a:off x="814641" y="1614148"/>
                <a:ext cx="2155800" cy="2155800"/>
              </a:xfrm>
              <a:prstGeom prst="blockArc">
                <a:avLst>
                  <a:gd name="adj1" fmla="val 10803976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73"/>
              <p:cNvSpPr/>
              <p:nvPr/>
            </p:nvSpPr>
            <p:spPr>
              <a:xfrm>
                <a:off x="814641" y="1614148"/>
                <a:ext cx="2155800" cy="2155800"/>
              </a:xfrm>
              <a:prstGeom prst="blockArc">
                <a:avLst>
                  <a:gd name="adj1" fmla="val 18163044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44" name="Google Shape;2344;p73"/>
            <p:cNvCxnSpPr/>
            <p:nvPr/>
          </p:nvCxnSpPr>
          <p:spPr>
            <a:xfrm>
              <a:off x="721200" y="2692050"/>
              <a:ext cx="2342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45" name="Google Shape;2345;p73"/>
          <p:cNvGrpSpPr/>
          <p:nvPr/>
        </p:nvGrpSpPr>
        <p:grpSpPr>
          <a:xfrm>
            <a:off x="3544843" y="1510023"/>
            <a:ext cx="2054314" cy="1890421"/>
            <a:chOff x="721200" y="1614148"/>
            <a:chExt cx="2342700" cy="2155800"/>
          </a:xfrm>
        </p:grpSpPr>
        <p:grpSp>
          <p:nvGrpSpPr>
            <p:cNvPr id="2346" name="Google Shape;2346;p73"/>
            <p:cNvGrpSpPr/>
            <p:nvPr/>
          </p:nvGrpSpPr>
          <p:grpSpPr>
            <a:xfrm>
              <a:off x="814650" y="1614148"/>
              <a:ext cx="2155800" cy="2155800"/>
              <a:chOff x="814641" y="1614148"/>
              <a:chExt cx="2155800" cy="2155800"/>
            </a:xfrm>
          </p:grpSpPr>
          <p:sp>
            <p:nvSpPr>
              <p:cNvPr id="2347" name="Google Shape;2347;p73"/>
              <p:cNvSpPr/>
              <p:nvPr/>
            </p:nvSpPr>
            <p:spPr>
              <a:xfrm>
                <a:off x="814641" y="1614148"/>
                <a:ext cx="2155800" cy="2155800"/>
              </a:xfrm>
              <a:prstGeom prst="blockArc">
                <a:avLst>
                  <a:gd name="adj1" fmla="val 10803976"/>
                  <a:gd name="adj2" fmla="val 0"/>
                  <a:gd name="adj3" fmla="val 25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Google Shape;2348;p73"/>
              <p:cNvSpPr/>
              <p:nvPr/>
            </p:nvSpPr>
            <p:spPr>
              <a:xfrm>
                <a:off x="814641" y="1614148"/>
                <a:ext cx="2155800" cy="2155800"/>
              </a:xfrm>
              <a:prstGeom prst="blockArc">
                <a:avLst>
                  <a:gd name="adj1" fmla="val 19964443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49" name="Google Shape;2349;p73"/>
            <p:cNvCxnSpPr/>
            <p:nvPr/>
          </p:nvCxnSpPr>
          <p:spPr>
            <a:xfrm>
              <a:off x="721200" y="2692050"/>
              <a:ext cx="2342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50" name="Google Shape;2350;p73"/>
          <p:cNvGrpSpPr/>
          <p:nvPr/>
        </p:nvGrpSpPr>
        <p:grpSpPr>
          <a:xfrm>
            <a:off x="6224293" y="1510034"/>
            <a:ext cx="2054314" cy="1890421"/>
            <a:chOff x="721200" y="1614148"/>
            <a:chExt cx="2342700" cy="2155800"/>
          </a:xfrm>
        </p:grpSpPr>
        <p:grpSp>
          <p:nvGrpSpPr>
            <p:cNvPr id="2351" name="Google Shape;2351;p73"/>
            <p:cNvGrpSpPr/>
            <p:nvPr/>
          </p:nvGrpSpPr>
          <p:grpSpPr>
            <a:xfrm>
              <a:off x="814650" y="1614148"/>
              <a:ext cx="2155800" cy="2155800"/>
              <a:chOff x="814641" y="1614148"/>
              <a:chExt cx="2155800" cy="2155800"/>
            </a:xfrm>
          </p:grpSpPr>
          <p:sp>
            <p:nvSpPr>
              <p:cNvPr id="2352" name="Google Shape;2352;p73"/>
              <p:cNvSpPr/>
              <p:nvPr/>
            </p:nvSpPr>
            <p:spPr>
              <a:xfrm>
                <a:off x="814641" y="1614148"/>
                <a:ext cx="2155800" cy="2155800"/>
              </a:xfrm>
              <a:prstGeom prst="blockArc">
                <a:avLst>
                  <a:gd name="adj1" fmla="val 10803976"/>
                  <a:gd name="adj2" fmla="val 0"/>
                  <a:gd name="adj3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Google Shape;2353;p73"/>
              <p:cNvSpPr/>
              <p:nvPr/>
            </p:nvSpPr>
            <p:spPr>
              <a:xfrm>
                <a:off x="814641" y="1614148"/>
                <a:ext cx="2155800" cy="2155800"/>
              </a:xfrm>
              <a:prstGeom prst="blockArc">
                <a:avLst>
                  <a:gd name="adj1" fmla="val 15320248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54" name="Google Shape;2354;p73"/>
            <p:cNvCxnSpPr/>
            <p:nvPr/>
          </p:nvCxnSpPr>
          <p:spPr>
            <a:xfrm>
              <a:off x="721200" y="2692050"/>
              <a:ext cx="2342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55" name="Google Shape;2355;p73"/>
          <p:cNvGrpSpPr/>
          <p:nvPr/>
        </p:nvGrpSpPr>
        <p:grpSpPr>
          <a:xfrm>
            <a:off x="1569713" y="4240567"/>
            <a:ext cx="6004575" cy="96075"/>
            <a:chOff x="1569713" y="4438347"/>
            <a:chExt cx="6004575" cy="96075"/>
          </a:xfrm>
        </p:grpSpPr>
        <p:sp>
          <p:nvSpPr>
            <p:cNvPr id="2356" name="Google Shape;2356;p73"/>
            <p:cNvSpPr/>
            <p:nvPr/>
          </p:nvSpPr>
          <p:spPr>
            <a:xfrm>
              <a:off x="1569713" y="4438347"/>
              <a:ext cx="645675" cy="96075"/>
            </a:xfrm>
            <a:custGeom>
              <a:avLst/>
              <a:gdLst/>
              <a:ahLst/>
              <a:cxnLst/>
              <a:rect l="l" t="t" r="r" b="b"/>
              <a:pathLst>
                <a:path w="25827" h="3843" extrusionOk="0">
                  <a:moveTo>
                    <a:pt x="1922" y="0"/>
                  </a:moveTo>
                  <a:cubicBezTo>
                    <a:pt x="876" y="0"/>
                    <a:pt x="0" y="848"/>
                    <a:pt x="0" y="1922"/>
                  </a:cubicBezTo>
                  <a:cubicBezTo>
                    <a:pt x="0" y="2967"/>
                    <a:pt x="876" y="3843"/>
                    <a:pt x="1922" y="3843"/>
                  </a:cubicBezTo>
                  <a:lnTo>
                    <a:pt x="23905" y="3843"/>
                  </a:lnTo>
                  <a:cubicBezTo>
                    <a:pt x="24951" y="3843"/>
                    <a:pt x="25827" y="2967"/>
                    <a:pt x="25827" y="1922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73"/>
            <p:cNvSpPr/>
            <p:nvPr/>
          </p:nvSpPr>
          <p:spPr>
            <a:xfrm>
              <a:off x="4247950" y="4438347"/>
              <a:ext cx="645675" cy="96075"/>
            </a:xfrm>
            <a:custGeom>
              <a:avLst/>
              <a:gdLst/>
              <a:ahLst/>
              <a:cxnLst/>
              <a:rect l="l" t="t" r="r" b="b"/>
              <a:pathLst>
                <a:path w="25827" h="3843" extrusionOk="0">
                  <a:moveTo>
                    <a:pt x="1922" y="0"/>
                  </a:moveTo>
                  <a:cubicBezTo>
                    <a:pt x="876" y="0"/>
                    <a:pt x="0" y="848"/>
                    <a:pt x="0" y="1922"/>
                  </a:cubicBezTo>
                  <a:cubicBezTo>
                    <a:pt x="0" y="2967"/>
                    <a:pt x="876" y="3843"/>
                    <a:pt x="1922" y="3843"/>
                  </a:cubicBezTo>
                  <a:lnTo>
                    <a:pt x="23905" y="3843"/>
                  </a:lnTo>
                  <a:cubicBezTo>
                    <a:pt x="24951" y="3843"/>
                    <a:pt x="25827" y="2967"/>
                    <a:pt x="25827" y="1922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73"/>
            <p:cNvSpPr/>
            <p:nvPr/>
          </p:nvSpPr>
          <p:spPr>
            <a:xfrm>
              <a:off x="6928613" y="4438347"/>
              <a:ext cx="645675" cy="96075"/>
            </a:xfrm>
            <a:custGeom>
              <a:avLst/>
              <a:gdLst/>
              <a:ahLst/>
              <a:cxnLst/>
              <a:rect l="l" t="t" r="r" b="b"/>
              <a:pathLst>
                <a:path w="25827" h="3843" extrusionOk="0">
                  <a:moveTo>
                    <a:pt x="1922" y="0"/>
                  </a:moveTo>
                  <a:cubicBezTo>
                    <a:pt x="876" y="0"/>
                    <a:pt x="0" y="848"/>
                    <a:pt x="0" y="1922"/>
                  </a:cubicBezTo>
                  <a:cubicBezTo>
                    <a:pt x="0" y="2967"/>
                    <a:pt x="876" y="3843"/>
                    <a:pt x="1922" y="3843"/>
                  </a:cubicBezTo>
                  <a:lnTo>
                    <a:pt x="23905" y="3843"/>
                  </a:lnTo>
                  <a:cubicBezTo>
                    <a:pt x="24951" y="3843"/>
                    <a:pt x="25827" y="2967"/>
                    <a:pt x="25827" y="1922"/>
                  </a:cubicBezTo>
                  <a:cubicBezTo>
                    <a:pt x="25827" y="848"/>
                    <a:pt x="24951" y="0"/>
                    <a:pt x="239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7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5513100" cy="5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 SHEET</a:t>
            </a:r>
            <a:endParaRPr/>
          </a:p>
        </p:txBody>
      </p:sp>
      <p:graphicFrame>
        <p:nvGraphicFramePr>
          <p:cNvPr id="2384" name="Google Shape;2384;p75"/>
          <p:cNvGraphicFramePr/>
          <p:nvPr/>
        </p:nvGraphicFramePr>
        <p:xfrm>
          <a:off x="938938" y="1314180"/>
          <a:ext cx="7266125" cy="2691990"/>
        </p:xfrm>
        <a:graphic>
          <a:graphicData uri="http://schemas.openxmlformats.org/drawingml/2006/table">
            <a:tbl>
              <a:tblPr>
                <a:noFill/>
                <a:tableStyleId>{089A1521-7917-4E2F-B9E4-AEFADB6AE586}</a:tableStyleId>
              </a:tblPr>
              <a:tblGrid>
                <a:gridCol w="290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solidFill>
                          <a:schemeClr val="lt1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2020</a:t>
                      </a:r>
                      <a:endParaRPr sz="2000">
                        <a:solidFill>
                          <a:schemeClr val="lt1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2021</a:t>
                      </a:r>
                      <a:endParaRPr sz="2000">
                        <a:solidFill>
                          <a:schemeClr val="lt1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FIXED ASSETS</a:t>
                      </a:r>
                      <a:endParaRPr sz="2000">
                        <a:solidFill>
                          <a:schemeClr val="lt1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$ 10,000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$ 10,300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CURRENT ASSETS</a:t>
                      </a:r>
                      <a:endParaRPr sz="2000">
                        <a:solidFill>
                          <a:schemeClr val="lt1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$ 9,160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$ 9,250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GROUP EQUITY</a:t>
                      </a:r>
                      <a:endParaRPr sz="2000">
                        <a:solidFill>
                          <a:schemeClr val="lt1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$ 15,800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$ 13,900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lt1"/>
                          </a:solidFill>
                          <a:latin typeface="Righteous"/>
                          <a:ea typeface="Righteous"/>
                          <a:cs typeface="Righteous"/>
                          <a:sym typeface="Righteous"/>
                        </a:rPr>
                        <a:t>TOTAL LIABILITIES</a:t>
                      </a:r>
                      <a:endParaRPr sz="2000">
                        <a:solidFill>
                          <a:schemeClr val="lt1"/>
                        </a:solidFill>
                        <a:latin typeface="Righteous"/>
                        <a:ea typeface="Righteous"/>
                        <a:cs typeface="Righteous"/>
                        <a:sym typeface="Righteous"/>
                      </a:endParaRPr>
                    </a:p>
                  </a:txBody>
                  <a:tcPr marL="91425" marR="91425" marT="0" marB="0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$ 12,500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lt1"/>
                          </a:solidFill>
                          <a:latin typeface="Red Hat Text"/>
                          <a:ea typeface="Red Hat Text"/>
                          <a:cs typeface="Red Hat Text"/>
                          <a:sym typeface="Red Hat Text"/>
                        </a:rPr>
                        <a:t>$ 13,170</a:t>
                      </a:r>
                      <a:endParaRPr sz="1600">
                        <a:solidFill>
                          <a:schemeClr val="lt1"/>
                        </a:solidFill>
                        <a:latin typeface="Red Hat Text"/>
                        <a:ea typeface="Red Hat Text"/>
                        <a:cs typeface="Red Hat Text"/>
                        <a:sym typeface="Red Hat Tex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76"/>
          <p:cNvSpPr/>
          <p:nvPr/>
        </p:nvSpPr>
        <p:spPr>
          <a:xfrm>
            <a:off x="3369600" y="2503300"/>
            <a:ext cx="2404800" cy="603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0" name="Google Shape;2390;p76"/>
          <p:cNvSpPr txBox="1"/>
          <p:nvPr/>
        </p:nvSpPr>
        <p:spPr>
          <a:xfrm>
            <a:off x="2779350" y="3922594"/>
            <a:ext cx="3585300" cy="2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Please keep this slide for attribution</a:t>
            </a:r>
            <a:endParaRPr sz="12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91" name="Google Shape;2391;p76"/>
          <p:cNvSpPr txBox="1">
            <a:spLocks noGrp="1"/>
          </p:cNvSpPr>
          <p:nvPr>
            <p:ph type="title"/>
          </p:nvPr>
        </p:nvSpPr>
        <p:spPr>
          <a:xfrm>
            <a:off x="2646000" y="353339"/>
            <a:ext cx="3852000" cy="9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392" name="Google Shape;2392;p76"/>
          <p:cNvSpPr txBox="1">
            <a:spLocks noGrp="1"/>
          </p:cNvSpPr>
          <p:nvPr>
            <p:ph type="subTitle" idx="1"/>
          </p:nvPr>
        </p:nvSpPr>
        <p:spPr>
          <a:xfrm>
            <a:off x="2646000" y="1269743"/>
            <a:ext cx="3852000" cy="101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+91 620 421 838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yourcompany.com</a:t>
            </a:r>
            <a:endParaRPr/>
          </a:p>
        </p:txBody>
      </p:sp>
      <p:grpSp>
        <p:nvGrpSpPr>
          <p:cNvPr id="2393" name="Google Shape;2393;p76"/>
          <p:cNvGrpSpPr/>
          <p:nvPr/>
        </p:nvGrpSpPr>
        <p:grpSpPr>
          <a:xfrm>
            <a:off x="5272319" y="2628907"/>
            <a:ext cx="352387" cy="352387"/>
            <a:chOff x="4933458" y="1687279"/>
            <a:chExt cx="397907" cy="397907"/>
          </a:xfrm>
        </p:grpSpPr>
        <p:sp>
          <p:nvSpPr>
            <p:cNvPr id="2394" name="Google Shape;2394;p76"/>
            <p:cNvSpPr/>
            <p:nvPr/>
          </p:nvSpPr>
          <p:spPr>
            <a:xfrm>
              <a:off x="5071801" y="1766541"/>
              <a:ext cx="125867" cy="241215"/>
            </a:xfrm>
            <a:custGeom>
              <a:avLst/>
              <a:gdLst/>
              <a:ahLst/>
              <a:cxnLst/>
              <a:rect l="l" t="t" r="r" b="b"/>
              <a:pathLst>
                <a:path w="6031" h="11558" extrusionOk="0">
                  <a:moveTo>
                    <a:pt x="2415" y="1"/>
                  </a:moveTo>
                  <a:cubicBezTo>
                    <a:pt x="2233" y="993"/>
                    <a:pt x="1808" y="2415"/>
                    <a:pt x="0" y="2785"/>
                  </a:cubicBezTo>
                  <a:lnTo>
                    <a:pt x="0" y="4244"/>
                  </a:lnTo>
                  <a:lnTo>
                    <a:pt x="1228" y="4244"/>
                  </a:lnTo>
                  <a:cubicBezTo>
                    <a:pt x="1537" y="4244"/>
                    <a:pt x="1787" y="4496"/>
                    <a:pt x="1787" y="4803"/>
                  </a:cubicBezTo>
                  <a:lnTo>
                    <a:pt x="1787" y="9077"/>
                  </a:lnTo>
                  <a:cubicBezTo>
                    <a:pt x="1787" y="10222"/>
                    <a:pt x="2553" y="11558"/>
                    <a:pt x="4714" y="11558"/>
                  </a:cubicBezTo>
                  <a:cubicBezTo>
                    <a:pt x="5212" y="11558"/>
                    <a:pt x="5689" y="11535"/>
                    <a:pt x="6031" y="11512"/>
                  </a:cubicBezTo>
                  <a:lnTo>
                    <a:pt x="6031" y="9905"/>
                  </a:lnTo>
                  <a:lnTo>
                    <a:pt x="4891" y="9905"/>
                  </a:lnTo>
                  <a:cubicBezTo>
                    <a:pt x="3535" y="9905"/>
                    <a:pt x="3351" y="9125"/>
                    <a:pt x="3351" y="8363"/>
                  </a:cubicBezTo>
                  <a:lnTo>
                    <a:pt x="3351" y="4803"/>
                  </a:lnTo>
                  <a:cubicBezTo>
                    <a:pt x="3351" y="4496"/>
                    <a:pt x="3600" y="4244"/>
                    <a:pt x="3910" y="4244"/>
                  </a:cubicBezTo>
                  <a:lnTo>
                    <a:pt x="6031" y="4244"/>
                  </a:lnTo>
                  <a:lnTo>
                    <a:pt x="6031" y="2681"/>
                  </a:lnTo>
                  <a:lnTo>
                    <a:pt x="3910" y="2681"/>
                  </a:lnTo>
                  <a:cubicBezTo>
                    <a:pt x="3600" y="2681"/>
                    <a:pt x="3351" y="2431"/>
                    <a:pt x="3351" y="2122"/>
                  </a:cubicBezTo>
                  <a:lnTo>
                    <a:pt x="33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76"/>
            <p:cNvSpPr/>
            <p:nvPr/>
          </p:nvSpPr>
          <p:spPr>
            <a:xfrm>
              <a:off x="4933458" y="1687279"/>
              <a:ext cx="397907" cy="397907"/>
            </a:xfrm>
            <a:custGeom>
              <a:avLst/>
              <a:gdLst/>
              <a:ahLst/>
              <a:cxnLst/>
              <a:rect l="l" t="t" r="r" b="b"/>
              <a:pathLst>
                <a:path w="19066" h="19066" extrusionOk="0">
                  <a:moveTo>
                    <a:pt x="10539" y="2681"/>
                  </a:moveTo>
                  <a:cubicBezTo>
                    <a:pt x="10846" y="2681"/>
                    <a:pt x="11059" y="2932"/>
                    <a:pt x="11059" y="3240"/>
                  </a:cubicBezTo>
                  <a:lnTo>
                    <a:pt x="11059" y="5362"/>
                  </a:lnTo>
                  <a:lnTo>
                    <a:pt x="13219" y="5362"/>
                  </a:lnTo>
                  <a:cubicBezTo>
                    <a:pt x="13528" y="5362"/>
                    <a:pt x="13778" y="5612"/>
                    <a:pt x="13778" y="5921"/>
                  </a:cubicBezTo>
                  <a:lnTo>
                    <a:pt x="13778" y="8601"/>
                  </a:lnTo>
                  <a:cubicBezTo>
                    <a:pt x="13778" y="8911"/>
                    <a:pt x="13528" y="9160"/>
                    <a:pt x="13219" y="9160"/>
                  </a:cubicBezTo>
                  <a:lnTo>
                    <a:pt x="11096" y="9160"/>
                  </a:lnTo>
                  <a:lnTo>
                    <a:pt x="11096" y="12161"/>
                  </a:lnTo>
                  <a:cubicBezTo>
                    <a:pt x="11096" y="12440"/>
                    <a:pt x="11121" y="12520"/>
                    <a:pt x="11133" y="12541"/>
                  </a:cubicBezTo>
                  <a:cubicBezTo>
                    <a:pt x="11140" y="12541"/>
                    <a:pt x="11234" y="12585"/>
                    <a:pt x="11520" y="12585"/>
                  </a:cubicBezTo>
                  <a:lnTo>
                    <a:pt x="13219" y="12585"/>
                  </a:lnTo>
                  <a:cubicBezTo>
                    <a:pt x="13528" y="12585"/>
                    <a:pt x="13741" y="12836"/>
                    <a:pt x="13741" y="13144"/>
                  </a:cubicBezTo>
                  <a:lnTo>
                    <a:pt x="13741" y="15826"/>
                  </a:lnTo>
                  <a:cubicBezTo>
                    <a:pt x="13741" y="16113"/>
                    <a:pt x="13560" y="16351"/>
                    <a:pt x="13273" y="16382"/>
                  </a:cubicBezTo>
                  <a:cubicBezTo>
                    <a:pt x="13236" y="16385"/>
                    <a:pt x="12341" y="16474"/>
                    <a:pt x="11342" y="16474"/>
                  </a:cubicBezTo>
                  <a:cubicBezTo>
                    <a:pt x="8564" y="16474"/>
                    <a:pt x="7298" y="14609"/>
                    <a:pt x="7298" y="12877"/>
                  </a:cubicBezTo>
                  <a:lnTo>
                    <a:pt x="7298" y="9160"/>
                  </a:lnTo>
                  <a:lnTo>
                    <a:pt x="6070" y="9160"/>
                  </a:lnTo>
                  <a:cubicBezTo>
                    <a:pt x="5760" y="9160"/>
                    <a:pt x="5511" y="8911"/>
                    <a:pt x="5511" y="8601"/>
                  </a:cubicBezTo>
                  <a:lnTo>
                    <a:pt x="5511" y="6100"/>
                  </a:lnTo>
                  <a:cubicBezTo>
                    <a:pt x="5511" y="5808"/>
                    <a:pt x="5734" y="5568"/>
                    <a:pt x="6024" y="5543"/>
                  </a:cubicBezTo>
                  <a:cubicBezTo>
                    <a:pt x="7535" y="5417"/>
                    <a:pt x="7797" y="4524"/>
                    <a:pt x="8000" y="3275"/>
                  </a:cubicBezTo>
                  <a:lnTo>
                    <a:pt x="8021" y="3148"/>
                  </a:lnTo>
                  <a:cubicBezTo>
                    <a:pt x="8066" y="2879"/>
                    <a:pt x="8299" y="2681"/>
                    <a:pt x="8571" y="2681"/>
                  </a:cubicBezTo>
                  <a:close/>
                  <a:moveTo>
                    <a:pt x="2794" y="1"/>
                  </a:moveTo>
                  <a:cubicBezTo>
                    <a:pt x="1253" y="1"/>
                    <a:pt x="1" y="1253"/>
                    <a:pt x="1" y="2794"/>
                  </a:cubicBezTo>
                  <a:lnTo>
                    <a:pt x="1" y="16272"/>
                  </a:lnTo>
                  <a:cubicBezTo>
                    <a:pt x="1" y="17811"/>
                    <a:pt x="1253" y="19065"/>
                    <a:pt x="2794" y="19065"/>
                  </a:cubicBezTo>
                  <a:lnTo>
                    <a:pt x="16272" y="19065"/>
                  </a:lnTo>
                  <a:cubicBezTo>
                    <a:pt x="17813" y="19065"/>
                    <a:pt x="19065" y="17811"/>
                    <a:pt x="19065" y="16272"/>
                  </a:cubicBezTo>
                  <a:lnTo>
                    <a:pt x="19065" y="2792"/>
                  </a:lnTo>
                  <a:cubicBezTo>
                    <a:pt x="19065" y="1253"/>
                    <a:pt x="17813" y="1"/>
                    <a:pt x="162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6" name="Google Shape;2396;p76"/>
          <p:cNvGrpSpPr/>
          <p:nvPr/>
        </p:nvGrpSpPr>
        <p:grpSpPr>
          <a:xfrm>
            <a:off x="4687977" y="2628916"/>
            <a:ext cx="352368" cy="352368"/>
            <a:chOff x="1379798" y="1723250"/>
            <a:chExt cx="397887" cy="397887"/>
          </a:xfrm>
        </p:grpSpPr>
        <p:sp>
          <p:nvSpPr>
            <p:cNvPr id="2397" name="Google Shape;2397;p76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76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76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76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1" name="Google Shape;2401;p76"/>
          <p:cNvGrpSpPr/>
          <p:nvPr/>
        </p:nvGrpSpPr>
        <p:grpSpPr>
          <a:xfrm>
            <a:off x="3519294" y="2628916"/>
            <a:ext cx="352387" cy="352368"/>
            <a:chOff x="266768" y="1721375"/>
            <a:chExt cx="397907" cy="397887"/>
          </a:xfrm>
        </p:grpSpPr>
        <p:sp>
          <p:nvSpPr>
            <p:cNvPr id="2402" name="Google Shape;2402;p76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76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4" name="Google Shape;2404;p76"/>
          <p:cNvGrpSpPr/>
          <p:nvPr/>
        </p:nvGrpSpPr>
        <p:grpSpPr>
          <a:xfrm>
            <a:off x="4103654" y="2628916"/>
            <a:ext cx="352350" cy="352368"/>
            <a:chOff x="864491" y="1723250"/>
            <a:chExt cx="397866" cy="397887"/>
          </a:xfrm>
        </p:grpSpPr>
        <p:sp>
          <p:nvSpPr>
            <p:cNvPr id="2405" name="Google Shape;2405;p76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76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76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8" name="Google Shape;2408;p76"/>
          <p:cNvGrpSpPr/>
          <p:nvPr/>
        </p:nvGrpSpPr>
        <p:grpSpPr>
          <a:xfrm>
            <a:off x="4087738" y="4455294"/>
            <a:ext cx="968525" cy="189000"/>
            <a:chOff x="1648000" y="4487175"/>
            <a:chExt cx="968525" cy="189000"/>
          </a:xfrm>
        </p:grpSpPr>
        <p:sp>
          <p:nvSpPr>
            <p:cNvPr id="2409" name="Google Shape;2409;p76"/>
            <p:cNvSpPr/>
            <p:nvPr/>
          </p:nvSpPr>
          <p:spPr>
            <a:xfrm>
              <a:off x="1648000" y="4487175"/>
              <a:ext cx="47350" cy="189000"/>
            </a:xfrm>
            <a:custGeom>
              <a:avLst/>
              <a:gdLst/>
              <a:ahLst/>
              <a:cxnLst/>
              <a:rect l="l" t="t" r="r" b="b"/>
              <a:pathLst>
                <a:path w="1894" h="7560" extrusionOk="0">
                  <a:moveTo>
                    <a:pt x="947" y="1"/>
                  </a:moveTo>
                  <a:cubicBezTo>
                    <a:pt x="439" y="1"/>
                    <a:pt x="43" y="396"/>
                    <a:pt x="43" y="905"/>
                  </a:cubicBezTo>
                  <a:lnTo>
                    <a:pt x="43" y="6584"/>
                  </a:lnTo>
                  <a:cubicBezTo>
                    <a:pt x="1" y="7234"/>
                    <a:pt x="474" y="7559"/>
                    <a:pt x="947" y="7559"/>
                  </a:cubicBezTo>
                  <a:cubicBezTo>
                    <a:pt x="1421" y="7559"/>
                    <a:pt x="1894" y="7234"/>
                    <a:pt x="1852" y="6584"/>
                  </a:cubicBezTo>
                  <a:lnTo>
                    <a:pt x="1852" y="905"/>
                  </a:lnTo>
                  <a:cubicBezTo>
                    <a:pt x="1852" y="396"/>
                    <a:pt x="1456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76"/>
            <p:cNvSpPr/>
            <p:nvPr/>
          </p:nvSpPr>
          <p:spPr>
            <a:xfrm>
              <a:off x="1739850" y="4487175"/>
              <a:ext cx="47700" cy="189000"/>
            </a:xfrm>
            <a:custGeom>
              <a:avLst/>
              <a:gdLst/>
              <a:ahLst/>
              <a:cxnLst/>
              <a:rect l="l" t="t" r="r" b="b"/>
              <a:pathLst>
                <a:path w="1908" h="7560" extrusionOk="0">
                  <a:moveTo>
                    <a:pt x="947" y="1"/>
                  </a:moveTo>
                  <a:cubicBezTo>
                    <a:pt x="466" y="1"/>
                    <a:pt x="42" y="396"/>
                    <a:pt x="42" y="905"/>
                  </a:cubicBezTo>
                  <a:lnTo>
                    <a:pt x="42" y="6584"/>
                  </a:lnTo>
                  <a:cubicBezTo>
                    <a:pt x="0" y="7234"/>
                    <a:pt x="473" y="7559"/>
                    <a:pt x="950" y="7559"/>
                  </a:cubicBezTo>
                  <a:cubicBezTo>
                    <a:pt x="1427" y="7559"/>
                    <a:pt x="1907" y="7234"/>
                    <a:pt x="1879" y="6584"/>
                  </a:cubicBezTo>
                  <a:lnTo>
                    <a:pt x="1879" y="905"/>
                  </a:lnTo>
                  <a:cubicBezTo>
                    <a:pt x="1851" y="396"/>
                    <a:pt x="1455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1" name="Google Shape;2411;p76"/>
            <p:cNvSpPr/>
            <p:nvPr/>
          </p:nvSpPr>
          <p:spPr>
            <a:xfrm>
              <a:off x="1832375" y="4487175"/>
              <a:ext cx="47350" cy="189000"/>
            </a:xfrm>
            <a:custGeom>
              <a:avLst/>
              <a:gdLst/>
              <a:ahLst/>
              <a:cxnLst/>
              <a:rect l="l" t="t" r="r" b="b"/>
              <a:pathLst>
                <a:path w="1894" h="7560" extrusionOk="0">
                  <a:moveTo>
                    <a:pt x="947" y="1"/>
                  </a:moveTo>
                  <a:cubicBezTo>
                    <a:pt x="439" y="1"/>
                    <a:pt x="43" y="396"/>
                    <a:pt x="43" y="905"/>
                  </a:cubicBezTo>
                  <a:lnTo>
                    <a:pt x="43" y="6584"/>
                  </a:lnTo>
                  <a:cubicBezTo>
                    <a:pt x="1" y="7234"/>
                    <a:pt x="474" y="7559"/>
                    <a:pt x="947" y="7559"/>
                  </a:cubicBezTo>
                  <a:cubicBezTo>
                    <a:pt x="1421" y="7559"/>
                    <a:pt x="1894" y="7234"/>
                    <a:pt x="1851" y="6584"/>
                  </a:cubicBezTo>
                  <a:lnTo>
                    <a:pt x="1851" y="905"/>
                  </a:lnTo>
                  <a:cubicBezTo>
                    <a:pt x="1851" y="396"/>
                    <a:pt x="1428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76"/>
            <p:cNvSpPr/>
            <p:nvPr/>
          </p:nvSpPr>
          <p:spPr>
            <a:xfrm>
              <a:off x="1924225" y="4487175"/>
              <a:ext cx="47350" cy="189000"/>
            </a:xfrm>
            <a:custGeom>
              <a:avLst/>
              <a:gdLst/>
              <a:ahLst/>
              <a:cxnLst/>
              <a:rect l="l" t="t" r="r" b="b"/>
              <a:pathLst>
                <a:path w="1894" h="7560" extrusionOk="0">
                  <a:moveTo>
                    <a:pt x="947" y="1"/>
                  </a:moveTo>
                  <a:cubicBezTo>
                    <a:pt x="438" y="1"/>
                    <a:pt x="42" y="396"/>
                    <a:pt x="42" y="905"/>
                  </a:cubicBezTo>
                  <a:lnTo>
                    <a:pt x="42" y="6584"/>
                  </a:lnTo>
                  <a:cubicBezTo>
                    <a:pt x="0" y="7234"/>
                    <a:pt x="473" y="7559"/>
                    <a:pt x="947" y="7559"/>
                  </a:cubicBezTo>
                  <a:cubicBezTo>
                    <a:pt x="1420" y="7559"/>
                    <a:pt x="1893" y="7234"/>
                    <a:pt x="1851" y="6584"/>
                  </a:cubicBezTo>
                  <a:lnTo>
                    <a:pt x="1851" y="905"/>
                  </a:lnTo>
                  <a:cubicBezTo>
                    <a:pt x="1851" y="396"/>
                    <a:pt x="1455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76"/>
            <p:cNvSpPr/>
            <p:nvPr/>
          </p:nvSpPr>
          <p:spPr>
            <a:xfrm>
              <a:off x="2016400" y="4487175"/>
              <a:ext cx="47700" cy="189000"/>
            </a:xfrm>
            <a:custGeom>
              <a:avLst/>
              <a:gdLst/>
              <a:ahLst/>
              <a:cxnLst/>
              <a:rect l="l" t="t" r="r" b="b"/>
              <a:pathLst>
                <a:path w="1908" h="7560" extrusionOk="0">
                  <a:moveTo>
                    <a:pt x="961" y="1"/>
                  </a:moveTo>
                  <a:cubicBezTo>
                    <a:pt x="453" y="1"/>
                    <a:pt x="29" y="396"/>
                    <a:pt x="29" y="905"/>
                  </a:cubicBezTo>
                  <a:lnTo>
                    <a:pt x="29" y="6584"/>
                  </a:lnTo>
                  <a:cubicBezTo>
                    <a:pt x="0" y="7234"/>
                    <a:pt x="481" y="7559"/>
                    <a:pt x="958" y="7559"/>
                  </a:cubicBezTo>
                  <a:cubicBezTo>
                    <a:pt x="1434" y="7559"/>
                    <a:pt x="1908" y="7234"/>
                    <a:pt x="1865" y="6584"/>
                  </a:cubicBezTo>
                  <a:lnTo>
                    <a:pt x="1865" y="905"/>
                  </a:lnTo>
                  <a:cubicBezTo>
                    <a:pt x="1865" y="396"/>
                    <a:pt x="1442" y="1"/>
                    <a:pt x="9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76"/>
            <p:cNvSpPr/>
            <p:nvPr/>
          </p:nvSpPr>
          <p:spPr>
            <a:xfrm>
              <a:off x="2108575" y="4487175"/>
              <a:ext cx="47375" cy="189000"/>
            </a:xfrm>
            <a:custGeom>
              <a:avLst/>
              <a:gdLst/>
              <a:ahLst/>
              <a:cxnLst/>
              <a:rect l="l" t="t" r="r" b="b"/>
              <a:pathLst>
                <a:path w="1895" h="7560" extrusionOk="0">
                  <a:moveTo>
                    <a:pt x="948" y="1"/>
                  </a:moveTo>
                  <a:cubicBezTo>
                    <a:pt x="439" y="1"/>
                    <a:pt x="43" y="396"/>
                    <a:pt x="43" y="905"/>
                  </a:cubicBezTo>
                  <a:lnTo>
                    <a:pt x="43" y="6584"/>
                  </a:lnTo>
                  <a:cubicBezTo>
                    <a:pt x="1" y="7234"/>
                    <a:pt x="474" y="7559"/>
                    <a:pt x="948" y="7559"/>
                  </a:cubicBezTo>
                  <a:cubicBezTo>
                    <a:pt x="1421" y="7559"/>
                    <a:pt x="1894" y="7234"/>
                    <a:pt x="1852" y="6584"/>
                  </a:cubicBezTo>
                  <a:lnTo>
                    <a:pt x="1852" y="905"/>
                  </a:lnTo>
                  <a:cubicBezTo>
                    <a:pt x="1852" y="396"/>
                    <a:pt x="1456" y="1"/>
                    <a:pt x="9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76"/>
            <p:cNvSpPr/>
            <p:nvPr/>
          </p:nvSpPr>
          <p:spPr>
            <a:xfrm>
              <a:off x="2200425" y="4487175"/>
              <a:ext cx="47350" cy="189000"/>
            </a:xfrm>
            <a:custGeom>
              <a:avLst/>
              <a:gdLst/>
              <a:ahLst/>
              <a:cxnLst/>
              <a:rect l="l" t="t" r="r" b="b"/>
              <a:pathLst>
                <a:path w="1894" h="7560" extrusionOk="0">
                  <a:moveTo>
                    <a:pt x="947" y="1"/>
                  </a:moveTo>
                  <a:cubicBezTo>
                    <a:pt x="438" y="1"/>
                    <a:pt x="43" y="396"/>
                    <a:pt x="43" y="905"/>
                  </a:cubicBezTo>
                  <a:lnTo>
                    <a:pt x="43" y="6584"/>
                  </a:lnTo>
                  <a:cubicBezTo>
                    <a:pt x="0" y="7234"/>
                    <a:pt x="474" y="7559"/>
                    <a:pt x="947" y="7559"/>
                  </a:cubicBezTo>
                  <a:cubicBezTo>
                    <a:pt x="1420" y="7559"/>
                    <a:pt x="1893" y="7234"/>
                    <a:pt x="1851" y="6584"/>
                  </a:cubicBezTo>
                  <a:lnTo>
                    <a:pt x="1851" y="905"/>
                  </a:lnTo>
                  <a:cubicBezTo>
                    <a:pt x="1851" y="396"/>
                    <a:pt x="1455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76"/>
            <p:cNvSpPr/>
            <p:nvPr/>
          </p:nvSpPr>
          <p:spPr>
            <a:xfrm>
              <a:off x="2292950" y="4487175"/>
              <a:ext cx="47375" cy="189000"/>
            </a:xfrm>
            <a:custGeom>
              <a:avLst/>
              <a:gdLst/>
              <a:ahLst/>
              <a:cxnLst/>
              <a:rect l="l" t="t" r="r" b="b"/>
              <a:pathLst>
                <a:path w="1895" h="7560" extrusionOk="0">
                  <a:moveTo>
                    <a:pt x="947" y="1"/>
                  </a:moveTo>
                  <a:cubicBezTo>
                    <a:pt x="439" y="1"/>
                    <a:pt x="43" y="396"/>
                    <a:pt x="43" y="905"/>
                  </a:cubicBezTo>
                  <a:lnTo>
                    <a:pt x="43" y="6584"/>
                  </a:lnTo>
                  <a:cubicBezTo>
                    <a:pt x="1" y="7234"/>
                    <a:pt x="474" y="7559"/>
                    <a:pt x="947" y="7559"/>
                  </a:cubicBezTo>
                  <a:cubicBezTo>
                    <a:pt x="1421" y="7559"/>
                    <a:pt x="1894" y="7234"/>
                    <a:pt x="1852" y="6584"/>
                  </a:cubicBezTo>
                  <a:lnTo>
                    <a:pt x="1852" y="905"/>
                  </a:lnTo>
                  <a:cubicBezTo>
                    <a:pt x="1852" y="396"/>
                    <a:pt x="1456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76"/>
            <p:cNvSpPr/>
            <p:nvPr/>
          </p:nvSpPr>
          <p:spPr>
            <a:xfrm>
              <a:off x="2385850" y="4487175"/>
              <a:ext cx="45950" cy="187225"/>
            </a:xfrm>
            <a:custGeom>
              <a:avLst/>
              <a:gdLst/>
              <a:ahLst/>
              <a:cxnLst/>
              <a:rect l="l" t="t" r="r" b="b"/>
              <a:pathLst>
                <a:path w="1838" h="7489" extrusionOk="0">
                  <a:moveTo>
                    <a:pt x="905" y="1"/>
                  </a:moveTo>
                  <a:cubicBezTo>
                    <a:pt x="396" y="1"/>
                    <a:pt x="1" y="396"/>
                    <a:pt x="1" y="905"/>
                  </a:cubicBezTo>
                  <a:lnTo>
                    <a:pt x="1" y="6584"/>
                  </a:lnTo>
                  <a:cubicBezTo>
                    <a:pt x="1" y="7093"/>
                    <a:pt x="396" y="7489"/>
                    <a:pt x="905" y="7489"/>
                  </a:cubicBezTo>
                  <a:cubicBezTo>
                    <a:pt x="1413" y="7489"/>
                    <a:pt x="1837" y="7093"/>
                    <a:pt x="1837" y="6584"/>
                  </a:cubicBezTo>
                  <a:lnTo>
                    <a:pt x="1837" y="905"/>
                  </a:lnTo>
                  <a:cubicBezTo>
                    <a:pt x="1837" y="396"/>
                    <a:pt x="1413" y="1"/>
                    <a:pt x="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76"/>
            <p:cNvSpPr/>
            <p:nvPr/>
          </p:nvSpPr>
          <p:spPr>
            <a:xfrm>
              <a:off x="2477325" y="4487175"/>
              <a:ext cx="47350" cy="189000"/>
            </a:xfrm>
            <a:custGeom>
              <a:avLst/>
              <a:gdLst/>
              <a:ahLst/>
              <a:cxnLst/>
              <a:rect l="l" t="t" r="r" b="b"/>
              <a:pathLst>
                <a:path w="1894" h="7560" extrusionOk="0">
                  <a:moveTo>
                    <a:pt x="947" y="1"/>
                  </a:moveTo>
                  <a:cubicBezTo>
                    <a:pt x="439" y="1"/>
                    <a:pt x="43" y="396"/>
                    <a:pt x="43" y="905"/>
                  </a:cubicBezTo>
                  <a:lnTo>
                    <a:pt x="43" y="6584"/>
                  </a:lnTo>
                  <a:cubicBezTo>
                    <a:pt x="1" y="7234"/>
                    <a:pt x="474" y="7559"/>
                    <a:pt x="947" y="7559"/>
                  </a:cubicBezTo>
                  <a:cubicBezTo>
                    <a:pt x="1421" y="7559"/>
                    <a:pt x="1894" y="7234"/>
                    <a:pt x="1852" y="6584"/>
                  </a:cubicBezTo>
                  <a:lnTo>
                    <a:pt x="1852" y="905"/>
                  </a:lnTo>
                  <a:cubicBezTo>
                    <a:pt x="1852" y="396"/>
                    <a:pt x="1456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76"/>
            <p:cNvSpPr/>
            <p:nvPr/>
          </p:nvSpPr>
          <p:spPr>
            <a:xfrm>
              <a:off x="2569175" y="4487175"/>
              <a:ext cx="47350" cy="189000"/>
            </a:xfrm>
            <a:custGeom>
              <a:avLst/>
              <a:gdLst/>
              <a:ahLst/>
              <a:cxnLst/>
              <a:rect l="l" t="t" r="r" b="b"/>
              <a:pathLst>
                <a:path w="1894" h="7560" extrusionOk="0">
                  <a:moveTo>
                    <a:pt x="947" y="1"/>
                  </a:moveTo>
                  <a:cubicBezTo>
                    <a:pt x="438" y="1"/>
                    <a:pt x="42" y="396"/>
                    <a:pt x="42" y="905"/>
                  </a:cubicBezTo>
                  <a:lnTo>
                    <a:pt x="42" y="6584"/>
                  </a:lnTo>
                  <a:cubicBezTo>
                    <a:pt x="0" y="7234"/>
                    <a:pt x="473" y="7559"/>
                    <a:pt x="947" y="7559"/>
                  </a:cubicBezTo>
                  <a:cubicBezTo>
                    <a:pt x="1420" y="7559"/>
                    <a:pt x="1893" y="7234"/>
                    <a:pt x="1851" y="6584"/>
                  </a:cubicBezTo>
                  <a:lnTo>
                    <a:pt x="1851" y="905"/>
                  </a:lnTo>
                  <a:cubicBezTo>
                    <a:pt x="1851" y="396"/>
                    <a:pt x="1455" y="1"/>
                    <a:pt x="9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Creative Business Model Canvas by Slidesgo">
  <a:themeElements>
    <a:clrScheme name="Simple Light">
      <a:dk1>
        <a:srgbClr val="213237"/>
      </a:dk1>
      <a:lt1>
        <a:srgbClr val="FFFFFF"/>
      </a:lt1>
      <a:dk2>
        <a:srgbClr val="F05F42"/>
      </a:dk2>
      <a:lt2>
        <a:srgbClr val="87D2E4"/>
      </a:lt2>
      <a:accent1>
        <a:srgbClr val="048ABF"/>
      </a:accent1>
      <a:accent2>
        <a:srgbClr val="59B17F"/>
      </a:accent2>
      <a:accent3>
        <a:srgbClr val="F8BA4E"/>
      </a:accent3>
      <a:accent4>
        <a:srgbClr val="F294B6"/>
      </a:accent4>
      <a:accent5>
        <a:srgbClr val="F05F42"/>
      </a:accent5>
      <a:accent6>
        <a:srgbClr val="213237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1481</Words>
  <Application>Microsoft Office PowerPoint</Application>
  <PresentationFormat>Экран (16:9)</PresentationFormat>
  <Paragraphs>310</Paragraphs>
  <Slides>35</Slides>
  <Notes>35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2" baseType="lpstr">
      <vt:lpstr>Red Hat Text</vt:lpstr>
      <vt:lpstr>Fredoka One</vt:lpstr>
      <vt:lpstr>Righteous</vt:lpstr>
      <vt:lpstr>Palanquin Dark</vt:lpstr>
      <vt:lpstr>Roboto Condensed Light</vt:lpstr>
      <vt:lpstr>Arial</vt:lpstr>
      <vt:lpstr>Creative Business Model Canvas by Slidesgo</vt:lpstr>
      <vt:lpstr>CREATIVE BUSINESS MODEL CANVAS</vt:lpstr>
      <vt:lpstr>CONTENTS OF THIS TEMPLATE</vt:lpstr>
      <vt:lpstr>TABLE OF CONTENTS</vt:lpstr>
      <vt:lpstr>MISSION STATEMENT</vt:lpstr>
      <vt:lpstr>OUR COMPANY</vt:lpstr>
      <vt:lpstr>BUSINESS OVERVIEW</vt:lpstr>
      <vt:lpstr>MARKET TRENDS</vt:lpstr>
      <vt:lpstr>PROBLEM &amp; SOLUTION</vt:lpstr>
      <vt:lpstr>COMPETITORS</vt:lpstr>
      <vt:lpstr>THEM</vt:lpstr>
      <vt:lpstr>MARKET ANALYSIS</vt:lpstr>
      <vt:lpstr>TARGET</vt:lpstr>
      <vt:lpstr>MARKET SIZE</vt:lpstr>
      <vt:lpstr>MARKET SHARE</vt:lpstr>
      <vt:lpstr>COMPETITION ANALYSIS</vt:lpstr>
      <vt:lpstr>OUR ANALYSIS</vt:lpstr>
      <vt:lpstr>BUSINESS MODEL CANVAS</vt:lpstr>
      <vt:lpstr>BUSINESS MODEL CANVAS</vt:lpstr>
      <vt:lpstr>MARKETING PLAN</vt:lpstr>
      <vt:lpstr>OUR SERVICES</vt:lpstr>
      <vt:lpstr>OUR PARTNERS</vt:lpstr>
      <vt:lpstr>BREAK-EVEN ANALYSIS</vt:lpstr>
      <vt:lpstr>OUR PLANS</vt:lpstr>
      <vt:lpstr>SALES AND DISTRIBUTION</vt:lpstr>
      <vt:lpstr>AWESOME WORDS</vt:lpstr>
      <vt:lpstr>ADVERTISING AND PROMOTION</vt:lpstr>
      <vt:lpstr>—SOMEONE FAMOUS</vt:lpstr>
      <vt:lpstr>MNGMT. PLAN</vt:lpstr>
      <vt:lpstr>OUR TEAM</vt:lpstr>
      <vt:lpstr>ORGANIZATIONAL CHART</vt:lpstr>
      <vt:lpstr>OPERATING PLAN</vt:lpstr>
      <vt:lpstr>OUR PROCESS</vt:lpstr>
      <vt:lpstr>PREDICTED GROWTH</vt:lpstr>
      <vt:lpstr>BALANCE SHEET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BUSINESS MODEL CANVAS</dc:title>
  <cp:lastModifiedBy>я</cp:lastModifiedBy>
  <cp:revision>1</cp:revision>
  <dcterms:modified xsi:type="dcterms:W3CDTF">2026-02-19T10:20:55Z</dcterms:modified>
</cp:coreProperties>
</file>